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8" r:id="rId3"/>
    <p:sldId id="289" r:id="rId5"/>
    <p:sldId id="315" r:id="rId6"/>
    <p:sldId id="311" r:id="rId7"/>
    <p:sldId id="301" r:id="rId8"/>
    <p:sldId id="295" r:id="rId9"/>
    <p:sldId id="299" r:id="rId10"/>
    <p:sldId id="300" r:id="rId11"/>
    <p:sldId id="316" r:id="rId12"/>
    <p:sldId id="293" r:id="rId13"/>
    <p:sldId id="308" r:id="rId14"/>
    <p:sldId id="312" r:id="rId15"/>
    <p:sldId id="307" r:id="rId16"/>
    <p:sldId id="292" r:id="rId17"/>
    <p:sldId id="317" r:id="rId18"/>
    <p:sldId id="305" r:id="rId19"/>
    <p:sldId id="306" r:id="rId20"/>
    <p:sldId id="310" r:id="rId21"/>
    <p:sldId id="302" r:id="rId22"/>
    <p:sldId id="291" r:id="rId23"/>
    <p:sldId id="318" r:id="rId24"/>
    <p:sldId id="296" r:id="rId25"/>
    <p:sldId id="298" r:id="rId26"/>
    <p:sldId id="304" r:id="rId27"/>
    <p:sldId id="313" r:id="rId28"/>
    <p:sldId id="314" r:id="rId29"/>
    <p:sldId id="319" r:id="rId30"/>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102" y="228"/>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explosion val="0"/>
          <c:dPt>
            <c:idx val="0"/>
            <c:bubble3D val="0"/>
            <c:spPr>
              <a:solidFill>
                <a:srgbClr val="FF0000"/>
              </a:solidFill>
              <a:ln w="19050">
                <a:solidFill>
                  <a:schemeClr val="lt1"/>
                </a:solidFill>
              </a:ln>
              <a:effectLst/>
            </c:spPr>
          </c:dPt>
          <c:dPt>
            <c:idx val="1"/>
            <c:bubble3D val="0"/>
            <c:spPr>
              <a:solidFill>
                <a:schemeClr val="bg2"/>
              </a:solidFill>
              <a:ln w="19050">
                <a:solidFill>
                  <a:schemeClr val="lt1"/>
                </a:solidFill>
              </a:ln>
              <a:effectLst/>
            </c:spPr>
          </c:dPt>
          <c:dLbls>
            <c:delete val="1"/>
          </c:dLbls>
          <c:cat>
            <c:strRef>
              <c:f>Sheet1!$A$2:$A$3</c:f>
              <c:strCache>
                <c:ptCount val="2"/>
                <c:pt idx="0">
                  <c:v>第一季度</c:v>
                </c:pt>
                <c:pt idx="1">
                  <c:v>第二季度</c:v>
                </c:pt>
              </c:strCache>
            </c:strRef>
          </c:cat>
          <c:val>
            <c:numRef>
              <c:f>Sheet1!$B$2:$B$3</c:f>
              <c:numCache>
                <c:formatCode>General</c:formatCode>
                <c:ptCount val="2"/>
                <c:pt idx="0">
                  <c:v>7.5</c:v>
                </c:pt>
                <c:pt idx="1">
                  <c:v>2.5</c:v>
                </c:pt>
              </c:numCache>
            </c:numRef>
          </c:val>
        </c:ser>
        <c:dLbls>
          <c:showLegendKey val="0"/>
          <c:showVal val="0"/>
          <c:showCatName val="0"/>
          <c:showSerName val="0"/>
          <c:showPercent val="0"/>
          <c:showBubbleSize val="0"/>
          <c:showLeaderLines val="1"/>
        </c:dLbls>
        <c:firstSliceAng val="0"/>
        <c:holeSize val="68"/>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tx1">
                <a:lumMod val="65000"/>
                <a:lumOff val="35000"/>
              </a:schemeClr>
            </a:solidFill>
          </c:spPr>
          <c:explosion val="0"/>
          <c:dPt>
            <c:idx val="0"/>
            <c:bubble3D val="0"/>
            <c:spPr>
              <a:solidFill>
                <a:srgbClr val="FF0000"/>
              </a:solidFill>
              <a:ln w="19050">
                <a:solidFill>
                  <a:schemeClr val="lt1"/>
                </a:solidFill>
              </a:ln>
              <a:effectLst/>
            </c:spPr>
          </c:dPt>
          <c:dPt>
            <c:idx val="1"/>
            <c:bubble3D val="0"/>
            <c:spPr>
              <a:solidFill>
                <a:schemeClr val="bg2"/>
              </a:solidFill>
              <a:ln w="19050">
                <a:solidFill>
                  <a:schemeClr val="lt1"/>
                </a:solidFill>
              </a:ln>
              <a:effectLst/>
            </c:spPr>
          </c:dPt>
          <c:dLbls>
            <c:delete val="1"/>
          </c:dLbls>
          <c:cat>
            <c:strRef>
              <c:f>Sheet1!$A$2:$A$3</c:f>
              <c:strCache>
                <c:ptCount val="2"/>
                <c:pt idx="0">
                  <c:v>第一季度</c:v>
                </c:pt>
                <c:pt idx="1">
                  <c:v>第二季度</c:v>
                </c:pt>
              </c:strCache>
            </c:strRef>
          </c:cat>
          <c:val>
            <c:numRef>
              <c:f>Sheet1!$B$2:$B$3</c:f>
              <c:numCache>
                <c:formatCode>General</c:formatCode>
                <c:ptCount val="2"/>
                <c:pt idx="0">
                  <c:v>2.5</c:v>
                </c:pt>
                <c:pt idx="1">
                  <c:v>7.5</c:v>
                </c:pt>
              </c:numCache>
            </c:numRef>
          </c:val>
        </c:ser>
        <c:dLbls>
          <c:showLegendKey val="0"/>
          <c:showVal val="0"/>
          <c:showCatName val="0"/>
          <c:showSerName val="0"/>
          <c:showPercent val="0"/>
          <c:showBubbleSize val="0"/>
          <c:showLeaderLines val="1"/>
        </c:dLbls>
        <c:firstSliceAng val="0"/>
        <c:holeSize val="68"/>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00CC99"/>
            </a:solidFill>
          </c:spPr>
          <c:explosion val="0"/>
          <c:dPt>
            <c:idx val="0"/>
            <c:bubble3D val="0"/>
            <c:spPr>
              <a:solidFill>
                <a:srgbClr val="FF0000"/>
              </a:solidFill>
              <a:ln w="19050">
                <a:solidFill>
                  <a:schemeClr val="lt1"/>
                </a:solidFill>
              </a:ln>
              <a:effectLst/>
            </c:spPr>
          </c:dPt>
          <c:dPt>
            <c:idx val="1"/>
            <c:bubble3D val="0"/>
            <c:spPr>
              <a:solidFill>
                <a:schemeClr val="bg2"/>
              </a:solidFill>
              <a:ln w="19050">
                <a:solidFill>
                  <a:schemeClr val="lt1"/>
                </a:solidFill>
              </a:ln>
              <a:effectLst/>
            </c:spPr>
          </c:dPt>
          <c:dLbls>
            <c:delete val="1"/>
          </c:dLbls>
          <c:cat>
            <c:strRef>
              <c:f>Sheet1!$A$2:$A$3</c:f>
              <c:strCache>
                <c:ptCount val="2"/>
                <c:pt idx="0">
                  <c:v>第一季度</c:v>
                </c:pt>
                <c:pt idx="1">
                  <c:v>第二季度</c:v>
                </c:pt>
              </c:strCache>
            </c:strRef>
          </c:cat>
          <c:val>
            <c:numRef>
              <c:f>Sheet1!$B$2:$B$3</c:f>
              <c:numCache>
                <c:formatCode>General</c:formatCode>
                <c:ptCount val="2"/>
                <c:pt idx="0">
                  <c:v>5</c:v>
                </c:pt>
                <c:pt idx="1">
                  <c:v>5</c:v>
                </c:pt>
              </c:numCache>
            </c:numRef>
          </c:val>
        </c:ser>
        <c:dLbls>
          <c:showLegendKey val="0"/>
          <c:showVal val="0"/>
          <c:showCatName val="0"/>
          <c:showSerName val="0"/>
          <c:showPercent val="0"/>
          <c:showBubbleSize val="0"/>
          <c:showLeaderLines val="1"/>
        </c:dLbls>
        <c:firstSliceAng val="0"/>
        <c:holeSize val="68"/>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8BE76-29C8-41AB-8544-889D89FA4F9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77-048F-409F-AACD-0A0B5EF61C8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更多模板下载地址httpsliangliangtuwen.tmall.com（复制链接到浏览器打开）</a:t>
            </a:r>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pPr marL="0" marR="0" lvl="0" indent="0" algn="r" defTabSz="685800" rtl="0" eaLnBrk="1" fontAlgn="auto" latinLnBrk="0" hangingPunct="1">
              <a:lnSpc>
                <a:spcPct val="100000"/>
              </a:lnSpc>
              <a:spcBef>
                <a:spcPts val="0"/>
              </a:spcBef>
              <a:spcAft>
                <a:spcPts val="0"/>
              </a:spcAft>
              <a:buClrTx/>
              <a:buSzTx/>
              <a:buFontTx/>
              <a:buNone/>
              <a:defRPr/>
            </a:pPr>
            <a:fld id="{8E734D7E-DDC1-43BA-BA84-4A1CFE3D3418}"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628650" y="1369219"/>
            <a:ext cx="3886200" cy="3263504"/>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629150" y="1369219"/>
            <a:ext cx="3886200" cy="3263504"/>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629842" y="1878806"/>
            <a:ext cx="3868340" cy="2763441"/>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629150" y="1878806"/>
            <a:ext cx="3887391" cy="2763441"/>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a:stretch>
            <a:fillRect/>
          </a:stretch>
        </p:blipFill>
        <p:spPr>
          <a:xfrm>
            <a:off x="0" y="0"/>
            <a:ext cx="9144000" cy="5143500"/>
          </a:xfrm>
          <a:prstGeom prst="rect">
            <a:avLst/>
          </a:prstGeom>
        </p:spPr>
      </p:pic>
      <p:cxnSp>
        <p:nvCxnSpPr>
          <p:cNvPr id="8" name="直接连接符 7"/>
          <p:cNvCxnSpPr/>
          <p:nvPr userDrawn="1"/>
        </p:nvCxnSpPr>
        <p:spPr>
          <a:xfrm>
            <a:off x="0" y="693922"/>
            <a:ext cx="9144000" cy="0"/>
          </a:xfrm>
          <a:prstGeom prst="line">
            <a:avLst/>
          </a:prstGeom>
          <a:ln>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a:off x="0" y="774700"/>
            <a:ext cx="9144000" cy="419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9291" y="44672"/>
            <a:ext cx="894809" cy="913956"/>
          </a:xfrm>
          <a:prstGeom prst="rect">
            <a:avLst/>
          </a:prstGeom>
        </p:spPr>
      </p:pic>
      <p:sp>
        <p:nvSpPr>
          <p:cNvPr id="11" name="文本框 10"/>
          <p:cNvSpPr txBox="1"/>
          <p:nvPr userDrawn="1"/>
        </p:nvSpPr>
        <p:spPr>
          <a:xfrm>
            <a:off x="1054100" y="232257"/>
            <a:ext cx="3262432" cy="461665"/>
          </a:xfrm>
          <a:prstGeom prst="rect">
            <a:avLst/>
          </a:prstGeom>
          <a:noFill/>
        </p:spPr>
        <p:txBody>
          <a:bodyPr wrap="none" rtlCol="0">
            <a:spAutoFit/>
          </a:bodyPr>
          <a:lstStyle/>
          <a:p>
            <a:r>
              <a:rPr lang="zh-CN" altLang="en-US" sz="2400" b="1" dirty="0" smtClean="0">
                <a:solidFill>
                  <a:schemeClr val="bg1"/>
                </a:solidFill>
                <a:effectLst>
                  <a:outerShdw blurRad="38100" dist="38100" dir="2700000" algn="tl">
                    <a:srgbClr val="000000">
                      <a:alpha val="43137"/>
                    </a:srgbClr>
                  </a:outerShdw>
                </a:effectLst>
              </a:rPr>
              <a:t>单击此处添加文字标题</a:t>
            </a:r>
            <a:endParaRPr lang="zh-CN" altLang="en-US" sz="2400" b="1" dirty="0">
              <a:solidFill>
                <a:schemeClr val="bg1"/>
              </a:solidFill>
              <a:effectLst>
                <a:outerShdw blurRad="38100" dist="38100" dir="2700000" algn="tl">
                  <a:srgbClr val="000000">
                    <a:alpha val="43137"/>
                  </a:srgbClr>
                </a:outerShdw>
              </a:effectLst>
            </a:endParaRPr>
          </a:p>
        </p:txBody>
      </p:sp>
    </p:spTree>
  </p:cSld>
  <p:clrMapOvr>
    <a:masterClrMapping/>
  </p:clrMapOvr>
  <p:transition spd="slow" advClick="0" advTm="0">
    <p:push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628650" y="273844"/>
            <a:ext cx="5800725" cy="4358879"/>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fld>
            <a:endParaRPr lang="zh-CN" altLang="en-US"/>
          </a:p>
        </p:txBody>
      </p:sp>
    </p:spTree>
  </p:cSld>
  <p:clrMapOvr>
    <a:masterClrMapping/>
  </p:clrMapOvr>
  <p:transition spd="slow" advClick="0" advTm="0">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spd="slow" advClick="0" advTm="0">
    <p:push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CA37975-6AF7-4301-9DC5-87C074AA59D1}" type="datetimeFigureOut">
              <a:rPr lang="zh-CN" altLang="en-US" smtClean="0"/>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987A4-0198-42B4-AAAE-EDBADA4485A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advClick="0" advTm="0">
    <p:push dir="u"/>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8.png"/><Relationship Id="rId11" Type="http://schemas.openxmlformats.org/officeDocument/2006/relationships/slideLayout" Target="../slideLayouts/slideLayout6.xml"/><Relationship Id="rId10" Type="http://schemas.openxmlformats.org/officeDocument/2006/relationships/tags" Target="../tags/tag9.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tags" Target="../tags/tag1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6.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screen"/>
          <a:srcRect/>
          <a:stretch>
            <a:fillRect/>
          </a:stretch>
        </p:blipFill>
        <p:spPr>
          <a:xfrm>
            <a:off x="0" y="0"/>
            <a:ext cx="9144000" cy="5143500"/>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0681" y="180451"/>
            <a:ext cx="1764796" cy="2066548"/>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5505" y="3113958"/>
            <a:ext cx="3263995" cy="683674"/>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555750" y="180451"/>
            <a:ext cx="1764796" cy="2066548"/>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303538"/>
            <a:ext cx="9144000" cy="1671447"/>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03674" y="732816"/>
            <a:ext cx="2136652" cy="2182372"/>
          </a:xfrm>
          <a:prstGeom prst="rect">
            <a:avLst/>
          </a:prstGeom>
        </p:spPr>
      </p:pic>
      <p:sp>
        <p:nvSpPr>
          <p:cNvPr id="10" name="文本框 9"/>
          <p:cNvSpPr txBox="1"/>
          <p:nvPr/>
        </p:nvSpPr>
        <p:spPr>
          <a:xfrm>
            <a:off x="2112418" y="3797632"/>
            <a:ext cx="4830168" cy="523220"/>
          </a:xfrm>
          <a:prstGeom prst="rect">
            <a:avLst/>
          </a:prstGeom>
          <a:noFill/>
        </p:spPr>
        <p:txBody>
          <a:bodyPr wrap="none" rtlCol="0">
            <a:spAutoFit/>
          </a:bodyPr>
          <a:lstStyle/>
          <a:p>
            <a:r>
              <a:rPr lang="zh-CN" altLang="en-US" sz="2800" b="1" dirty="0" smtClean="0">
                <a:solidFill>
                  <a:srgbClr val="FF0000"/>
                </a:solidFill>
                <a:cs typeface="+mn-ea"/>
                <a:sym typeface="+mn-lt"/>
              </a:rPr>
              <a:t>共青团青年工作汇报</a:t>
            </a:r>
            <a:r>
              <a:rPr lang="en-US" altLang="zh-CN" sz="2800" b="1" dirty="0" smtClean="0">
                <a:solidFill>
                  <a:srgbClr val="FF0000"/>
                </a:solidFill>
                <a:cs typeface="+mn-ea"/>
                <a:sym typeface="+mn-lt"/>
              </a:rPr>
              <a:t>PPT</a:t>
            </a:r>
            <a:r>
              <a:rPr lang="zh-CN" altLang="en-US" sz="2800" b="1" dirty="0" smtClean="0">
                <a:solidFill>
                  <a:srgbClr val="FF0000"/>
                </a:solidFill>
                <a:cs typeface="+mn-ea"/>
                <a:sym typeface="+mn-lt"/>
              </a:rPr>
              <a:t>模板</a:t>
            </a:r>
            <a:endParaRPr lang="zh-CN" altLang="en-US" sz="2800" b="1" dirty="0">
              <a:solidFill>
                <a:srgbClr val="FF0000"/>
              </a:solidFill>
              <a:cs typeface="+mn-ea"/>
              <a:sym typeface="+mn-lt"/>
            </a:endParaRPr>
          </a:p>
        </p:txBody>
      </p:sp>
      <p:sp>
        <p:nvSpPr>
          <p:cNvPr id="11" name="文本框 10"/>
          <p:cNvSpPr txBox="1"/>
          <p:nvPr/>
        </p:nvSpPr>
        <p:spPr>
          <a:xfrm>
            <a:off x="3104677" y="4393622"/>
            <a:ext cx="2960370" cy="352425"/>
          </a:xfrm>
          <a:prstGeom prst="rect">
            <a:avLst/>
          </a:prstGeom>
          <a:noFill/>
        </p:spPr>
        <p:txBody>
          <a:bodyPr wrap="none" rtlCol="0">
            <a:spAutoFit/>
          </a:bodyPr>
          <a:lstStyle/>
          <a:p>
            <a:pPr algn="l"/>
            <a:r>
              <a:rPr lang="zh-CN" altLang="en-US" sz="1600" dirty="0">
                <a:solidFill>
                  <a:srgbClr val="FF0000"/>
                </a:solidFill>
                <a:cs typeface="+mn-ea"/>
                <a:sym typeface="+mn-lt"/>
              </a:rPr>
              <a:t>汇报</a:t>
            </a:r>
            <a:r>
              <a:rPr lang="zh-CN" altLang="en-US" sz="1600" dirty="0" smtClean="0">
                <a:solidFill>
                  <a:srgbClr val="FF0000"/>
                </a:solidFill>
                <a:cs typeface="+mn-ea"/>
                <a:sym typeface="+mn-lt"/>
              </a:rPr>
              <a:t>：</a:t>
            </a:r>
            <a:r>
              <a:rPr lang="en-US" altLang="zh-CN" sz="1600" dirty="0" smtClean="0">
                <a:solidFill>
                  <a:srgbClr val="FF0000"/>
                </a:solidFill>
                <a:cs typeface="+mn-ea"/>
                <a:sym typeface="+mn-lt"/>
              </a:rPr>
              <a:t>亮亮      </a:t>
            </a:r>
            <a:r>
              <a:rPr lang="zh-CN" altLang="en-US" sz="1600" dirty="0" smtClean="0">
                <a:solidFill>
                  <a:srgbClr val="FF0000"/>
                </a:solidFill>
                <a:cs typeface="+mn-ea"/>
                <a:sym typeface="+mn-lt"/>
              </a:rPr>
              <a:t>导师：</a:t>
            </a:r>
            <a:r>
              <a:rPr lang="en-US" altLang="zh-CN" sz="1600" dirty="0" smtClean="0">
                <a:solidFill>
                  <a:srgbClr val="FF0000"/>
                </a:solidFill>
                <a:cs typeface="+mn-ea"/>
                <a:sym typeface="+mn-lt"/>
              </a:rPr>
              <a:t>亮亮图文</a:t>
            </a:r>
            <a:endParaRPr lang="en-US" altLang="zh-CN" sz="1600" dirty="0" smtClean="0">
              <a:solidFill>
                <a:srgbClr val="FF0000"/>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1000"/>
                                        <p:tgtEl>
                                          <p:spTgt spid="2"/>
                                        </p:tgtEl>
                                      </p:cBhvr>
                                    </p:animEffect>
                                  </p:childTnLst>
                                </p:cTn>
                              </p:par>
                            </p:childTnLst>
                          </p:cTn>
                        </p:par>
                        <p:par>
                          <p:cTn id="14" fill="hold">
                            <p:stCondLst>
                              <p:cond delay="2000"/>
                            </p:stCondLst>
                            <p:childTnLst>
                              <p:par>
                                <p:cTn id="15" presetID="53" presetClass="entr" presetSubtype="16"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Effect transition="in" filter="fade">
                                      <p:cBhvr>
                                        <p:cTn id="19" dur="1000"/>
                                        <p:tgtEl>
                                          <p:spTgt spid="4"/>
                                        </p:tgtEl>
                                      </p:cBhvr>
                                    </p:animEffect>
                                  </p:childTnLst>
                                </p:cTn>
                              </p:par>
                            </p:childTnLst>
                          </p:cTn>
                        </p:par>
                        <p:par>
                          <p:cTn id="20" fill="hold">
                            <p:stCondLst>
                              <p:cond delay="3000"/>
                            </p:stCondLst>
                            <p:childTnLst>
                              <p:par>
                                <p:cTn id="21" presetID="42"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50" presetClass="entr" presetSubtype="0" decel="10000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1000" fill="hold"/>
                                        <p:tgtEl>
                                          <p:spTgt spid="5"/>
                                        </p:tgtEl>
                                        <p:attrNameLst>
                                          <p:attrName>ppt_w</p:attrName>
                                        </p:attrNameLst>
                                      </p:cBhvr>
                                      <p:tavLst>
                                        <p:tav tm="0">
                                          <p:val>
                                            <p:strVal val="#ppt_w+.3"/>
                                          </p:val>
                                        </p:tav>
                                        <p:tav tm="100000">
                                          <p:val>
                                            <p:strVal val="#ppt_w"/>
                                          </p:val>
                                        </p:tav>
                                      </p:tavLst>
                                    </p:anim>
                                    <p:anim calcmode="lin" valueType="num">
                                      <p:cBhvr>
                                        <p:cTn id="35" dur="1000" fill="hold"/>
                                        <p:tgtEl>
                                          <p:spTgt spid="5"/>
                                        </p:tgtEl>
                                        <p:attrNameLst>
                                          <p:attrName>ppt_h</p:attrName>
                                        </p:attrNameLst>
                                      </p:cBhvr>
                                      <p:tavLst>
                                        <p:tav tm="0">
                                          <p:val>
                                            <p:strVal val="#ppt_h"/>
                                          </p:val>
                                        </p:tav>
                                        <p:tav tm="100000">
                                          <p:val>
                                            <p:strVal val="#ppt_h"/>
                                          </p:val>
                                        </p:tav>
                                      </p:tavLst>
                                    </p:anim>
                                    <p:animEffect transition="in" filter="fade">
                                      <p:cBhvr>
                                        <p:cTn id="36" dur="1000"/>
                                        <p:tgtEl>
                                          <p:spTgt spid="5"/>
                                        </p:tgtEl>
                                      </p:cBhvr>
                                    </p:animEffect>
                                  </p:childTnLst>
                                </p:cTn>
                              </p:par>
                            </p:childTnLst>
                          </p:cTn>
                        </p:par>
                        <p:par>
                          <p:cTn id="37" fill="hold">
                            <p:stCondLst>
                              <p:cond delay="5000"/>
                            </p:stCondLst>
                            <p:childTnLst>
                              <p:par>
                                <p:cTn id="38" presetID="42"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par>
                          <p:cTn id="43" fill="hold">
                            <p:stCondLst>
                              <p:cond delay="600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screen"/>
          <a:srcRect/>
          <a:stretch>
            <a:fillRect/>
          </a:stretch>
        </p:blipFill>
        <p:spPr>
          <a:xfrm>
            <a:off x="0" y="0"/>
            <a:ext cx="9144000" cy="5143500"/>
          </a:xfrm>
          <a:prstGeom prst="rect">
            <a:avLst/>
          </a:prstGeom>
        </p:spPr>
      </p:pic>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991" y="1180399"/>
            <a:ext cx="1485066" cy="1516843"/>
          </a:xfrm>
          <a:prstGeom prst="rect">
            <a:avLst/>
          </a:prstGeom>
        </p:spPr>
      </p:pic>
      <p:sp>
        <p:nvSpPr>
          <p:cNvPr id="2" name="文本框 1"/>
          <p:cNvSpPr txBox="1"/>
          <p:nvPr/>
        </p:nvSpPr>
        <p:spPr>
          <a:xfrm>
            <a:off x="1383033" y="2933075"/>
            <a:ext cx="1417024" cy="646331"/>
          </a:xfrm>
          <a:prstGeom prst="rect">
            <a:avLst/>
          </a:prstGeom>
          <a:noFill/>
        </p:spPr>
        <p:txBody>
          <a:bodyPr wrap="square" rtlCol="0">
            <a:spAutoFit/>
          </a:bodyPr>
          <a:lstStyle/>
          <a:p>
            <a:pPr algn="dist"/>
            <a:r>
              <a:rPr lang="zh-CN" altLang="en-US" sz="3600" b="1" dirty="0">
                <a:solidFill>
                  <a:schemeClr val="accent1"/>
                </a:solidFill>
                <a:cs typeface="+mn-ea"/>
                <a:sym typeface="+mn-lt"/>
              </a:rPr>
              <a:t>目录</a:t>
            </a:r>
            <a:endParaRPr lang="zh-CN" altLang="en-US" sz="3600" b="1" dirty="0">
              <a:solidFill>
                <a:schemeClr val="accent1"/>
              </a:solidFill>
              <a:cs typeface="+mn-ea"/>
              <a:sym typeface="+mn-lt"/>
            </a:endParaRPr>
          </a:p>
        </p:txBody>
      </p:sp>
      <p:sp>
        <p:nvSpPr>
          <p:cNvPr id="75" name="文本框 74"/>
          <p:cNvSpPr txBox="1"/>
          <p:nvPr/>
        </p:nvSpPr>
        <p:spPr>
          <a:xfrm>
            <a:off x="1383033" y="3753937"/>
            <a:ext cx="1417024" cy="307777"/>
          </a:xfrm>
          <a:prstGeom prst="rect">
            <a:avLst/>
          </a:prstGeom>
          <a:noFill/>
        </p:spPr>
        <p:txBody>
          <a:bodyPr wrap="square" rtlCol="0">
            <a:spAutoFit/>
          </a:bodyPr>
          <a:lstStyle/>
          <a:p>
            <a:pPr algn="dist"/>
            <a:r>
              <a:rPr lang="en-US" altLang="zh-CN" sz="1400" b="1" dirty="0">
                <a:cs typeface="+mn-ea"/>
                <a:sym typeface="+mn-lt"/>
              </a:rPr>
              <a:t>contents</a:t>
            </a:r>
            <a:endParaRPr lang="zh-CN" altLang="en-US" sz="1400" b="1" dirty="0">
              <a:cs typeface="+mn-ea"/>
              <a:sym typeface="+mn-lt"/>
            </a:endParaRPr>
          </a:p>
        </p:txBody>
      </p:sp>
      <p:grpSp>
        <p:nvGrpSpPr>
          <p:cNvPr id="3" name="组合 2"/>
          <p:cNvGrpSpPr/>
          <p:nvPr/>
        </p:nvGrpSpPr>
        <p:grpSpPr>
          <a:xfrm>
            <a:off x="4115048" y="1038744"/>
            <a:ext cx="3807000" cy="493378"/>
            <a:chOff x="4115048" y="1038744"/>
            <a:chExt cx="3807000" cy="493378"/>
          </a:xfrm>
        </p:grpSpPr>
        <p:sp>
          <p:nvSpPr>
            <p:cNvPr id="16" name="Text Box 8"/>
            <p:cNvSpPr txBox="1">
              <a:spLocks noChangeArrowheads="1"/>
            </p:cNvSpPr>
            <p:nvPr/>
          </p:nvSpPr>
          <p:spPr bwMode="auto">
            <a:xfrm>
              <a:off x="4634902" y="1038744"/>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endParaRPr lang="zh-CN" altLang="en-US" sz="1500" dirty="0">
                <a:cs typeface="+mn-ea"/>
                <a:sym typeface="+mn-lt"/>
              </a:endParaRPr>
            </a:p>
          </p:txBody>
        </p:sp>
        <p:cxnSp>
          <p:nvCxnSpPr>
            <p:cNvPr id="18" name="直接连接符 17"/>
            <p:cNvCxnSpPr/>
            <p:nvPr/>
          </p:nvCxnSpPr>
          <p:spPr>
            <a:xfrm>
              <a:off x="4115048" y="1532122"/>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2" name="KSO_Shape"/>
            <p:cNvSpPr/>
            <p:nvPr/>
          </p:nvSpPr>
          <p:spPr>
            <a:xfrm>
              <a:off x="4115048" y="1050285"/>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2100" b="1" dirty="0">
                  <a:solidFill>
                    <a:srgbClr val="FFFFFF"/>
                  </a:solidFill>
                  <a:cs typeface="+mn-ea"/>
                  <a:sym typeface="+mn-lt"/>
                </a:rPr>
                <a:t>1</a:t>
              </a:r>
              <a:endParaRPr lang="en-US" sz="2100" b="1" dirty="0">
                <a:solidFill>
                  <a:srgbClr val="FFFFFF"/>
                </a:solidFill>
                <a:cs typeface="+mn-ea"/>
                <a:sym typeface="+mn-lt"/>
              </a:endParaRPr>
            </a:p>
          </p:txBody>
        </p:sp>
      </p:grpSp>
      <p:grpSp>
        <p:nvGrpSpPr>
          <p:cNvPr id="4" name="组合 3"/>
          <p:cNvGrpSpPr/>
          <p:nvPr/>
        </p:nvGrpSpPr>
        <p:grpSpPr>
          <a:xfrm>
            <a:off x="4115048" y="1881941"/>
            <a:ext cx="3807000" cy="493379"/>
            <a:chOff x="4115048" y="1881941"/>
            <a:chExt cx="3807000" cy="493379"/>
          </a:xfrm>
        </p:grpSpPr>
        <p:sp>
          <p:nvSpPr>
            <p:cNvPr id="76" name="Text Box 8"/>
            <p:cNvSpPr txBox="1">
              <a:spLocks noChangeArrowheads="1"/>
            </p:cNvSpPr>
            <p:nvPr/>
          </p:nvSpPr>
          <p:spPr bwMode="auto">
            <a:xfrm>
              <a:off x="4634902" y="1881941"/>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endParaRPr lang="zh-CN" altLang="en-US" sz="1500" dirty="0">
                <a:cs typeface="+mn-ea"/>
                <a:sym typeface="+mn-lt"/>
              </a:endParaRPr>
            </a:p>
          </p:txBody>
        </p:sp>
        <p:cxnSp>
          <p:nvCxnSpPr>
            <p:cNvPr id="77" name="直接连接符 76"/>
            <p:cNvCxnSpPr/>
            <p:nvPr/>
          </p:nvCxnSpPr>
          <p:spPr>
            <a:xfrm>
              <a:off x="4115048" y="2375320"/>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8" name="KSO_Shape"/>
            <p:cNvSpPr/>
            <p:nvPr/>
          </p:nvSpPr>
          <p:spPr>
            <a:xfrm>
              <a:off x="4115048" y="1893483"/>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2100" b="1" dirty="0">
                  <a:solidFill>
                    <a:srgbClr val="FFFFFF"/>
                  </a:solidFill>
                  <a:cs typeface="+mn-ea"/>
                  <a:sym typeface="+mn-lt"/>
                </a:rPr>
                <a:t>2</a:t>
              </a:r>
              <a:endParaRPr lang="en-US" sz="2100" b="1" dirty="0">
                <a:solidFill>
                  <a:srgbClr val="FFFFFF"/>
                </a:solidFill>
                <a:cs typeface="+mn-ea"/>
                <a:sym typeface="+mn-lt"/>
              </a:endParaRPr>
            </a:p>
          </p:txBody>
        </p:sp>
      </p:grpSp>
      <p:grpSp>
        <p:nvGrpSpPr>
          <p:cNvPr id="5" name="组合 4"/>
          <p:cNvGrpSpPr/>
          <p:nvPr/>
        </p:nvGrpSpPr>
        <p:grpSpPr>
          <a:xfrm>
            <a:off x="4115048" y="2725139"/>
            <a:ext cx="3807000" cy="493378"/>
            <a:chOff x="4115048" y="2725139"/>
            <a:chExt cx="3807000" cy="493378"/>
          </a:xfrm>
        </p:grpSpPr>
        <p:sp>
          <p:nvSpPr>
            <p:cNvPr id="79" name="Text Box 8"/>
            <p:cNvSpPr txBox="1">
              <a:spLocks noChangeArrowheads="1"/>
            </p:cNvSpPr>
            <p:nvPr/>
          </p:nvSpPr>
          <p:spPr bwMode="auto">
            <a:xfrm>
              <a:off x="4634902" y="2725139"/>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endParaRPr lang="zh-CN" altLang="en-US" sz="1500" dirty="0">
                <a:cs typeface="+mn-ea"/>
                <a:sym typeface="+mn-lt"/>
              </a:endParaRPr>
            </a:p>
          </p:txBody>
        </p:sp>
        <p:cxnSp>
          <p:nvCxnSpPr>
            <p:cNvPr id="80" name="直接连接符 79"/>
            <p:cNvCxnSpPr/>
            <p:nvPr/>
          </p:nvCxnSpPr>
          <p:spPr>
            <a:xfrm>
              <a:off x="4115048" y="3218517"/>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1" name="KSO_Shape"/>
            <p:cNvSpPr/>
            <p:nvPr/>
          </p:nvSpPr>
          <p:spPr>
            <a:xfrm>
              <a:off x="4115048" y="2736680"/>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2100" b="1" dirty="0">
                  <a:solidFill>
                    <a:srgbClr val="FFFFFF"/>
                  </a:solidFill>
                  <a:cs typeface="+mn-ea"/>
                  <a:sym typeface="+mn-lt"/>
                </a:rPr>
                <a:t>3</a:t>
              </a:r>
              <a:endParaRPr lang="en-US" sz="2100" b="1" dirty="0">
                <a:solidFill>
                  <a:srgbClr val="FFFFFF"/>
                </a:solidFill>
                <a:cs typeface="+mn-ea"/>
                <a:sym typeface="+mn-lt"/>
              </a:endParaRPr>
            </a:p>
          </p:txBody>
        </p:sp>
      </p:grpSp>
      <p:grpSp>
        <p:nvGrpSpPr>
          <p:cNvPr id="6" name="组合 5"/>
          <p:cNvGrpSpPr/>
          <p:nvPr/>
        </p:nvGrpSpPr>
        <p:grpSpPr>
          <a:xfrm>
            <a:off x="4115048" y="3568336"/>
            <a:ext cx="3807000" cy="493378"/>
            <a:chOff x="4115048" y="3568336"/>
            <a:chExt cx="3807000" cy="493378"/>
          </a:xfrm>
        </p:grpSpPr>
        <p:sp>
          <p:nvSpPr>
            <p:cNvPr id="82" name="Text Box 8"/>
            <p:cNvSpPr txBox="1">
              <a:spLocks noChangeArrowheads="1"/>
            </p:cNvSpPr>
            <p:nvPr/>
          </p:nvSpPr>
          <p:spPr bwMode="auto">
            <a:xfrm>
              <a:off x="4634902" y="3568336"/>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endParaRPr lang="zh-CN" altLang="en-US" sz="1500" dirty="0">
                <a:cs typeface="+mn-ea"/>
                <a:sym typeface="+mn-lt"/>
              </a:endParaRPr>
            </a:p>
          </p:txBody>
        </p:sp>
        <p:cxnSp>
          <p:nvCxnSpPr>
            <p:cNvPr id="83" name="直接连接符 82"/>
            <p:cNvCxnSpPr/>
            <p:nvPr/>
          </p:nvCxnSpPr>
          <p:spPr>
            <a:xfrm>
              <a:off x="4115048" y="4061714"/>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4" name="KSO_Shape"/>
            <p:cNvSpPr/>
            <p:nvPr/>
          </p:nvSpPr>
          <p:spPr>
            <a:xfrm>
              <a:off x="4115048" y="3579877"/>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2100" b="1" dirty="0">
                  <a:solidFill>
                    <a:srgbClr val="FFFFFF"/>
                  </a:solidFill>
                  <a:cs typeface="+mn-ea"/>
                  <a:sym typeface="+mn-lt"/>
                </a:rPr>
                <a:t>4</a:t>
              </a:r>
              <a:endParaRPr lang="en-US" sz="2100" b="1" dirty="0">
                <a:solidFill>
                  <a:srgbClr val="FFFFFF"/>
                </a:solidFill>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75"/>
                                        </p:tgtEl>
                                        <p:attrNameLst>
                                          <p:attrName>style.visibility</p:attrName>
                                        </p:attrNameLst>
                                      </p:cBhvr>
                                      <p:to>
                                        <p:strVal val="visible"/>
                                      </p:to>
                                    </p:set>
                                    <p:anim calcmode="lin" valueType="num">
                                      <p:cBhvr>
                                        <p:cTn id="12" dur="1000" fill="hold"/>
                                        <p:tgtEl>
                                          <p:spTgt spid="75"/>
                                        </p:tgtEl>
                                        <p:attrNameLst>
                                          <p:attrName>ppt_w</p:attrName>
                                        </p:attrNameLst>
                                      </p:cBhvr>
                                      <p:tavLst>
                                        <p:tav tm="0">
                                          <p:val>
                                            <p:strVal val="#ppt_w*0.70"/>
                                          </p:val>
                                        </p:tav>
                                        <p:tav tm="100000">
                                          <p:val>
                                            <p:strVal val="#ppt_w"/>
                                          </p:val>
                                        </p:tav>
                                      </p:tavLst>
                                    </p:anim>
                                    <p:anim calcmode="lin" valueType="num">
                                      <p:cBhvr>
                                        <p:cTn id="13" dur="1000" fill="hold"/>
                                        <p:tgtEl>
                                          <p:spTgt spid="75"/>
                                        </p:tgtEl>
                                        <p:attrNameLst>
                                          <p:attrName>ppt_h</p:attrName>
                                        </p:attrNameLst>
                                      </p:cBhvr>
                                      <p:tavLst>
                                        <p:tav tm="0">
                                          <p:val>
                                            <p:strVal val="#ppt_h"/>
                                          </p:val>
                                        </p:tav>
                                        <p:tav tm="100000">
                                          <p:val>
                                            <p:strVal val="#ppt_h"/>
                                          </p:val>
                                        </p:tav>
                                      </p:tavLst>
                                    </p:anim>
                                    <p:animEffect transition="in" filter="fade">
                                      <p:cBhvr>
                                        <p:cTn id="14" dur="1000"/>
                                        <p:tgtEl>
                                          <p:spTgt spid="75"/>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10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30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screen"/>
          <a:srcRect/>
          <a:stretch>
            <a:fill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smtClean="0">
                <a:solidFill>
                  <a:schemeClr val="bg1"/>
                </a:solidFill>
                <a:cs typeface="+mn-ea"/>
                <a:sym typeface="+mn-lt"/>
              </a:rPr>
              <a:t>单击此处添加文字标题</a:t>
            </a:r>
            <a:endParaRPr lang="zh-CN" altLang="en-US" sz="3200" b="1" dirty="0">
              <a:solidFill>
                <a:schemeClr val="bg1"/>
              </a:solidFill>
              <a:cs typeface="+mn-ea"/>
              <a:sym typeface="+mn-lt"/>
            </a:endParaRP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a:solidFill>
                  <a:srgbClr val="FFFFFF"/>
                </a:solidFill>
                <a:cs typeface="+mn-ea"/>
                <a:sym typeface="+mn-lt"/>
              </a:rPr>
              <a:t>1</a:t>
            </a:r>
            <a:endParaRPr lang="en-US" sz="3600" b="1" dirty="0">
              <a:solidFill>
                <a:srgbClr val="FFFFFF"/>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zh-CN" altLang="en-US" dirty="0">
              <a:latin typeface="+mn-lt"/>
              <a:ea typeface="+mn-ea"/>
              <a:cs typeface="+mn-ea"/>
              <a:sym typeface="+mn-lt"/>
            </a:endParaRPr>
          </a:p>
        </p:txBody>
      </p:sp>
      <p:cxnSp>
        <p:nvCxnSpPr>
          <p:cNvPr id="23" name="直接连接符 22"/>
          <p:cNvCxnSpPr/>
          <p:nvPr/>
        </p:nvCxnSpPr>
        <p:spPr bwMode="auto">
          <a:xfrm>
            <a:off x="1227661" y="2872569"/>
            <a:ext cx="6587345" cy="1765"/>
          </a:xfrm>
          <a:prstGeom prst="line">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椭圆 23"/>
          <p:cNvSpPr/>
          <p:nvPr/>
        </p:nvSpPr>
        <p:spPr bwMode="auto">
          <a:xfrm>
            <a:off x="1622318" y="2800561"/>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25" name="泪滴形 24"/>
          <p:cNvSpPr/>
          <p:nvPr/>
        </p:nvSpPr>
        <p:spPr bwMode="auto">
          <a:xfrm rot="8134296">
            <a:off x="1133583" y="1506068"/>
            <a:ext cx="1121484" cy="1121484"/>
          </a:xfrm>
          <a:prstGeom prst="teardrop">
            <a:avLst>
              <a:gd name="adj" fmla="val 82105"/>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26" name="矩形 87"/>
          <p:cNvSpPr>
            <a:spLocks noChangeArrowheads="1"/>
          </p:cNvSpPr>
          <p:nvPr/>
        </p:nvSpPr>
        <p:spPr bwMode="auto">
          <a:xfrm>
            <a:off x="1361794" y="1835976"/>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anose="020B0503020204020204" pitchFamily="34" charset="-122"/>
                <a:ea typeface="微软雅黑" panose="020B0503020204020204" pitchFamily="34" charset="-122"/>
              </a:rPr>
              <a:t>点击添加</a:t>
            </a:r>
            <a:r>
              <a:rPr lang="zh-CN" altLang="en-US" sz="1200" kern="0" dirty="0" smtClean="0">
                <a:solidFill>
                  <a:srgbClr val="FFFFFF"/>
                </a:solidFill>
                <a:latin typeface="微软雅黑" panose="020B0503020204020204" pitchFamily="34" charset="-122"/>
                <a:ea typeface="微软雅黑" panose="020B0503020204020204" pitchFamily="34" charset="-122"/>
              </a:rPr>
              <a:t>文本</a:t>
            </a:r>
            <a:endParaRPr lang="en-US" altLang="zh-CN" sz="1200" kern="0" dirty="0" smtClean="0">
              <a:solidFill>
                <a:srgbClr val="FFFFFF"/>
              </a:solidFill>
              <a:latin typeface="微软雅黑" panose="020B0503020204020204" pitchFamily="34" charset="-122"/>
              <a:ea typeface="微软雅黑" panose="020B0503020204020204" pitchFamily="34" charset="-122"/>
            </a:endParaRPr>
          </a:p>
        </p:txBody>
      </p:sp>
      <p:sp>
        <p:nvSpPr>
          <p:cNvPr id="27" name="矩形 26"/>
          <p:cNvSpPr/>
          <p:nvPr/>
        </p:nvSpPr>
        <p:spPr>
          <a:xfrm>
            <a:off x="1187770" y="3075805"/>
            <a:ext cx="1157127" cy="535531"/>
          </a:xfrm>
          <a:prstGeom prst="rect">
            <a:avLst/>
          </a:prstGeom>
        </p:spPr>
        <p:txBody>
          <a:bodyPr wrap="square">
            <a:spAutoFit/>
          </a:bodyPr>
          <a:lstStyle/>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latin typeface="微软雅黑" panose="020B0503020204020204" pitchFamily="34" charset="-122"/>
              <a:ea typeface="微软雅黑" panose="020B0503020204020204" pitchFamily="34" charset="-122"/>
            </a:endParaRPr>
          </a:p>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solidFill>
                <a:schemeClr val="tx2"/>
              </a:solidFill>
              <a:latin typeface="微软雅黑" panose="020B0503020204020204" pitchFamily="34" charset="-122"/>
              <a:ea typeface="微软雅黑" panose="020B0503020204020204" pitchFamily="34" charset="-122"/>
            </a:endParaRPr>
          </a:p>
        </p:txBody>
      </p:sp>
      <p:sp>
        <p:nvSpPr>
          <p:cNvPr id="28" name="泪滴形 27"/>
          <p:cNvSpPr/>
          <p:nvPr/>
        </p:nvSpPr>
        <p:spPr bwMode="auto">
          <a:xfrm rot="8134296" flipH="1" flipV="1">
            <a:off x="2573584" y="3146990"/>
            <a:ext cx="1120886" cy="1120886"/>
          </a:xfrm>
          <a:prstGeom prst="teardrop">
            <a:avLst>
              <a:gd name="adj" fmla="val 82105"/>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29" name="椭圆 28"/>
          <p:cNvSpPr/>
          <p:nvPr/>
        </p:nvSpPr>
        <p:spPr bwMode="auto">
          <a:xfrm>
            <a:off x="3062019" y="2800561"/>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30" name="矩形 87"/>
          <p:cNvSpPr>
            <a:spLocks noChangeArrowheads="1"/>
          </p:cNvSpPr>
          <p:nvPr/>
        </p:nvSpPr>
        <p:spPr bwMode="auto">
          <a:xfrm>
            <a:off x="2784068" y="3476600"/>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anose="020B0503020204020204" pitchFamily="34" charset="-122"/>
                <a:ea typeface="微软雅黑" panose="020B0503020204020204" pitchFamily="34" charset="-122"/>
              </a:rPr>
              <a:t>点击添加</a:t>
            </a:r>
            <a:r>
              <a:rPr lang="zh-CN" altLang="en-US" sz="1200" kern="0" dirty="0" smtClean="0">
                <a:solidFill>
                  <a:srgbClr val="FFFFFF"/>
                </a:solidFill>
                <a:latin typeface="微软雅黑" panose="020B0503020204020204" pitchFamily="34" charset="-122"/>
                <a:ea typeface="微软雅黑" panose="020B0503020204020204" pitchFamily="34" charset="-122"/>
              </a:rPr>
              <a:t>文本</a:t>
            </a:r>
            <a:endParaRPr lang="en-US" altLang="zh-CN" sz="1200" kern="0" dirty="0" smtClean="0">
              <a:solidFill>
                <a:srgbClr val="FFFFFF"/>
              </a:solidFill>
              <a:latin typeface="微软雅黑" panose="020B0503020204020204" pitchFamily="34" charset="-122"/>
              <a:ea typeface="微软雅黑" panose="020B0503020204020204" pitchFamily="34" charset="-122"/>
            </a:endParaRPr>
          </a:p>
        </p:txBody>
      </p:sp>
      <p:sp>
        <p:nvSpPr>
          <p:cNvPr id="31" name="矩形 30"/>
          <p:cNvSpPr/>
          <p:nvPr/>
        </p:nvSpPr>
        <p:spPr>
          <a:xfrm>
            <a:off x="2560462" y="2160717"/>
            <a:ext cx="1157127" cy="535531"/>
          </a:xfrm>
          <a:prstGeom prst="rect">
            <a:avLst/>
          </a:prstGeom>
        </p:spPr>
        <p:txBody>
          <a:bodyPr wrap="square">
            <a:spAutoFit/>
          </a:bodyPr>
          <a:lstStyle/>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latin typeface="微软雅黑" panose="020B0503020204020204" pitchFamily="34" charset="-122"/>
              <a:ea typeface="微软雅黑" panose="020B0503020204020204" pitchFamily="34" charset="-122"/>
            </a:endParaRPr>
          </a:p>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solidFill>
                <a:schemeClr val="tx2"/>
              </a:solidFill>
              <a:latin typeface="微软雅黑" panose="020B0503020204020204" pitchFamily="34" charset="-122"/>
              <a:ea typeface="微软雅黑" panose="020B0503020204020204" pitchFamily="34" charset="-122"/>
            </a:endParaRPr>
          </a:p>
        </p:txBody>
      </p:sp>
      <p:sp>
        <p:nvSpPr>
          <p:cNvPr id="32" name="椭圆 31"/>
          <p:cNvSpPr/>
          <p:nvPr/>
        </p:nvSpPr>
        <p:spPr bwMode="auto">
          <a:xfrm>
            <a:off x="4428866" y="2802326"/>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33" name="泪滴形 32"/>
          <p:cNvSpPr/>
          <p:nvPr/>
        </p:nvSpPr>
        <p:spPr bwMode="auto">
          <a:xfrm rot="8134296">
            <a:off x="3940131" y="1507833"/>
            <a:ext cx="1121484" cy="1121484"/>
          </a:xfrm>
          <a:prstGeom prst="teardrop">
            <a:avLst>
              <a:gd name="adj" fmla="val 82105"/>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34" name="矩形 87"/>
          <p:cNvSpPr>
            <a:spLocks noChangeArrowheads="1"/>
          </p:cNvSpPr>
          <p:nvPr/>
        </p:nvSpPr>
        <p:spPr bwMode="auto">
          <a:xfrm>
            <a:off x="4168342" y="1837741"/>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anose="020B0503020204020204" pitchFamily="34" charset="-122"/>
                <a:ea typeface="微软雅黑" panose="020B0503020204020204" pitchFamily="34" charset="-122"/>
              </a:rPr>
              <a:t>点击添加</a:t>
            </a:r>
            <a:r>
              <a:rPr lang="zh-CN" altLang="en-US" sz="1200" kern="0" dirty="0" smtClean="0">
                <a:solidFill>
                  <a:srgbClr val="FFFFFF"/>
                </a:solidFill>
                <a:latin typeface="微软雅黑" panose="020B0503020204020204" pitchFamily="34" charset="-122"/>
                <a:ea typeface="微软雅黑" panose="020B0503020204020204" pitchFamily="34" charset="-122"/>
              </a:rPr>
              <a:t>文本</a:t>
            </a:r>
            <a:endParaRPr lang="en-US" altLang="zh-CN" sz="1200" kern="0" dirty="0" smtClean="0">
              <a:solidFill>
                <a:srgbClr val="FFFFFF"/>
              </a:solidFill>
              <a:latin typeface="微软雅黑" panose="020B0503020204020204" pitchFamily="34" charset="-122"/>
              <a:ea typeface="微软雅黑" panose="020B0503020204020204" pitchFamily="34" charset="-122"/>
            </a:endParaRPr>
          </a:p>
        </p:txBody>
      </p:sp>
      <p:sp>
        <p:nvSpPr>
          <p:cNvPr id="35" name="矩形 34"/>
          <p:cNvSpPr/>
          <p:nvPr/>
        </p:nvSpPr>
        <p:spPr>
          <a:xfrm>
            <a:off x="3994318" y="3077570"/>
            <a:ext cx="1157127" cy="535531"/>
          </a:xfrm>
          <a:prstGeom prst="rect">
            <a:avLst/>
          </a:prstGeom>
        </p:spPr>
        <p:txBody>
          <a:bodyPr wrap="square">
            <a:spAutoFit/>
          </a:bodyPr>
          <a:lstStyle/>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latin typeface="微软雅黑" panose="020B0503020204020204" pitchFamily="34" charset="-122"/>
              <a:ea typeface="微软雅黑" panose="020B0503020204020204" pitchFamily="34" charset="-122"/>
            </a:endParaRPr>
          </a:p>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solidFill>
                <a:schemeClr val="tx2"/>
              </a:solidFill>
              <a:latin typeface="微软雅黑" panose="020B0503020204020204" pitchFamily="34" charset="-122"/>
              <a:ea typeface="微软雅黑" panose="020B0503020204020204" pitchFamily="34" charset="-122"/>
            </a:endParaRPr>
          </a:p>
        </p:txBody>
      </p:sp>
      <p:sp>
        <p:nvSpPr>
          <p:cNvPr id="36" name="泪滴形 35"/>
          <p:cNvSpPr/>
          <p:nvPr/>
        </p:nvSpPr>
        <p:spPr bwMode="auto">
          <a:xfrm rot="8134296" flipH="1" flipV="1">
            <a:off x="5380132" y="3148755"/>
            <a:ext cx="1120886" cy="1120886"/>
          </a:xfrm>
          <a:prstGeom prst="teardrop">
            <a:avLst>
              <a:gd name="adj" fmla="val 82105"/>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37" name="椭圆 36"/>
          <p:cNvSpPr/>
          <p:nvPr/>
        </p:nvSpPr>
        <p:spPr bwMode="auto">
          <a:xfrm>
            <a:off x="5868567" y="2802326"/>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38" name="矩形 87"/>
          <p:cNvSpPr>
            <a:spLocks noChangeArrowheads="1"/>
          </p:cNvSpPr>
          <p:nvPr/>
        </p:nvSpPr>
        <p:spPr bwMode="auto">
          <a:xfrm>
            <a:off x="5590616" y="3478365"/>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anose="020B0503020204020204" pitchFamily="34" charset="-122"/>
                <a:ea typeface="微软雅黑" panose="020B0503020204020204" pitchFamily="34" charset="-122"/>
              </a:rPr>
              <a:t>点击添加</a:t>
            </a:r>
            <a:r>
              <a:rPr lang="zh-CN" altLang="en-US" sz="1200" kern="0" dirty="0" smtClean="0">
                <a:solidFill>
                  <a:srgbClr val="FFFFFF"/>
                </a:solidFill>
                <a:latin typeface="微软雅黑" panose="020B0503020204020204" pitchFamily="34" charset="-122"/>
                <a:ea typeface="微软雅黑" panose="020B0503020204020204" pitchFamily="34" charset="-122"/>
              </a:rPr>
              <a:t>文本</a:t>
            </a:r>
            <a:endParaRPr lang="en-US" altLang="zh-CN" sz="1200" kern="0" dirty="0" smtClean="0">
              <a:solidFill>
                <a:srgbClr val="FFFFFF"/>
              </a:solidFill>
              <a:latin typeface="微软雅黑" panose="020B0503020204020204" pitchFamily="34" charset="-122"/>
              <a:ea typeface="微软雅黑" panose="020B0503020204020204" pitchFamily="34" charset="-122"/>
            </a:endParaRPr>
          </a:p>
        </p:txBody>
      </p:sp>
      <p:sp>
        <p:nvSpPr>
          <p:cNvPr id="39" name="矩形 38"/>
          <p:cNvSpPr/>
          <p:nvPr/>
        </p:nvSpPr>
        <p:spPr>
          <a:xfrm>
            <a:off x="5367010" y="2162482"/>
            <a:ext cx="1157127" cy="535531"/>
          </a:xfrm>
          <a:prstGeom prst="rect">
            <a:avLst/>
          </a:prstGeom>
        </p:spPr>
        <p:txBody>
          <a:bodyPr wrap="square">
            <a:spAutoFit/>
          </a:bodyPr>
          <a:lstStyle/>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latin typeface="微软雅黑" panose="020B0503020204020204" pitchFamily="34" charset="-122"/>
              <a:ea typeface="微软雅黑" panose="020B0503020204020204" pitchFamily="34" charset="-122"/>
            </a:endParaRPr>
          </a:p>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solidFill>
                <a:schemeClr val="tx2"/>
              </a:solidFill>
              <a:latin typeface="微软雅黑" panose="020B0503020204020204" pitchFamily="34" charset="-122"/>
              <a:ea typeface="微软雅黑" panose="020B0503020204020204" pitchFamily="34" charset="-122"/>
            </a:endParaRPr>
          </a:p>
        </p:txBody>
      </p:sp>
      <p:sp>
        <p:nvSpPr>
          <p:cNvPr id="40" name="椭圆 39"/>
          <p:cNvSpPr/>
          <p:nvPr/>
        </p:nvSpPr>
        <p:spPr bwMode="auto">
          <a:xfrm>
            <a:off x="7166053" y="2802326"/>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41" name="泪滴形 40"/>
          <p:cNvSpPr/>
          <p:nvPr/>
        </p:nvSpPr>
        <p:spPr bwMode="auto">
          <a:xfrm rot="8134296">
            <a:off x="6677318" y="1507833"/>
            <a:ext cx="1121484" cy="1121484"/>
          </a:xfrm>
          <a:prstGeom prst="teardrop">
            <a:avLst>
              <a:gd name="adj" fmla="val 82105"/>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微软雅黑" panose="020B0503020204020204" pitchFamily="34" charset="-122"/>
            </a:endParaRPr>
          </a:p>
        </p:txBody>
      </p:sp>
      <p:sp>
        <p:nvSpPr>
          <p:cNvPr id="42" name="矩形 87"/>
          <p:cNvSpPr>
            <a:spLocks noChangeArrowheads="1"/>
          </p:cNvSpPr>
          <p:nvPr/>
        </p:nvSpPr>
        <p:spPr bwMode="auto">
          <a:xfrm>
            <a:off x="6905529" y="1837741"/>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anose="020B0503020204020204" pitchFamily="34" charset="-122"/>
                <a:ea typeface="微软雅黑" panose="020B0503020204020204" pitchFamily="34" charset="-122"/>
              </a:rPr>
              <a:t>点击添加</a:t>
            </a:r>
            <a:r>
              <a:rPr lang="zh-CN" altLang="en-US" sz="1200" kern="0" dirty="0" smtClean="0">
                <a:solidFill>
                  <a:srgbClr val="FFFFFF"/>
                </a:solidFill>
                <a:latin typeface="微软雅黑" panose="020B0503020204020204" pitchFamily="34" charset="-122"/>
                <a:ea typeface="微软雅黑" panose="020B0503020204020204" pitchFamily="34" charset="-122"/>
              </a:rPr>
              <a:t>文本</a:t>
            </a:r>
            <a:endParaRPr lang="en-US" altLang="zh-CN" sz="1200" kern="0" dirty="0" smtClean="0">
              <a:solidFill>
                <a:srgbClr val="FFFFFF"/>
              </a:solidFill>
              <a:latin typeface="微软雅黑" panose="020B0503020204020204" pitchFamily="34" charset="-122"/>
              <a:ea typeface="微软雅黑" panose="020B0503020204020204" pitchFamily="34" charset="-122"/>
            </a:endParaRPr>
          </a:p>
        </p:txBody>
      </p:sp>
      <p:sp>
        <p:nvSpPr>
          <p:cNvPr id="43" name="矩形 42"/>
          <p:cNvSpPr/>
          <p:nvPr/>
        </p:nvSpPr>
        <p:spPr>
          <a:xfrm>
            <a:off x="6731505" y="3077570"/>
            <a:ext cx="1157127" cy="535531"/>
          </a:xfrm>
          <a:prstGeom prst="rect">
            <a:avLst/>
          </a:prstGeom>
        </p:spPr>
        <p:txBody>
          <a:bodyPr wrap="square">
            <a:spAutoFit/>
          </a:bodyPr>
          <a:lstStyle/>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latin typeface="微软雅黑" panose="020B0503020204020204" pitchFamily="34" charset="-122"/>
              <a:ea typeface="微软雅黑" panose="020B0503020204020204" pitchFamily="34" charset="-122"/>
            </a:endParaRPr>
          </a:p>
          <a:p>
            <a:pPr>
              <a:lnSpc>
                <a:spcPct val="120000"/>
              </a:lnSpc>
              <a:buClr>
                <a:schemeClr val="accent2"/>
              </a:buClr>
              <a:defRPr/>
            </a:pPr>
            <a:r>
              <a:rPr lang="zh-CN" altLang="en-US" sz="1200" b="0" dirty="0" smtClean="0">
                <a:latin typeface="微软雅黑" panose="020B0503020204020204" pitchFamily="34" charset="-122"/>
                <a:ea typeface="微软雅黑" panose="020B0503020204020204" pitchFamily="34" charset="-122"/>
              </a:rPr>
              <a:t>添加</a:t>
            </a:r>
            <a:r>
              <a:rPr lang="zh-CN" altLang="en-US" sz="1200" b="0" dirty="0">
                <a:latin typeface="微软雅黑" panose="020B0503020204020204" pitchFamily="34" charset="-122"/>
                <a:ea typeface="微软雅黑" panose="020B0503020204020204" pitchFamily="34" charset="-122"/>
              </a:rPr>
              <a:t>段落</a:t>
            </a:r>
            <a:r>
              <a:rPr lang="zh-CN" altLang="en-US" sz="1200" b="0" dirty="0" smtClean="0">
                <a:latin typeface="微软雅黑" panose="020B0503020204020204" pitchFamily="34" charset="-122"/>
                <a:ea typeface="微软雅黑" panose="020B0503020204020204" pitchFamily="34" charset="-122"/>
              </a:rPr>
              <a:t>文字</a:t>
            </a:r>
            <a:endParaRPr lang="en-US" altLang="zh-CN" sz="1200" b="0"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1" presetClass="entr" presetSubtype="0"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500" fill="hold"/>
                                        <p:tgtEl>
                                          <p:spTgt spid="24"/>
                                        </p:tgtEl>
                                        <p:attrNameLst>
                                          <p:attrName>ppt_w</p:attrName>
                                        </p:attrNameLst>
                                      </p:cBhvr>
                                      <p:tavLst>
                                        <p:tav tm="0">
                                          <p:val>
                                            <p:fltVal val="0"/>
                                          </p:val>
                                        </p:tav>
                                        <p:tav tm="100000">
                                          <p:val>
                                            <p:strVal val="#ppt_w"/>
                                          </p:val>
                                        </p:tav>
                                      </p:tavLst>
                                    </p:anim>
                                    <p:anim calcmode="lin" valueType="num">
                                      <p:cBhvr>
                                        <p:cTn id="13" dur="500" fill="hold"/>
                                        <p:tgtEl>
                                          <p:spTgt spid="24"/>
                                        </p:tgtEl>
                                        <p:attrNameLst>
                                          <p:attrName>ppt_h</p:attrName>
                                        </p:attrNameLst>
                                      </p:cBhvr>
                                      <p:tavLst>
                                        <p:tav tm="0">
                                          <p:val>
                                            <p:fltVal val="0"/>
                                          </p:val>
                                        </p:tav>
                                        <p:tav tm="100000">
                                          <p:val>
                                            <p:strVal val="#ppt_h"/>
                                          </p:val>
                                        </p:tav>
                                      </p:tavLst>
                                    </p:anim>
                                    <p:anim calcmode="lin" valueType="num">
                                      <p:cBhvr>
                                        <p:cTn id="14" dur="500" fill="hold"/>
                                        <p:tgtEl>
                                          <p:spTgt spid="24"/>
                                        </p:tgtEl>
                                        <p:attrNameLst>
                                          <p:attrName>style.rotation</p:attrName>
                                        </p:attrNameLst>
                                      </p:cBhvr>
                                      <p:tavLst>
                                        <p:tav tm="0">
                                          <p:val>
                                            <p:fltVal val="90"/>
                                          </p:val>
                                        </p:tav>
                                        <p:tav tm="100000">
                                          <p:val>
                                            <p:fltVal val="0"/>
                                          </p:val>
                                        </p:tav>
                                      </p:tavLst>
                                    </p:anim>
                                    <p:animEffect transition="in" filter="fade">
                                      <p:cBhvr>
                                        <p:cTn id="15" dur="500"/>
                                        <p:tgtEl>
                                          <p:spTgt spid="24"/>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fltVal val="0"/>
                                          </p:val>
                                        </p:tav>
                                        <p:tav tm="100000">
                                          <p:val>
                                            <p:strVal val="#ppt_w"/>
                                          </p:val>
                                        </p:tav>
                                      </p:tavLst>
                                    </p:anim>
                                    <p:anim calcmode="lin" valueType="num">
                                      <p:cBhvr>
                                        <p:cTn id="20" dur="500" fill="hold"/>
                                        <p:tgtEl>
                                          <p:spTgt spid="25"/>
                                        </p:tgtEl>
                                        <p:attrNameLst>
                                          <p:attrName>ppt_h</p:attrName>
                                        </p:attrNameLst>
                                      </p:cBhvr>
                                      <p:tavLst>
                                        <p:tav tm="0">
                                          <p:val>
                                            <p:fltVal val="0"/>
                                          </p:val>
                                        </p:tav>
                                        <p:tav tm="100000">
                                          <p:val>
                                            <p:strVal val="#ppt_h"/>
                                          </p:val>
                                        </p:tav>
                                      </p:tavLst>
                                    </p:anim>
                                    <p:animEffect transition="in" filter="fade">
                                      <p:cBhvr>
                                        <p:cTn id="21" dur="500"/>
                                        <p:tgtEl>
                                          <p:spTgt spid="25"/>
                                        </p:tgtEl>
                                      </p:cBhvr>
                                    </p:animEffect>
                                  </p:childTnLst>
                                </p:cTn>
                              </p:par>
                            </p:childTnLst>
                          </p:cTn>
                        </p:par>
                        <p:par>
                          <p:cTn id="22" fill="hold">
                            <p:stCondLst>
                              <p:cond delay="1500"/>
                            </p:stCondLst>
                            <p:childTnLst>
                              <p:par>
                                <p:cTn id="23" presetID="2" presetClass="entr" presetSubtype="4"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fltVal val="0"/>
                                          </p:val>
                                        </p:tav>
                                        <p:tav tm="100000">
                                          <p:val>
                                            <p:strVal val="#ppt_w"/>
                                          </p:val>
                                        </p:tav>
                                      </p:tavLst>
                                    </p:anim>
                                    <p:anim calcmode="lin" valueType="num">
                                      <p:cBhvr>
                                        <p:cTn id="36" dur="500" fill="hold"/>
                                        <p:tgtEl>
                                          <p:spTgt spid="28"/>
                                        </p:tgtEl>
                                        <p:attrNameLst>
                                          <p:attrName>ppt_h</p:attrName>
                                        </p:attrNameLst>
                                      </p:cBhvr>
                                      <p:tavLst>
                                        <p:tav tm="0">
                                          <p:val>
                                            <p:fltVal val="0"/>
                                          </p:val>
                                        </p:tav>
                                        <p:tav tm="100000">
                                          <p:val>
                                            <p:strVal val="#ppt_h"/>
                                          </p:val>
                                        </p:tav>
                                      </p:tavLst>
                                    </p:anim>
                                    <p:animEffect transition="in" filter="fade">
                                      <p:cBhvr>
                                        <p:cTn id="37" dur="500"/>
                                        <p:tgtEl>
                                          <p:spTgt spid="28"/>
                                        </p:tgtEl>
                                      </p:cBhvr>
                                    </p:animEffect>
                                  </p:childTnLst>
                                </p:cTn>
                              </p:par>
                            </p:childTnLst>
                          </p:cTn>
                        </p:par>
                        <p:par>
                          <p:cTn id="38" fill="hold">
                            <p:stCondLst>
                              <p:cond delay="2500"/>
                            </p:stCondLst>
                            <p:childTnLst>
                              <p:par>
                                <p:cTn id="39" presetID="31"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500" fill="hold"/>
                                        <p:tgtEl>
                                          <p:spTgt spid="29"/>
                                        </p:tgtEl>
                                        <p:attrNameLst>
                                          <p:attrName>ppt_w</p:attrName>
                                        </p:attrNameLst>
                                      </p:cBhvr>
                                      <p:tavLst>
                                        <p:tav tm="0">
                                          <p:val>
                                            <p:fltVal val="0"/>
                                          </p:val>
                                        </p:tav>
                                        <p:tav tm="100000">
                                          <p:val>
                                            <p:strVal val="#ppt_w"/>
                                          </p:val>
                                        </p:tav>
                                      </p:tavLst>
                                    </p:anim>
                                    <p:anim calcmode="lin" valueType="num">
                                      <p:cBhvr>
                                        <p:cTn id="42" dur="500" fill="hold"/>
                                        <p:tgtEl>
                                          <p:spTgt spid="29"/>
                                        </p:tgtEl>
                                        <p:attrNameLst>
                                          <p:attrName>ppt_h</p:attrName>
                                        </p:attrNameLst>
                                      </p:cBhvr>
                                      <p:tavLst>
                                        <p:tav tm="0">
                                          <p:val>
                                            <p:fltVal val="0"/>
                                          </p:val>
                                        </p:tav>
                                        <p:tav tm="100000">
                                          <p:val>
                                            <p:strVal val="#ppt_h"/>
                                          </p:val>
                                        </p:tav>
                                      </p:tavLst>
                                    </p:anim>
                                    <p:anim calcmode="lin" valueType="num">
                                      <p:cBhvr>
                                        <p:cTn id="43" dur="500" fill="hold"/>
                                        <p:tgtEl>
                                          <p:spTgt spid="29"/>
                                        </p:tgtEl>
                                        <p:attrNameLst>
                                          <p:attrName>style.rotation</p:attrName>
                                        </p:attrNameLst>
                                      </p:cBhvr>
                                      <p:tavLst>
                                        <p:tav tm="0">
                                          <p:val>
                                            <p:fltVal val="90"/>
                                          </p:val>
                                        </p:tav>
                                        <p:tav tm="100000">
                                          <p:val>
                                            <p:fltVal val="0"/>
                                          </p:val>
                                        </p:tav>
                                      </p:tavLst>
                                    </p:anim>
                                    <p:animEffect transition="in" filter="fade">
                                      <p:cBhvr>
                                        <p:cTn id="44" dur="500"/>
                                        <p:tgtEl>
                                          <p:spTgt spid="29"/>
                                        </p:tgtEl>
                                      </p:cBhvr>
                                    </p:animEffect>
                                  </p:childTnLst>
                                </p:cTn>
                              </p:par>
                            </p:childTnLst>
                          </p:cTn>
                        </p:par>
                        <p:par>
                          <p:cTn id="45" fill="hold">
                            <p:stCondLst>
                              <p:cond delay="3000"/>
                            </p:stCondLst>
                            <p:childTnLst>
                              <p:par>
                                <p:cTn id="46" presetID="2" presetClass="entr" presetSubtype="4" fill="hold" grpId="0" nodeType="after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500" fill="hold"/>
                                        <p:tgtEl>
                                          <p:spTgt spid="30"/>
                                        </p:tgtEl>
                                        <p:attrNameLst>
                                          <p:attrName>ppt_x</p:attrName>
                                        </p:attrNameLst>
                                      </p:cBhvr>
                                      <p:tavLst>
                                        <p:tav tm="0">
                                          <p:val>
                                            <p:strVal val="#ppt_x"/>
                                          </p:val>
                                        </p:tav>
                                        <p:tav tm="100000">
                                          <p:val>
                                            <p:strVal val="#ppt_x"/>
                                          </p:val>
                                        </p:tav>
                                      </p:tavLst>
                                    </p:anim>
                                    <p:anim calcmode="lin" valueType="num">
                                      <p:cBhvr additive="base">
                                        <p:cTn id="49" dur="500" fill="hold"/>
                                        <p:tgtEl>
                                          <p:spTgt spid="30"/>
                                        </p:tgtEl>
                                        <p:attrNameLst>
                                          <p:attrName>ppt_y</p:attrName>
                                        </p:attrNameLst>
                                      </p:cBhvr>
                                      <p:tavLst>
                                        <p:tav tm="0">
                                          <p:val>
                                            <p:strVal val="1+#ppt_h/2"/>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1000"/>
                                        <p:tgtEl>
                                          <p:spTgt spid="31"/>
                                        </p:tgtEl>
                                      </p:cBhvr>
                                    </p:animEffect>
                                    <p:anim calcmode="lin" valueType="num">
                                      <p:cBhvr>
                                        <p:cTn id="53" dur="1000" fill="hold"/>
                                        <p:tgtEl>
                                          <p:spTgt spid="31"/>
                                        </p:tgtEl>
                                        <p:attrNameLst>
                                          <p:attrName>ppt_x</p:attrName>
                                        </p:attrNameLst>
                                      </p:cBhvr>
                                      <p:tavLst>
                                        <p:tav tm="0">
                                          <p:val>
                                            <p:strVal val="#ppt_x"/>
                                          </p:val>
                                        </p:tav>
                                        <p:tav tm="100000">
                                          <p:val>
                                            <p:strVal val="#ppt_x"/>
                                          </p:val>
                                        </p:tav>
                                      </p:tavLst>
                                    </p:anim>
                                    <p:anim calcmode="lin" valueType="num">
                                      <p:cBhvr>
                                        <p:cTn id="54" dur="1000" fill="hold"/>
                                        <p:tgtEl>
                                          <p:spTgt spid="31"/>
                                        </p:tgtEl>
                                        <p:attrNameLst>
                                          <p:attrName>ppt_y</p:attrName>
                                        </p:attrNameLst>
                                      </p:cBhvr>
                                      <p:tavLst>
                                        <p:tav tm="0">
                                          <p:val>
                                            <p:strVal val="#ppt_y+.1"/>
                                          </p:val>
                                        </p:tav>
                                        <p:tav tm="100000">
                                          <p:val>
                                            <p:strVal val="#ppt_y"/>
                                          </p:val>
                                        </p:tav>
                                      </p:tavLst>
                                    </p:anim>
                                  </p:childTnLst>
                                </p:cTn>
                              </p:par>
                            </p:childTnLst>
                          </p:cTn>
                        </p:par>
                        <p:par>
                          <p:cTn id="55" fill="hold">
                            <p:stCondLst>
                              <p:cond delay="3500"/>
                            </p:stCondLst>
                            <p:childTnLst>
                              <p:par>
                                <p:cTn id="56" presetID="31" presetClass="entr" presetSubtype="0"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 calcmode="lin" valueType="num">
                                      <p:cBhvr>
                                        <p:cTn id="58" dur="500" fill="hold"/>
                                        <p:tgtEl>
                                          <p:spTgt spid="32"/>
                                        </p:tgtEl>
                                        <p:attrNameLst>
                                          <p:attrName>ppt_w</p:attrName>
                                        </p:attrNameLst>
                                      </p:cBhvr>
                                      <p:tavLst>
                                        <p:tav tm="0">
                                          <p:val>
                                            <p:fltVal val="0"/>
                                          </p:val>
                                        </p:tav>
                                        <p:tav tm="100000">
                                          <p:val>
                                            <p:strVal val="#ppt_w"/>
                                          </p:val>
                                        </p:tav>
                                      </p:tavLst>
                                    </p:anim>
                                    <p:anim calcmode="lin" valueType="num">
                                      <p:cBhvr>
                                        <p:cTn id="59" dur="500" fill="hold"/>
                                        <p:tgtEl>
                                          <p:spTgt spid="32"/>
                                        </p:tgtEl>
                                        <p:attrNameLst>
                                          <p:attrName>ppt_h</p:attrName>
                                        </p:attrNameLst>
                                      </p:cBhvr>
                                      <p:tavLst>
                                        <p:tav tm="0">
                                          <p:val>
                                            <p:fltVal val="0"/>
                                          </p:val>
                                        </p:tav>
                                        <p:tav tm="100000">
                                          <p:val>
                                            <p:strVal val="#ppt_h"/>
                                          </p:val>
                                        </p:tav>
                                      </p:tavLst>
                                    </p:anim>
                                    <p:anim calcmode="lin" valueType="num">
                                      <p:cBhvr>
                                        <p:cTn id="60" dur="500" fill="hold"/>
                                        <p:tgtEl>
                                          <p:spTgt spid="32"/>
                                        </p:tgtEl>
                                        <p:attrNameLst>
                                          <p:attrName>style.rotation</p:attrName>
                                        </p:attrNameLst>
                                      </p:cBhvr>
                                      <p:tavLst>
                                        <p:tav tm="0">
                                          <p:val>
                                            <p:fltVal val="90"/>
                                          </p:val>
                                        </p:tav>
                                        <p:tav tm="100000">
                                          <p:val>
                                            <p:fltVal val="0"/>
                                          </p:val>
                                        </p:tav>
                                      </p:tavLst>
                                    </p:anim>
                                    <p:animEffect transition="in" filter="fade">
                                      <p:cBhvr>
                                        <p:cTn id="61" dur="500"/>
                                        <p:tgtEl>
                                          <p:spTgt spid="32"/>
                                        </p:tgtEl>
                                      </p:cBhvr>
                                    </p:animEffect>
                                  </p:childTnLst>
                                </p:cTn>
                              </p:par>
                            </p:childTnLst>
                          </p:cTn>
                        </p:par>
                        <p:par>
                          <p:cTn id="62" fill="hold">
                            <p:stCondLst>
                              <p:cond delay="4000"/>
                            </p:stCondLst>
                            <p:childTnLst>
                              <p:par>
                                <p:cTn id="63" presetID="53" presetClass="entr" presetSubtype="16"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 calcmode="lin" valueType="num">
                                      <p:cBhvr>
                                        <p:cTn id="65" dur="500" fill="hold"/>
                                        <p:tgtEl>
                                          <p:spTgt spid="33"/>
                                        </p:tgtEl>
                                        <p:attrNameLst>
                                          <p:attrName>ppt_w</p:attrName>
                                        </p:attrNameLst>
                                      </p:cBhvr>
                                      <p:tavLst>
                                        <p:tav tm="0">
                                          <p:val>
                                            <p:fltVal val="0"/>
                                          </p:val>
                                        </p:tav>
                                        <p:tav tm="100000">
                                          <p:val>
                                            <p:strVal val="#ppt_w"/>
                                          </p:val>
                                        </p:tav>
                                      </p:tavLst>
                                    </p:anim>
                                    <p:anim calcmode="lin" valueType="num">
                                      <p:cBhvr>
                                        <p:cTn id="66" dur="500" fill="hold"/>
                                        <p:tgtEl>
                                          <p:spTgt spid="33"/>
                                        </p:tgtEl>
                                        <p:attrNameLst>
                                          <p:attrName>ppt_h</p:attrName>
                                        </p:attrNameLst>
                                      </p:cBhvr>
                                      <p:tavLst>
                                        <p:tav tm="0">
                                          <p:val>
                                            <p:fltVal val="0"/>
                                          </p:val>
                                        </p:tav>
                                        <p:tav tm="100000">
                                          <p:val>
                                            <p:strVal val="#ppt_h"/>
                                          </p:val>
                                        </p:tav>
                                      </p:tavLst>
                                    </p:anim>
                                    <p:animEffect transition="in" filter="fade">
                                      <p:cBhvr>
                                        <p:cTn id="67" dur="500"/>
                                        <p:tgtEl>
                                          <p:spTgt spid="33"/>
                                        </p:tgtEl>
                                      </p:cBhvr>
                                    </p:animEffect>
                                  </p:childTnLst>
                                </p:cTn>
                              </p:par>
                            </p:childTnLst>
                          </p:cTn>
                        </p:par>
                        <p:par>
                          <p:cTn id="68" fill="hold">
                            <p:stCondLst>
                              <p:cond delay="4500"/>
                            </p:stCondLst>
                            <p:childTnLst>
                              <p:par>
                                <p:cTn id="69" presetID="2" presetClass="entr" presetSubtype="4"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 calcmode="lin" valueType="num">
                                      <p:cBhvr additive="base">
                                        <p:cTn id="71" dur="500" fill="hold"/>
                                        <p:tgtEl>
                                          <p:spTgt spid="34"/>
                                        </p:tgtEl>
                                        <p:attrNameLst>
                                          <p:attrName>ppt_x</p:attrName>
                                        </p:attrNameLst>
                                      </p:cBhvr>
                                      <p:tavLst>
                                        <p:tav tm="0">
                                          <p:val>
                                            <p:strVal val="#ppt_x"/>
                                          </p:val>
                                        </p:tav>
                                        <p:tav tm="100000">
                                          <p:val>
                                            <p:strVal val="#ppt_x"/>
                                          </p:val>
                                        </p:tav>
                                      </p:tavLst>
                                    </p:anim>
                                    <p:anim calcmode="lin" valueType="num">
                                      <p:cBhvr additive="base">
                                        <p:cTn id="72" dur="500" fill="hold"/>
                                        <p:tgtEl>
                                          <p:spTgt spid="34"/>
                                        </p:tgtEl>
                                        <p:attrNameLst>
                                          <p:attrName>ppt_y</p:attrName>
                                        </p:attrNameLst>
                                      </p:cBhvr>
                                      <p:tavLst>
                                        <p:tav tm="0">
                                          <p:val>
                                            <p:strVal val="1+#ppt_h/2"/>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1000"/>
                                        <p:tgtEl>
                                          <p:spTgt spid="35"/>
                                        </p:tgtEl>
                                      </p:cBhvr>
                                    </p:animEffect>
                                    <p:anim calcmode="lin" valueType="num">
                                      <p:cBhvr>
                                        <p:cTn id="76" dur="1000" fill="hold"/>
                                        <p:tgtEl>
                                          <p:spTgt spid="35"/>
                                        </p:tgtEl>
                                        <p:attrNameLst>
                                          <p:attrName>ppt_x</p:attrName>
                                        </p:attrNameLst>
                                      </p:cBhvr>
                                      <p:tavLst>
                                        <p:tav tm="0">
                                          <p:val>
                                            <p:strVal val="#ppt_x"/>
                                          </p:val>
                                        </p:tav>
                                        <p:tav tm="100000">
                                          <p:val>
                                            <p:strVal val="#ppt_x"/>
                                          </p:val>
                                        </p:tav>
                                      </p:tavLst>
                                    </p:anim>
                                    <p:anim calcmode="lin" valueType="num">
                                      <p:cBhvr>
                                        <p:cTn id="77" dur="1000" fill="hold"/>
                                        <p:tgtEl>
                                          <p:spTgt spid="35"/>
                                        </p:tgtEl>
                                        <p:attrNameLst>
                                          <p:attrName>ppt_y</p:attrName>
                                        </p:attrNameLst>
                                      </p:cBhvr>
                                      <p:tavLst>
                                        <p:tav tm="0">
                                          <p:val>
                                            <p:strVal val="#ppt_y+.1"/>
                                          </p:val>
                                        </p:tav>
                                        <p:tav tm="100000">
                                          <p:val>
                                            <p:strVal val="#ppt_y"/>
                                          </p:val>
                                        </p:tav>
                                      </p:tavLst>
                                    </p:anim>
                                  </p:childTnLst>
                                </p:cTn>
                              </p:par>
                            </p:childTnLst>
                          </p:cTn>
                        </p:par>
                        <p:par>
                          <p:cTn id="78" fill="hold">
                            <p:stCondLst>
                              <p:cond delay="5000"/>
                            </p:stCondLst>
                            <p:childTnLst>
                              <p:par>
                                <p:cTn id="79" presetID="53" presetClass="entr" presetSubtype="16" fill="hold" grpId="0" nodeType="afterEffect">
                                  <p:stCondLst>
                                    <p:cond delay="0"/>
                                  </p:stCondLst>
                                  <p:childTnLst>
                                    <p:set>
                                      <p:cBhvr>
                                        <p:cTn id="80" dur="1" fill="hold">
                                          <p:stCondLst>
                                            <p:cond delay="0"/>
                                          </p:stCondLst>
                                        </p:cTn>
                                        <p:tgtEl>
                                          <p:spTgt spid="36"/>
                                        </p:tgtEl>
                                        <p:attrNameLst>
                                          <p:attrName>style.visibility</p:attrName>
                                        </p:attrNameLst>
                                      </p:cBhvr>
                                      <p:to>
                                        <p:strVal val="visible"/>
                                      </p:to>
                                    </p:set>
                                    <p:anim calcmode="lin" valueType="num">
                                      <p:cBhvr>
                                        <p:cTn id="81" dur="500" fill="hold"/>
                                        <p:tgtEl>
                                          <p:spTgt spid="36"/>
                                        </p:tgtEl>
                                        <p:attrNameLst>
                                          <p:attrName>ppt_w</p:attrName>
                                        </p:attrNameLst>
                                      </p:cBhvr>
                                      <p:tavLst>
                                        <p:tav tm="0">
                                          <p:val>
                                            <p:fltVal val="0"/>
                                          </p:val>
                                        </p:tav>
                                        <p:tav tm="100000">
                                          <p:val>
                                            <p:strVal val="#ppt_w"/>
                                          </p:val>
                                        </p:tav>
                                      </p:tavLst>
                                    </p:anim>
                                    <p:anim calcmode="lin" valueType="num">
                                      <p:cBhvr>
                                        <p:cTn id="82" dur="500" fill="hold"/>
                                        <p:tgtEl>
                                          <p:spTgt spid="36"/>
                                        </p:tgtEl>
                                        <p:attrNameLst>
                                          <p:attrName>ppt_h</p:attrName>
                                        </p:attrNameLst>
                                      </p:cBhvr>
                                      <p:tavLst>
                                        <p:tav tm="0">
                                          <p:val>
                                            <p:fltVal val="0"/>
                                          </p:val>
                                        </p:tav>
                                        <p:tav tm="100000">
                                          <p:val>
                                            <p:strVal val="#ppt_h"/>
                                          </p:val>
                                        </p:tav>
                                      </p:tavLst>
                                    </p:anim>
                                    <p:animEffect transition="in" filter="fade">
                                      <p:cBhvr>
                                        <p:cTn id="83" dur="500"/>
                                        <p:tgtEl>
                                          <p:spTgt spid="36"/>
                                        </p:tgtEl>
                                      </p:cBhvr>
                                    </p:animEffect>
                                  </p:childTnLst>
                                </p:cTn>
                              </p:par>
                            </p:childTnLst>
                          </p:cTn>
                        </p:par>
                        <p:par>
                          <p:cTn id="84" fill="hold">
                            <p:stCondLst>
                              <p:cond delay="5500"/>
                            </p:stCondLst>
                            <p:childTnLst>
                              <p:par>
                                <p:cTn id="85" presetID="31" presetClass="entr" presetSubtype="0"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 calcmode="lin" valueType="num">
                                      <p:cBhvr>
                                        <p:cTn id="87" dur="500" fill="hold"/>
                                        <p:tgtEl>
                                          <p:spTgt spid="37"/>
                                        </p:tgtEl>
                                        <p:attrNameLst>
                                          <p:attrName>ppt_w</p:attrName>
                                        </p:attrNameLst>
                                      </p:cBhvr>
                                      <p:tavLst>
                                        <p:tav tm="0">
                                          <p:val>
                                            <p:fltVal val="0"/>
                                          </p:val>
                                        </p:tav>
                                        <p:tav tm="100000">
                                          <p:val>
                                            <p:strVal val="#ppt_w"/>
                                          </p:val>
                                        </p:tav>
                                      </p:tavLst>
                                    </p:anim>
                                    <p:anim calcmode="lin" valueType="num">
                                      <p:cBhvr>
                                        <p:cTn id="88" dur="500" fill="hold"/>
                                        <p:tgtEl>
                                          <p:spTgt spid="37"/>
                                        </p:tgtEl>
                                        <p:attrNameLst>
                                          <p:attrName>ppt_h</p:attrName>
                                        </p:attrNameLst>
                                      </p:cBhvr>
                                      <p:tavLst>
                                        <p:tav tm="0">
                                          <p:val>
                                            <p:fltVal val="0"/>
                                          </p:val>
                                        </p:tav>
                                        <p:tav tm="100000">
                                          <p:val>
                                            <p:strVal val="#ppt_h"/>
                                          </p:val>
                                        </p:tav>
                                      </p:tavLst>
                                    </p:anim>
                                    <p:anim calcmode="lin" valueType="num">
                                      <p:cBhvr>
                                        <p:cTn id="89" dur="500" fill="hold"/>
                                        <p:tgtEl>
                                          <p:spTgt spid="37"/>
                                        </p:tgtEl>
                                        <p:attrNameLst>
                                          <p:attrName>style.rotation</p:attrName>
                                        </p:attrNameLst>
                                      </p:cBhvr>
                                      <p:tavLst>
                                        <p:tav tm="0">
                                          <p:val>
                                            <p:fltVal val="90"/>
                                          </p:val>
                                        </p:tav>
                                        <p:tav tm="100000">
                                          <p:val>
                                            <p:fltVal val="0"/>
                                          </p:val>
                                        </p:tav>
                                      </p:tavLst>
                                    </p:anim>
                                    <p:animEffect transition="in" filter="fade">
                                      <p:cBhvr>
                                        <p:cTn id="90" dur="500"/>
                                        <p:tgtEl>
                                          <p:spTgt spid="37"/>
                                        </p:tgtEl>
                                      </p:cBhvr>
                                    </p:animEffect>
                                  </p:childTnLst>
                                </p:cTn>
                              </p:par>
                            </p:childTnLst>
                          </p:cTn>
                        </p:par>
                        <p:par>
                          <p:cTn id="91" fill="hold">
                            <p:stCondLst>
                              <p:cond delay="6000"/>
                            </p:stCondLst>
                            <p:childTnLst>
                              <p:par>
                                <p:cTn id="92" presetID="2" presetClass="entr" presetSubtype="4" fill="hold" grpId="0" nodeType="afterEffect">
                                  <p:stCondLst>
                                    <p:cond delay="0"/>
                                  </p:stCondLst>
                                  <p:childTnLst>
                                    <p:set>
                                      <p:cBhvr>
                                        <p:cTn id="93" dur="1" fill="hold">
                                          <p:stCondLst>
                                            <p:cond delay="0"/>
                                          </p:stCondLst>
                                        </p:cTn>
                                        <p:tgtEl>
                                          <p:spTgt spid="38"/>
                                        </p:tgtEl>
                                        <p:attrNameLst>
                                          <p:attrName>style.visibility</p:attrName>
                                        </p:attrNameLst>
                                      </p:cBhvr>
                                      <p:to>
                                        <p:strVal val="visible"/>
                                      </p:to>
                                    </p:set>
                                    <p:anim calcmode="lin" valueType="num">
                                      <p:cBhvr additive="base">
                                        <p:cTn id="94" dur="500" fill="hold"/>
                                        <p:tgtEl>
                                          <p:spTgt spid="38"/>
                                        </p:tgtEl>
                                        <p:attrNameLst>
                                          <p:attrName>ppt_x</p:attrName>
                                        </p:attrNameLst>
                                      </p:cBhvr>
                                      <p:tavLst>
                                        <p:tav tm="0">
                                          <p:val>
                                            <p:strVal val="#ppt_x"/>
                                          </p:val>
                                        </p:tav>
                                        <p:tav tm="100000">
                                          <p:val>
                                            <p:strVal val="#ppt_x"/>
                                          </p:val>
                                        </p:tav>
                                      </p:tavLst>
                                    </p:anim>
                                    <p:anim calcmode="lin" valueType="num">
                                      <p:cBhvr additive="base">
                                        <p:cTn id="95" dur="500" fill="hold"/>
                                        <p:tgtEl>
                                          <p:spTgt spid="38"/>
                                        </p:tgtEl>
                                        <p:attrNameLst>
                                          <p:attrName>ppt_y</p:attrName>
                                        </p:attrNameLst>
                                      </p:cBhvr>
                                      <p:tavLst>
                                        <p:tav tm="0">
                                          <p:val>
                                            <p:strVal val="1+#ppt_h/2"/>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1000"/>
                                        <p:tgtEl>
                                          <p:spTgt spid="39"/>
                                        </p:tgtEl>
                                      </p:cBhvr>
                                    </p:animEffect>
                                    <p:anim calcmode="lin" valueType="num">
                                      <p:cBhvr>
                                        <p:cTn id="99" dur="1000" fill="hold"/>
                                        <p:tgtEl>
                                          <p:spTgt spid="39"/>
                                        </p:tgtEl>
                                        <p:attrNameLst>
                                          <p:attrName>ppt_x</p:attrName>
                                        </p:attrNameLst>
                                      </p:cBhvr>
                                      <p:tavLst>
                                        <p:tav tm="0">
                                          <p:val>
                                            <p:strVal val="#ppt_x"/>
                                          </p:val>
                                        </p:tav>
                                        <p:tav tm="100000">
                                          <p:val>
                                            <p:strVal val="#ppt_x"/>
                                          </p:val>
                                        </p:tav>
                                      </p:tavLst>
                                    </p:anim>
                                    <p:anim calcmode="lin" valueType="num">
                                      <p:cBhvr>
                                        <p:cTn id="100" dur="1000" fill="hold"/>
                                        <p:tgtEl>
                                          <p:spTgt spid="39"/>
                                        </p:tgtEl>
                                        <p:attrNameLst>
                                          <p:attrName>ppt_y</p:attrName>
                                        </p:attrNameLst>
                                      </p:cBhvr>
                                      <p:tavLst>
                                        <p:tav tm="0">
                                          <p:val>
                                            <p:strVal val="#ppt_y+.1"/>
                                          </p:val>
                                        </p:tav>
                                        <p:tav tm="100000">
                                          <p:val>
                                            <p:strVal val="#ppt_y"/>
                                          </p:val>
                                        </p:tav>
                                      </p:tavLst>
                                    </p:anim>
                                  </p:childTnLst>
                                </p:cTn>
                              </p:par>
                            </p:childTnLst>
                          </p:cTn>
                        </p:par>
                        <p:par>
                          <p:cTn id="101" fill="hold">
                            <p:stCondLst>
                              <p:cond delay="6500"/>
                            </p:stCondLst>
                            <p:childTnLst>
                              <p:par>
                                <p:cTn id="102" presetID="31" presetClass="entr" presetSubtype="0" fill="hold" grpId="0" nodeType="afterEffect">
                                  <p:stCondLst>
                                    <p:cond delay="0"/>
                                  </p:stCondLst>
                                  <p:childTnLst>
                                    <p:set>
                                      <p:cBhvr>
                                        <p:cTn id="103" dur="1" fill="hold">
                                          <p:stCondLst>
                                            <p:cond delay="0"/>
                                          </p:stCondLst>
                                        </p:cTn>
                                        <p:tgtEl>
                                          <p:spTgt spid="40"/>
                                        </p:tgtEl>
                                        <p:attrNameLst>
                                          <p:attrName>style.visibility</p:attrName>
                                        </p:attrNameLst>
                                      </p:cBhvr>
                                      <p:to>
                                        <p:strVal val="visible"/>
                                      </p:to>
                                    </p:set>
                                    <p:anim calcmode="lin" valueType="num">
                                      <p:cBhvr>
                                        <p:cTn id="104" dur="500" fill="hold"/>
                                        <p:tgtEl>
                                          <p:spTgt spid="40"/>
                                        </p:tgtEl>
                                        <p:attrNameLst>
                                          <p:attrName>ppt_w</p:attrName>
                                        </p:attrNameLst>
                                      </p:cBhvr>
                                      <p:tavLst>
                                        <p:tav tm="0">
                                          <p:val>
                                            <p:fltVal val="0"/>
                                          </p:val>
                                        </p:tav>
                                        <p:tav tm="100000">
                                          <p:val>
                                            <p:strVal val="#ppt_w"/>
                                          </p:val>
                                        </p:tav>
                                      </p:tavLst>
                                    </p:anim>
                                    <p:anim calcmode="lin" valueType="num">
                                      <p:cBhvr>
                                        <p:cTn id="105" dur="500" fill="hold"/>
                                        <p:tgtEl>
                                          <p:spTgt spid="40"/>
                                        </p:tgtEl>
                                        <p:attrNameLst>
                                          <p:attrName>ppt_h</p:attrName>
                                        </p:attrNameLst>
                                      </p:cBhvr>
                                      <p:tavLst>
                                        <p:tav tm="0">
                                          <p:val>
                                            <p:fltVal val="0"/>
                                          </p:val>
                                        </p:tav>
                                        <p:tav tm="100000">
                                          <p:val>
                                            <p:strVal val="#ppt_h"/>
                                          </p:val>
                                        </p:tav>
                                      </p:tavLst>
                                    </p:anim>
                                    <p:anim calcmode="lin" valueType="num">
                                      <p:cBhvr>
                                        <p:cTn id="106" dur="500" fill="hold"/>
                                        <p:tgtEl>
                                          <p:spTgt spid="40"/>
                                        </p:tgtEl>
                                        <p:attrNameLst>
                                          <p:attrName>style.rotation</p:attrName>
                                        </p:attrNameLst>
                                      </p:cBhvr>
                                      <p:tavLst>
                                        <p:tav tm="0">
                                          <p:val>
                                            <p:fltVal val="90"/>
                                          </p:val>
                                        </p:tav>
                                        <p:tav tm="100000">
                                          <p:val>
                                            <p:fltVal val="0"/>
                                          </p:val>
                                        </p:tav>
                                      </p:tavLst>
                                    </p:anim>
                                    <p:animEffect transition="in" filter="fade">
                                      <p:cBhvr>
                                        <p:cTn id="107" dur="500"/>
                                        <p:tgtEl>
                                          <p:spTgt spid="40"/>
                                        </p:tgtEl>
                                      </p:cBhvr>
                                    </p:animEffect>
                                  </p:childTnLst>
                                </p:cTn>
                              </p:par>
                            </p:childTnLst>
                          </p:cTn>
                        </p:par>
                        <p:par>
                          <p:cTn id="108" fill="hold">
                            <p:stCondLst>
                              <p:cond delay="7000"/>
                            </p:stCondLst>
                            <p:childTnLst>
                              <p:par>
                                <p:cTn id="109" presetID="53" presetClass="entr" presetSubtype="16" fill="hold" grpId="0" nodeType="afterEffect">
                                  <p:stCondLst>
                                    <p:cond delay="0"/>
                                  </p:stCondLst>
                                  <p:childTnLst>
                                    <p:set>
                                      <p:cBhvr>
                                        <p:cTn id="110" dur="1" fill="hold">
                                          <p:stCondLst>
                                            <p:cond delay="0"/>
                                          </p:stCondLst>
                                        </p:cTn>
                                        <p:tgtEl>
                                          <p:spTgt spid="41"/>
                                        </p:tgtEl>
                                        <p:attrNameLst>
                                          <p:attrName>style.visibility</p:attrName>
                                        </p:attrNameLst>
                                      </p:cBhvr>
                                      <p:to>
                                        <p:strVal val="visible"/>
                                      </p:to>
                                    </p:set>
                                    <p:anim calcmode="lin" valueType="num">
                                      <p:cBhvr>
                                        <p:cTn id="111" dur="500" fill="hold"/>
                                        <p:tgtEl>
                                          <p:spTgt spid="41"/>
                                        </p:tgtEl>
                                        <p:attrNameLst>
                                          <p:attrName>ppt_w</p:attrName>
                                        </p:attrNameLst>
                                      </p:cBhvr>
                                      <p:tavLst>
                                        <p:tav tm="0">
                                          <p:val>
                                            <p:fltVal val="0"/>
                                          </p:val>
                                        </p:tav>
                                        <p:tav tm="100000">
                                          <p:val>
                                            <p:strVal val="#ppt_w"/>
                                          </p:val>
                                        </p:tav>
                                      </p:tavLst>
                                    </p:anim>
                                    <p:anim calcmode="lin" valueType="num">
                                      <p:cBhvr>
                                        <p:cTn id="112" dur="500" fill="hold"/>
                                        <p:tgtEl>
                                          <p:spTgt spid="41"/>
                                        </p:tgtEl>
                                        <p:attrNameLst>
                                          <p:attrName>ppt_h</p:attrName>
                                        </p:attrNameLst>
                                      </p:cBhvr>
                                      <p:tavLst>
                                        <p:tav tm="0">
                                          <p:val>
                                            <p:fltVal val="0"/>
                                          </p:val>
                                        </p:tav>
                                        <p:tav tm="100000">
                                          <p:val>
                                            <p:strVal val="#ppt_h"/>
                                          </p:val>
                                        </p:tav>
                                      </p:tavLst>
                                    </p:anim>
                                    <p:animEffect transition="in" filter="fade">
                                      <p:cBhvr>
                                        <p:cTn id="113" dur="500"/>
                                        <p:tgtEl>
                                          <p:spTgt spid="41"/>
                                        </p:tgtEl>
                                      </p:cBhvr>
                                    </p:animEffect>
                                  </p:childTnLst>
                                </p:cTn>
                              </p:par>
                            </p:childTnLst>
                          </p:cTn>
                        </p:par>
                        <p:par>
                          <p:cTn id="114" fill="hold">
                            <p:stCondLst>
                              <p:cond delay="7500"/>
                            </p:stCondLst>
                            <p:childTnLst>
                              <p:par>
                                <p:cTn id="115" presetID="2" presetClass="entr" presetSubtype="4" fill="hold" grpId="0" nodeType="afterEffect">
                                  <p:stCondLst>
                                    <p:cond delay="0"/>
                                  </p:stCondLst>
                                  <p:childTnLst>
                                    <p:set>
                                      <p:cBhvr>
                                        <p:cTn id="116" dur="1" fill="hold">
                                          <p:stCondLst>
                                            <p:cond delay="0"/>
                                          </p:stCondLst>
                                        </p:cTn>
                                        <p:tgtEl>
                                          <p:spTgt spid="42"/>
                                        </p:tgtEl>
                                        <p:attrNameLst>
                                          <p:attrName>style.visibility</p:attrName>
                                        </p:attrNameLst>
                                      </p:cBhvr>
                                      <p:to>
                                        <p:strVal val="visible"/>
                                      </p:to>
                                    </p:set>
                                    <p:anim calcmode="lin" valueType="num">
                                      <p:cBhvr additive="base">
                                        <p:cTn id="117" dur="500" fill="hold"/>
                                        <p:tgtEl>
                                          <p:spTgt spid="42"/>
                                        </p:tgtEl>
                                        <p:attrNameLst>
                                          <p:attrName>ppt_x</p:attrName>
                                        </p:attrNameLst>
                                      </p:cBhvr>
                                      <p:tavLst>
                                        <p:tav tm="0">
                                          <p:val>
                                            <p:strVal val="#ppt_x"/>
                                          </p:val>
                                        </p:tav>
                                        <p:tav tm="100000">
                                          <p:val>
                                            <p:strVal val="#ppt_x"/>
                                          </p:val>
                                        </p:tav>
                                      </p:tavLst>
                                    </p:anim>
                                    <p:anim calcmode="lin" valueType="num">
                                      <p:cBhvr additive="base">
                                        <p:cTn id="118" dur="500" fill="hold"/>
                                        <p:tgtEl>
                                          <p:spTgt spid="42"/>
                                        </p:tgtEl>
                                        <p:attrNameLst>
                                          <p:attrName>ppt_y</p:attrName>
                                        </p:attrNameLst>
                                      </p:cBhvr>
                                      <p:tavLst>
                                        <p:tav tm="0">
                                          <p:val>
                                            <p:strVal val="1+#ppt_h/2"/>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1000"/>
                                        <p:tgtEl>
                                          <p:spTgt spid="43"/>
                                        </p:tgtEl>
                                      </p:cBhvr>
                                    </p:animEffect>
                                    <p:anim calcmode="lin" valueType="num">
                                      <p:cBhvr>
                                        <p:cTn id="122" dur="1000" fill="hold"/>
                                        <p:tgtEl>
                                          <p:spTgt spid="43"/>
                                        </p:tgtEl>
                                        <p:attrNameLst>
                                          <p:attrName>ppt_x</p:attrName>
                                        </p:attrNameLst>
                                      </p:cBhvr>
                                      <p:tavLst>
                                        <p:tav tm="0">
                                          <p:val>
                                            <p:strVal val="#ppt_x"/>
                                          </p:val>
                                        </p:tav>
                                        <p:tav tm="100000">
                                          <p:val>
                                            <p:strVal val="#ppt_x"/>
                                          </p:val>
                                        </p:tav>
                                      </p:tavLst>
                                    </p:anim>
                                    <p:anim calcmode="lin" valueType="num">
                                      <p:cBhvr>
                                        <p:cTn id="123"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p:bldP spid="27" grpId="0"/>
      <p:bldP spid="28" grpId="0" animBg="1"/>
      <p:bldP spid="29" grpId="0" animBg="1"/>
      <p:bldP spid="30" grpId="0"/>
      <p:bldP spid="31" grpId="0"/>
      <p:bldP spid="32" grpId="0" animBg="1"/>
      <p:bldP spid="33" grpId="0" animBg="1"/>
      <p:bldP spid="34" grpId="0"/>
      <p:bldP spid="35" grpId="0"/>
      <p:bldP spid="36" grpId="0" animBg="1"/>
      <p:bldP spid="37" grpId="0" animBg="1"/>
      <p:bldP spid="38" grpId="0"/>
      <p:bldP spid="39" grpId="0"/>
      <p:bldP spid="40" grpId="0" animBg="1"/>
      <p:bldP spid="41" grpId="0" animBg="1"/>
      <p:bldP spid="42"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zh-CN" altLang="en-US" dirty="0">
              <a:latin typeface="+mn-lt"/>
              <a:ea typeface="+mn-ea"/>
              <a:cs typeface="+mn-ea"/>
              <a:sym typeface="+mn-lt"/>
            </a:endParaRPr>
          </a:p>
        </p:txBody>
      </p:sp>
      <p:grpSp>
        <p:nvGrpSpPr>
          <p:cNvPr id="3" name="组合 2"/>
          <p:cNvGrpSpPr/>
          <p:nvPr/>
        </p:nvGrpSpPr>
        <p:grpSpPr>
          <a:xfrm>
            <a:off x="3139868" y="1399087"/>
            <a:ext cx="2864265" cy="3000377"/>
            <a:chOff x="3139868" y="1399087"/>
            <a:chExt cx="2864265" cy="3000377"/>
          </a:xfrm>
        </p:grpSpPr>
        <p:sp>
          <p:nvSpPr>
            <p:cNvPr id="12" name="Freeform 25"/>
            <p:cNvSpPr/>
            <p:nvPr/>
          </p:nvSpPr>
          <p:spPr bwMode="auto">
            <a:xfrm>
              <a:off x="4282394" y="1399087"/>
              <a:ext cx="579212" cy="745127"/>
            </a:xfrm>
            <a:custGeom>
              <a:avLst/>
              <a:gdLst>
                <a:gd name="T0" fmla="*/ 44 w 250"/>
                <a:gd name="T1" fmla="*/ 81 h 323"/>
                <a:gd name="T2" fmla="*/ 44 w 250"/>
                <a:gd name="T3" fmla="*/ 242 h 323"/>
                <a:gd name="T4" fmla="*/ 44 w 250"/>
                <a:gd name="T5" fmla="*/ 242 h 323"/>
                <a:gd name="T6" fmla="*/ 125 w 250"/>
                <a:gd name="T7" fmla="*/ 323 h 323"/>
                <a:gd name="T8" fmla="*/ 206 w 250"/>
                <a:gd name="T9" fmla="*/ 242 h 323"/>
                <a:gd name="T10" fmla="*/ 206 w 250"/>
                <a:gd name="T11" fmla="*/ 242 h 323"/>
                <a:gd name="T12" fmla="*/ 206 w 250"/>
                <a:gd name="T13" fmla="*/ 81 h 323"/>
                <a:gd name="T14" fmla="*/ 125 w 250"/>
                <a:gd name="T15" fmla="*/ 0 h 323"/>
                <a:gd name="T16" fmla="*/ 44 w 250"/>
                <a:gd name="T17" fmla="*/ 81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323">
                  <a:moveTo>
                    <a:pt x="44" y="81"/>
                  </a:moveTo>
                  <a:cubicBezTo>
                    <a:pt x="0" y="125"/>
                    <a:pt x="0" y="197"/>
                    <a:pt x="44" y="242"/>
                  </a:cubicBezTo>
                  <a:cubicBezTo>
                    <a:pt x="44" y="242"/>
                    <a:pt x="44" y="242"/>
                    <a:pt x="44" y="242"/>
                  </a:cubicBezTo>
                  <a:cubicBezTo>
                    <a:pt x="125" y="323"/>
                    <a:pt x="125" y="323"/>
                    <a:pt x="125" y="323"/>
                  </a:cubicBezTo>
                  <a:cubicBezTo>
                    <a:pt x="206" y="242"/>
                    <a:pt x="206" y="242"/>
                    <a:pt x="206" y="242"/>
                  </a:cubicBezTo>
                  <a:cubicBezTo>
                    <a:pt x="206" y="242"/>
                    <a:pt x="206" y="242"/>
                    <a:pt x="206" y="242"/>
                  </a:cubicBezTo>
                  <a:cubicBezTo>
                    <a:pt x="250" y="197"/>
                    <a:pt x="250" y="125"/>
                    <a:pt x="206" y="81"/>
                  </a:cubicBezTo>
                  <a:cubicBezTo>
                    <a:pt x="125" y="0"/>
                    <a:pt x="125" y="0"/>
                    <a:pt x="125" y="0"/>
                  </a:cubicBezTo>
                  <a:lnTo>
                    <a:pt x="44" y="81"/>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5">
                <a:cs typeface="+mn-ea"/>
                <a:sym typeface="+mn-lt"/>
              </a:endParaRPr>
            </a:p>
          </p:txBody>
        </p:sp>
        <p:sp>
          <p:nvSpPr>
            <p:cNvPr id="13" name="Freeform 28"/>
            <p:cNvSpPr/>
            <p:nvPr/>
          </p:nvSpPr>
          <p:spPr bwMode="auto">
            <a:xfrm>
              <a:off x="3551178" y="1813378"/>
              <a:ext cx="526556" cy="526556"/>
            </a:xfrm>
            <a:custGeom>
              <a:avLst/>
              <a:gdLst>
                <a:gd name="T0" fmla="*/ 228 w 228"/>
                <a:gd name="T1" fmla="*/ 114 h 228"/>
                <a:gd name="T2" fmla="*/ 114 w 228"/>
                <a:gd name="T3" fmla="*/ 0 h 228"/>
                <a:gd name="T4" fmla="*/ 114 w 228"/>
                <a:gd name="T5" fmla="*/ 0 h 228"/>
                <a:gd name="T6" fmla="*/ 0 w 228"/>
                <a:gd name="T7" fmla="*/ 0 h 228"/>
                <a:gd name="T8" fmla="*/ 0 w 228"/>
                <a:gd name="T9" fmla="*/ 114 h 228"/>
                <a:gd name="T10" fmla="*/ 0 w 228"/>
                <a:gd name="T11" fmla="*/ 114 h 228"/>
                <a:gd name="T12" fmla="*/ 114 w 228"/>
                <a:gd name="T13" fmla="*/ 228 h 228"/>
                <a:gd name="T14" fmla="*/ 228 w 228"/>
                <a:gd name="T15" fmla="*/ 228 h 228"/>
                <a:gd name="T16" fmla="*/ 228 w 228"/>
                <a:gd name="T17" fmla="*/ 11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228" y="114"/>
                  </a:moveTo>
                  <a:cubicBezTo>
                    <a:pt x="228" y="51"/>
                    <a:pt x="177" y="0"/>
                    <a:pt x="114" y="0"/>
                  </a:cubicBezTo>
                  <a:cubicBezTo>
                    <a:pt x="114" y="0"/>
                    <a:pt x="114" y="0"/>
                    <a:pt x="114" y="0"/>
                  </a:cubicBezTo>
                  <a:cubicBezTo>
                    <a:pt x="0" y="0"/>
                    <a:pt x="0" y="0"/>
                    <a:pt x="0" y="0"/>
                  </a:cubicBezTo>
                  <a:cubicBezTo>
                    <a:pt x="0" y="114"/>
                    <a:pt x="0" y="114"/>
                    <a:pt x="0" y="114"/>
                  </a:cubicBezTo>
                  <a:cubicBezTo>
                    <a:pt x="0" y="114"/>
                    <a:pt x="0" y="114"/>
                    <a:pt x="0" y="114"/>
                  </a:cubicBezTo>
                  <a:cubicBezTo>
                    <a:pt x="0" y="177"/>
                    <a:pt x="51" y="228"/>
                    <a:pt x="114" y="228"/>
                  </a:cubicBezTo>
                  <a:cubicBezTo>
                    <a:pt x="228" y="228"/>
                    <a:pt x="228" y="228"/>
                    <a:pt x="228" y="228"/>
                  </a:cubicBezTo>
                  <a:lnTo>
                    <a:pt x="228" y="114"/>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5">
                <a:cs typeface="+mn-ea"/>
                <a:sym typeface="+mn-lt"/>
              </a:endParaRPr>
            </a:p>
          </p:txBody>
        </p:sp>
        <p:sp>
          <p:nvSpPr>
            <p:cNvPr id="18" name="Freeform 29"/>
            <p:cNvSpPr/>
            <p:nvPr/>
          </p:nvSpPr>
          <p:spPr bwMode="auto">
            <a:xfrm>
              <a:off x="3139868" y="2534661"/>
              <a:ext cx="748106" cy="578218"/>
            </a:xfrm>
            <a:custGeom>
              <a:avLst/>
              <a:gdLst>
                <a:gd name="T0" fmla="*/ 242 w 323"/>
                <a:gd name="T1" fmla="*/ 45 h 250"/>
                <a:gd name="T2" fmla="*/ 81 w 323"/>
                <a:gd name="T3" fmla="*/ 45 h 250"/>
                <a:gd name="T4" fmla="*/ 81 w 323"/>
                <a:gd name="T5" fmla="*/ 45 h 250"/>
                <a:gd name="T6" fmla="*/ 0 w 323"/>
                <a:gd name="T7" fmla="*/ 125 h 250"/>
                <a:gd name="T8" fmla="*/ 81 w 323"/>
                <a:gd name="T9" fmla="*/ 206 h 250"/>
                <a:gd name="T10" fmla="*/ 81 w 323"/>
                <a:gd name="T11" fmla="*/ 206 h 250"/>
                <a:gd name="T12" fmla="*/ 242 w 323"/>
                <a:gd name="T13" fmla="*/ 206 h 250"/>
                <a:gd name="T14" fmla="*/ 323 w 323"/>
                <a:gd name="T15" fmla="*/ 125 h 250"/>
                <a:gd name="T16" fmla="*/ 242 w 323"/>
                <a:gd name="T17" fmla="*/ 4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3" h="250">
                  <a:moveTo>
                    <a:pt x="242" y="45"/>
                  </a:moveTo>
                  <a:cubicBezTo>
                    <a:pt x="197" y="0"/>
                    <a:pt x="125" y="0"/>
                    <a:pt x="81" y="45"/>
                  </a:cubicBezTo>
                  <a:cubicBezTo>
                    <a:pt x="81" y="45"/>
                    <a:pt x="81" y="45"/>
                    <a:pt x="81" y="45"/>
                  </a:cubicBezTo>
                  <a:cubicBezTo>
                    <a:pt x="0" y="125"/>
                    <a:pt x="0" y="125"/>
                    <a:pt x="0" y="125"/>
                  </a:cubicBezTo>
                  <a:cubicBezTo>
                    <a:pt x="81" y="206"/>
                    <a:pt x="81" y="206"/>
                    <a:pt x="81" y="206"/>
                  </a:cubicBezTo>
                  <a:cubicBezTo>
                    <a:pt x="81" y="206"/>
                    <a:pt x="81" y="206"/>
                    <a:pt x="81" y="206"/>
                  </a:cubicBezTo>
                  <a:cubicBezTo>
                    <a:pt x="125" y="250"/>
                    <a:pt x="197" y="250"/>
                    <a:pt x="242" y="206"/>
                  </a:cubicBezTo>
                  <a:cubicBezTo>
                    <a:pt x="323" y="125"/>
                    <a:pt x="323" y="125"/>
                    <a:pt x="323" y="125"/>
                  </a:cubicBezTo>
                  <a:lnTo>
                    <a:pt x="242" y="45"/>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5">
                <a:cs typeface="+mn-ea"/>
                <a:sym typeface="+mn-lt"/>
              </a:endParaRPr>
            </a:p>
          </p:txBody>
        </p:sp>
        <p:sp>
          <p:nvSpPr>
            <p:cNvPr id="19" name="Freeform 30"/>
            <p:cNvSpPr/>
            <p:nvPr/>
          </p:nvSpPr>
          <p:spPr bwMode="auto">
            <a:xfrm>
              <a:off x="5256027" y="2534661"/>
              <a:ext cx="748106" cy="578218"/>
            </a:xfrm>
            <a:custGeom>
              <a:avLst/>
              <a:gdLst>
                <a:gd name="T0" fmla="*/ 242 w 323"/>
                <a:gd name="T1" fmla="*/ 45 h 250"/>
                <a:gd name="T2" fmla="*/ 81 w 323"/>
                <a:gd name="T3" fmla="*/ 45 h 250"/>
                <a:gd name="T4" fmla="*/ 81 w 323"/>
                <a:gd name="T5" fmla="*/ 45 h 250"/>
                <a:gd name="T6" fmla="*/ 0 w 323"/>
                <a:gd name="T7" fmla="*/ 125 h 250"/>
                <a:gd name="T8" fmla="*/ 81 w 323"/>
                <a:gd name="T9" fmla="*/ 206 h 250"/>
                <a:gd name="T10" fmla="*/ 81 w 323"/>
                <a:gd name="T11" fmla="*/ 206 h 250"/>
                <a:gd name="T12" fmla="*/ 242 w 323"/>
                <a:gd name="T13" fmla="*/ 206 h 250"/>
                <a:gd name="T14" fmla="*/ 323 w 323"/>
                <a:gd name="T15" fmla="*/ 125 h 250"/>
                <a:gd name="T16" fmla="*/ 242 w 323"/>
                <a:gd name="T17" fmla="*/ 4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3" h="250">
                  <a:moveTo>
                    <a:pt x="242" y="45"/>
                  </a:moveTo>
                  <a:cubicBezTo>
                    <a:pt x="198" y="0"/>
                    <a:pt x="126" y="0"/>
                    <a:pt x="81" y="45"/>
                  </a:cubicBezTo>
                  <a:cubicBezTo>
                    <a:pt x="81" y="45"/>
                    <a:pt x="81" y="45"/>
                    <a:pt x="81" y="45"/>
                  </a:cubicBezTo>
                  <a:cubicBezTo>
                    <a:pt x="0" y="125"/>
                    <a:pt x="0" y="125"/>
                    <a:pt x="0" y="125"/>
                  </a:cubicBezTo>
                  <a:cubicBezTo>
                    <a:pt x="81" y="206"/>
                    <a:pt x="81" y="206"/>
                    <a:pt x="81" y="206"/>
                  </a:cubicBezTo>
                  <a:cubicBezTo>
                    <a:pt x="81" y="206"/>
                    <a:pt x="81" y="206"/>
                    <a:pt x="81" y="206"/>
                  </a:cubicBezTo>
                  <a:cubicBezTo>
                    <a:pt x="126" y="250"/>
                    <a:pt x="198" y="250"/>
                    <a:pt x="242" y="206"/>
                  </a:cubicBezTo>
                  <a:cubicBezTo>
                    <a:pt x="323" y="125"/>
                    <a:pt x="323" y="125"/>
                    <a:pt x="323" y="125"/>
                  </a:cubicBezTo>
                  <a:lnTo>
                    <a:pt x="242" y="45"/>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5">
                <a:cs typeface="+mn-ea"/>
                <a:sym typeface="+mn-lt"/>
              </a:endParaRPr>
            </a:p>
          </p:txBody>
        </p:sp>
        <p:sp>
          <p:nvSpPr>
            <p:cNvPr id="20" name="Freeform 31"/>
            <p:cNvSpPr/>
            <p:nvPr/>
          </p:nvSpPr>
          <p:spPr bwMode="auto">
            <a:xfrm>
              <a:off x="5052358" y="1813378"/>
              <a:ext cx="527550" cy="526556"/>
            </a:xfrm>
            <a:custGeom>
              <a:avLst/>
              <a:gdLst>
                <a:gd name="T0" fmla="*/ 114 w 228"/>
                <a:gd name="T1" fmla="*/ 228 h 228"/>
                <a:gd name="T2" fmla="*/ 228 w 228"/>
                <a:gd name="T3" fmla="*/ 114 h 228"/>
                <a:gd name="T4" fmla="*/ 228 w 228"/>
                <a:gd name="T5" fmla="*/ 114 h 228"/>
                <a:gd name="T6" fmla="*/ 228 w 228"/>
                <a:gd name="T7" fmla="*/ 0 h 228"/>
                <a:gd name="T8" fmla="*/ 114 w 228"/>
                <a:gd name="T9" fmla="*/ 0 h 228"/>
                <a:gd name="T10" fmla="*/ 114 w 228"/>
                <a:gd name="T11" fmla="*/ 0 h 228"/>
                <a:gd name="T12" fmla="*/ 0 w 228"/>
                <a:gd name="T13" fmla="*/ 114 h 228"/>
                <a:gd name="T14" fmla="*/ 0 w 228"/>
                <a:gd name="T15" fmla="*/ 228 h 228"/>
                <a:gd name="T16" fmla="*/ 114 w 228"/>
                <a:gd name="T1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114" y="228"/>
                  </a:moveTo>
                  <a:cubicBezTo>
                    <a:pt x="177" y="228"/>
                    <a:pt x="228" y="177"/>
                    <a:pt x="228" y="114"/>
                  </a:cubicBezTo>
                  <a:cubicBezTo>
                    <a:pt x="228" y="114"/>
                    <a:pt x="228" y="114"/>
                    <a:pt x="228" y="114"/>
                  </a:cubicBezTo>
                  <a:cubicBezTo>
                    <a:pt x="228" y="0"/>
                    <a:pt x="228" y="0"/>
                    <a:pt x="228" y="0"/>
                  </a:cubicBezTo>
                  <a:cubicBezTo>
                    <a:pt x="114" y="0"/>
                    <a:pt x="114" y="0"/>
                    <a:pt x="114" y="0"/>
                  </a:cubicBezTo>
                  <a:cubicBezTo>
                    <a:pt x="114" y="0"/>
                    <a:pt x="114" y="0"/>
                    <a:pt x="114" y="0"/>
                  </a:cubicBezTo>
                  <a:cubicBezTo>
                    <a:pt x="51" y="0"/>
                    <a:pt x="0" y="51"/>
                    <a:pt x="0" y="114"/>
                  </a:cubicBezTo>
                  <a:cubicBezTo>
                    <a:pt x="0" y="228"/>
                    <a:pt x="0" y="228"/>
                    <a:pt x="0" y="228"/>
                  </a:cubicBezTo>
                  <a:lnTo>
                    <a:pt x="114" y="228"/>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5">
                <a:cs typeface="+mn-ea"/>
                <a:sym typeface="+mn-lt"/>
              </a:endParaRPr>
            </a:p>
          </p:txBody>
        </p:sp>
        <p:sp>
          <p:nvSpPr>
            <p:cNvPr id="21" name="Freeform 35"/>
            <p:cNvSpPr>
              <a:spLocks noEditPoints="1"/>
            </p:cNvSpPr>
            <p:nvPr/>
          </p:nvSpPr>
          <p:spPr bwMode="auto">
            <a:xfrm>
              <a:off x="5191448" y="1957436"/>
              <a:ext cx="249369" cy="244402"/>
            </a:xfrm>
            <a:custGeom>
              <a:avLst/>
              <a:gdLst>
                <a:gd name="T0" fmla="*/ 2147483646 w 108"/>
                <a:gd name="T1" fmla="*/ 2147483646 h 107"/>
                <a:gd name="T2" fmla="*/ 2147483646 w 108"/>
                <a:gd name="T3" fmla="*/ 2147483646 h 107"/>
                <a:gd name="T4" fmla="*/ 2147483646 w 108"/>
                <a:gd name="T5" fmla="*/ 2147483646 h 107"/>
                <a:gd name="T6" fmla="*/ 2147483646 w 108"/>
                <a:gd name="T7" fmla="*/ 2147483646 h 107"/>
                <a:gd name="T8" fmla="*/ 2147483646 w 108"/>
                <a:gd name="T9" fmla="*/ 2147483646 h 107"/>
                <a:gd name="T10" fmla="*/ 2147483646 w 108"/>
                <a:gd name="T11" fmla="*/ 2147483646 h 107"/>
                <a:gd name="T12" fmla="*/ 2147483646 w 108"/>
                <a:gd name="T13" fmla="*/ 2147483646 h 107"/>
                <a:gd name="T14" fmla="*/ 2147483646 w 108"/>
                <a:gd name="T15" fmla="*/ 2147483646 h 107"/>
                <a:gd name="T16" fmla="*/ 2147483646 w 108"/>
                <a:gd name="T17" fmla="*/ 2147483646 h 107"/>
                <a:gd name="T18" fmla="*/ 2147483646 w 108"/>
                <a:gd name="T19" fmla="*/ 2147483646 h 107"/>
                <a:gd name="T20" fmla="*/ 2147483646 w 108"/>
                <a:gd name="T21" fmla="*/ 2147483646 h 107"/>
                <a:gd name="T22" fmla="*/ 2147483646 w 108"/>
                <a:gd name="T23" fmla="*/ 2147483646 h 107"/>
                <a:gd name="T24" fmla="*/ 2147483646 w 108"/>
                <a:gd name="T25" fmla="*/ 2147483646 h 107"/>
                <a:gd name="T26" fmla="*/ 2147483646 w 108"/>
                <a:gd name="T27" fmla="*/ 2147483646 h 107"/>
                <a:gd name="T28" fmla="*/ 2147483646 w 108"/>
                <a:gd name="T29" fmla="*/ 2147483646 h 107"/>
                <a:gd name="T30" fmla="*/ 2147483646 w 108"/>
                <a:gd name="T31" fmla="*/ 2147483646 h 107"/>
                <a:gd name="T32" fmla="*/ 2147483646 w 108"/>
                <a:gd name="T33" fmla="*/ 2147483646 h 107"/>
                <a:gd name="T34" fmla="*/ 2147483646 w 108"/>
                <a:gd name="T35" fmla="*/ 2147483646 h 107"/>
                <a:gd name="T36" fmla="*/ 2147483646 w 108"/>
                <a:gd name="T37" fmla="*/ 2147483646 h 107"/>
                <a:gd name="T38" fmla="*/ 2147483646 w 108"/>
                <a:gd name="T39" fmla="*/ 2147483646 h 107"/>
                <a:gd name="T40" fmla="*/ 2147483646 w 108"/>
                <a:gd name="T41" fmla="*/ 2147483646 h 107"/>
                <a:gd name="T42" fmla="*/ 2147483646 w 108"/>
                <a:gd name="T43" fmla="*/ 2147483646 h 107"/>
                <a:gd name="T44" fmla="*/ 2147483646 w 108"/>
                <a:gd name="T45" fmla="*/ 2147483646 h 107"/>
                <a:gd name="T46" fmla="*/ 2147483646 w 108"/>
                <a:gd name="T47" fmla="*/ 2147483646 h 107"/>
                <a:gd name="T48" fmla="*/ 2147483646 w 108"/>
                <a:gd name="T49" fmla="*/ 2147483646 h 107"/>
                <a:gd name="T50" fmla="*/ 2147483646 w 108"/>
                <a:gd name="T51" fmla="*/ 2147483646 h 107"/>
                <a:gd name="T52" fmla="*/ 2147483646 w 108"/>
                <a:gd name="T53" fmla="*/ 2147483646 h 107"/>
                <a:gd name="T54" fmla="*/ 2147483646 w 108"/>
                <a:gd name="T55" fmla="*/ 2147483646 h 107"/>
                <a:gd name="T56" fmla="*/ 2147483646 w 108"/>
                <a:gd name="T57" fmla="*/ 2147483646 h 107"/>
                <a:gd name="T58" fmla="*/ 2147483646 w 108"/>
                <a:gd name="T59" fmla="*/ 2147483646 h 107"/>
                <a:gd name="T60" fmla="*/ 2147483646 w 108"/>
                <a:gd name="T61" fmla="*/ 2147483646 h 107"/>
                <a:gd name="T62" fmla="*/ 2147483646 w 108"/>
                <a:gd name="T63" fmla="*/ 2147483646 h 107"/>
                <a:gd name="T64" fmla="*/ 2147483646 w 108"/>
                <a:gd name="T65" fmla="*/ 2147483646 h 107"/>
                <a:gd name="T66" fmla="*/ 2147483646 w 108"/>
                <a:gd name="T67" fmla="*/ 2147483646 h 107"/>
                <a:gd name="T68" fmla="*/ 2147483646 w 108"/>
                <a:gd name="T69" fmla="*/ 2147483646 h 107"/>
                <a:gd name="T70" fmla="*/ 2147483646 w 108"/>
                <a:gd name="T71" fmla="*/ 2147483646 h 107"/>
                <a:gd name="T72" fmla="*/ 2147483646 w 108"/>
                <a:gd name="T73" fmla="*/ 2147483646 h 107"/>
                <a:gd name="T74" fmla="*/ 2147483646 w 108"/>
                <a:gd name="T75" fmla="*/ 2147483646 h 107"/>
                <a:gd name="T76" fmla="*/ 2147483646 w 108"/>
                <a:gd name="T77" fmla="*/ 2147483646 h 107"/>
                <a:gd name="T78" fmla="*/ 2147483646 w 108"/>
                <a:gd name="T79" fmla="*/ 2147483646 h 107"/>
                <a:gd name="T80" fmla="*/ 2147483646 w 108"/>
                <a:gd name="T81" fmla="*/ 2147483646 h 107"/>
                <a:gd name="T82" fmla="*/ 2147483646 w 108"/>
                <a:gd name="T83" fmla="*/ 2147483646 h 107"/>
                <a:gd name="T84" fmla="*/ 2147483646 w 108"/>
                <a:gd name="T85" fmla="*/ 2147483646 h 107"/>
                <a:gd name="T86" fmla="*/ 2147483646 w 108"/>
                <a:gd name="T87" fmla="*/ 2147483646 h 107"/>
                <a:gd name="T88" fmla="*/ 2147483646 w 108"/>
                <a:gd name="T89" fmla="*/ 2147483646 h 107"/>
                <a:gd name="T90" fmla="*/ 2147483646 w 108"/>
                <a:gd name="T91" fmla="*/ 2147483646 h 107"/>
                <a:gd name="T92" fmla="*/ 2147483646 w 108"/>
                <a:gd name="T93" fmla="*/ 2147483646 h 107"/>
                <a:gd name="T94" fmla="*/ 2147483646 w 108"/>
                <a:gd name="T95" fmla="*/ 2147483646 h 107"/>
                <a:gd name="T96" fmla="*/ 2147483646 w 108"/>
                <a:gd name="T97" fmla="*/ 2147483646 h 107"/>
                <a:gd name="T98" fmla="*/ 2147483646 w 108"/>
                <a:gd name="T99" fmla="*/ 2147483646 h 10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 h="107">
                  <a:moveTo>
                    <a:pt x="62" y="58"/>
                  </a:moveTo>
                  <a:cubicBezTo>
                    <a:pt x="106" y="73"/>
                    <a:pt x="106" y="73"/>
                    <a:pt x="106" y="73"/>
                  </a:cubicBezTo>
                  <a:cubicBezTo>
                    <a:pt x="107" y="73"/>
                    <a:pt x="108" y="75"/>
                    <a:pt x="107" y="76"/>
                  </a:cubicBezTo>
                  <a:cubicBezTo>
                    <a:pt x="107" y="77"/>
                    <a:pt x="107" y="77"/>
                    <a:pt x="106" y="77"/>
                  </a:cubicBezTo>
                  <a:cubicBezTo>
                    <a:pt x="94" y="84"/>
                    <a:pt x="94" y="84"/>
                    <a:pt x="94" y="84"/>
                  </a:cubicBezTo>
                  <a:cubicBezTo>
                    <a:pt x="103" y="94"/>
                    <a:pt x="103" y="94"/>
                    <a:pt x="103" y="94"/>
                  </a:cubicBezTo>
                  <a:cubicBezTo>
                    <a:pt x="104" y="94"/>
                    <a:pt x="104" y="96"/>
                    <a:pt x="103" y="97"/>
                  </a:cubicBezTo>
                  <a:cubicBezTo>
                    <a:pt x="103" y="97"/>
                    <a:pt x="103" y="97"/>
                    <a:pt x="103" y="97"/>
                  </a:cubicBezTo>
                  <a:cubicBezTo>
                    <a:pt x="98" y="102"/>
                    <a:pt x="98" y="102"/>
                    <a:pt x="98" y="102"/>
                  </a:cubicBezTo>
                  <a:cubicBezTo>
                    <a:pt x="97" y="103"/>
                    <a:pt x="95" y="103"/>
                    <a:pt x="94" y="102"/>
                  </a:cubicBezTo>
                  <a:cubicBezTo>
                    <a:pt x="94" y="102"/>
                    <a:pt x="94" y="102"/>
                    <a:pt x="94" y="102"/>
                  </a:cubicBezTo>
                  <a:cubicBezTo>
                    <a:pt x="85" y="93"/>
                    <a:pt x="85" y="93"/>
                    <a:pt x="85" y="93"/>
                  </a:cubicBezTo>
                  <a:cubicBezTo>
                    <a:pt x="78" y="106"/>
                    <a:pt x="78" y="106"/>
                    <a:pt x="78" y="106"/>
                  </a:cubicBezTo>
                  <a:cubicBezTo>
                    <a:pt x="78" y="107"/>
                    <a:pt x="76" y="107"/>
                    <a:pt x="75" y="107"/>
                  </a:cubicBezTo>
                  <a:cubicBezTo>
                    <a:pt x="74" y="106"/>
                    <a:pt x="74" y="106"/>
                    <a:pt x="74" y="105"/>
                  </a:cubicBezTo>
                  <a:cubicBezTo>
                    <a:pt x="59" y="62"/>
                    <a:pt x="59" y="62"/>
                    <a:pt x="59" y="62"/>
                  </a:cubicBezTo>
                  <a:cubicBezTo>
                    <a:pt x="59" y="60"/>
                    <a:pt x="60" y="59"/>
                    <a:pt x="61" y="58"/>
                  </a:cubicBezTo>
                  <a:cubicBezTo>
                    <a:pt x="61" y="58"/>
                    <a:pt x="62" y="58"/>
                    <a:pt x="62" y="58"/>
                  </a:cubicBezTo>
                  <a:close/>
                  <a:moveTo>
                    <a:pt x="54" y="69"/>
                  </a:moveTo>
                  <a:cubicBezTo>
                    <a:pt x="54" y="69"/>
                    <a:pt x="54" y="69"/>
                    <a:pt x="54" y="69"/>
                  </a:cubicBezTo>
                  <a:cubicBezTo>
                    <a:pt x="55" y="69"/>
                    <a:pt x="56" y="70"/>
                    <a:pt x="56" y="72"/>
                  </a:cubicBezTo>
                  <a:cubicBezTo>
                    <a:pt x="56" y="73"/>
                    <a:pt x="55" y="74"/>
                    <a:pt x="54" y="74"/>
                  </a:cubicBezTo>
                  <a:cubicBezTo>
                    <a:pt x="51" y="74"/>
                    <a:pt x="48" y="74"/>
                    <a:pt x="45" y="73"/>
                  </a:cubicBezTo>
                  <a:cubicBezTo>
                    <a:pt x="45" y="73"/>
                    <a:pt x="45" y="73"/>
                    <a:pt x="45" y="73"/>
                  </a:cubicBezTo>
                  <a:cubicBezTo>
                    <a:pt x="43" y="71"/>
                    <a:pt x="40" y="70"/>
                    <a:pt x="38" y="68"/>
                  </a:cubicBezTo>
                  <a:cubicBezTo>
                    <a:pt x="38" y="68"/>
                    <a:pt x="38" y="68"/>
                    <a:pt x="38" y="68"/>
                  </a:cubicBezTo>
                  <a:cubicBezTo>
                    <a:pt x="36" y="66"/>
                    <a:pt x="35" y="63"/>
                    <a:pt x="34" y="61"/>
                  </a:cubicBezTo>
                  <a:cubicBezTo>
                    <a:pt x="33" y="58"/>
                    <a:pt x="32" y="56"/>
                    <a:pt x="32" y="53"/>
                  </a:cubicBezTo>
                  <a:cubicBezTo>
                    <a:pt x="32" y="50"/>
                    <a:pt x="33" y="47"/>
                    <a:pt x="34" y="45"/>
                  </a:cubicBezTo>
                  <a:cubicBezTo>
                    <a:pt x="34" y="44"/>
                    <a:pt x="34" y="44"/>
                    <a:pt x="34" y="44"/>
                  </a:cubicBezTo>
                  <a:cubicBezTo>
                    <a:pt x="35" y="42"/>
                    <a:pt x="36" y="39"/>
                    <a:pt x="38" y="38"/>
                  </a:cubicBezTo>
                  <a:cubicBezTo>
                    <a:pt x="42" y="34"/>
                    <a:pt x="48" y="31"/>
                    <a:pt x="54" y="31"/>
                  </a:cubicBezTo>
                  <a:cubicBezTo>
                    <a:pt x="56" y="31"/>
                    <a:pt x="59" y="32"/>
                    <a:pt x="62" y="33"/>
                  </a:cubicBezTo>
                  <a:cubicBezTo>
                    <a:pt x="62" y="33"/>
                    <a:pt x="62" y="33"/>
                    <a:pt x="62" y="33"/>
                  </a:cubicBezTo>
                  <a:cubicBezTo>
                    <a:pt x="64" y="34"/>
                    <a:pt x="67" y="36"/>
                    <a:pt x="69" y="38"/>
                  </a:cubicBezTo>
                  <a:cubicBezTo>
                    <a:pt x="69" y="38"/>
                    <a:pt x="69" y="38"/>
                    <a:pt x="69" y="38"/>
                  </a:cubicBezTo>
                  <a:cubicBezTo>
                    <a:pt x="71" y="40"/>
                    <a:pt x="72" y="42"/>
                    <a:pt x="73" y="45"/>
                  </a:cubicBezTo>
                  <a:cubicBezTo>
                    <a:pt x="74" y="47"/>
                    <a:pt x="75" y="50"/>
                    <a:pt x="75" y="53"/>
                  </a:cubicBezTo>
                  <a:cubicBezTo>
                    <a:pt x="75" y="54"/>
                    <a:pt x="74" y="55"/>
                    <a:pt x="73" y="55"/>
                  </a:cubicBezTo>
                  <a:cubicBezTo>
                    <a:pt x="71" y="55"/>
                    <a:pt x="70" y="54"/>
                    <a:pt x="70" y="53"/>
                  </a:cubicBezTo>
                  <a:cubicBezTo>
                    <a:pt x="70" y="50"/>
                    <a:pt x="70" y="48"/>
                    <a:pt x="69" y="46"/>
                  </a:cubicBezTo>
                  <a:cubicBezTo>
                    <a:pt x="69" y="46"/>
                    <a:pt x="69" y="46"/>
                    <a:pt x="69" y="46"/>
                  </a:cubicBezTo>
                  <a:cubicBezTo>
                    <a:pt x="69" y="46"/>
                    <a:pt x="69" y="46"/>
                    <a:pt x="69" y="46"/>
                  </a:cubicBezTo>
                  <a:cubicBezTo>
                    <a:pt x="68" y="44"/>
                    <a:pt x="67" y="43"/>
                    <a:pt x="65" y="41"/>
                  </a:cubicBezTo>
                  <a:cubicBezTo>
                    <a:pt x="65" y="41"/>
                    <a:pt x="65" y="41"/>
                    <a:pt x="65" y="41"/>
                  </a:cubicBezTo>
                  <a:cubicBezTo>
                    <a:pt x="64" y="39"/>
                    <a:pt x="62" y="38"/>
                    <a:pt x="60" y="37"/>
                  </a:cubicBezTo>
                  <a:cubicBezTo>
                    <a:pt x="58" y="37"/>
                    <a:pt x="56" y="36"/>
                    <a:pt x="54" y="36"/>
                  </a:cubicBezTo>
                  <a:cubicBezTo>
                    <a:pt x="49" y="36"/>
                    <a:pt x="45" y="38"/>
                    <a:pt x="42" y="41"/>
                  </a:cubicBezTo>
                  <a:cubicBezTo>
                    <a:pt x="42" y="41"/>
                    <a:pt x="42" y="41"/>
                    <a:pt x="42" y="41"/>
                  </a:cubicBezTo>
                  <a:cubicBezTo>
                    <a:pt x="40" y="42"/>
                    <a:pt x="39" y="44"/>
                    <a:pt x="38" y="46"/>
                  </a:cubicBezTo>
                  <a:cubicBezTo>
                    <a:pt x="38" y="46"/>
                    <a:pt x="38" y="46"/>
                    <a:pt x="38" y="46"/>
                  </a:cubicBezTo>
                  <a:cubicBezTo>
                    <a:pt x="37" y="48"/>
                    <a:pt x="37" y="50"/>
                    <a:pt x="37" y="53"/>
                  </a:cubicBezTo>
                  <a:cubicBezTo>
                    <a:pt x="37" y="55"/>
                    <a:pt x="37" y="57"/>
                    <a:pt x="38" y="59"/>
                  </a:cubicBezTo>
                  <a:cubicBezTo>
                    <a:pt x="38" y="59"/>
                    <a:pt x="38" y="59"/>
                    <a:pt x="38" y="59"/>
                  </a:cubicBezTo>
                  <a:cubicBezTo>
                    <a:pt x="39" y="61"/>
                    <a:pt x="40" y="63"/>
                    <a:pt x="42" y="64"/>
                  </a:cubicBezTo>
                  <a:cubicBezTo>
                    <a:pt x="42" y="64"/>
                    <a:pt x="42" y="64"/>
                    <a:pt x="42" y="64"/>
                  </a:cubicBezTo>
                  <a:cubicBezTo>
                    <a:pt x="43" y="66"/>
                    <a:pt x="45" y="67"/>
                    <a:pt x="47" y="68"/>
                  </a:cubicBezTo>
                  <a:cubicBezTo>
                    <a:pt x="49" y="69"/>
                    <a:pt x="51" y="69"/>
                    <a:pt x="54" y="69"/>
                  </a:cubicBezTo>
                  <a:close/>
                  <a:moveTo>
                    <a:pt x="54" y="84"/>
                  </a:moveTo>
                  <a:cubicBezTo>
                    <a:pt x="54" y="84"/>
                    <a:pt x="54" y="84"/>
                    <a:pt x="54" y="84"/>
                  </a:cubicBezTo>
                  <a:cubicBezTo>
                    <a:pt x="55" y="84"/>
                    <a:pt x="56" y="85"/>
                    <a:pt x="56" y="86"/>
                  </a:cubicBezTo>
                  <a:cubicBezTo>
                    <a:pt x="56" y="88"/>
                    <a:pt x="55" y="89"/>
                    <a:pt x="54" y="89"/>
                  </a:cubicBezTo>
                  <a:cubicBezTo>
                    <a:pt x="49" y="89"/>
                    <a:pt x="44" y="88"/>
                    <a:pt x="40" y="86"/>
                  </a:cubicBezTo>
                  <a:cubicBezTo>
                    <a:pt x="35" y="84"/>
                    <a:pt x="31" y="81"/>
                    <a:pt x="28" y="78"/>
                  </a:cubicBezTo>
                  <a:cubicBezTo>
                    <a:pt x="25" y="75"/>
                    <a:pt x="22" y="71"/>
                    <a:pt x="20" y="67"/>
                  </a:cubicBezTo>
                  <a:cubicBezTo>
                    <a:pt x="20" y="66"/>
                    <a:pt x="20" y="66"/>
                    <a:pt x="20" y="66"/>
                  </a:cubicBezTo>
                  <a:cubicBezTo>
                    <a:pt x="19" y="62"/>
                    <a:pt x="18" y="58"/>
                    <a:pt x="18" y="53"/>
                  </a:cubicBezTo>
                  <a:cubicBezTo>
                    <a:pt x="18" y="48"/>
                    <a:pt x="19" y="43"/>
                    <a:pt x="20" y="39"/>
                  </a:cubicBezTo>
                  <a:cubicBezTo>
                    <a:pt x="20" y="39"/>
                    <a:pt x="20" y="39"/>
                    <a:pt x="20" y="39"/>
                  </a:cubicBezTo>
                  <a:cubicBezTo>
                    <a:pt x="22" y="35"/>
                    <a:pt x="25" y="31"/>
                    <a:pt x="28" y="27"/>
                  </a:cubicBezTo>
                  <a:cubicBezTo>
                    <a:pt x="31" y="24"/>
                    <a:pt x="35" y="21"/>
                    <a:pt x="40" y="19"/>
                  </a:cubicBezTo>
                  <a:cubicBezTo>
                    <a:pt x="40" y="19"/>
                    <a:pt x="40" y="19"/>
                    <a:pt x="40" y="19"/>
                  </a:cubicBezTo>
                  <a:cubicBezTo>
                    <a:pt x="44" y="18"/>
                    <a:pt x="49" y="17"/>
                    <a:pt x="54" y="17"/>
                  </a:cubicBezTo>
                  <a:cubicBezTo>
                    <a:pt x="58" y="17"/>
                    <a:pt x="63" y="18"/>
                    <a:pt x="67" y="19"/>
                  </a:cubicBezTo>
                  <a:cubicBezTo>
                    <a:pt x="67" y="19"/>
                    <a:pt x="67" y="19"/>
                    <a:pt x="67" y="19"/>
                  </a:cubicBezTo>
                  <a:cubicBezTo>
                    <a:pt x="72" y="21"/>
                    <a:pt x="76" y="24"/>
                    <a:pt x="79" y="27"/>
                  </a:cubicBezTo>
                  <a:cubicBezTo>
                    <a:pt x="82" y="31"/>
                    <a:pt x="85" y="35"/>
                    <a:pt x="87" y="39"/>
                  </a:cubicBezTo>
                  <a:cubicBezTo>
                    <a:pt x="87" y="39"/>
                    <a:pt x="87" y="39"/>
                    <a:pt x="87" y="39"/>
                  </a:cubicBezTo>
                  <a:cubicBezTo>
                    <a:pt x="89" y="43"/>
                    <a:pt x="89" y="48"/>
                    <a:pt x="89" y="53"/>
                  </a:cubicBezTo>
                  <a:cubicBezTo>
                    <a:pt x="89" y="54"/>
                    <a:pt x="88" y="55"/>
                    <a:pt x="87" y="55"/>
                  </a:cubicBezTo>
                  <a:cubicBezTo>
                    <a:pt x="86" y="55"/>
                    <a:pt x="85" y="54"/>
                    <a:pt x="85" y="53"/>
                  </a:cubicBezTo>
                  <a:cubicBezTo>
                    <a:pt x="85" y="49"/>
                    <a:pt x="84" y="45"/>
                    <a:pt x="82" y="41"/>
                  </a:cubicBezTo>
                  <a:cubicBezTo>
                    <a:pt x="82" y="41"/>
                    <a:pt x="82" y="41"/>
                    <a:pt x="82" y="41"/>
                  </a:cubicBezTo>
                  <a:cubicBezTo>
                    <a:pt x="81" y="37"/>
                    <a:pt x="78" y="34"/>
                    <a:pt x="76" y="31"/>
                  </a:cubicBezTo>
                  <a:cubicBezTo>
                    <a:pt x="73" y="28"/>
                    <a:pt x="69" y="26"/>
                    <a:pt x="65" y="24"/>
                  </a:cubicBezTo>
                  <a:cubicBezTo>
                    <a:pt x="62" y="23"/>
                    <a:pt x="58" y="22"/>
                    <a:pt x="54" y="22"/>
                  </a:cubicBezTo>
                  <a:cubicBezTo>
                    <a:pt x="49" y="22"/>
                    <a:pt x="45" y="23"/>
                    <a:pt x="42" y="24"/>
                  </a:cubicBezTo>
                  <a:cubicBezTo>
                    <a:pt x="42" y="24"/>
                    <a:pt x="42" y="24"/>
                    <a:pt x="42" y="24"/>
                  </a:cubicBezTo>
                  <a:cubicBezTo>
                    <a:pt x="38" y="26"/>
                    <a:pt x="34" y="28"/>
                    <a:pt x="32" y="31"/>
                  </a:cubicBezTo>
                  <a:cubicBezTo>
                    <a:pt x="29" y="34"/>
                    <a:pt x="26" y="37"/>
                    <a:pt x="25" y="41"/>
                  </a:cubicBezTo>
                  <a:cubicBezTo>
                    <a:pt x="23" y="44"/>
                    <a:pt x="23" y="49"/>
                    <a:pt x="23" y="53"/>
                  </a:cubicBezTo>
                  <a:cubicBezTo>
                    <a:pt x="23" y="57"/>
                    <a:pt x="23" y="61"/>
                    <a:pt x="25" y="65"/>
                  </a:cubicBezTo>
                  <a:cubicBezTo>
                    <a:pt x="25" y="65"/>
                    <a:pt x="25" y="65"/>
                    <a:pt x="25" y="65"/>
                  </a:cubicBezTo>
                  <a:cubicBezTo>
                    <a:pt x="26" y="68"/>
                    <a:pt x="29" y="72"/>
                    <a:pt x="32" y="75"/>
                  </a:cubicBezTo>
                  <a:cubicBezTo>
                    <a:pt x="34" y="78"/>
                    <a:pt x="38" y="80"/>
                    <a:pt x="42" y="81"/>
                  </a:cubicBezTo>
                  <a:cubicBezTo>
                    <a:pt x="45" y="83"/>
                    <a:pt x="49" y="84"/>
                    <a:pt x="54" y="84"/>
                  </a:cubicBezTo>
                  <a:close/>
                  <a:moveTo>
                    <a:pt x="54" y="98"/>
                  </a:moveTo>
                  <a:cubicBezTo>
                    <a:pt x="54" y="98"/>
                    <a:pt x="54" y="98"/>
                    <a:pt x="54" y="98"/>
                  </a:cubicBezTo>
                  <a:cubicBezTo>
                    <a:pt x="56" y="98"/>
                    <a:pt x="58" y="100"/>
                    <a:pt x="58" y="102"/>
                  </a:cubicBezTo>
                  <a:cubicBezTo>
                    <a:pt x="58" y="104"/>
                    <a:pt x="56" y="106"/>
                    <a:pt x="54" y="106"/>
                  </a:cubicBezTo>
                  <a:cubicBezTo>
                    <a:pt x="46" y="106"/>
                    <a:pt x="40" y="104"/>
                    <a:pt x="33" y="102"/>
                  </a:cubicBezTo>
                  <a:cubicBezTo>
                    <a:pt x="33" y="102"/>
                    <a:pt x="33" y="102"/>
                    <a:pt x="33" y="102"/>
                  </a:cubicBezTo>
                  <a:cubicBezTo>
                    <a:pt x="27" y="99"/>
                    <a:pt x="21" y="95"/>
                    <a:pt x="16" y="90"/>
                  </a:cubicBezTo>
                  <a:cubicBezTo>
                    <a:pt x="11" y="85"/>
                    <a:pt x="7" y="80"/>
                    <a:pt x="4" y="73"/>
                  </a:cubicBezTo>
                  <a:cubicBezTo>
                    <a:pt x="4" y="73"/>
                    <a:pt x="4" y="73"/>
                    <a:pt x="4" y="73"/>
                  </a:cubicBezTo>
                  <a:cubicBezTo>
                    <a:pt x="2" y="67"/>
                    <a:pt x="0" y="60"/>
                    <a:pt x="0" y="53"/>
                  </a:cubicBezTo>
                  <a:cubicBezTo>
                    <a:pt x="0" y="46"/>
                    <a:pt x="2" y="39"/>
                    <a:pt x="4" y="32"/>
                  </a:cubicBezTo>
                  <a:cubicBezTo>
                    <a:pt x="4" y="32"/>
                    <a:pt x="4" y="32"/>
                    <a:pt x="4" y="32"/>
                  </a:cubicBezTo>
                  <a:cubicBezTo>
                    <a:pt x="4" y="32"/>
                    <a:pt x="4" y="32"/>
                    <a:pt x="4" y="32"/>
                  </a:cubicBezTo>
                  <a:cubicBezTo>
                    <a:pt x="7" y="26"/>
                    <a:pt x="11" y="20"/>
                    <a:pt x="16" y="15"/>
                  </a:cubicBezTo>
                  <a:cubicBezTo>
                    <a:pt x="21" y="10"/>
                    <a:pt x="27" y="6"/>
                    <a:pt x="33" y="4"/>
                  </a:cubicBezTo>
                  <a:cubicBezTo>
                    <a:pt x="33" y="3"/>
                    <a:pt x="33" y="3"/>
                    <a:pt x="33" y="3"/>
                  </a:cubicBezTo>
                  <a:cubicBezTo>
                    <a:pt x="40" y="1"/>
                    <a:pt x="46" y="0"/>
                    <a:pt x="54" y="0"/>
                  </a:cubicBezTo>
                  <a:cubicBezTo>
                    <a:pt x="61" y="0"/>
                    <a:pt x="68" y="1"/>
                    <a:pt x="74" y="4"/>
                  </a:cubicBezTo>
                  <a:cubicBezTo>
                    <a:pt x="74" y="4"/>
                    <a:pt x="74" y="4"/>
                    <a:pt x="74" y="4"/>
                  </a:cubicBezTo>
                  <a:cubicBezTo>
                    <a:pt x="74" y="4"/>
                    <a:pt x="74" y="4"/>
                    <a:pt x="74" y="4"/>
                  </a:cubicBezTo>
                  <a:cubicBezTo>
                    <a:pt x="80" y="6"/>
                    <a:pt x="86" y="10"/>
                    <a:pt x="91" y="15"/>
                  </a:cubicBezTo>
                  <a:cubicBezTo>
                    <a:pt x="96" y="20"/>
                    <a:pt x="100" y="26"/>
                    <a:pt x="103" y="32"/>
                  </a:cubicBezTo>
                  <a:cubicBezTo>
                    <a:pt x="103" y="33"/>
                    <a:pt x="103" y="33"/>
                    <a:pt x="103" y="33"/>
                  </a:cubicBezTo>
                  <a:cubicBezTo>
                    <a:pt x="105" y="39"/>
                    <a:pt x="107" y="46"/>
                    <a:pt x="107" y="53"/>
                  </a:cubicBezTo>
                  <a:cubicBezTo>
                    <a:pt x="107" y="55"/>
                    <a:pt x="105" y="57"/>
                    <a:pt x="103" y="57"/>
                  </a:cubicBezTo>
                  <a:cubicBezTo>
                    <a:pt x="100" y="57"/>
                    <a:pt x="99" y="55"/>
                    <a:pt x="99" y="53"/>
                  </a:cubicBezTo>
                  <a:cubicBezTo>
                    <a:pt x="99" y="47"/>
                    <a:pt x="97" y="41"/>
                    <a:pt x="95" y="36"/>
                  </a:cubicBezTo>
                  <a:cubicBezTo>
                    <a:pt x="95" y="36"/>
                    <a:pt x="95" y="36"/>
                    <a:pt x="95" y="36"/>
                  </a:cubicBezTo>
                  <a:cubicBezTo>
                    <a:pt x="93" y="30"/>
                    <a:pt x="90" y="25"/>
                    <a:pt x="85" y="21"/>
                  </a:cubicBezTo>
                  <a:cubicBezTo>
                    <a:pt x="81" y="17"/>
                    <a:pt x="76" y="13"/>
                    <a:pt x="71" y="11"/>
                  </a:cubicBezTo>
                  <a:cubicBezTo>
                    <a:pt x="66" y="9"/>
                    <a:pt x="60" y="8"/>
                    <a:pt x="54" y="8"/>
                  </a:cubicBezTo>
                  <a:cubicBezTo>
                    <a:pt x="47" y="8"/>
                    <a:pt x="42" y="9"/>
                    <a:pt x="37" y="11"/>
                  </a:cubicBezTo>
                  <a:cubicBezTo>
                    <a:pt x="36" y="11"/>
                    <a:pt x="36" y="11"/>
                    <a:pt x="36" y="11"/>
                  </a:cubicBezTo>
                  <a:cubicBezTo>
                    <a:pt x="31" y="13"/>
                    <a:pt x="26" y="17"/>
                    <a:pt x="22" y="21"/>
                  </a:cubicBezTo>
                  <a:cubicBezTo>
                    <a:pt x="18" y="25"/>
                    <a:pt x="14" y="30"/>
                    <a:pt x="12" y="36"/>
                  </a:cubicBezTo>
                  <a:cubicBezTo>
                    <a:pt x="10" y="41"/>
                    <a:pt x="9" y="47"/>
                    <a:pt x="9" y="53"/>
                  </a:cubicBezTo>
                  <a:cubicBezTo>
                    <a:pt x="9" y="59"/>
                    <a:pt x="10" y="65"/>
                    <a:pt x="12" y="70"/>
                  </a:cubicBezTo>
                  <a:cubicBezTo>
                    <a:pt x="12" y="70"/>
                    <a:pt x="12" y="70"/>
                    <a:pt x="12" y="70"/>
                  </a:cubicBezTo>
                  <a:cubicBezTo>
                    <a:pt x="14" y="75"/>
                    <a:pt x="18" y="80"/>
                    <a:pt x="22" y="85"/>
                  </a:cubicBezTo>
                  <a:cubicBezTo>
                    <a:pt x="26" y="89"/>
                    <a:pt x="31" y="92"/>
                    <a:pt x="36" y="94"/>
                  </a:cubicBezTo>
                  <a:cubicBezTo>
                    <a:pt x="42" y="97"/>
                    <a:pt x="47" y="98"/>
                    <a:pt x="54" y="98"/>
                  </a:cubicBezTo>
                  <a:close/>
                  <a:moveTo>
                    <a:pt x="99" y="76"/>
                  </a:moveTo>
                  <a:cubicBezTo>
                    <a:pt x="99" y="76"/>
                    <a:pt x="99" y="76"/>
                    <a:pt x="99" y="76"/>
                  </a:cubicBezTo>
                  <a:cubicBezTo>
                    <a:pt x="65" y="65"/>
                    <a:pt x="65" y="65"/>
                    <a:pt x="65" y="65"/>
                  </a:cubicBezTo>
                  <a:cubicBezTo>
                    <a:pt x="77" y="98"/>
                    <a:pt x="77" y="98"/>
                    <a:pt x="77" y="98"/>
                  </a:cubicBezTo>
                  <a:cubicBezTo>
                    <a:pt x="82" y="88"/>
                    <a:pt x="82" y="88"/>
                    <a:pt x="82" y="88"/>
                  </a:cubicBezTo>
                  <a:cubicBezTo>
                    <a:pt x="82" y="88"/>
                    <a:pt x="82" y="88"/>
                    <a:pt x="82" y="88"/>
                  </a:cubicBezTo>
                  <a:cubicBezTo>
                    <a:pt x="82" y="87"/>
                    <a:pt x="82" y="87"/>
                    <a:pt x="83" y="87"/>
                  </a:cubicBezTo>
                  <a:cubicBezTo>
                    <a:pt x="84" y="86"/>
                    <a:pt x="85" y="86"/>
                    <a:pt x="86" y="87"/>
                  </a:cubicBezTo>
                  <a:cubicBezTo>
                    <a:pt x="96" y="97"/>
                    <a:pt x="96" y="97"/>
                    <a:pt x="96" y="97"/>
                  </a:cubicBezTo>
                  <a:cubicBezTo>
                    <a:pt x="98" y="95"/>
                    <a:pt x="98" y="95"/>
                    <a:pt x="98" y="95"/>
                  </a:cubicBezTo>
                  <a:cubicBezTo>
                    <a:pt x="88" y="85"/>
                    <a:pt x="88" y="85"/>
                    <a:pt x="88" y="85"/>
                  </a:cubicBezTo>
                  <a:cubicBezTo>
                    <a:pt x="88" y="85"/>
                    <a:pt x="87" y="85"/>
                    <a:pt x="87" y="85"/>
                  </a:cubicBezTo>
                  <a:cubicBezTo>
                    <a:pt x="87" y="83"/>
                    <a:pt x="87" y="82"/>
                    <a:pt x="88" y="81"/>
                  </a:cubicBezTo>
                  <a:cubicBezTo>
                    <a:pt x="99" y="76"/>
                    <a:pt x="99" y="76"/>
                    <a:pt x="99"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015">
                <a:cs typeface="+mn-ea"/>
                <a:sym typeface="+mn-lt"/>
              </a:endParaRPr>
            </a:p>
          </p:txBody>
        </p:sp>
        <p:sp>
          <p:nvSpPr>
            <p:cNvPr id="22" name="KSO_Shape"/>
            <p:cNvSpPr/>
            <p:nvPr/>
          </p:nvSpPr>
          <p:spPr bwMode="auto">
            <a:xfrm>
              <a:off x="3864272" y="2144215"/>
              <a:ext cx="1424567" cy="2255249"/>
            </a:xfrm>
            <a:custGeom>
              <a:avLst/>
              <a:gdLst>
                <a:gd name="T0" fmla="*/ 2147483646 w 3864"/>
                <a:gd name="T1" fmla="*/ 1817606605 h 6111"/>
                <a:gd name="T2" fmla="*/ 2147483646 w 3864"/>
                <a:gd name="T3" fmla="*/ 2147483646 h 6111"/>
                <a:gd name="T4" fmla="*/ 2147483646 w 3864"/>
                <a:gd name="T5" fmla="*/ 2147483646 h 6111"/>
                <a:gd name="T6" fmla="*/ 2147483646 w 3864"/>
                <a:gd name="T7" fmla="*/ 2147483646 h 6111"/>
                <a:gd name="T8" fmla="*/ 2147483646 w 3864"/>
                <a:gd name="T9" fmla="*/ 2147483646 h 6111"/>
                <a:gd name="T10" fmla="*/ 2147483646 w 3864"/>
                <a:gd name="T11" fmla="*/ 2147483646 h 6111"/>
                <a:gd name="T12" fmla="*/ 2147483646 w 3864"/>
                <a:gd name="T13" fmla="*/ 2147483646 h 6111"/>
                <a:gd name="T14" fmla="*/ 2147483646 w 3864"/>
                <a:gd name="T15" fmla="*/ 2147483646 h 6111"/>
                <a:gd name="T16" fmla="*/ 2147483646 w 3864"/>
                <a:gd name="T17" fmla="*/ 2147483646 h 6111"/>
                <a:gd name="T18" fmla="*/ 2147483646 w 3864"/>
                <a:gd name="T19" fmla="*/ 2147483646 h 6111"/>
                <a:gd name="T20" fmla="*/ 2147483646 w 3864"/>
                <a:gd name="T21" fmla="*/ 2147483646 h 6111"/>
                <a:gd name="T22" fmla="*/ 2147483646 w 3864"/>
                <a:gd name="T23" fmla="*/ 2147483646 h 6111"/>
                <a:gd name="T24" fmla="*/ 2147483646 w 3864"/>
                <a:gd name="T25" fmla="*/ 2147483646 h 6111"/>
                <a:gd name="T26" fmla="*/ 2147483646 w 3864"/>
                <a:gd name="T27" fmla="*/ 2147483646 h 6111"/>
                <a:gd name="T28" fmla="*/ 2147483646 w 3864"/>
                <a:gd name="T29" fmla="*/ 2147483646 h 6111"/>
                <a:gd name="T30" fmla="*/ 2147483646 w 3864"/>
                <a:gd name="T31" fmla="*/ 2147483646 h 6111"/>
                <a:gd name="T32" fmla="*/ 2147483646 w 3864"/>
                <a:gd name="T33" fmla="*/ 2147483646 h 6111"/>
                <a:gd name="T34" fmla="*/ 2147483646 w 3864"/>
                <a:gd name="T35" fmla="*/ 2147483646 h 6111"/>
                <a:gd name="T36" fmla="*/ 574134261 w 3864"/>
                <a:gd name="T37" fmla="*/ 2147483646 h 6111"/>
                <a:gd name="T38" fmla="*/ 906491754 w 3864"/>
                <a:gd name="T39" fmla="*/ 2147483646 h 6111"/>
                <a:gd name="T40" fmla="*/ 2147483646 w 3864"/>
                <a:gd name="T41" fmla="*/ 2147483646 h 6111"/>
                <a:gd name="T42" fmla="*/ 2147483646 w 3864"/>
                <a:gd name="T43" fmla="*/ 2147483646 h 6111"/>
                <a:gd name="T44" fmla="*/ 2147483646 w 3864"/>
                <a:gd name="T45" fmla="*/ 2147483646 h 6111"/>
                <a:gd name="T46" fmla="*/ 2147483646 w 3864"/>
                <a:gd name="T47" fmla="*/ 1817606605 h 6111"/>
                <a:gd name="T48" fmla="*/ 2147483646 w 3864"/>
                <a:gd name="T49" fmla="*/ 2147483646 h 6111"/>
                <a:gd name="T50" fmla="*/ 2147483646 w 3864"/>
                <a:gd name="T51" fmla="*/ 2147483646 h 6111"/>
                <a:gd name="T52" fmla="*/ 2147483646 w 3864"/>
                <a:gd name="T53" fmla="*/ 2147483646 h 6111"/>
                <a:gd name="T54" fmla="*/ 2147483646 w 3864"/>
                <a:gd name="T55" fmla="*/ 2147483646 h 6111"/>
                <a:gd name="T56" fmla="*/ 2147483646 w 3864"/>
                <a:gd name="T57" fmla="*/ 2147483646 h 6111"/>
                <a:gd name="T58" fmla="*/ 2147483646 w 3864"/>
                <a:gd name="T59" fmla="*/ 2147483646 h 6111"/>
                <a:gd name="T60" fmla="*/ 2147483646 w 3864"/>
                <a:gd name="T61" fmla="*/ 2147483646 h 6111"/>
                <a:gd name="T62" fmla="*/ 2147483646 w 3864"/>
                <a:gd name="T63" fmla="*/ 2147483646 h 6111"/>
                <a:gd name="T64" fmla="*/ 2147483646 w 3864"/>
                <a:gd name="T65" fmla="*/ 2147483646 h 6111"/>
                <a:gd name="T66" fmla="*/ 2147483646 w 3864"/>
                <a:gd name="T67" fmla="*/ 2147483646 h 6111"/>
                <a:gd name="T68" fmla="*/ 2147483646 w 3864"/>
                <a:gd name="T69" fmla="*/ 2147483646 h 6111"/>
                <a:gd name="T70" fmla="*/ 2147483646 w 3864"/>
                <a:gd name="T71" fmla="*/ 2147483646 h 6111"/>
                <a:gd name="T72" fmla="*/ 2147483646 w 3864"/>
                <a:gd name="T73" fmla="*/ 2147483646 h 6111"/>
                <a:gd name="T74" fmla="*/ 2147483646 w 3864"/>
                <a:gd name="T75" fmla="*/ 2147483646 h 6111"/>
                <a:gd name="T76" fmla="*/ 2147483646 w 3864"/>
                <a:gd name="T77" fmla="*/ 2147483646 h 6111"/>
                <a:gd name="T78" fmla="*/ 2147483646 w 3864"/>
                <a:gd name="T79" fmla="*/ 2147483646 h 6111"/>
                <a:gd name="T80" fmla="*/ 2147483646 w 3864"/>
                <a:gd name="T81" fmla="*/ 2147483646 h 6111"/>
                <a:gd name="T82" fmla="*/ 2147483646 w 3864"/>
                <a:gd name="T83" fmla="*/ 2147483646 h 6111"/>
                <a:gd name="T84" fmla="*/ 2147483646 w 3864"/>
                <a:gd name="T85" fmla="*/ 2147483646 h 6111"/>
                <a:gd name="T86" fmla="*/ 2147483646 w 3864"/>
                <a:gd name="T87" fmla="*/ 2147483646 h 6111"/>
                <a:gd name="T88" fmla="*/ 2147483646 w 3864"/>
                <a:gd name="T89" fmla="*/ 2147483646 h 6111"/>
                <a:gd name="T90" fmla="*/ 2147483646 w 3864"/>
                <a:gd name="T91" fmla="*/ 2147483646 h 6111"/>
                <a:gd name="T92" fmla="*/ 2147483646 w 3864"/>
                <a:gd name="T93" fmla="*/ 2147483646 h 6111"/>
                <a:gd name="T94" fmla="*/ 2147483646 w 3864"/>
                <a:gd name="T95" fmla="*/ 2147483646 h 6111"/>
                <a:gd name="T96" fmla="*/ 2147483646 w 3864"/>
                <a:gd name="T97" fmla="*/ 2147483646 h 6111"/>
                <a:gd name="T98" fmla="*/ 2147483646 w 3864"/>
                <a:gd name="T99" fmla="*/ 2147483646 h 6111"/>
                <a:gd name="T100" fmla="*/ 2147483646 w 3864"/>
                <a:gd name="T101" fmla="*/ 2147483646 h 6111"/>
                <a:gd name="T102" fmla="*/ 2147483646 w 3864"/>
                <a:gd name="T103" fmla="*/ 2147483646 h 6111"/>
                <a:gd name="T104" fmla="*/ 2147483646 w 3864"/>
                <a:gd name="T105" fmla="*/ 2147483646 h 6111"/>
                <a:gd name="T106" fmla="*/ 2147483646 w 3864"/>
                <a:gd name="T107" fmla="*/ 2147483646 h 6111"/>
                <a:gd name="T108" fmla="*/ 2147483646 w 3864"/>
                <a:gd name="T109" fmla="*/ 2147483646 h 6111"/>
                <a:gd name="T110" fmla="*/ 2147483646 w 3864"/>
                <a:gd name="T111" fmla="*/ 2147483646 h 6111"/>
                <a:gd name="T112" fmla="*/ 2147483646 w 3864"/>
                <a:gd name="T113" fmla="*/ 2147483646 h 6111"/>
                <a:gd name="T114" fmla="*/ 2147483646 w 3864"/>
                <a:gd name="T115" fmla="*/ 2147483646 h 6111"/>
                <a:gd name="T116" fmla="*/ 2147483646 w 3864"/>
                <a:gd name="T117" fmla="*/ 2147483646 h 6111"/>
                <a:gd name="T118" fmla="*/ 2147483646 w 3864"/>
                <a:gd name="T119" fmla="*/ 2147483646 h 611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864" h="6111">
                  <a:moveTo>
                    <a:pt x="1932" y="0"/>
                  </a:moveTo>
                  <a:lnTo>
                    <a:pt x="1932" y="0"/>
                  </a:lnTo>
                  <a:lnTo>
                    <a:pt x="1982" y="0"/>
                  </a:lnTo>
                  <a:lnTo>
                    <a:pt x="2031" y="2"/>
                  </a:lnTo>
                  <a:lnTo>
                    <a:pt x="2081" y="5"/>
                  </a:lnTo>
                  <a:lnTo>
                    <a:pt x="2129" y="9"/>
                  </a:lnTo>
                  <a:lnTo>
                    <a:pt x="2178" y="15"/>
                  </a:lnTo>
                  <a:lnTo>
                    <a:pt x="2226" y="22"/>
                  </a:lnTo>
                  <a:lnTo>
                    <a:pt x="2273" y="30"/>
                  </a:lnTo>
                  <a:lnTo>
                    <a:pt x="2321" y="39"/>
                  </a:lnTo>
                  <a:lnTo>
                    <a:pt x="2367" y="48"/>
                  </a:lnTo>
                  <a:lnTo>
                    <a:pt x="2415" y="60"/>
                  </a:lnTo>
                  <a:lnTo>
                    <a:pt x="2460" y="73"/>
                  </a:lnTo>
                  <a:lnTo>
                    <a:pt x="2507" y="87"/>
                  </a:lnTo>
                  <a:lnTo>
                    <a:pt x="2551" y="101"/>
                  </a:lnTo>
                  <a:lnTo>
                    <a:pt x="2596" y="117"/>
                  </a:lnTo>
                  <a:lnTo>
                    <a:pt x="2640" y="133"/>
                  </a:lnTo>
                  <a:lnTo>
                    <a:pt x="2683" y="152"/>
                  </a:lnTo>
                  <a:lnTo>
                    <a:pt x="2727" y="170"/>
                  </a:lnTo>
                  <a:lnTo>
                    <a:pt x="2769" y="190"/>
                  </a:lnTo>
                  <a:lnTo>
                    <a:pt x="2811" y="211"/>
                  </a:lnTo>
                  <a:lnTo>
                    <a:pt x="2853" y="233"/>
                  </a:lnTo>
                  <a:lnTo>
                    <a:pt x="2893" y="255"/>
                  </a:lnTo>
                  <a:lnTo>
                    <a:pt x="2934" y="279"/>
                  </a:lnTo>
                  <a:lnTo>
                    <a:pt x="2973" y="304"/>
                  </a:lnTo>
                  <a:lnTo>
                    <a:pt x="3012" y="329"/>
                  </a:lnTo>
                  <a:lnTo>
                    <a:pt x="3050" y="356"/>
                  </a:lnTo>
                  <a:lnTo>
                    <a:pt x="3087" y="383"/>
                  </a:lnTo>
                  <a:lnTo>
                    <a:pt x="3124" y="412"/>
                  </a:lnTo>
                  <a:lnTo>
                    <a:pt x="3160" y="441"/>
                  </a:lnTo>
                  <a:lnTo>
                    <a:pt x="3196" y="471"/>
                  </a:lnTo>
                  <a:lnTo>
                    <a:pt x="3231" y="501"/>
                  </a:lnTo>
                  <a:lnTo>
                    <a:pt x="3265" y="532"/>
                  </a:lnTo>
                  <a:lnTo>
                    <a:pt x="3297" y="565"/>
                  </a:lnTo>
                  <a:lnTo>
                    <a:pt x="3330" y="599"/>
                  </a:lnTo>
                  <a:lnTo>
                    <a:pt x="3362" y="632"/>
                  </a:lnTo>
                  <a:lnTo>
                    <a:pt x="3393" y="667"/>
                  </a:lnTo>
                  <a:lnTo>
                    <a:pt x="3423" y="702"/>
                  </a:lnTo>
                  <a:lnTo>
                    <a:pt x="3452" y="739"/>
                  </a:lnTo>
                  <a:lnTo>
                    <a:pt x="3480" y="775"/>
                  </a:lnTo>
                  <a:lnTo>
                    <a:pt x="3507" y="813"/>
                  </a:lnTo>
                  <a:lnTo>
                    <a:pt x="3534" y="852"/>
                  </a:lnTo>
                  <a:lnTo>
                    <a:pt x="3560" y="890"/>
                  </a:lnTo>
                  <a:lnTo>
                    <a:pt x="3584" y="930"/>
                  </a:lnTo>
                  <a:lnTo>
                    <a:pt x="3607" y="970"/>
                  </a:lnTo>
                  <a:lnTo>
                    <a:pt x="3631" y="1011"/>
                  </a:lnTo>
                  <a:lnTo>
                    <a:pt x="3653" y="1051"/>
                  </a:lnTo>
                  <a:lnTo>
                    <a:pt x="3674" y="1094"/>
                  </a:lnTo>
                  <a:lnTo>
                    <a:pt x="3693" y="1136"/>
                  </a:lnTo>
                  <a:lnTo>
                    <a:pt x="3712" y="1179"/>
                  </a:lnTo>
                  <a:lnTo>
                    <a:pt x="3729" y="1223"/>
                  </a:lnTo>
                  <a:lnTo>
                    <a:pt x="3747" y="1267"/>
                  </a:lnTo>
                  <a:lnTo>
                    <a:pt x="3762" y="1312"/>
                  </a:lnTo>
                  <a:lnTo>
                    <a:pt x="3777" y="1357"/>
                  </a:lnTo>
                  <a:lnTo>
                    <a:pt x="3791" y="1402"/>
                  </a:lnTo>
                  <a:lnTo>
                    <a:pt x="3802" y="1449"/>
                  </a:lnTo>
                  <a:lnTo>
                    <a:pt x="3814" y="1495"/>
                  </a:lnTo>
                  <a:lnTo>
                    <a:pt x="3824" y="1543"/>
                  </a:lnTo>
                  <a:lnTo>
                    <a:pt x="3834" y="1589"/>
                  </a:lnTo>
                  <a:lnTo>
                    <a:pt x="3842" y="1638"/>
                  </a:lnTo>
                  <a:lnTo>
                    <a:pt x="3848" y="1685"/>
                  </a:lnTo>
                  <a:lnTo>
                    <a:pt x="3853" y="1734"/>
                  </a:lnTo>
                  <a:lnTo>
                    <a:pt x="3858" y="1783"/>
                  </a:lnTo>
                  <a:lnTo>
                    <a:pt x="3862" y="1832"/>
                  </a:lnTo>
                  <a:lnTo>
                    <a:pt x="3863" y="1882"/>
                  </a:lnTo>
                  <a:lnTo>
                    <a:pt x="3864" y="1932"/>
                  </a:lnTo>
                  <a:lnTo>
                    <a:pt x="3863" y="1999"/>
                  </a:lnTo>
                  <a:lnTo>
                    <a:pt x="3859" y="2065"/>
                  </a:lnTo>
                  <a:lnTo>
                    <a:pt x="3853" y="2130"/>
                  </a:lnTo>
                  <a:lnTo>
                    <a:pt x="3845" y="2195"/>
                  </a:lnTo>
                  <a:lnTo>
                    <a:pt x="3836" y="2260"/>
                  </a:lnTo>
                  <a:lnTo>
                    <a:pt x="3823" y="2324"/>
                  </a:lnTo>
                  <a:lnTo>
                    <a:pt x="3809" y="2387"/>
                  </a:lnTo>
                  <a:lnTo>
                    <a:pt x="3793" y="2449"/>
                  </a:lnTo>
                  <a:lnTo>
                    <a:pt x="3776" y="2511"/>
                  </a:lnTo>
                  <a:lnTo>
                    <a:pt x="3755" y="2571"/>
                  </a:lnTo>
                  <a:lnTo>
                    <a:pt x="3733" y="2631"/>
                  </a:lnTo>
                  <a:lnTo>
                    <a:pt x="3709" y="2690"/>
                  </a:lnTo>
                  <a:lnTo>
                    <a:pt x="3683" y="2747"/>
                  </a:lnTo>
                  <a:lnTo>
                    <a:pt x="3656" y="2804"/>
                  </a:lnTo>
                  <a:lnTo>
                    <a:pt x="3626" y="2859"/>
                  </a:lnTo>
                  <a:lnTo>
                    <a:pt x="3596" y="2914"/>
                  </a:lnTo>
                  <a:lnTo>
                    <a:pt x="3566" y="2963"/>
                  </a:lnTo>
                  <a:lnTo>
                    <a:pt x="3534" y="3011"/>
                  </a:lnTo>
                  <a:lnTo>
                    <a:pt x="3502" y="3058"/>
                  </a:lnTo>
                  <a:lnTo>
                    <a:pt x="3467" y="3103"/>
                  </a:lnTo>
                  <a:lnTo>
                    <a:pt x="3432" y="3148"/>
                  </a:lnTo>
                  <a:lnTo>
                    <a:pt x="3395" y="3193"/>
                  </a:lnTo>
                  <a:lnTo>
                    <a:pt x="3358" y="3234"/>
                  </a:lnTo>
                  <a:lnTo>
                    <a:pt x="3318" y="3276"/>
                  </a:lnTo>
                  <a:lnTo>
                    <a:pt x="3278" y="3317"/>
                  </a:lnTo>
                  <a:lnTo>
                    <a:pt x="3237" y="3356"/>
                  </a:lnTo>
                  <a:lnTo>
                    <a:pt x="3194" y="3393"/>
                  </a:lnTo>
                  <a:lnTo>
                    <a:pt x="3150" y="3431"/>
                  </a:lnTo>
                  <a:lnTo>
                    <a:pt x="3106" y="3465"/>
                  </a:lnTo>
                  <a:lnTo>
                    <a:pt x="3059" y="3500"/>
                  </a:lnTo>
                  <a:lnTo>
                    <a:pt x="3013" y="3533"/>
                  </a:lnTo>
                  <a:lnTo>
                    <a:pt x="2965" y="3564"/>
                  </a:lnTo>
                  <a:lnTo>
                    <a:pt x="2965" y="3763"/>
                  </a:lnTo>
                  <a:lnTo>
                    <a:pt x="3040" y="3756"/>
                  </a:lnTo>
                  <a:lnTo>
                    <a:pt x="3184" y="3744"/>
                  </a:lnTo>
                  <a:lnTo>
                    <a:pt x="3240" y="3879"/>
                  </a:lnTo>
                  <a:lnTo>
                    <a:pt x="3257" y="3921"/>
                  </a:lnTo>
                  <a:lnTo>
                    <a:pt x="3272" y="3961"/>
                  </a:lnTo>
                  <a:lnTo>
                    <a:pt x="3283" y="4003"/>
                  </a:lnTo>
                  <a:lnTo>
                    <a:pt x="3293" y="4044"/>
                  </a:lnTo>
                  <a:lnTo>
                    <a:pt x="3301" y="4084"/>
                  </a:lnTo>
                  <a:lnTo>
                    <a:pt x="3305" y="4125"/>
                  </a:lnTo>
                  <a:lnTo>
                    <a:pt x="3309" y="4166"/>
                  </a:lnTo>
                  <a:lnTo>
                    <a:pt x="3310" y="4206"/>
                  </a:lnTo>
                  <a:lnTo>
                    <a:pt x="3309" y="4248"/>
                  </a:lnTo>
                  <a:lnTo>
                    <a:pt x="3305" y="4289"/>
                  </a:lnTo>
                  <a:lnTo>
                    <a:pt x="3300" y="4329"/>
                  </a:lnTo>
                  <a:lnTo>
                    <a:pt x="3292" y="4370"/>
                  </a:lnTo>
                  <a:lnTo>
                    <a:pt x="3282" y="4409"/>
                  </a:lnTo>
                  <a:lnTo>
                    <a:pt x="3269" y="4449"/>
                  </a:lnTo>
                  <a:lnTo>
                    <a:pt x="3256" y="4487"/>
                  </a:lnTo>
                  <a:lnTo>
                    <a:pt x="3239" y="4527"/>
                  </a:lnTo>
                  <a:lnTo>
                    <a:pt x="3224" y="4560"/>
                  </a:lnTo>
                  <a:lnTo>
                    <a:pt x="3240" y="4600"/>
                  </a:lnTo>
                  <a:lnTo>
                    <a:pt x="3257" y="4642"/>
                  </a:lnTo>
                  <a:lnTo>
                    <a:pt x="3272" y="4682"/>
                  </a:lnTo>
                  <a:lnTo>
                    <a:pt x="3283" y="4724"/>
                  </a:lnTo>
                  <a:lnTo>
                    <a:pt x="3293" y="4765"/>
                  </a:lnTo>
                  <a:lnTo>
                    <a:pt x="3301" y="4805"/>
                  </a:lnTo>
                  <a:lnTo>
                    <a:pt x="3305" y="4846"/>
                  </a:lnTo>
                  <a:lnTo>
                    <a:pt x="3309" y="4888"/>
                  </a:lnTo>
                  <a:lnTo>
                    <a:pt x="3310" y="4927"/>
                  </a:lnTo>
                  <a:lnTo>
                    <a:pt x="3309" y="4969"/>
                  </a:lnTo>
                  <a:lnTo>
                    <a:pt x="3305" y="5010"/>
                  </a:lnTo>
                  <a:lnTo>
                    <a:pt x="3300" y="5050"/>
                  </a:lnTo>
                  <a:lnTo>
                    <a:pt x="3292" y="5091"/>
                  </a:lnTo>
                  <a:lnTo>
                    <a:pt x="3282" y="5130"/>
                  </a:lnTo>
                  <a:lnTo>
                    <a:pt x="3269" y="5170"/>
                  </a:lnTo>
                  <a:lnTo>
                    <a:pt x="3256" y="5209"/>
                  </a:lnTo>
                  <a:lnTo>
                    <a:pt x="3239" y="5248"/>
                  </a:lnTo>
                  <a:lnTo>
                    <a:pt x="3191" y="5356"/>
                  </a:lnTo>
                  <a:lnTo>
                    <a:pt x="3073" y="5366"/>
                  </a:lnTo>
                  <a:lnTo>
                    <a:pt x="886" y="5559"/>
                  </a:lnTo>
                  <a:lnTo>
                    <a:pt x="735" y="5573"/>
                  </a:lnTo>
                  <a:lnTo>
                    <a:pt x="681" y="5430"/>
                  </a:lnTo>
                  <a:lnTo>
                    <a:pt x="668" y="5395"/>
                  </a:lnTo>
                  <a:lnTo>
                    <a:pt x="656" y="5359"/>
                  </a:lnTo>
                  <a:lnTo>
                    <a:pt x="646" y="5323"/>
                  </a:lnTo>
                  <a:lnTo>
                    <a:pt x="636" y="5286"/>
                  </a:lnTo>
                  <a:lnTo>
                    <a:pt x="628" y="5249"/>
                  </a:lnTo>
                  <a:lnTo>
                    <a:pt x="623" y="5210"/>
                  </a:lnTo>
                  <a:lnTo>
                    <a:pt x="618" y="5172"/>
                  </a:lnTo>
                  <a:lnTo>
                    <a:pt x="616" y="5133"/>
                  </a:lnTo>
                  <a:lnTo>
                    <a:pt x="614" y="5091"/>
                  </a:lnTo>
                  <a:lnTo>
                    <a:pt x="617" y="5049"/>
                  </a:lnTo>
                  <a:lnTo>
                    <a:pt x="621" y="5006"/>
                  </a:lnTo>
                  <a:lnTo>
                    <a:pt x="628" y="4963"/>
                  </a:lnTo>
                  <a:lnTo>
                    <a:pt x="633" y="4941"/>
                  </a:lnTo>
                  <a:lnTo>
                    <a:pt x="638" y="4919"/>
                  </a:lnTo>
                  <a:lnTo>
                    <a:pt x="645" y="4897"/>
                  </a:lnTo>
                  <a:lnTo>
                    <a:pt x="652" y="4875"/>
                  </a:lnTo>
                  <a:lnTo>
                    <a:pt x="659" y="4853"/>
                  </a:lnTo>
                  <a:lnTo>
                    <a:pt x="668" y="4831"/>
                  </a:lnTo>
                  <a:lnTo>
                    <a:pt x="677" y="4808"/>
                  </a:lnTo>
                  <a:lnTo>
                    <a:pt x="688" y="4786"/>
                  </a:lnTo>
                  <a:lnTo>
                    <a:pt x="700" y="4759"/>
                  </a:lnTo>
                  <a:lnTo>
                    <a:pt x="681" y="4709"/>
                  </a:lnTo>
                  <a:lnTo>
                    <a:pt x="668" y="4674"/>
                  </a:lnTo>
                  <a:lnTo>
                    <a:pt x="656" y="4638"/>
                  </a:lnTo>
                  <a:lnTo>
                    <a:pt x="646" y="4602"/>
                  </a:lnTo>
                  <a:lnTo>
                    <a:pt x="636" y="4565"/>
                  </a:lnTo>
                  <a:lnTo>
                    <a:pt x="628" y="4528"/>
                  </a:lnTo>
                  <a:lnTo>
                    <a:pt x="623" y="4489"/>
                  </a:lnTo>
                  <a:lnTo>
                    <a:pt x="618" y="4451"/>
                  </a:lnTo>
                  <a:lnTo>
                    <a:pt x="616" y="4412"/>
                  </a:lnTo>
                  <a:lnTo>
                    <a:pt x="614" y="4370"/>
                  </a:lnTo>
                  <a:lnTo>
                    <a:pt x="617" y="4327"/>
                  </a:lnTo>
                  <a:lnTo>
                    <a:pt x="621" y="4285"/>
                  </a:lnTo>
                  <a:lnTo>
                    <a:pt x="628" y="4242"/>
                  </a:lnTo>
                  <a:lnTo>
                    <a:pt x="633" y="4220"/>
                  </a:lnTo>
                  <a:lnTo>
                    <a:pt x="638" y="4198"/>
                  </a:lnTo>
                  <a:lnTo>
                    <a:pt x="645" y="4176"/>
                  </a:lnTo>
                  <a:lnTo>
                    <a:pt x="652" y="4154"/>
                  </a:lnTo>
                  <a:lnTo>
                    <a:pt x="659" y="4132"/>
                  </a:lnTo>
                  <a:lnTo>
                    <a:pt x="668" y="4110"/>
                  </a:lnTo>
                  <a:lnTo>
                    <a:pt x="677" y="4087"/>
                  </a:lnTo>
                  <a:lnTo>
                    <a:pt x="688" y="4064"/>
                  </a:lnTo>
                  <a:lnTo>
                    <a:pt x="736" y="3960"/>
                  </a:lnTo>
                  <a:lnTo>
                    <a:pt x="851" y="3950"/>
                  </a:lnTo>
                  <a:lnTo>
                    <a:pt x="934" y="3943"/>
                  </a:lnTo>
                  <a:lnTo>
                    <a:pt x="934" y="3586"/>
                  </a:lnTo>
                  <a:lnTo>
                    <a:pt x="885" y="3555"/>
                  </a:lnTo>
                  <a:lnTo>
                    <a:pt x="836" y="3522"/>
                  </a:lnTo>
                  <a:lnTo>
                    <a:pt x="789" y="3489"/>
                  </a:lnTo>
                  <a:lnTo>
                    <a:pt x="742" y="3454"/>
                  </a:lnTo>
                  <a:lnTo>
                    <a:pt x="697" y="3417"/>
                  </a:lnTo>
                  <a:lnTo>
                    <a:pt x="653" y="3378"/>
                  </a:lnTo>
                  <a:lnTo>
                    <a:pt x="610" y="3340"/>
                  </a:lnTo>
                  <a:lnTo>
                    <a:pt x="568" y="3299"/>
                  </a:lnTo>
                  <a:lnTo>
                    <a:pt x="527" y="3258"/>
                  </a:lnTo>
                  <a:lnTo>
                    <a:pt x="488" y="3215"/>
                  </a:lnTo>
                  <a:lnTo>
                    <a:pt x="450" y="3170"/>
                  </a:lnTo>
                  <a:lnTo>
                    <a:pt x="414" y="3125"/>
                  </a:lnTo>
                  <a:lnTo>
                    <a:pt x="378" y="3079"/>
                  </a:lnTo>
                  <a:lnTo>
                    <a:pt x="344" y="3031"/>
                  </a:lnTo>
                  <a:lnTo>
                    <a:pt x="311" y="2982"/>
                  </a:lnTo>
                  <a:lnTo>
                    <a:pt x="280" y="2934"/>
                  </a:lnTo>
                  <a:lnTo>
                    <a:pt x="248" y="2878"/>
                  </a:lnTo>
                  <a:lnTo>
                    <a:pt x="217" y="2821"/>
                  </a:lnTo>
                  <a:lnTo>
                    <a:pt x="188" y="2763"/>
                  </a:lnTo>
                  <a:lnTo>
                    <a:pt x="162" y="2705"/>
                  </a:lnTo>
                  <a:lnTo>
                    <a:pt x="136" y="2644"/>
                  </a:lnTo>
                  <a:lnTo>
                    <a:pt x="113" y="2584"/>
                  </a:lnTo>
                  <a:lnTo>
                    <a:pt x="92" y="2523"/>
                  </a:lnTo>
                  <a:lnTo>
                    <a:pt x="73" y="2460"/>
                  </a:lnTo>
                  <a:lnTo>
                    <a:pt x="56" y="2396"/>
                  </a:lnTo>
                  <a:lnTo>
                    <a:pt x="42" y="2332"/>
                  </a:lnTo>
                  <a:lnTo>
                    <a:pt x="29" y="2267"/>
                  </a:lnTo>
                  <a:lnTo>
                    <a:pt x="19" y="2201"/>
                  </a:lnTo>
                  <a:lnTo>
                    <a:pt x="11" y="2135"/>
                  </a:lnTo>
                  <a:lnTo>
                    <a:pt x="5" y="2067"/>
                  </a:lnTo>
                  <a:lnTo>
                    <a:pt x="1" y="2000"/>
                  </a:lnTo>
                  <a:lnTo>
                    <a:pt x="0" y="1932"/>
                  </a:lnTo>
                  <a:lnTo>
                    <a:pt x="0" y="1882"/>
                  </a:lnTo>
                  <a:lnTo>
                    <a:pt x="3" y="1832"/>
                  </a:lnTo>
                  <a:lnTo>
                    <a:pt x="5" y="1783"/>
                  </a:lnTo>
                  <a:lnTo>
                    <a:pt x="10" y="1734"/>
                  </a:lnTo>
                  <a:lnTo>
                    <a:pt x="15" y="1685"/>
                  </a:lnTo>
                  <a:lnTo>
                    <a:pt x="22" y="1638"/>
                  </a:lnTo>
                  <a:lnTo>
                    <a:pt x="30" y="1589"/>
                  </a:lnTo>
                  <a:lnTo>
                    <a:pt x="39" y="1543"/>
                  </a:lnTo>
                  <a:lnTo>
                    <a:pt x="49" y="1495"/>
                  </a:lnTo>
                  <a:lnTo>
                    <a:pt x="61" y="1449"/>
                  </a:lnTo>
                  <a:lnTo>
                    <a:pt x="73" y="1402"/>
                  </a:lnTo>
                  <a:lnTo>
                    <a:pt x="86" y="1357"/>
                  </a:lnTo>
                  <a:lnTo>
                    <a:pt x="101" y="1312"/>
                  </a:lnTo>
                  <a:lnTo>
                    <a:pt x="118" y="1267"/>
                  </a:lnTo>
                  <a:lnTo>
                    <a:pt x="134" y="1223"/>
                  </a:lnTo>
                  <a:lnTo>
                    <a:pt x="151" y="1179"/>
                  </a:lnTo>
                  <a:lnTo>
                    <a:pt x="171" y="1136"/>
                  </a:lnTo>
                  <a:lnTo>
                    <a:pt x="191" y="1094"/>
                  </a:lnTo>
                  <a:lnTo>
                    <a:pt x="212" y="1051"/>
                  </a:lnTo>
                  <a:lnTo>
                    <a:pt x="232" y="1011"/>
                  </a:lnTo>
                  <a:lnTo>
                    <a:pt x="256" y="970"/>
                  </a:lnTo>
                  <a:lnTo>
                    <a:pt x="279" y="930"/>
                  </a:lnTo>
                  <a:lnTo>
                    <a:pt x="304" y="890"/>
                  </a:lnTo>
                  <a:lnTo>
                    <a:pt x="330" y="852"/>
                  </a:lnTo>
                  <a:lnTo>
                    <a:pt x="357" y="813"/>
                  </a:lnTo>
                  <a:lnTo>
                    <a:pt x="383" y="775"/>
                  </a:lnTo>
                  <a:lnTo>
                    <a:pt x="411" y="739"/>
                  </a:lnTo>
                  <a:lnTo>
                    <a:pt x="441" y="702"/>
                  </a:lnTo>
                  <a:lnTo>
                    <a:pt x="470" y="667"/>
                  </a:lnTo>
                  <a:lnTo>
                    <a:pt x="502" y="632"/>
                  </a:lnTo>
                  <a:lnTo>
                    <a:pt x="533" y="599"/>
                  </a:lnTo>
                  <a:lnTo>
                    <a:pt x="566" y="565"/>
                  </a:lnTo>
                  <a:lnTo>
                    <a:pt x="599" y="532"/>
                  </a:lnTo>
                  <a:lnTo>
                    <a:pt x="633" y="501"/>
                  </a:lnTo>
                  <a:lnTo>
                    <a:pt x="668" y="471"/>
                  </a:lnTo>
                  <a:lnTo>
                    <a:pt x="703" y="441"/>
                  </a:lnTo>
                  <a:lnTo>
                    <a:pt x="739" y="412"/>
                  </a:lnTo>
                  <a:lnTo>
                    <a:pt x="776" y="383"/>
                  </a:lnTo>
                  <a:lnTo>
                    <a:pt x="813" y="356"/>
                  </a:lnTo>
                  <a:lnTo>
                    <a:pt x="851" y="329"/>
                  </a:lnTo>
                  <a:lnTo>
                    <a:pt x="891" y="304"/>
                  </a:lnTo>
                  <a:lnTo>
                    <a:pt x="930" y="279"/>
                  </a:lnTo>
                  <a:lnTo>
                    <a:pt x="970" y="255"/>
                  </a:lnTo>
                  <a:lnTo>
                    <a:pt x="1010" y="233"/>
                  </a:lnTo>
                  <a:lnTo>
                    <a:pt x="1052" y="211"/>
                  </a:lnTo>
                  <a:lnTo>
                    <a:pt x="1094" y="190"/>
                  </a:lnTo>
                  <a:lnTo>
                    <a:pt x="1137" y="170"/>
                  </a:lnTo>
                  <a:lnTo>
                    <a:pt x="1180" y="152"/>
                  </a:lnTo>
                  <a:lnTo>
                    <a:pt x="1224" y="133"/>
                  </a:lnTo>
                  <a:lnTo>
                    <a:pt x="1268" y="117"/>
                  </a:lnTo>
                  <a:lnTo>
                    <a:pt x="1312" y="101"/>
                  </a:lnTo>
                  <a:lnTo>
                    <a:pt x="1357" y="87"/>
                  </a:lnTo>
                  <a:lnTo>
                    <a:pt x="1403" y="73"/>
                  </a:lnTo>
                  <a:lnTo>
                    <a:pt x="1449" y="60"/>
                  </a:lnTo>
                  <a:lnTo>
                    <a:pt x="1496" y="48"/>
                  </a:lnTo>
                  <a:lnTo>
                    <a:pt x="1542" y="39"/>
                  </a:lnTo>
                  <a:lnTo>
                    <a:pt x="1590" y="30"/>
                  </a:lnTo>
                  <a:lnTo>
                    <a:pt x="1637" y="22"/>
                  </a:lnTo>
                  <a:lnTo>
                    <a:pt x="1686" y="15"/>
                  </a:lnTo>
                  <a:lnTo>
                    <a:pt x="1735" y="9"/>
                  </a:lnTo>
                  <a:lnTo>
                    <a:pt x="1783" y="5"/>
                  </a:lnTo>
                  <a:lnTo>
                    <a:pt x="1832" y="2"/>
                  </a:lnTo>
                  <a:lnTo>
                    <a:pt x="1882" y="0"/>
                  </a:lnTo>
                  <a:lnTo>
                    <a:pt x="1932" y="0"/>
                  </a:lnTo>
                  <a:close/>
                  <a:moveTo>
                    <a:pt x="1507" y="2300"/>
                  </a:moveTo>
                  <a:lnTo>
                    <a:pt x="1507" y="2300"/>
                  </a:lnTo>
                  <a:lnTo>
                    <a:pt x="1533" y="2310"/>
                  </a:lnTo>
                  <a:lnTo>
                    <a:pt x="1557" y="2318"/>
                  </a:lnTo>
                  <a:lnTo>
                    <a:pt x="1569" y="2321"/>
                  </a:lnTo>
                  <a:lnTo>
                    <a:pt x="1580" y="2323"/>
                  </a:lnTo>
                  <a:lnTo>
                    <a:pt x="1592" y="2324"/>
                  </a:lnTo>
                  <a:lnTo>
                    <a:pt x="1604" y="2324"/>
                  </a:lnTo>
                  <a:lnTo>
                    <a:pt x="1619" y="2324"/>
                  </a:lnTo>
                  <a:lnTo>
                    <a:pt x="1633" y="2322"/>
                  </a:lnTo>
                  <a:lnTo>
                    <a:pt x="1648" y="2318"/>
                  </a:lnTo>
                  <a:lnTo>
                    <a:pt x="1663" y="2314"/>
                  </a:lnTo>
                  <a:lnTo>
                    <a:pt x="1677" y="2308"/>
                  </a:lnTo>
                  <a:lnTo>
                    <a:pt x="1691" y="2300"/>
                  </a:lnTo>
                  <a:lnTo>
                    <a:pt x="1705" y="2289"/>
                  </a:lnTo>
                  <a:lnTo>
                    <a:pt x="1718" y="2279"/>
                  </a:lnTo>
                  <a:lnTo>
                    <a:pt x="1750" y="2251"/>
                  </a:lnTo>
                  <a:lnTo>
                    <a:pt x="1782" y="2276"/>
                  </a:lnTo>
                  <a:lnTo>
                    <a:pt x="1801" y="2290"/>
                  </a:lnTo>
                  <a:lnTo>
                    <a:pt x="1819" y="2303"/>
                  </a:lnTo>
                  <a:lnTo>
                    <a:pt x="1838" y="2314"/>
                  </a:lnTo>
                  <a:lnTo>
                    <a:pt x="1855" y="2323"/>
                  </a:lnTo>
                  <a:lnTo>
                    <a:pt x="1873" y="2330"/>
                  </a:lnTo>
                  <a:lnTo>
                    <a:pt x="1890" y="2336"/>
                  </a:lnTo>
                  <a:lnTo>
                    <a:pt x="1908" y="2339"/>
                  </a:lnTo>
                  <a:lnTo>
                    <a:pt x="1924" y="2340"/>
                  </a:lnTo>
                  <a:lnTo>
                    <a:pt x="1939" y="2340"/>
                  </a:lnTo>
                  <a:lnTo>
                    <a:pt x="1954" y="2338"/>
                  </a:lnTo>
                  <a:lnTo>
                    <a:pt x="1969" y="2333"/>
                  </a:lnTo>
                  <a:lnTo>
                    <a:pt x="1984" y="2328"/>
                  </a:lnTo>
                  <a:lnTo>
                    <a:pt x="1999" y="2319"/>
                  </a:lnTo>
                  <a:lnTo>
                    <a:pt x="2013" y="2309"/>
                  </a:lnTo>
                  <a:lnTo>
                    <a:pt x="2028" y="2296"/>
                  </a:lnTo>
                  <a:lnTo>
                    <a:pt x="2044" y="2282"/>
                  </a:lnTo>
                  <a:lnTo>
                    <a:pt x="2077" y="2246"/>
                  </a:lnTo>
                  <a:lnTo>
                    <a:pt x="2113" y="2279"/>
                  </a:lnTo>
                  <a:lnTo>
                    <a:pt x="2134" y="2295"/>
                  </a:lnTo>
                  <a:lnTo>
                    <a:pt x="2154" y="2308"/>
                  </a:lnTo>
                  <a:lnTo>
                    <a:pt x="2175" y="2319"/>
                  </a:lnTo>
                  <a:lnTo>
                    <a:pt x="2194" y="2326"/>
                  </a:lnTo>
                  <a:lnTo>
                    <a:pt x="2215" y="2332"/>
                  </a:lnTo>
                  <a:lnTo>
                    <a:pt x="2235" y="2336"/>
                  </a:lnTo>
                  <a:lnTo>
                    <a:pt x="2255" y="2337"/>
                  </a:lnTo>
                  <a:lnTo>
                    <a:pt x="2275" y="2336"/>
                  </a:lnTo>
                  <a:lnTo>
                    <a:pt x="2291" y="2333"/>
                  </a:lnTo>
                  <a:lnTo>
                    <a:pt x="2308" y="2330"/>
                  </a:lnTo>
                  <a:lnTo>
                    <a:pt x="2324" y="2325"/>
                  </a:lnTo>
                  <a:lnTo>
                    <a:pt x="2342" y="2319"/>
                  </a:lnTo>
                  <a:lnTo>
                    <a:pt x="2359" y="2314"/>
                  </a:lnTo>
                  <a:lnTo>
                    <a:pt x="2377" y="2307"/>
                  </a:lnTo>
                  <a:lnTo>
                    <a:pt x="2412" y="2290"/>
                  </a:lnTo>
                  <a:lnTo>
                    <a:pt x="2484" y="2175"/>
                  </a:lnTo>
                  <a:lnTo>
                    <a:pt x="2653" y="2281"/>
                  </a:lnTo>
                  <a:lnTo>
                    <a:pt x="2239" y="2948"/>
                  </a:lnTo>
                  <a:lnTo>
                    <a:pt x="2239" y="3826"/>
                  </a:lnTo>
                  <a:lnTo>
                    <a:pt x="2564" y="3799"/>
                  </a:lnTo>
                  <a:lnTo>
                    <a:pt x="2564" y="3450"/>
                  </a:lnTo>
                  <a:lnTo>
                    <a:pt x="2564" y="3332"/>
                  </a:lnTo>
                  <a:lnTo>
                    <a:pt x="2668" y="3274"/>
                  </a:lnTo>
                  <a:lnTo>
                    <a:pt x="2712" y="3248"/>
                  </a:lnTo>
                  <a:lnTo>
                    <a:pt x="2756" y="3222"/>
                  </a:lnTo>
                  <a:lnTo>
                    <a:pt x="2799" y="3194"/>
                  </a:lnTo>
                  <a:lnTo>
                    <a:pt x="2841" y="3163"/>
                  </a:lnTo>
                  <a:lnTo>
                    <a:pt x="2882" y="3132"/>
                  </a:lnTo>
                  <a:lnTo>
                    <a:pt x="2921" y="3100"/>
                  </a:lnTo>
                  <a:lnTo>
                    <a:pt x="2960" y="3066"/>
                  </a:lnTo>
                  <a:lnTo>
                    <a:pt x="2997" y="3031"/>
                  </a:lnTo>
                  <a:lnTo>
                    <a:pt x="3033" y="2995"/>
                  </a:lnTo>
                  <a:lnTo>
                    <a:pt x="3067" y="2958"/>
                  </a:lnTo>
                  <a:lnTo>
                    <a:pt x="3101" y="2918"/>
                  </a:lnTo>
                  <a:lnTo>
                    <a:pt x="3134" y="2879"/>
                  </a:lnTo>
                  <a:lnTo>
                    <a:pt x="3165" y="2838"/>
                  </a:lnTo>
                  <a:lnTo>
                    <a:pt x="3195" y="2797"/>
                  </a:lnTo>
                  <a:lnTo>
                    <a:pt x="3223" y="2754"/>
                  </a:lnTo>
                  <a:lnTo>
                    <a:pt x="3250" y="2711"/>
                  </a:lnTo>
                  <a:lnTo>
                    <a:pt x="3275" y="2667"/>
                  </a:lnTo>
                  <a:lnTo>
                    <a:pt x="3299" y="2624"/>
                  </a:lnTo>
                  <a:lnTo>
                    <a:pt x="3319" y="2578"/>
                  </a:lnTo>
                  <a:lnTo>
                    <a:pt x="3340" y="2533"/>
                  </a:lnTo>
                  <a:lnTo>
                    <a:pt x="3359" y="2487"/>
                  </a:lnTo>
                  <a:lnTo>
                    <a:pt x="3376" y="2439"/>
                  </a:lnTo>
                  <a:lnTo>
                    <a:pt x="3393" y="2391"/>
                  </a:lnTo>
                  <a:lnTo>
                    <a:pt x="3406" y="2343"/>
                  </a:lnTo>
                  <a:lnTo>
                    <a:pt x="3419" y="2293"/>
                  </a:lnTo>
                  <a:lnTo>
                    <a:pt x="3431" y="2243"/>
                  </a:lnTo>
                  <a:lnTo>
                    <a:pt x="3440" y="2193"/>
                  </a:lnTo>
                  <a:lnTo>
                    <a:pt x="3448" y="2142"/>
                  </a:lnTo>
                  <a:lnTo>
                    <a:pt x="3454" y="2089"/>
                  </a:lnTo>
                  <a:lnTo>
                    <a:pt x="3459" y="2037"/>
                  </a:lnTo>
                  <a:lnTo>
                    <a:pt x="3461" y="1985"/>
                  </a:lnTo>
                  <a:lnTo>
                    <a:pt x="3462" y="1932"/>
                  </a:lnTo>
                  <a:lnTo>
                    <a:pt x="3462" y="1892"/>
                  </a:lnTo>
                  <a:lnTo>
                    <a:pt x="3460" y="1853"/>
                  </a:lnTo>
                  <a:lnTo>
                    <a:pt x="3458" y="1814"/>
                  </a:lnTo>
                  <a:lnTo>
                    <a:pt x="3454" y="1775"/>
                  </a:lnTo>
                  <a:lnTo>
                    <a:pt x="3449" y="1737"/>
                  </a:lnTo>
                  <a:lnTo>
                    <a:pt x="3445" y="1698"/>
                  </a:lnTo>
                  <a:lnTo>
                    <a:pt x="3438" y="1661"/>
                  </a:lnTo>
                  <a:lnTo>
                    <a:pt x="3431" y="1623"/>
                  </a:lnTo>
                  <a:lnTo>
                    <a:pt x="3423" y="1586"/>
                  </a:lnTo>
                  <a:lnTo>
                    <a:pt x="3415" y="1548"/>
                  </a:lnTo>
                  <a:lnTo>
                    <a:pt x="3404" y="1512"/>
                  </a:lnTo>
                  <a:lnTo>
                    <a:pt x="3394" y="1476"/>
                  </a:lnTo>
                  <a:lnTo>
                    <a:pt x="3382" y="1440"/>
                  </a:lnTo>
                  <a:lnTo>
                    <a:pt x="3369" y="1406"/>
                  </a:lnTo>
                  <a:lnTo>
                    <a:pt x="3357" y="1371"/>
                  </a:lnTo>
                  <a:lnTo>
                    <a:pt x="3341" y="1336"/>
                  </a:lnTo>
                  <a:lnTo>
                    <a:pt x="3328" y="1301"/>
                  </a:lnTo>
                  <a:lnTo>
                    <a:pt x="3311" y="1267"/>
                  </a:lnTo>
                  <a:lnTo>
                    <a:pt x="3295" y="1235"/>
                  </a:lnTo>
                  <a:lnTo>
                    <a:pt x="3278" y="1202"/>
                  </a:lnTo>
                  <a:lnTo>
                    <a:pt x="3259" y="1170"/>
                  </a:lnTo>
                  <a:lnTo>
                    <a:pt x="3240" y="1137"/>
                  </a:lnTo>
                  <a:lnTo>
                    <a:pt x="3221" y="1106"/>
                  </a:lnTo>
                  <a:lnTo>
                    <a:pt x="3201" y="1076"/>
                  </a:lnTo>
                  <a:lnTo>
                    <a:pt x="3180" y="1046"/>
                  </a:lnTo>
                  <a:lnTo>
                    <a:pt x="3158" y="1015"/>
                  </a:lnTo>
                  <a:lnTo>
                    <a:pt x="3136" y="986"/>
                  </a:lnTo>
                  <a:lnTo>
                    <a:pt x="3113" y="957"/>
                  </a:lnTo>
                  <a:lnTo>
                    <a:pt x="3090" y="930"/>
                  </a:lnTo>
                  <a:lnTo>
                    <a:pt x="3065" y="902"/>
                  </a:lnTo>
                  <a:lnTo>
                    <a:pt x="3040" y="875"/>
                  </a:lnTo>
                  <a:lnTo>
                    <a:pt x="3014" y="849"/>
                  </a:lnTo>
                  <a:lnTo>
                    <a:pt x="2987" y="824"/>
                  </a:lnTo>
                  <a:lnTo>
                    <a:pt x="2961" y="798"/>
                  </a:lnTo>
                  <a:lnTo>
                    <a:pt x="2934" y="774"/>
                  </a:lnTo>
                  <a:lnTo>
                    <a:pt x="2905" y="751"/>
                  </a:lnTo>
                  <a:lnTo>
                    <a:pt x="2877" y="728"/>
                  </a:lnTo>
                  <a:lnTo>
                    <a:pt x="2848" y="704"/>
                  </a:lnTo>
                  <a:lnTo>
                    <a:pt x="2818" y="683"/>
                  </a:lnTo>
                  <a:lnTo>
                    <a:pt x="2788" y="663"/>
                  </a:lnTo>
                  <a:lnTo>
                    <a:pt x="2756" y="642"/>
                  </a:lnTo>
                  <a:lnTo>
                    <a:pt x="2725" y="622"/>
                  </a:lnTo>
                  <a:lnTo>
                    <a:pt x="2694" y="603"/>
                  </a:lnTo>
                  <a:lnTo>
                    <a:pt x="2661" y="586"/>
                  </a:lnTo>
                  <a:lnTo>
                    <a:pt x="2629" y="568"/>
                  </a:lnTo>
                  <a:lnTo>
                    <a:pt x="2595" y="552"/>
                  </a:lnTo>
                  <a:lnTo>
                    <a:pt x="2561" y="536"/>
                  </a:lnTo>
                  <a:lnTo>
                    <a:pt x="2528" y="521"/>
                  </a:lnTo>
                  <a:lnTo>
                    <a:pt x="2493" y="507"/>
                  </a:lnTo>
                  <a:lnTo>
                    <a:pt x="2458" y="494"/>
                  </a:lnTo>
                  <a:lnTo>
                    <a:pt x="2423" y="481"/>
                  </a:lnTo>
                  <a:lnTo>
                    <a:pt x="2387" y="470"/>
                  </a:lnTo>
                  <a:lnTo>
                    <a:pt x="2351" y="459"/>
                  </a:lnTo>
                  <a:lnTo>
                    <a:pt x="2314" y="449"/>
                  </a:lnTo>
                  <a:lnTo>
                    <a:pt x="2277" y="440"/>
                  </a:lnTo>
                  <a:lnTo>
                    <a:pt x="2240" y="431"/>
                  </a:lnTo>
                  <a:lnTo>
                    <a:pt x="2203" y="424"/>
                  </a:lnTo>
                  <a:lnTo>
                    <a:pt x="2164" y="419"/>
                  </a:lnTo>
                  <a:lnTo>
                    <a:pt x="2127" y="413"/>
                  </a:lnTo>
                  <a:lnTo>
                    <a:pt x="2088" y="408"/>
                  </a:lnTo>
                  <a:lnTo>
                    <a:pt x="2049" y="405"/>
                  </a:lnTo>
                  <a:lnTo>
                    <a:pt x="2011" y="402"/>
                  </a:lnTo>
                  <a:lnTo>
                    <a:pt x="1972" y="401"/>
                  </a:lnTo>
                  <a:lnTo>
                    <a:pt x="1932" y="401"/>
                  </a:lnTo>
                  <a:lnTo>
                    <a:pt x="1893" y="401"/>
                  </a:lnTo>
                  <a:lnTo>
                    <a:pt x="1853" y="402"/>
                  </a:lnTo>
                  <a:lnTo>
                    <a:pt x="1814" y="405"/>
                  </a:lnTo>
                  <a:lnTo>
                    <a:pt x="1775" y="408"/>
                  </a:lnTo>
                  <a:lnTo>
                    <a:pt x="1737" y="413"/>
                  </a:lnTo>
                  <a:lnTo>
                    <a:pt x="1699" y="419"/>
                  </a:lnTo>
                  <a:lnTo>
                    <a:pt x="1660" y="424"/>
                  </a:lnTo>
                  <a:lnTo>
                    <a:pt x="1623" y="431"/>
                  </a:lnTo>
                  <a:lnTo>
                    <a:pt x="1586" y="440"/>
                  </a:lnTo>
                  <a:lnTo>
                    <a:pt x="1549" y="449"/>
                  </a:lnTo>
                  <a:lnTo>
                    <a:pt x="1513" y="459"/>
                  </a:lnTo>
                  <a:lnTo>
                    <a:pt x="1477" y="470"/>
                  </a:lnTo>
                  <a:lnTo>
                    <a:pt x="1441" y="481"/>
                  </a:lnTo>
                  <a:lnTo>
                    <a:pt x="1405" y="494"/>
                  </a:lnTo>
                  <a:lnTo>
                    <a:pt x="1370" y="507"/>
                  </a:lnTo>
                  <a:lnTo>
                    <a:pt x="1335" y="521"/>
                  </a:lnTo>
                  <a:lnTo>
                    <a:pt x="1302" y="536"/>
                  </a:lnTo>
                  <a:lnTo>
                    <a:pt x="1268" y="552"/>
                  </a:lnTo>
                  <a:lnTo>
                    <a:pt x="1234" y="568"/>
                  </a:lnTo>
                  <a:lnTo>
                    <a:pt x="1202" y="586"/>
                  </a:lnTo>
                  <a:lnTo>
                    <a:pt x="1169" y="603"/>
                  </a:lnTo>
                  <a:lnTo>
                    <a:pt x="1138" y="622"/>
                  </a:lnTo>
                  <a:lnTo>
                    <a:pt x="1107" y="642"/>
                  </a:lnTo>
                  <a:lnTo>
                    <a:pt x="1076" y="663"/>
                  </a:lnTo>
                  <a:lnTo>
                    <a:pt x="1045" y="683"/>
                  </a:lnTo>
                  <a:lnTo>
                    <a:pt x="1016" y="704"/>
                  </a:lnTo>
                  <a:lnTo>
                    <a:pt x="987" y="728"/>
                  </a:lnTo>
                  <a:lnTo>
                    <a:pt x="958" y="751"/>
                  </a:lnTo>
                  <a:lnTo>
                    <a:pt x="930" y="774"/>
                  </a:lnTo>
                  <a:lnTo>
                    <a:pt x="902" y="798"/>
                  </a:lnTo>
                  <a:lnTo>
                    <a:pt x="876" y="824"/>
                  </a:lnTo>
                  <a:lnTo>
                    <a:pt x="849" y="849"/>
                  </a:lnTo>
                  <a:lnTo>
                    <a:pt x="823" y="875"/>
                  </a:lnTo>
                  <a:lnTo>
                    <a:pt x="799" y="902"/>
                  </a:lnTo>
                  <a:lnTo>
                    <a:pt x="775" y="930"/>
                  </a:lnTo>
                  <a:lnTo>
                    <a:pt x="750" y="957"/>
                  </a:lnTo>
                  <a:lnTo>
                    <a:pt x="728" y="986"/>
                  </a:lnTo>
                  <a:lnTo>
                    <a:pt x="705" y="1015"/>
                  </a:lnTo>
                  <a:lnTo>
                    <a:pt x="684" y="1046"/>
                  </a:lnTo>
                  <a:lnTo>
                    <a:pt x="662" y="1076"/>
                  </a:lnTo>
                  <a:lnTo>
                    <a:pt x="642" y="1106"/>
                  </a:lnTo>
                  <a:lnTo>
                    <a:pt x="623" y="1137"/>
                  </a:lnTo>
                  <a:lnTo>
                    <a:pt x="604" y="1170"/>
                  </a:lnTo>
                  <a:lnTo>
                    <a:pt x="585" y="1202"/>
                  </a:lnTo>
                  <a:lnTo>
                    <a:pt x="569" y="1235"/>
                  </a:lnTo>
                  <a:lnTo>
                    <a:pt x="552" y="1267"/>
                  </a:lnTo>
                  <a:lnTo>
                    <a:pt x="537" y="1301"/>
                  </a:lnTo>
                  <a:lnTo>
                    <a:pt x="522" y="1336"/>
                  </a:lnTo>
                  <a:lnTo>
                    <a:pt x="508" y="1371"/>
                  </a:lnTo>
                  <a:lnTo>
                    <a:pt x="494" y="1406"/>
                  </a:lnTo>
                  <a:lnTo>
                    <a:pt x="482" y="1440"/>
                  </a:lnTo>
                  <a:lnTo>
                    <a:pt x="470" y="1476"/>
                  </a:lnTo>
                  <a:lnTo>
                    <a:pt x="459" y="1512"/>
                  </a:lnTo>
                  <a:lnTo>
                    <a:pt x="450" y="1548"/>
                  </a:lnTo>
                  <a:lnTo>
                    <a:pt x="440" y="1586"/>
                  </a:lnTo>
                  <a:lnTo>
                    <a:pt x="432" y="1623"/>
                  </a:lnTo>
                  <a:lnTo>
                    <a:pt x="425" y="1661"/>
                  </a:lnTo>
                  <a:lnTo>
                    <a:pt x="418" y="1698"/>
                  </a:lnTo>
                  <a:lnTo>
                    <a:pt x="414" y="1737"/>
                  </a:lnTo>
                  <a:lnTo>
                    <a:pt x="409" y="1775"/>
                  </a:lnTo>
                  <a:lnTo>
                    <a:pt x="405" y="1814"/>
                  </a:lnTo>
                  <a:lnTo>
                    <a:pt x="403" y="1853"/>
                  </a:lnTo>
                  <a:lnTo>
                    <a:pt x="402" y="1892"/>
                  </a:lnTo>
                  <a:lnTo>
                    <a:pt x="401" y="1932"/>
                  </a:lnTo>
                  <a:lnTo>
                    <a:pt x="402" y="1986"/>
                  </a:lnTo>
                  <a:lnTo>
                    <a:pt x="405" y="2040"/>
                  </a:lnTo>
                  <a:lnTo>
                    <a:pt x="410" y="2093"/>
                  </a:lnTo>
                  <a:lnTo>
                    <a:pt x="416" y="2146"/>
                  </a:lnTo>
                  <a:lnTo>
                    <a:pt x="424" y="2199"/>
                  </a:lnTo>
                  <a:lnTo>
                    <a:pt x="434" y="2251"/>
                  </a:lnTo>
                  <a:lnTo>
                    <a:pt x="446" y="2301"/>
                  </a:lnTo>
                  <a:lnTo>
                    <a:pt x="459" y="2352"/>
                  </a:lnTo>
                  <a:lnTo>
                    <a:pt x="474" y="2402"/>
                  </a:lnTo>
                  <a:lnTo>
                    <a:pt x="490" y="2451"/>
                  </a:lnTo>
                  <a:lnTo>
                    <a:pt x="509" y="2498"/>
                  </a:lnTo>
                  <a:lnTo>
                    <a:pt x="529" y="2546"/>
                  </a:lnTo>
                  <a:lnTo>
                    <a:pt x="549" y="2592"/>
                  </a:lnTo>
                  <a:lnTo>
                    <a:pt x="573" y="2638"/>
                  </a:lnTo>
                  <a:lnTo>
                    <a:pt x="597" y="2682"/>
                  </a:lnTo>
                  <a:lnTo>
                    <a:pt x="623" y="2726"/>
                  </a:lnTo>
                  <a:lnTo>
                    <a:pt x="650" y="2770"/>
                  </a:lnTo>
                  <a:lnTo>
                    <a:pt x="679" y="2814"/>
                  </a:lnTo>
                  <a:lnTo>
                    <a:pt x="711" y="2856"/>
                  </a:lnTo>
                  <a:lnTo>
                    <a:pt x="743" y="2896"/>
                  </a:lnTo>
                  <a:lnTo>
                    <a:pt x="777" y="2937"/>
                  </a:lnTo>
                  <a:lnTo>
                    <a:pt x="812" y="2975"/>
                  </a:lnTo>
                  <a:lnTo>
                    <a:pt x="848" y="3014"/>
                  </a:lnTo>
                  <a:lnTo>
                    <a:pt x="885" y="3050"/>
                  </a:lnTo>
                  <a:lnTo>
                    <a:pt x="924" y="3085"/>
                  </a:lnTo>
                  <a:lnTo>
                    <a:pt x="964" y="3118"/>
                  </a:lnTo>
                  <a:lnTo>
                    <a:pt x="1004" y="3151"/>
                  </a:lnTo>
                  <a:lnTo>
                    <a:pt x="1047" y="3182"/>
                  </a:lnTo>
                  <a:lnTo>
                    <a:pt x="1090" y="3211"/>
                  </a:lnTo>
                  <a:lnTo>
                    <a:pt x="1135" y="3239"/>
                  </a:lnTo>
                  <a:lnTo>
                    <a:pt x="1180" y="3266"/>
                  </a:lnTo>
                  <a:lnTo>
                    <a:pt x="1226" y="3291"/>
                  </a:lnTo>
                  <a:lnTo>
                    <a:pt x="1335" y="3348"/>
                  </a:lnTo>
                  <a:lnTo>
                    <a:pt x="1335" y="3469"/>
                  </a:lnTo>
                  <a:lnTo>
                    <a:pt x="1335" y="3838"/>
                  </a:lnTo>
                  <a:lnTo>
                    <a:pt x="1674" y="3838"/>
                  </a:lnTo>
                  <a:lnTo>
                    <a:pt x="1674" y="2948"/>
                  </a:lnTo>
                  <a:lnTo>
                    <a:pt x="1260" y="2281"/>
                  </a:lnTo>
                  <a:lnTo>
                    <a:pt x="1431" y="2175"/>
                  </a:lnTo>
                  <a:lnTo>
                    <a:pt x="1507" y="2300"/>
                  </a:lnTo>
                  <a:close/>
                  <a:moveTo>
                    <a:pt x="2326" y="2429"/>
                  </a:moveTo>
                  <a:lnTo>
                    <a:pt x="2326" y="2429"/>
                  </a:lnTo>
                  <a:lnTo>
                    <a:pt x="2305" y="2432"/>
                  </a:lnTo>
                  <a:lnTo>
                    <a:pt x="2284" y="2435"/>
                  </a:lnTo>
                  <a:lnTo>
                    <a:pt x="2258" y="2437"/>
                  </a:lnTo>
                  <a:lnTo>
                    <a:pt x="2234" y="2437"/>
                  </a:lnTo>
                  <a:lnTo>
                    <a:pt x="2208" y="2433"/>
                  </a:lnTo>
                  <a:lnTo>
                    <a:pt x="2184" y="2429"/>
                  </a:lnTo>
                  <a:lnTo>
                    <a:pt x="2158" y="2420"/>
                  </a:lnTo>
                  <a:lnTo>
                    <a:pt x="2134" y="2411"/>
                  </a:lnTo>
                  <a:lnTo>
                    <a:pt x="2109" y="2397"/>
                  </a:lnTo>
                  <a:lnTo>
                    <a:pt x="2083" y="2382"/>
                  </a:lnTo>
                  <a:lnTo>
                    <a:pt x="2063" y="2396"/>
                  </a:lnTo>
                  <a:lnTo>
                    <a:pt x="2045" y="2409"/>
                  </a:lnTo>
                  <a:lnTo>
                    <a:pt x="2024" y="2419"/>
                  </a:lnTo>
                  <a:lnTo>
                    <a:pt x="2004" y="2427"/>
                  </a:lnTo>
                  <a:lnTo>
                    <a:pt x="1983" y="2434"/>
                  </a:lnTo>
                  <a:lnTo>
                    <a:pt x="1962" y="2438"/>
                  </a:lnTo>
                  <a:lnTo>
                    <a:pt x="1941" y="2440"/>
                  </a:lnTo>
                  <a:lnTo>
                    <a:pt x="1920" y="2440"/>
                  </a:lnTo>
                  <a:lnTo>
                    <a:pt x="1900" y="2439"/>
                  </a:lnTo>
                  <a:lnTo>
                    <a:pt x="1879" y="2435"/>
                  </a:lnTo>
                  <a:lnTo>
                    <a:pt x="1858" y="2430"/>
                  </a:lnTo>
                  <a:lnTo>
                    <a:pt x="1837" y="2423"/>
                  </a:lnTo>
                  <a:lnTo>
                    <a:pt x="1816" y="2415"/>
                  </a:lnTo>
                  <a:lnTo>
                    <a:pt x="1794" y="2404"/>
                  </a:lnTo>
                  <a:lnTo>
                    <a:pt x="1773" y="2393"/>
                  </a:lnTo>
                  <a:lnTo>
                    <a:pt x="1752" y="2379"/>
                  </a:lnTo>
                  <a:lnTo>
                    <a:pt x="1735" y="2390"/>
                  </a:lnTo>
                  <a:lnTo>
                    <a:pt x="1716" y="2399"/>
                  </a:lnTo>
                  <a:lnTo>
                    <a:pt x="1699" y="2408"/>
                  </a:lnTo>
                  <a:lnTo>
                    <a:pt x="1679" y="2413"/>
                  </a:lnTo>
                  <a:lnTo>
                    <a:pt x="1660" y="2418"/>
                  </a:lnTo>
                  <a:lnTo>
                    <a:pt x="1642" y="2422"/>
                  </a:lnTo>
                  <a:lnTo>
                    <a:pt x="1622" y="2424"/>
                  </a:lnTo>
                  <a:lnTo>
                    <a:pt x="1602" y="2424"/>
                  </a:lnTo>
                  <a:lnTo>
                    <a:pt x="1585" y="2424"/>
                  </a:lnTo>
                  <a:lnTo>
                    <a:pt x="1860" y="2866"/>
                  </a:lnTo>
                  <a:lnTo>
                    <a:pt x="1875" y="2891"/>
                  </a:lnTo>
                  <a:lnTo>
                    <a:pt x="1875" y="2918"/>
                  </a:lnTo>
                  <a:lnTo>
                    <a:pt x="1875" y="3838"/>
                  </a:lnTo>
                  <a:lnTo>
                    <a:pt x="2038" y="3838"/>
                  </a:lnTo>
                  <a:lnTo>
                    <a:pt x="2038" y="2918"/>
                  </a:lnTo>
                  <a:lnTo>
                    <a:pt x="2038" y="2891"/>
                  </a:lnTo>
                  <a:lnTo>
                    <a:pt x="2053" y="2866"/>
                  </a:lnTo>
                  <a:lnTo>
                    <a:pt x="2326" y="2429"/>
                  </a:lnTo>
                  <a:close/>
                  <a:moveTo>
                    <a:pt x="2506" y="5533"/>
                  </a:moveTo>
                  <a:lnTo>
                    <a:pt x="1402" y="5631"/>
                  </a:lnTo>
                  <a:lnTo>
                    <a:pt x="1405" y="5656"/>
                  </a:lnTo>
                  <a:lnTo>
                    <a:pt x="1410" y="5681"/>
                  </a:lnTo>
                  <a:lnTo>
                    <a:pt x="1417" y="5705"/>
                  </a:lnTo>
                  <a:lnTo>
                    <a:pt x="1424" y="5729"/>
                  </a:lnTo>
                  <a:lnTo>
                    <a:pt x="1432" y="5753"/>
                  </a:lnTo>
                  <a:lnTo>
                    <a:pt x="1441" y="5776"/>
                  </a:lnTo>
                  <a:lnTo>
                    <a:pt x="1451" y="5798"/>
                  </a:lnTo>
                  <a:lnTo>
                    <a:pt x="1463" y="5820"/>
                  </a:lnTo>
                  <a:lnTo>
                    <a:pt x="1475" y="5842"/>
                  </a:lnTo>
                  <a:lnTo>
                    <a:pt x="1489" y="5862"/>
                  </a:lnTo>
                  <a:lnTo>
                    <a:pt x="1503" y="5883"/>
                  </a:lnTo>
                  <a:lnTo>
                    <a:pt x="1516" y="5902"/>
                  </a:lnTo>
                  <a:lnTo>
                    <a:pt x="1533" y="5921"/>
                  </a:lnTo>
                  <a:lnTo>
                    <a:pt x="1549" y="5938"/>
                  </a:lnTo>
                  <a:lnTo>
                    <a:pt x="1566" y="5956"/>
                  </a:lnTo>
                  <a:lnTo>
                    <a:pt x="1584" y="5973"/>
                  </a:lnTo>
                  <a:lnTo>
                    <a:pt x="1602" y="5988"/>
                  </a:lnTo>
                  <a:lnTo>
                    <a:pt x="1622" y="6003"/>
                  </a:lnTo>
                  <a:lnTo>
                    <a:pt x="1642" y="6017"/>
                  </a:lnTo>
                  <a:lnTo>
                    <a:pt x="1663" y="6031"/>
                  </a:lnTo>
                  <a:lnTo>
                    <a:pt x="1685" y="6043"/>
                  </a:lnTo>
                  <a:lnTo>
                    <a:pt x="1706" y="6055"/>
                  </a:lnTo>
                  <a:lnTo>
                    <a:pt x="1729" y="6065"/>
                  </a:lnTo>
                  <a:lnTo>
                    <a:pt x="1752" y="6074"/>
                  </a:lnTo>
                  <a:lnTo>
                    <a:pt x="1775" y="6082"/>
                  </a:lnTo>
                  <a:lnTo>
                    <a:pt x="1799" y="6091"/>
                  </a:lnTo>
                  <a:lnTo>
                    <a:pt x="1823" y="6096"/>
                  </a:lnTo>
                  <a:lnTo>
                    <a:pt x="1849" y="6102"/>
                  </a:lnTo>
                  <a:lnTo>
                    <a:pt x="1873" y="6106"/>
                  </a:lnTo>
                  <a:lnTo>
                    <a:pt x="1900" y="6109"/>
                  </a:lnTo>
                  <a:lnTo>
                    <a:pt x="1925" y="6110"/>
                  </a:lnTo>
                  <a:lnTo>
                    <a:pt x="1951" y="6111"/>
                  </a:lnTo>
                  <a:lnTo>
                    <a:pt x="1980" y="6110"/>
                  </a:lnTo>
                  <a:lnTo>
                    <a:pt x="2008" y="6109"/>
                  </a:lnTo>
                  <a:lnTo>
                    <a:pt x="2035" y="6106"/>
                  </a:lnTo>
                  <a:lnTo>
                    <a:pt x="2063" y="6100"/>
                  </a:lnTo>
                  <a:lnTo>
                    <a:pt x="2090" y="6094"/>
                  </a:lnTo>
                  <a:lnTo>
                    <a:pt x="2117" y="6087"/>
                  </a:lnTo>
                  <a:lnTo>
                    <a:pt x="2142" y="6078"/>
                  </a:lnTo>
                  <a:lnTo>
                    <a:pt x="2168" y="6067"/>
                  </a:lnTo>
                  <a:lnTo>
                    <a:pt x="2192" y="6057"/>
                  </a:lnTo>
                  <a:lnTo>
                    <a:pt x="2215" y="6044"/>
                  </a:lnTo>
                  <a:lnTo>
                    <a:pt x="2239" y="6031"/>
                  </a:lnTo>
                  <a:lnTo>
                    <a:pt x="2262" y="6016"/>
                  </a:lnTo>
                  <a:lnTo>
                    <a:pt x="2284" y="6001"/>
                  </a:lnTo>
                  <a:lnTo>
                    <a:pt x="2305" y="5985"/>
                  </a:lnTo>
                  <a:lnTo>
                    <a:pt x="2324" y="5968"/>
                  </a:lnTo>
                  <a:lnTo>
                    <a:pt x="2344" y="5949"/>
                  </a:lnTo>
                  <a:lnTo>
                    <a:pt x="2362" y="5929"/>
                  </a:lnTo>
                  <a:lnTo>
                    <a:pt x="2379" y="5909"/>
                  </a:lnTo>
                  <a:lnTo>
                    <a:pt x="2396" y="5889"/>
                  </a:lnTo>
                  <a:lnTo>
                    <a:pt x="2412" y="5866"/>
                  </a:lnTo>
                  <a:lnTo>
                    <a:pt x="2425" y="5844"/>
                  </a:lnTo>
                  <a:lnTo>
                    <a:pt x="2439" y="5821"/>
                  </a:lnTo>
                  <a:lnTo>
                    <a:pt x="2451" y="5797"/>
                  </a:lnTo>
                  <a:lnTo>
                    <a:pt x="2463" y="5772"/>
                  </a:lnTo>
                  <a:lnTo>
                    <a:pt x="2473" y="5747"/>
                  </a:lnTo>
                  <a:lnTo>
                    <a:pt x="2481" y="5721"/>
                  </a:lnTo>
                  <a:lnTo>
                    <a:pt x="2489" y="5695"/>
                  </a:lnTo>
                  <a:lnTo>
                    <a:pt x="2495" y="5668"/>
                  </a:lnTo>
                  <a:lnTo>
                    <a:pt x="2500" y="5641"/>
                  </a:lnTo>
                  <a:lnTo>
                    <a:pt x="2503" y="5613"/>
                  </a:lnTo>
                  <a:lnTo>
                    <a:pt x="2506" y="5584"/>
                  </a:lnTo>
                  <a:lnTo>
                    <a:pt x="2507" y="5556"/>
                  </a:lnTo>
                  <a:lnTo>
                    <a:pt x="2506" y="5533"/>
                  </a:lnTo>
                  <a:close/>
                  <a:moveTo>
                    <a:pt x="2908" y="4892"/>
                  </a:moveTo>
                  <a:lnTo>
                    <a:pt x="1018" y="5060"/>
                  </a:lnTo>
                  <a:lnTo>
                    <a:pt x="1015" y="5089"/>
                  </a:lnTo>
                  <a:lnTo>
                    <a:pt x="1015" y="5118"/>
                  </a:lnTo>
                  <a:lnTo>
                    <a:pt x="1017" y="5144"/>
                  </a:lnTo>
                  <a:lnTo>
                    <a:pt x="2906" y="4978"/>
                  </a:lnTo>
                  <a:lnTo>
                    <a:pt x="2908" y="4953"/>
                  </a:lnTo>
                  <a:lnTo>
                    <a:pt x="2910" y="4927"/>
                  </a:lnTo>
                  <a:lnTo>
                    <a:pt x="2910" y="4910"/>
                  </a:lnTo>
                  <a:lnTo>
                    <a:pt x="2908" y="4892"/>
                  </a:lnTo>
                  <a:close/>
                  <a:moveTo>
                    <a:pt x="2908" y="4171"/>
                  </a:moveTo>
                  <a:lnTo>
                    <a:pt x="1018" y="4337"/>
                  </a:lnTo>
                  <a:lnTo>
                    <a:pt x="1015" y="4368"/>
                  </a:lnTo>
                  <a:lnTo>
                    <a:pt x="1015" y="4397"/>
                  </a:lnTo>
                  <a:lnTo>
                    <a:pt x="1017" y="4423"/>
                  </a:lnTo>
                  <a:lnTo>
                    <a:pt x="2906" y="4257"/>
                  </a:lnTo>
                  <a:lnTo>
                    <a:pt x="2908" y="4232"/>
                  </a:lnTo>
                  <a:lnTo>
                    <a:pt x="2910" y="4206"/>
                  </a:lnTo>
                  <a:lnTo>
                    <a:pt x="2910" y="4189"/>
                  </a:lnTo>
                  <a:lnTo>
                    <a:pt x="2908" y="4171"/>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sz="1015">
                <a:solidFill>
                  <a:srgbClr val="FFFFFF"/>
                </a:solidFill>
                <a:latin typeface="+mn-lt"/>
                <a:ea typeface="+mn-ea"/>
                <a:cs typeface="+mn-ea"/>
                <a:sym typeface="+mn-lt"/>
              </a:endParaRPr>
            </a:p>
          </p:txBody>
        </p:sp>
        <p:sp>
          <p:nvSpPr>
            <p:cNvPr id="24" name="KSO_Shape"/>
            <p:cNvSpPr/>
            <p:nvPr/>
          </p:nvSpPr>
          <p:spPr bwMode="auto">
            <a:xfrm>
              <a:off x="3400165" y="2741991"/>
              <a:ext cx="230492" cy="189388"/>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015">
                <a:cs typeface="+mn-ea"/>
                <a:sym typeface="+mn-lt"/>
              </a:endParaRPr>
            </a:p>
          </p:txBody>
        </p:sp>
        <p:sp>
          <p:nvSpPr>
            <p:cNvPr id="25" name="KSO_Shape"/>
            <p:cNvSpPr/>
            <p:nvPr/>
          </p:nvSpPr>
          <p:spPr bwMode="auto">
            <a:xfrm>
              <a:off x="3708345" y="1956443"/>
              <a:ext cx="212222" cy="244402"/>
            </a:xfrm>
            <a:custGeom>
              <a:avLst/>
              <a:gdLst>
                <a:gd name="T0" fmla="*/ 98292770 w 5280"/>
                <a:gd name="T1" fmla="*/ 190397298 h 6084"/>
                <a:gd name="T2" fmla="*/ 105944270 w 5280"/>
                <a:gd name="T3" fmla="*/ 192162022 h 6084"/>
                <a:gd name="T4" fmla="*/ 112712916 w 5280"/>
                <a:gd name="T5" fmla="*/ 195691469 h 6084"/>
                <a:gd name="T6" fmla="*/ 118500648 w 5280"/>
                <a:gd name="T7" fmla="*/ 200593619 h 6084"/>
                <a:gd name="T8" fmla="*/ 122816855 w 5280"/>
                <a:gd name="T9" fmla="*/ 206868471 h 6084"/>
                <a:gd name="T10" fmla="*/ 125661534 w 5280"/>
                <a:gd name="T11" fmla="*/ 213927367 h 6084"/>
                <a:gd name="T12" fmla="*/ 126642447 w 5280"/>
                <a:gd name="T13" fmla="*/ 221868624 h 6084"/>
                <a:gd name="T14" fmla="*/ 126348268 w 5280"/>
                <a:gd name="T15" fmla="*/ 569623180 h 6084"/>
                <a:gd name="T16" fmla="*/ 124190008 w 5280"/>
                <a:gd name="T17" fmla="*/ 577172416 h 6084"/>
                <a:gd name="T18" fmla="*/ 120462475 w 5280"/>
                <a:gd name="T19" fmla="*/ 583741285 h 6084"/>
                <a:gd name="T20" fmla="*/ 115165355 w 5280"/>
                <a:gd name="T21" fmla="*/ 589231467 h 6084"/>
                <a:gd name="T22" fmla="*/ 108788949 w 5280"/>
                <a:gd name="T23" fmla="*/ 593349260 h 6084"/>
                <a:gd name="T24" fmla="*/ 101431630 w 5280"/>
                <a:gd name="T25" fmla="*/ 595800335 h 6084"/>
                <a:gd name="T26" fmla="*/ 31783344 w 5280"/>
                <a:gd name="T27" fmla="*/ 596486686 h 6084"/>
                <a:gd name="T28" fmla="*/ 25406937 w 5280"/>
                <a:gd name="T29" fmla="*/ 595800335 h 6084"/>
                <a:gd name="T30" fmla="*/ 18049618 w 5280"/>
                <a:gd name="T31" fmla="*/ 593349260 h 6084"/>
                <a:gd name="T32" fmla="*/ 11673526 w 5280"/>
                <a:gd name="T33" fmla="*/ 589231467 h 6084"/>
                <a:gd name="T34" fmla="*/ 6376406 w 5280"/>
                <a:gd name="T35" fmla="*/ 583741285 h 6084"/>
                <a:gd name="T36" fmla="*/ 2550500 w 5280"/>
                <a:gd name="T37" fmla="*/ 577172416 h 6084"/>
                <a:gd name="T38" fmla="*/ 490613 w 5280"/>
                <a:gd name="T39" fmla="*/ 569623180 h 6084"/>
                <a:gd name="T40" fmla="*/ 0 w 5280"/>
                <a:gd name="T41" fmla="*/ 221868624 h 6084"/>
                <a:gd name="T42" fmla="*/ 1078973 w 5280"/>
                <a:gd name="T43" fmla="*/ 213927367 h 6084"/>
                <a:gd name="T44" fmla="*/ 3825906 w 5280"/>
                <a:gd name="T45" fmla="*/ 206868471 h 6084"/>
                <a:gd name="T46" fmla="*/ 8338233 w 5280"/>
                <a:gd name="T47" fmla="*/ 200593619 h 6084"/>
                <a:gd name="T48" fmla="*/ 14027905 w 5280"/>
                <a:gd name="T49" fmla="*/ 195691469 h 6084"/>
                <a:gd name="T50" fmla="*/ 20796551 w 5280"/>
                <a:gd name="T51" fmla="*/ 192162022 h 6084"/>
                <a:gd name="T52" fmla="*/ 28448051 w 5280"/>
                <a:gd name="T53" fmla="*/ 190397298 h 6084"/>
                <a:gd name="T54" fmla="*/ 187854755 w 5280"/>
                <a:gd name="T55" fmla="*/ 219417549 h 6084"/>
                <a:gd name="T56" fmla="*/ 409650800 w 5280"/>
                <a:gd name="T57" fmla="*/ 0 h 6084"/>
                <a:gd name="T58" fmla="*/ 488324365 w 5280"/>
                <a:gd name="T59" fmla="*/ 219417549 h 6084"/>
                <a:gd name="T60" fmla="*/ 148125732 w 5280"/>
                <a:gd name="T61" fmla="*/ 219417549 h 6084"/>
                <a:gd name="T62" fmla="*/ 208062633 w 5280"/>
                <a:gd name="T63" fmla="*/ 259908819 h 6084"/>
                <a:gd name="T64" fmla="*/ 389246802 w 5280"/>
                <a:gd name="T65" fmla="*/ 504033129 h 6084"/>
                <a:gd name="T66" fmla="*/ 319990755 w 5280"/>
                <a:gd name="T67" fmla="*/ 531778997 h 6084"/>
                <a:gd name="T68" fmla="*/ 208062633 w 5280"/>
                <a:gd name="T69" fmla="*/ 531778997 h 6084"/>
                <a:gd name="T70" fmla="*/ 344220659 w 5280"/>
                <a:gd name="T71" fmla="*/ 461188789 h 6084"/>
                <a:gd name="T72" fmla="*/ 344220659 w 5280"/>
                <a:gd name="T73" fmla="*/ 461188789 h 6084"/>
                <a:gd name="T74" fmla="*/ 274964300 w 5280"/>
                <a:gd name="T75" fmla="*/ 461188789 h 6084"/>
                <a:gd name="T76" fmla="*/ 253187148 w 5280"/>
                <a:gd name="T77" fmla="*/ 461188789 h 6084"/>
                <a:gd name="T78" fmla="*/ 389246802 w 5280"/>
                <a:gd name="T79" fmla="*/ 445011945 h 6084"/>
                <a:gd name="T80" fmla="*/ 274964300 w 5280"/>
                <a:gd name="T81" fmla="*/ 445011945 h 6084"/>
                <a:gd name="T82" fmla="*/ 208062633 w 5280"/>
                <a:gd name="T83" fmla="*/ 417266077 h 6084"/>
                <a:gd name="T84" fmla="*/ 208062633 w 5280"/>
                <a:gd name="T85" fmla="*/ 417266077 h 6084"/>
                <a:gd name="T86" fmla="*/ 344220659 w 5280"/>
                <a:gd name="T87" fmla="*/ 374421738 h 6084"/>
                <a:gd name="T88" fmla="*/ 319990755 w 5280"/>
                <a:gd name="T89" fmla="*/ 374421738 h 6084"/>
                <a:gd name="T90" fmla="*/ 253187148 w 5280"/>
                <a:gd name="T91" fmla="*/ 402167606 h 6084"/>
                <a:gd name="T92" fmla="*/ 243181269 w 5280"/>
                <a:gd name="T93" fmla="*/ 200789630 h 6084"/>
                <a:gd name="T94" fmla="*/ 243181269 w 5280"/>
                <a:gd name="T95" fmla="*/ 141474430 h 6084"/>
                <a:gd name="T96" fmla="*/ 243181269 w 5280"/>
                <a:gd name="T97" fmla="*/ 141474430 h 6084"/>
                <a:gd name="T98" fmla="*/ 243181269 w 5280"/>
                <a:gd name="T99" fmla="*/ 102355550 h 6084"/>
                <a:gd name="T100" fmla="*/ 351381545 w 5280"/>
                <a:gd name="T101" fmla="*/ 61079924 h 6084"/>
                <a:gd name="T102" fmla="*/ 438098850 w 5280"/>
                <a:gd name="T103" fmla="*/ 79609837 h 6084"/>
                <a:gd name="T104" fmla="*/ 375611450 w 5280"/>
                <a:gd name="T105" fmla="*/ 80982539 h 6084"/>
                <a:gd name="T106" fmla="*/ 459876315 w 5280"/>
                <a:gd name="T107" fmla="*/ 219417549 h 608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280" h="6084">
                  <a:moveTo>
                    <a:pt x="324" y="1940"/>
                  </a:moveTo>
                  <a:lnTo>
                    <a:pt x="969" y="1940"/>
                  </a:lnTo>
                  <a:lnTo>
                    <a:pt x="986" y="1940"/>
                  </a:lnTo>
                  <a:lnTo>
                    <a:pt x="1002" y="1942"/>
                  </a:lnTo>
                  <a:lnTo>
                    <a:pt x="1018" y="1943"/>
                  </a:lnTo>
                  <a:lnTo>
                    <a:pt x="1034" y="1947"/>
                  </a:lnTo>
                  <a:lnTo>
                    <a:pt x="1049" y="1950"/>
                  </a:lnTo>
                  <a:lnTo>
                    <a:pt x="1065" y="1955"/>
                  </a:lnTo>
                  <a:lnTo>
                    <a:pt x="1080" y="1960"/>
                  </a:lnTo>
                  <a:lnTo>
                    <a:pt x="1094" y="1966"/>
                  </a:lnTo>
                  <a:lnTo>
                    <a:pt x="1109" y="1972"/>
                  </a:lnTo>
                  <a:lnTo>
                    <a:pt x="1122" y="1979"/>
                  </a:lnTo>
                  <a:lnTo>
                    <a:pt x="1136" y="1987"/>
                  </a:lnTo>
                  <a:lnTo>
                    <a:pt x="1149" y="1996"/>
                  </a:lnTo>
                  <a:lnTo>
                    <a:pt x="1162" y="2005"/>
                  </a:lnTo>
                  <a:lnTo>
                    <a:pt x="1174" y="2014"/>
                  </a:lnTo>
                  <a:lnTo>
                    <a:pt x="1185" y="2025"/>
                  </a:lnTo>
                  <a:lnTo>
                    <a:pt x="1197" y="2035"/>
                  </a:lnTo>
                  <a:lnTo>
                    <a:pt x="1208" y="2046"/>
                  </a:lnTo>
                  <a:lnTo>
                    <a:pt x="1218" y="2058"/>
                  </a:lnTo>
                  <a:lnTo>
                    <a:pt x="1228" y="2071"/>
                  </a:lnTo>
                  <a:lnTo>
                    <a:pt x="1237" y="2083"/>
                  </a:lnTo>
                  <a:lnTo>
                    <a:pt x="1245" y="2096"/>
                  </a:lnTo>
                  <a:lnTo>
                    <a:pt x="1252" y="2110"/>
                  </a:lnTo>
                  <a:lnTo>
                    <a:pt x="1260" y="2123"/>
                  </a:lnTo>
                  <a:lnTo>
                    <a:pt x="1266" y="2137"/>
                  </a:lnTo>
                  <a:lnTo>
                    <a:pt x="1272" y="2152"/>
                  </a:lnTo>
                  <a:lnTo>
                    <a:pt x="1277" y="2168"/>
                  </a:lnTo>
                  <a:lnTo>
                    <a:pt x="1281" y="2182"/>
                  </a:lnTo>
                  <a:lnTo>
                    <a:pt x="1285" y="2198"/>
                  </a:lnTo>
                  <a:lnTo>
                    <a:pt x="1288" y="2214"/>
                  </a:lnTo>
                  <a:lnTo>
                    <a:pt x="1290" y="2230"/>
                  </a:lnTo>
                  <a:lnTo>
                    <a:pt x="1291" y="2247"/>
                  </a:lnTo>
                  <a:lnTo>
                    <a:pt x="1291" y="2263"/>
                  </a:lnTo>
                  <a:lnTo>
                    <a:pt x="1291" y="5761"/>
                  </a:lnTo>
                  <a:lnTo>
                    <a:pt x="1291" y="5778"/>
                  </a:lnTo>
                  <a:lnTo>
                    <a:pt x="1290" y="5794"/>
                  </a:lnTo>
                  <a:lnTo>
                    <a:pt x="1288" y="5810"/>
                  </a:lnTo>
                  <a:lnTo>
                    <a:pt x="1285" y="5827"/>
                  </a:lnTo>
                  <a:lnTo>
                    <a:pt x="1281" y="5842"/>
                  </a:lnTo>
                  <a:lnTo>
                    <a:pt x="1277" y="5857"/>
                  </a:lnTo>
                  <a:lnTo>
                    <a:pt x="1272" y="5872"/>
                  </a:lnTo>
                  <a:lnTo>
                    <a:pt x="1266" y="5887"/>
                  </a:lnTo>
                  <a:lnTo>
                    <a:pt x="1260" y="5901"/>
                  </a:lnTo>
                  <a:lnTo>
                    <a:pt x="1252" y="5915"/>
                  </a:lnTo>
                  <a:lnTo>
                    <a:pt x="1245" y="5928"/>
                  </a:lnTo>
                  <a:lnTo>
                    <a:pt x="1237" y="5941"/>
                  </a:lnTo>
                  <a:lnTo>
                    <a:pt x="1228" y="5954"/>
                  </a:lnTo>
                  <a:lnTo>
                    <a:pt x="1218" y="5966"/>
                  </a:lnTo>
                  <a:lnTo>
                    <a:pt x="1208" y="5978"/>
                  </a:lnTo>
                  <a:lnTo>
                    <a:pt x="1197" y="5989"/>
                  </a:lnTo>
                  <a:lnTo>
                    <a:pt x="1185" y="5999"/>
                  </a:lnTo>
                  <a:lnTo>
                    <a:pt x="1174" y="6010"/>
                  </a:lnTo>
                  <a:lnTo>
                    <a:pt x="1162" y="6019"/>
                  </a:lnTo>
                  <a:lnTo>
                    <a:pt x="1149" y="6028"/>
                  </a:lnTo>
                  <a:lnTo>
                    <a:pt x="1136" y="6037"/>
                  </a:lnTo>
                  <a:lnTo>
                    <a:pt x="1122" y="6045"/>
                  </a:lnTo>
                  <a:lnTo>
                    <a:pt x="1109" y="6052"/>
                  </a:lnTo>
                  <a:lnTo>
                    <a:pt x="1094" y="6058"/>
                  </a:lnTo>
                  <a:lnTo>
                    <a:pt x="1080" y="6064"/>
                  </a:lnTo>
                  <a:lnTo>
                    <a:pt x="1065" y="6070"/>
                  </a:lnTo>
                  <a:lnTo>
                    <a:pt x="1049" y="6074"/>
                  </a:lnTo>
                  <a:lnTo>
                    <a:pt x="1034" y="6077"/>
                  </a:lnTo>
                  <a:lnTo>
                    <a:pt x="1018" y="6081"/>
                  </a:lnTo>
                  <a:lnTo>
                    <a:pt x="1002" y="6082"/>
                  </a:lnTo>
                  <a:lnTo>
                    <a:pt x="986" y="6084"/>
                  </a:lnTo>
                  <a:lnTo>
                    <a:pt x="969" y="6084"/>
                  </a:lnTo>
                  <a:lnTo>
                    <a:pt x="324" y="6084"/>
                  </a:lnTo>
                  <a:lnTo>
                    <a:pt x="307" y="6084"/>
                  </a:lnTo>
                  <a:lnTo>
                    <a:pt x="290" y="6082"/>
                  </a:lnTo>
                  <a:lnTo>
                    <a:pt x="275" y="6081"/>
                  </a:lnTo>
                  <a:lnTo>
                    <a:pt x="259" y="6077"/>
                  </a:lnTo>
                  <a:lnTo>
                    <a:pt x="243" y="6074"/>
                  </a:lnTo>
                  <a:lnTo>
                    <a:pt x="228" y="6070"/>
                  </a:lnTo>
                  <a:lnTo>
                    <a:pt x="212" y="6064"/>
                  </a:lnTo>
                  <a:lnTo>
                    <a:pt x="198" y="6058"/>
                  </a:lnTo>
                  <a:lnTo>
                    <a:pt x="184" y="6052"/>
                  </a:lnTo>
                  <a:lnTo>
                    <a:pt x="170" y="6045"/>
                  </a:lnTo>
                  <a:lnTo>
                    <a:pt x="157" y="6037"/>
                  </a:lnTo>
                  <a:lnTo>
                    <a:pt x="143" y="6028"/>
                  </a:lnTo>
                  <a:lnTo>
                    <a:pt x="131" y="6019"/>
                  </a:lnTo>
                  <a:lnTo>
                    <a:pt x="119" y="6010"/>
                  </a:lnTo>
                  <a:lnTo>
                    <a:pt x="106" y="5999"/>
                  </a:lnTo>
                  <a:lnTo>
                    <a:pt x="95" y="5989"/>
                  </a:lnTo>
                  <a:lnTo>
                    <a:pt x="85" y="5978"/>
                  </a:lnTo>
                  <a:lnTo>
                    <a:pt x="75" y="5966"/>
                  </a:lnTo>
                  <a:lnTo>
                    <a:pt x="65" y="5954"/>
                  </a:lnTo>
                  <a:lnTo>
                    <a:pt x="56" y="5941"/>
                  </a:lnTo>
                  <a:lnTo>
                    <a:pt x="47" y="5928"/>
                  </a:lnTo>
                  <a:lnTo>
                    <a:pt x="39" y="5915"/>
                  </a:lnTo>
                  <a:lnTo>
                    <a:pt x="33" y="5901"/>
                  </a:lnTo>
                  <a:lnTo>
                    <a:pt x="26" y="5887"/>
                  </a:lnTo>
                  <a:lnTo>
                    <a:pt x="21" y="5872"/>
                  </a:lnTo>
                  <a:lnTo>
                    <a:pt x="15" y="5857"/>
                  </a:lnTo>
                  <a:lnTo>
                    <a:pt x="11" y="5842"/>
                  </a:lnTo>
                  <a:lnTo>
                    <a:pt x="7" y="5827"/>
                  </a:lnTo>
                  <a:lnTo>
                    <a:pt x="5" y="5810"/>
                  </a:lnTo>
                  <a:lnTo>
                    <a:pt x="3" y="5794"/>
                  </a:lnTo>
                  <a:lnTo>
                    <a:pt x="2" y="5778"/>
                  </a:lnTo>
                  <a:lnTo>
                    <a:pt x="0" y="5761"/>
                  </a:lnTo>
                  <a:lnTo>
                    <a:pt x="0" y="2263"/>
                  </a:lnTo>
                  <a:lnTo>
                    <a:pt x="2" y="2247"/>
                  </a:lnTo>
                  <a:lnTo>
                    <a:pt x="3" y="2230"/>
                  </a:lnTo>
                  <a:lnTo>
                    <a:pt x="5" y="2214"/>
                  </a:lnTo>
                  <a:lnTo>
                    <a:pt x="7" y="2198"/>
                  </a:lnTo>
                  <a:lnTo>
                    <a:pt x="11" y="2182"/>
                  </a:lnTo>
                  <a:lnTo>
                    <a:pt x="15" y="2168"/>
                  </a:lnTo>
                  <a:lnTo>
                    <a:pt x="21" y="2152"/>
                  </a:lnTo>
                  <a:lnTo>
                    <a:pt x="26" y="2137"/>
                  </a:lnTo>
                  <a:lnTo>
                    <a:pt x="33" y="2123"/>
                  </a:lnTo>
                  <a:lnTo>
                    <a:pt x="39" y="2110"/>
                  </a:lnTo>
                  <a:lnTo>
                    <a:pt x="47" y="2096"/>
                  </a:lnTo>
                  <a:lnTo>
                    <a:pt x="56" y="2083"/>
                  </a:lnTo>
                  <a:lnTo>
                    <a:pt x="65" y="2071"/>
                  </a:lnTo>
                  <a:lnTo>
                    <a:pt x="75" y="2058"/>
                  </a:lnTo>
                  <a:lnTo>
                    <a:pt x="85" y="2046"/>
                  </a:lnTo>
                  <a:lnTo>
                    <a:pt x="95" y="2035"/>
                  </a:lnTo>
                  <a:lnTo>
                    <a:pt x="106" y="2025"/>
                  </a:lnTo>
                  <a:lnTo>
                    <a:pt x="119" y="2014"/>
                  </a:lnTo>
                  <a:lnTo>
                    <a:pt x="131" y="2005"/>
                  </a:lnTo>
                  <a:lnTo>
                    <a:pt x="143" y="1996"/>
                  </a:lnTo>
                  <a:lnTo>
                    <a:pt x="157" y="1987"/>
                  </a:lnTo>
                  <a:lnTo>
                    <a:pt x="170" y="1979"/>
                  </a:lnTo>
                  <a:lnTo>
                    <a:pt x="184" y="1972"/>
                  </a:lnTo>
                  <a:lnTo>
                    <a:pt x="198" y="1966"/>
                  </a:lnTo>
                  <a:lnTo>
                    <a:pt x="212" y="1960"/>
                  </a:lnTo>
                  <a:lnTo>
                    <a:pt x="228" y="1955"/>
                  </a:lnTo>
                  <a:lnTo>
                    <a:pt x="243" y="1950"/>
                  </a:lnTo>
                  <a:lnTo>
                    <a:pt x="259" y="1947"/>
                  </a:lnTo>
                  <a:lnTo>
                    <a:pt x="275" y="1943"/>
                  </a:lnTo>
                  <a:lnTo>
                    <a:pt x="290" y="1942"/>
                  </a:lnTo>
                  <a:lnTo>
                    <a:pt x="307" y="1940"/>
                  </a:lnTo>
                  <a:lnTo>
                    <a:pt x="324" y="1940"/>
                  </a:lnTo>
                  <a:close/>
                  <a:moveTo>
                    <a:pt x="1510" y="2238"/>
                  </a:moveTo>
                  <a:lnTo>
                    <a:pt x="1915" y="2238"/>
                  </a:lnTo>
                  <a:lnTo>
                    <a:pt x="1915" y="145"/>
                  </a:lnTo>
                  <a:lnTo>
                    <a:pt x="1915" y="0"/>
                  </a:lnTo>
                  <a:lnTo>
                    <a:pt x="2059" y="0"/>
                  </a:lnTo>
                  <a:lnTo>
                    <a:pt x="4107" y="0"/>
                  </a:lnTo>
                  <a:lnTo>
                    <a:pt x="4176" y="0"/>
                  </a:lnTo>
                  <a:lnTo>
                    <a:pt x="4220" y="53"/>
                  </a:lnTo>
                  <a:lnTo>
                    <a:pt x="4946" y="942"/>
                  </a:lnTo>
                  <a:lnTo>
                    <a:pt x="4978" y="983"/>
                  </a:lnTo>
                  <a:lnTo>
                    <a:pt x="4978" y="1033"/>
                  </a:lnTo>
                  <a:lnTo>
                    <a:pt x="4978" y="2238"/>
                  </a:lnTo>
                  <a:lnTo>
                    <a:pt x="5280" y="2238"/>
                  </a:lnTo>
                  <a:lnTo>
                    <a:pt x="5280" y="5793"/>
                  </a:lnTo>
                  <a:lnTo>
                    <a:pt x="1510" y="5793"/>
                  </a:lnTo>
                  <a:lnTo>
                    <a:pt x="1510" y="2238"/>
                  </a:lnTo>
                  <a:close/>
                  <a:moveTo>
                    <a:pt x="2121" y="2651"/>
                  </a:moveTo>
                  <a:lnTo>
                    <a:pt x="2121" y="3528"/>
                  </a:lnTo>
                  <a:lnTo>
                    <a:pt x="3968" y="3528"/>
                  </a:lnTo>
                  <a:lnTo>
                    <a:pt x="3968" y="2651"/>
                  </a:lnTo>
                  <a:lnTo>
                    <a:pt x="2121" y="2651"/>
                  </a:lnTo>
                  <a:close/>
                  <a:moveTo>
                    <a:pt x="3509" y="5141"/>
                  </a:moveTo>
                  <a:lnTo>
                    <a:pt x="3509" y="5424"/>
                  </a:lnTo>
                  <a:lnTo>
                    <a:pt x="3968" y="5424"/>
                  </a:lnTo>
                  <a:lnTo>
                    <a:pt x="3968" y="5141"/>
                  </a:lnTo>
                  <a:lnTo>
                    <a:pt x="3509" y="5141"/>
                  </a:lnTo>
                  <a:close/>
                  <a:moveTo>
                    <a:pt x="2803" y="5141"/>
                  </a:moveTo>
                  <a:lnTo>
                    <a:pt x="2803" y="5424"/>
                  </a:lnTo>
                  <a:lnTo>
                    <a:pt x="3262" y="5424"/>
                  </a:lnTo>
                  <a:lnTo>
                    <a:pt x="3262" y="5141"/>
                  </a:lnTo>
                  <a:lnTo>
                    <a:pt x="2803" y="5141"/>
                  </a:lnTo>
                  <a:close/>
                  <a:moveTo>
                    <a:pt x="2121" y="5141"/>
                  </a:moveTo>
                  <a:lnTo>
                    <a:pt x="2121" y="5424"/>
                  </a:lnTo>
                  <a:lnTo>
                    <a:pt x="2581" y="5424"/>
                  </a:lnTo>
                  <a:lnTo>
                    <a:pt x="2581" y="5141"/>
                  </a:lnTo>
                  <a:lnTo>
                    <a:pt x="2121" y="5141"/>
                  </a:lnTo>
                  <a:close/>
                  <a:moveTo>
                    <a:pt x="3509" y="4704"/>
                  </a:moveTo>
                  <a:lnTo>
                    <a:pt x="3509" y="4987"/>
                  </a:lnTo>
                  <a:lnTo>
                    <a:pt x="3968" y="4987"/>
                  </a:lnTo>
                  <a:lnTo>
                    <a:pt x="3968" y="4704"/>
                  </a:lnTo>
                  <a:lnTo>
                    <a:pt x="3509" y="4704"/>
                  </a:lnTo>
                  <a:close/>
                  <a:moveTo>
                    <a:pt x="2803" y="4704"/>
                  </a:moveTo>
                  <a:lnTo>
                    <a:pt x="2803" y="4987"/>
                  </a:lnTo>
                  <a:lnTo>
                    <a:pt x="3262" y="4987"/>
                  </a:lnTo>
                  <a:lnTo>
                    <a:pt x="3262" y="4704"/>
                  </a:lnTo>
                  <a:lnTo>
                    <a:pt x="2803" y="4704"/>
                  </a:lnTo>
                  <a:close/>
                  <a:moveTo>
                    <a:pt x="2121" y="4704"/>
                  </a:moveTo>
                  <a:lnTo>
                    <a:pt x="2121" y="4987"/>
                  </a:lnTo>
                  <a:lnTo>
                    <a:pt x="2581" y="4987"/>
                  </a:lnTo>
                  <a:lnTo>
                    <a:pt x="2581" y="4704"/>
                  </a:lnTo>
                  <a:lnTo>
                    <a:pt x="2121" y="4704"/>
                  </a:lnTo>
                  <a:close/>
                  <a:moveTo>
                    <a:pt x="3509" y="4256"/>
                  </a:moveTo>
                  <a:lnTo>
                    <a:pt x="3509" y="4539"/>
                  </a:lnTo>
                  <a:lnTo>
                    <a:pt x="3968" y="4539"/>
                  </a:lnTo>
                  <a:lnTo>
                    <a:pt x="3968" y="4256"/>
                  </a:lnTo>
                  <a:lnTo>
                    <a:pt x="3509" y="4256"/>
                  </a:lnTo>
                  <a:close/>
                  <a:moveTo>
                    <a:pt x="2803" y="4256"/>
                  </a:moveTo>
                  <a:lnTo>
                    <a:pt x="2803" y="4539"/>
                  </a:lnTo>
                  <a:lnTo>
                    <a:pt x="3262" y="4539"/>
                  </a:lnTo>
                  <a:lnTo>
                    <a:pt x="3262" y="4256"/>
                  </a:lnTo>
                  <a:lnTo>
                    <a:pt x="2803" y="4256"/>
                  </a:lnTo>
                  <a:close/>
                  <a:moveTo>
                    <a:pt x="2121" y="4256"/>
                  </a:moveTo>
                  <a:lnTo>
                    <a:pt x="2121" y="4539"/>
                  </a:lnTo>
                  <a:lnTo>
                    <a:pt x="2581" y="4539"/>
                  </a:lnTo>
                  <a:lnTo>
                    <a:pt x="2581" y="4256"/>
                  </a:lnTo>
                  <a:lnTo>
                    <a:pt x="2121" y="4256"/>
                  </a:lnTo>
                  <a:close/>
                  <a:moveTo>
                    <a:pt x="3509" y="3819"/>
                  </a:moveTo>
                  <a:lnTo>
                    <a:pt x="3509" y="4102"/>
                  </a:lnTo>
                  <a:lnTo>
                    <a:pt x="3968" y="4102"/>
                  </a:lnTo>
                  <a:lnTo>
                    <a:pt x="3968" y="3819"/>
                  </a:lnTo>
                  <a:lnTo>
                    <a:pt x="3509" y="3819"/>
                  </a:lnTo>
                  <a:close/>
                  <a:moveTo>
                    <a:pt x="2803" y="3819"/>
                  </a:moveTo>
                  <a:lnTo>
                    <a:pt x="2803" y="4102"/>
                  </a:lnTo>
                  <a:lnTo>
                    <a:pt x="3262" y="4102"/>
                  </a:lnTo>
                  <a:lnTo>
                    <a:pt x="3262" y="3819"/>
                  </a:lnTo>
                  <a:lnTo>
                    <a:pt x="2803" y="3819"/>
                  </a:lnTo>
                  <a:close/>
                  <a:moveTo>
                    <a:pt x="2121" y="3819"/>
                  </a:moveTo>
                  <a:lnTo>
                    <a:pt x="2121" y="4102"/>
                  </a:lnTo>
                  <a:lnTo>
                    <a:pt x="2581" y="4102"/>
                  </a:lnTo>
                  <a:lnTo>
                    <a:pt x="2581" y="3819"/>
                  </a:lnTo>
                  <a:lnTo>
                    <a:pt x="2121" y="3819"/>
                  </a:lnTo>
                  <a:close/>
                  <a:moveTo>
                    <a:pt x="2479" y="1864"/>
                  </a:moveTo>
                  <a:lnTo>
                    <a:pt x="2479" y="2048"/>
                  </a:lnTo>
                  <a:lnTo>
                    <a:pt x="4341" y="2048"/>
                  </a:lnTo>
                  <a:lnTo>
                    <a:pt x="4341" y="1864"/>
                  </a:lnTo>
                  <a:lnTo>
                    <a:pt x="2479" y="1864"/>
                  </a:lnTo>
                  <a:close/>
                  <a:moveTo>
                    <a:pt x="2479" y="1443"/>
                  </a:moveTo>
                  <a:lnTo>
                    <a:pt x="2479" y="1627"/>
                  </a:lnTo>
                  <a:lnTo>
                    <a:pt x="4341" y="1627"/>
                  </a:lnTo>
                  <a:lnTo>
                    <a:pt x="4341" y="1443"/>
                  </a:lnTo>
                  <a:lnTo>
                    <a:pt x="2479" y="1443"/>
                  </a:lnTo>
                  <a:close/>
                  <a:moveTo>
                    <a:pt x="2479" y="1044"/>
                  </a:moveTo>
                  <a:lnTo>
                    <a:pt x="2479" y="1228"/>
                  </a:lnTo>
                  <a:lnTo>
                    <a:pt x="3582" y="1228"/>
                  </a:lnTo>
                  <a:lnTo>
                    <a:pt x="3582" y="1044"/>
                  </a:lnTo>
                  <a:lnTo>
                    <a:pt x="2479" y="1044"/>
                  </a:lnTo>
                  <a:close/>
                  <a:moveTo>
                    <a:pt x="2479" y="623"/>
                  </a:moveTo>
                  <a:lnTo>
                    <a:pt x="2479" y="807"/>
                  </a:lnTo>
                  <a:lnTo>
                    <a:pt x="3582" y="807"/>
                  </a:lnTo>
                  <a:lnTo>
                    <a:pt x="3582" y="623"/>
                  </a:lnTo>
                  <a:lnTo>
                    <a:pt x="2479" y="623"/>
                  </a:lnTo>
                  <a:close/>
                  <a:moveTo>
                    <a:pt x="4167" y="447"/>
                  </a:moveTo>
                  <a:lnTo>
                    <a:pt x="4141" y="656"/>
                  </a:lnTo>
                  <a:lnTo>
                    <a:pt x="4466" y="812"/>
                  </a:lnTo>
                  <a:lnTo>
                    <a:pt x="4167" y="447"/>
                  </a:lnTo>
                  <a:close/>
                  <a:moveTo>
                    <a:pt x="4688" y="1238"/>
                  </a:moveTo>
                  <a:lnTo>
                    <a:pt x="3922" y="871"/>
                  </a:lnTo>
                  <a:lnTo>
                    <a:pt x="3829" y="826"/>
                  </a:lnTo>
                  <a:lnTo>
                    <a:pt x="3842" y="722"/>
                  </a:lnTo>
                  <a:lnTo>
                    <a:pt x="3897" y="289"/>
                  </a:lnTo>
                  <a:lnTo>
                    <a:pt x="2203" y="289"/>
                  </a:lnTo>
                  <a:lnTo>
                    <a:pt x="2203" y="2238"/>
                  </a:lnTo>
                  <a:lnTo>
                    <a:pt x="4688" y="2238"/>
                  </a:lnTo>
                  <a:lnTo>
                    <a:pt x="4688" y="123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015">
                <a:cs typeface="+mn-ea"/>
                <a:sym typeface="+mn-lt"/>
              </a:endParaRPr>
            </a:p>
          </p:txBody>
        </p:sp>
        <p:sp>
          <p:nvSpPr>
            <p:cNvPr id="26" name="KSO_Shape"/>
            <p:cNvSpPr/>
            <p:nvPr/>
          </p:nvSpPr>
          <p:spPr bwMode="auto">
            <a:xfrm>
              <a:off x="4451538" y="1649450"/>
              <a:ext cx="242912" cy="246389"/>
            </a:xfrm>
            <a:custGeom>
              <a:avLst/>
              <a:gdLst>
                <a:gd name="T0" fmla="*/ 1575136 w 3826"/>
                <a:gd name="T1" fmla="*/ 952579 h 3884"/>
                <a:gd name="T2" fmla="*/ 1648376 w 3826"/>
                <a:gd name="T3" fmla="*/ 1177860 h 3884"/>
                <a:gd name="T4" fmla="*/ 1354950 w 3826"/>
                <a:gd name="T5" fmla="*/ 1470819 h 3884"/>
                <a:gd name="T6" fmla="*/ 1428654 w 3826"/>
                <a:gd name="T7" fmla="*/ 1177860 h 3884"/>
                <a:gd name="T8" fmla="*/ 1493088 w 3826"/>
                <a:gd name="T9" fmla="*/ 592407 h 3884"/>
                <a:gd name="T10" fmla="*/ 1598313 w 3826"/>
                <a:gd name="T11" fmla="*/ 278125 h 3884"/>
                <a:gd name="T12" fmla="*/ 1616391 w 3826"/>
                <a:gd name="T13" fmla="*/ 626709 h 3884"/>
                <a:gd name="T14" fmla="*/ 73704 w 3826"/>
                <a:gd name="T15" fmla="*/ 1800397 h 3884"/>
                <a:gd name="T16" fmla="*/ 0 w 3826"/>
                <a:gd name="T17" fmla="*/ 1727157 h 3884"/>
                <a:gd name="T18" fmla="*/ 2318 w 3826"/>
                <a:gd name="T19" fmla="*/ 298985 h 3884"/>
                <a:gd name="T20" fmla="*/ 1309059 w 3826"/>
                <a:gd name="T21" fmla="*/ 298985 h 3884"/>
                <a:gd name="T22" fmla="*/ 1318794 w 3826"/>
                <a:gd name="T23" fmla="*/ 1727157 h 3884"/>
                <a:gd name="T24" fmla="*/ 1245553 w 3826"/>
                <a:gd name="T25" fmla="*/ 1800397 h 3884"/>
                <a:gd name="T26" fmla="*/ 988748 w 3826"/>
                <a:gd name="T27" fmla="*/ 1324339 h 3884"/>
                <a:gd name="T28" fmla="*/ 230383 w 3826"/>
                <a:gd name="T29" fmla="*/ 1580678 h 3884"/>
                <a:gd name="T30" fmla="*/ 1135692 w 3826"/>
                <a:gd name="T31" fmla="*/ 921521 h 3884"/>
                <a:gd name="T32" fmla="*/ 1135692 w 3826"/>
                <a:gd name="T33" fmla="*/ 665183 h 3884"/>
                <a:gd name="T34" fmla="*/ 1135692 w 3826"/>
                <a:gd name="T35" fmla="*/ 518703 h 3884"/>
                <a:gd name="T36" fmla="*/ 293426 w 3826"/>
                <a:gd name="T37" fmla="*/ 408844 h 3884"/>
                <a:gd name="T38" fmla="*/ 183101 w 3826"/>
                <a:gd name="T39" fmla="*/ 591943 h 3884"/>
                <a:gd name="T40" fmla="*/ 183101 w 3826"/>
                <a:gd name="T41" fmla="*/ 848282 h 3884"/>
                <a:gd name="T42" fmla="*/ 183101 w 3826"/>
                <a:gd name="T43" fmla="*/ 994761 h 3884"/>
                <a:gd name="T44" fmla="*/ 1025831 w 3826"/>
                <a:gd name="T45" fmla="*/ 1104621 h 3884"/>
                <a:gd name="T46" fmla="*/ 1135692 w 3826"/>
                <a:gd name="T47" fmla="*/ 921521 h 3884"/>
                <a:gd name="T48" fmla="*/ 842730 w 3826"/>
                <a:gd name="T49" fmla="*/ 921521 h 3884"/>
                <a:gd name="T50" fmla="*/ 1061988 w 3826"/>
                <a:gd name="T51" fmla="*/ 1031381 h 3884"/>
                <a:gd name="T52" fmla="*/ 842730 w 3826"/>
                <a:gd name="T53" fmla="*/ 665183 h 3884"/>
                <a:gd name="T54" fmla="*/ 1061988 w 3826"/>
                <a:gd name="T55" fmla="*/ 848282 h 3884"/>
                <a:gd name="T56" fmla="*/ 842730 w 3826"/>
                <a:gd name="T57" fmla="*/ 665183 h 3884"/>
                <a:gd name="T58" fmla="*/ 1061988 w 3826"/>
                <a:gd name="T59" fmla="*/ 482084 h 3884"/>
                <a:gd name="T60" fmla="*/ 842730 w 3826"/>
                <a:gd name="T61" fmla="*/ 591943 h 3884"/>
                <a:gd name="T62" fmla="*/ 549304 w 3826"/>
                <a:gd name="T63" fmla="*/ 591943 h 3884"/>
                <a:gd name="T64" fmla="*/ 769489 w 3826"/>
                <a:gd name="T65" fmla="*/ 482084 h 3884"/>
                <a:gd name="T66" fmla="*/ 549304 w 3826"/>
                <a:gd name="T67" fmla="*/ 591943 h 3884"/>
                <a:gd name="T68" fmla="*/ 256805 w 3826"/>
                <a:gd name="T69" fmla="*/ 482084 h 3884"/>
                <a:gd name="T70" fmla="*/ 476527 w 3826"/>
                <a:gd name="T71" fmla="*/ 591943 h 3884"/>
                <a:gd name="T72" fmla="*/ 476527 w 3826"/>
                <a:gd name="T73" fmla="*/ 848282 h 3884"/>
                <a:gd name="T74" fmla="*/ 256805 w 3826"/>
                <a:gd name="T75" fmla="*/ 665183 h 3884"/>
                <a:gd name="T76" fmla="*/ 476527 w 3826"/>
                <a:gd name="T77" fmla="*/ 848282 h 3884"/>
                <a:gd name="T78" fmla="*/ 256805 w 3826"/>
                <a:gd name="T79" fmla="*/ 1031381 h 3884"/>
                <a:gd name="T80" fmla="*/ 476527 w 3826"/>
                <a:gd name="T81" fmla="*/ 921521 h 3884"/>
                <a:gd name="T82" fmla="*/ 769489 w 3826"/>
                <a:gd name="T83" fmla="*/ 665183 h 3884"/>
                <a:gd name="T84" fmla="*/ 549304 w 3826"/>
                <a:gd name="T85" fmla="*/ 848282 h 3884"/>
                <a:gd name="T86" fmla="*/ 769489 w 3826"/>
                <a:gd name="T87" fmla="*/ 665183 h 3884"/>
                <a:gd name="T88" fmla="*/ 769489 w 3826"/>
                <a:gd name="T89" fmla="*/ 1031381 h 3884"/>
                <a:gd name="T90" fmla="*/ 549304 w 3826"/>
                <a:gd name="T91" fmla="*/ 921521 h 388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6" h="3884">
                  <a:moveTo>
                    <a:pt x="3487" y="1352"/>
                  </a:moveTo>
                  <a:cubicBezTo>
                    <a:pt x="3417" y="1510"/>
                    <a:pt x="3401" y="1849"/>
                    <a:pt x="3398" y="2055"/>
                  </a:cubicBezTo>
                  <a:cubicBezTo>
                    <a:pt x="3398" y="2541"/>
                    <a:pt x="3398" y="2541"/>
                    <a:pt x="3398" y="2541"/>
                  </a:cubicBezTo>
                  <a:cubicBezTo>
                    <a:pt x="3556" y="2541"/>
                    <a:pt x="3556" y="2541"/>
                    <a:pt x="3556" y="2541"/>
                  </a:cubicBezTo>
                  <a:cubicBezTo>
                    <a:pt x="3556" y="3173"/>
                    <a:pt x="3556" y="3173"/>
                    <a:pt x="3556" y="3173"/>
                  </a:cubicBezTo>
                  <a:cubicBezTo>
                    <a:pt x="2923" y="3173"/>
                    <a:pt x="2923" y="3173"/>
                    <a:pt x="2923" y="3173"/>
                  </a:cubicBezTo>
                  <a:cubicBezTo>
                    <a:pt x="2923" y="2541"/>
                    <a:pt x="2923" y="2541"/>
                    <a:pt x="2923" y="2541"/>
                  </a:cubicBezTo>
                  <a:cubicBezTo>
                    <a:pt x="3082" y="2541"/>
                    <a:pt x="3082" y="2541"/>
                    <a:pt x="3082" y="2541"/>
                  </a:cubicBezTo>
                  <a:cubicBezTo>
                    <a:pt x="3082" y="2225"/>
                    <a:pt x="3082" y="2225"/>
                    <a:pt x="3082" y="2225"/>
                  </a:cubicBezTo>
                  <a:cubicBezTo>
                    <a:pt x="3082" y="2225"/>
                    <a:pt x="3043" y="1389"/>
                    <a:pt x="3221" y="1278"/>
                  </a:cubicBezTo>
                  <a:cubicBezTo>
                    <a:pt x="3130" y="1209"/>
                    <a:pt x="3070" y="1101"/>
                    <a:pt x="3070" y="978"/>
                  </a:cubicBezTo>
                  <a:cubicBezTo>
                    <a:pt x="3070" y="769"/>
                    <a:pt x="3240" y="600"/>
                    <a:pt x="3448" y="600"/>
                  </a:cubicBezTo>
                  <a:cubicBezTo>
                    <a:pt x="3657" y="600"/>
                    <a:pt x="3826" y="769"/>
                    <a:pt x="3826" y="978"/>
                  </a:cubicBezTo>
                  <a:cubicBezTo>
                    <a:pt x="3826" y="1173"/>
                    <a:pt x="3677" y="1332"/>
                    <a:pt x="3487" y="1352"/>
                  </a:cubicBezTo>
                  <a:close/>
                  <a:moveTo>
                    <a:pt x="2687" y="3884"/>
                  </a:moveTo>
                  <a:cubicBezTo>
                    <a:pt x="159" y="3884"/>
                    <a:pt x="159" y="3884"/>
                    <a:pt x="159" y="3884"/>
                  </a:cubicBezTo>
                  <a:cubicBezTo>
                    <a:pt x="159" y="3726"/>
                    <a:pt x="159" y="3726"/>
                    <a:pt x="159" y="3726"/>
                  </a:cubicBezTo>
                  <a:cubicBezTo>
                    <a:pt x="0" y="3726"/>
                    <a:pt x="0" y="3726"/>
                    <a:pt x="0" y="3726"/>
                  </a:cubicBezTo>
                  <a:cubicBezTo>
                    <a:pt x="0" y="645"/>
                    <a:pt x="0" y="645"/>
                    <a:pt x="0" y="645"/>
                  </a:cubicBezTo>
                  <a:cubicBezTo>
                    <a:pt x="5" y="645"/>
                    <a:pt x="5" y="645"/>
                    <a:pt x="5" y="645"/>
                  </a:cubicBezTo>
                  <a:cubicBezTo>
                    <a:pt x="47" y="285"/>
                    <a:pt x="656" y="0"/>
                    <a:pt x="1403" y="0"/>
                  </a:cubicBezTo>
                  <a:cubicBezTo>
                    <a:pt x="2150" y="0"/>
                    <a:pt x="2780" y="285"/>
                    <a:pt x="2824" y="645"/>
                  </a:cubicBezTo>
                  <a:cubicBezTo>
                    <a:pt x="2845" y="645"/>
                    <a:pt x="2845" y="645"/>
                    <a:pt x="2845" y="645"/>
                  </a:cubicBezTo>
                  <a:cubicBezTo>
                    <a:pt x="2845" y="3726"/>
                    <a:pt x="2845" y="3726"/>
                    <a:pt x="2845" y="3726"/>
                  </a:cubicBezTo>
                  <a:cubicBezTo>
                    <a:pt x="2687" y="3726"/>
                    <a:pt x="2687" y="3726"/>
                    <a:pt x="2687" y="3726"/>
                  </a:cubicBezTo>
                  <a:lnTo>
                    <a:pt x="2687" y="3884"/>
                  </a:lnTo>
                  <a:close/>
                  <a:moveTo>
                    <a:pt x="2416" y="3410"/>
                  </a:moveTo>
                  <a:cubicBezTo>
                    <a:pt x="2133" y="2857"/>
                    <a:pt x="2133" y="2857"/>
                    <a:pt x="2133" y="2857"/>
                  </a:cubicBezTo>
                  <a:cubicBezTo>
                    <a:pt x="779" y="2857"/>
                    <a:pt x="779" y="2857"/>
                    <a:pt x="779" y="2857"/>
                  </a:cubicBezTo>
                  <a:cubicBezTo>
                    <a:pt x="497" y="3410"/>
                    <a:pt x="497" y="3410"/>
                    <a:pt x="497" y="3410"/>
                  </a:cubicBezTo>
                  <a:lnTo>
                    <a:pt x="2416" y="3410"/>
                  </a:lnTo>
                  <a:close/>
                  <a:moveTo>
                    <a:pt x="2450" y="1988"/>
                  </a:moveTo>
                  <a:cubicBezTo>
                    <a:pt x="2450" y="1830"/>
                    <a:pt x="2450" y="1830"/>
                    <a:pt x="2450" y="1830"/>
                  </a:cubicBezTo>
                  <a:cubicBezTo>
                    <a:pt x="2450" y="1435"/>
                    <a:pt x="2450" y="1435"/>
                    <a:pt x="2450" y="1435"/>
                  </a:cubicBezTo>
                  <a:cubicBezTo>
                    <a:pt x="2450" y="1277"/>
                    <a:pt x="2450" y="1277"/>
                    <a:pt x="2450" y="1277"/>
                  </a:cubicBezTo>
                  <a:cubicBezTo>
                    <a:pt x="2450" y="1119"/>
                    <a:pt x="2450" y="1119"/>
                    <a:pt x="2450" y="1119"/>
                  </a:cubicBezTo>
                  <a:cubicBezTo>
                    <a:pt x="2450" y="988"/>
                    <a:pt x="2344" y="882"/>
                    <a:pt x="2213" y="882"/>
                  </a:cubicBezTo>
                  <a:cubicBezTo>
                    <a:pt x="633" y="882"/>
                    <a:pt x="633" y="882"/>
                    <a:pt x="633" y="882"/>
                  </a:cubicBezTo>
                  <a:cubicBezTo>
                    <a:pt x="502" y="882"/>
                    <a:pt x="395" y="988"/>
                    <a:pt x="395" y="1119"/>
                  </a:cubicBezTo>
                  <a:cubicBezTo>
                    <a:pt x="395" y="1277"/>
                    <a:pt x="395" y="1277"/>
                    <a:pt x="395" y="1277"/>
                  </a:cubicBezTo>
                  <a:cubicBezTo>
                    <a:pt x="395" y="1435"/>
                    <a:pt x="395" y="1435"/>
                    <a:pt x="395" y="1435"/>
                  </a:cubicBezTo>
                  <a:cubicBezTo>
                    <a:pt x="395" y="1830"/>
                    <a:pt x="395" y="1830"/>
                    <a:pt x="395" y="1830"/>
                  </a:cubicBezTo>
                  <a:cubicBezTo>
                    <a:pt x="395" y="1988"/>
                    <a:pt x="395" y="1988"/>
                    <a:pt x="395" y="1988"/>
                  </a:cubicBezTo>
                  <a:cubicBezTo>
                    <a:pt x="395" y="2146"/>
                    <a:pt x="395" y="2146"/>
                    <a:pt x="395" y="2146"/>
                  </a:cubicBezTo>
                  <a:cubicBezTo>
                    <a:pt x="395" y="2277"/>
                    <a:pt x="502" y="2383"/>
                    <a:pt x="633" y="2383"/>
                  </a:cubicBezTo>
                  <a:cubicBezTo>
                    <a:pt x="2213" y="2383"/>
                    <a:pt x="2213" y="2383"/>
                    <a:pt x="2213" y="2383"/>
                  </a:cubicBezTo>
                  <a:cubicBezTo>
                    <a:pt x="2344" y="2383"/>
                    <a:pt x="2450" y="2277"/>
                    <a:pt x="2450" y="2146"/>
                  </a:cubicBezTo>
                  <a:lnTo>
                    <a:pt x="2450" y="1988"/>
                  </a:lnTo>
                  <a:close/>
                  <a:moveTo>
                    <a:pt x="1818" y="2225"/>
                  </a:moveTo>
                  <a:cubicBezTo>
                    <a:pt x="1818" y="1988"/>
                    <a:pt x="1818" y="1988"/>
                    <a:pt x="1818" y="1988"/>
                  </a:cubicBezTo>
                  <a:cubicBezTo>
                    <a:pt x="2291" y="1988"/>
                    <a:pt x="2291" y="1988"/>
                    <a:pt x="2291" y="1988"/>
                  </a:cubicBezTo>
                  <a:cubicBezTo>
                    <a:pt x="2291" y="2225"/>
                    <a:pt x="2291" y="2225"/>
                    <a:pt x="2291" y="2225"/>
                  </a:cubicBezTo>
                  <a:lnTo>
                    <a:pt x="1818" y="2225"/>
                  </a:lnTo>
                  <a:close/>
                  <a:moveTo>
                    <a:pt x="1818" y="1435"/>
                  </a:moveTo>
                  <a:cubicBezTo>
                    <a:pt x="2291" y="1435"/>
                    <a:pt x="2291" y="1435"/>
                    <a:pt x="2291" y="1435"/>
                  </a:cubicBezTo>
                  <a:cubicBezTo>
                    <a:pt x="2291" y="1830"/>
                    <a:pt x="2291" y="1830"/>
                    <a:pt x="2291" y="1830"/>
                  </a:cubicBezTo>
                  <a:cubicBezTo>
                    <a:pt x="1818" y="1830"/>
                    <a:pt x="1818" y="1830"/>
                    <a:pt x="1818" y="1830"/>
                  </a:cubicBezTo>
                  <a:lnTo>
                    <a:pt x="1818" y="1435"/>
                  </a:lnTo>
                  <a:close/>
                  <a:moveTo>
                    <a:pt x="1818" y="1040"/>
                  </a:moveTo>
                  <a:cubicBezTo>
                    <a:pt x="2291" y="1040"/>
                    <a:pt x="2291" y="1040"/>
                    <a:pt x="2291" y="1040"/>
                  </a:cubicBezTo>
                  <a:cubicBezTo>
                    <a:pt x="2291" y="1277"/>
                    <a:pt x="2291" y="1277"/>
                    <a:pt x="2291" y="1277"/>
                  </a:cubicBezTo>
                  <a:cubicBezTo>
                    <a:pt x="1818" y="1277"/>
                    <a:pt x="1818" y="1277"/>
                    <a:pt x="1818" y="1277"/>
                  </a:cubicBezTo>
                  <a:lnTo>
                    <a:pt x="1818" y="1040"/>
                  </a:lnTo>
                  <a:close/>
                  <a:moveTo>
                    <a:pt x="1185" y="1277"/>
                  </a:moveTo>
                  <a:cubicBezTo>
                    <a:pt x="1185" y="1040"/>
                    <a:pt x="1185" y="1040"/>
                    <a:pt x="1185" y="1040"/>
                  </a:cubicBezTo>
                  <a:cubicBezTo>
                    <a:pt x="1660" y="1040"/>
                    <a:pt x="1660" y="1040"/>
                    <a:pt x="1660" y="1040"/>
                  </a:cubicBezTo>
                  <a:cubicBezTo>
                    <a:pt x="1660" y="1277"/>
                    <a:pt x="1660" y="1277"/>
                    <a:pt x="1660" y="1277"/>
                  </a:cubicBezTo>
                  <a:lnTo>
                    <a:pt x="1185" y="1277"/>
                  </a:lnTo>
                  <a:close/>
                  <a:moveTo>
                    <a:pt x="554" y="1277"/>
                  </a:moveTo>
                  <a:cubicBezTo>
                    <a:pt x="554" y="1040"/>
                    <a:pt x="554" y="1040"/>
                    <a:pt x="554" y="1040"/>
                  </a:cubicBezTo>
                  <a:cubicBezTo>
                    <a:pt x="1028" y="1040"/>
                    <a:pt x="1028" y="1040"/>
                    <a:pt x="1028" y="1040"/>
                  </a:cubicBezTo>
                  <a:cubicBezTo>
                    <a:pt x="1028" y="1277"/>
                    <a:pt x="1028" y="1277"/>
                    <a:pt x="1028" y="1277"/>
                  </a:cubicBezTo>
                  <a:lnTo>
                    <a:pt x="554" y="1277"/>
                  </a:lnTo>
                  <a:close/>
                  <a:moveTo>
                    <a:pt x="1028" y="1830"/>
                  </a:moveTo>
                  <a:cubicBezTo>
                    <a:pt x="554" y="1830"/>
                    <a:pt x="554" y="1830"/>
                    <a:pt x="554" y="1830"/>
                  </a:cubicBezTo>
                  <a:cubicBezTo>
                    <a:pt x="554" y="1435"/>
                    <a:pt x="554" y="1435"/>
                    <a:pt x="554" y="1435"/>
                  </a:cubicBezTo>
                  <a:cubicBezTo>
                    <a:pt x="1028" y="1435"/>
                    <a:pt x="1028" y="1435"/>
                    <a:pt x="1028" y="1435"/>
                  </a:cubicBezTo>
                  <a:lnTo>
                    <a:pt x="1028" y="1830"/>
                  </a:lnTo>
                  <a:close/>
                  <a:moveTo>
                    <a:pt x="1028" y="2225"/>
                  </a:moveTo>
                  <a:cubicBezTo>
                    <a:pt x="554" y="2225"/>
                    <a:pt x="554" y="2225"/>
                    <a:pt x="554" y="2225"/>
                  </a:cubicBezTo>
                  <a:cubicBezTo>
                    <a:pt x="554" y="1988"/>
                    <a:pt x="554" y="1988"/>
                    <a:pt x="554" y="1988"/>
                  </a:cubicBezTo>
                  <a:cubicBezTo>
                    <a:pt x="1028" y="1988"/>
                    <a:pt x="1028" y="1988"/>
                    <a:pt x="1028" y="1988"/>
                  </a:cubicBezTo>
                  <a:lnTo>
                    <a:pt x="1028" y="2225"/>
                  </a:lnTo>
                  <a:close/>
                  <a:moveTo>
                    <a:pt x="1660" y="1435"/>
                  </a:moveTo>
                  <a:cubicBezTo>
                    <a:pt x="1660" y="1830"/>
                    <a:pt x="1660" y="1830"/>
                    <a:pt x="1660" y="1830"/>
                  </a:cubicBezTo>
                  <a:cubicBezTo>
                    <a:pt x="1185" y="1830"/>
                    <a:pt x="1185" y="1830"/>
                    <a:pt x="1185" y="1830"/>
                  </a:cubicBezTo>
                  <a:cubicBezTo>
                    <a:pt x="1185" y="1435"/>
                    <a:pt x="1185" y="1435"/>
                    <a:pt x="1185" y="1435"/>
                  </a:cubicBezTo>
                  <a:lnTo>
                    <a:pt x="1660" y="1435"/>
                  </a:lnTo>
                  <a:close/>
                  <a:moveTo>
                    <a:pt x="1660" y="1988"/>
                  </a:moveTo>
                  <a:cubicBezTo>
                    <a:pt x="1660" y="2225"/>
                    <a:pt x="1660" y="2225"/>
                    <a:pt x="1660" y="2225"/>
                  </a:cubicBezTo>
                  <a:cubicBezTo>
                    <a:pt x="1185" y="2225"/>
                    <a:pt x="1185" y="2225"/>
                    <a:pt x="1185" y="2225"/>
                  </a:cubicBezTo>
                  <a:cubicBezTo>
                    <a:pt x="1185" y="1988"/>
                    <a:pt x="1185" y="1988"/>
                    <a:pt x="1185" y="1988"/>
                  </a:cubicBezTo>
                  <a:lnTo>
                    <a:pt x="1660" y="198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015">
                <a:cs typeface="+mn-ea"/>
                <a:sym typeface="+mn-lt"/>
              </a:endParaRPr>
            </a:p>
          </p:txBody>
        </p:sp>
        <p:sp>
          <p:nvSpPr>
            <p:cNvPr id="27" name="KSO_Shape"/>
            <p:cNvSpPr/>
            <p:nvPr/>
          </p:nvSpPr>
          <p:spPr bwMode="auto">
            <a:xfrm>
              <a:off x="5508872" y="2704549"/>
              <a:ext cx="242414" cy="242414"/>
            </a:xfrm>
            <a:custGeom>
              <a:avLst/>
              <a:gdLst>
                <a:gd name="T0" fmla="*/ 1726800 w 2775"/>
                <a:gd name="T1" fmla="*/ 1800397 h 2775"/>
                <a:gd name="T2" fmla="*/ 1007300 w 2775"/>
                <a:gd name="T3" fmla="*/ 1731625 h 2775"/>
                <a:gd name="T4" fmla="*/ 1187499 w 2775"/>
                <a:gd name="T5" fmla="*/ 1728381 h 2775"/>
                <a:gd name="T6" fmla="*/ 1280191 w 2775"/>
                <a:gd name="T7" fmla="*/ 1548017 h 2775"/>
                <a:gd name="T8" fmla="*/ 1367050 w 2775"/>
                <a:gd name="T9" fmla="*/ 1728381 h 2775"/>
                <a:gd name="T10" fmla="*/ 1546601 w 2775"/>
                <a:gd name="T11" fmla="*/ 1548017 h 2775"/>
                <a:gd name="T12" fmla="*/ 1726800 w 2775"/>
                <a:gd name="T13" fmla="*/ 1368302 h 2775"/>
                <a:gd name="T14" fmla="*/ 1546601 w 2775"/>
                <a:gd name="T15" fmla="*/ 1187938 h 2775"/>
                <a:gd name="T16" fmla="*/ 1726800 w 2775"/>
                <a:gd name="T17" fmla="*/ 1008222 h 2775"/>
                <a:gd name="T18" fmla="*/ 1546601 w 2775"/>
                <a:gd name="T19" fmla="*/ 828507 h 2775"/>
                <a:gd name="T20" fmla="*/ 1477892 w 2775"/>
                <a:gd name="T21" fmla="*/ 755842 h 2775"/>
                <a:gd name="T22" fmla="*/ 1726800 w 2775"/>
                <a:gd name="T23" fmla="*/ 755842 h 2775"/>
                <a:gd name="T24" fmla="*/ 1798750 w 2775"/>
                <a:gd name="T25" fmla="*/ 1800397 h 2775"/>
                <a:gd name="T26" fmla="*/ 1367050 w 2775"/>
                <a:gd name="T27" fmla="*/ 1548017 h 2775"/>
                <a:gd name="T28" fmla="*/ 1413720 w 2775"/>
                <a:gd name="T29" fmla="*/ 1368302 h 2775"/>
                <a:gd name="T30" fmla="*/ 1546601 w 2775"/>
                <a:gd name="T31" fmla="*/ 1548017 h 2775"/>
                <a:gd name="T32" fmla="*/ 1483726 w 2775"/>
                <a:gd name="T33" fmla="*/ 1187938 h 2775"/>
                <a:gd name="T34" fmla="*/ 1546601 w 2775"/>
                <a:gd name="T35" fmla="*/ 1008222 h 2775"/>
                <a:gd name="T36" fmla="*/ 1483726 w 2775"/>
                <a:gd name="T37" fmla="*/ 1187938 h 2775"/>
                <a:gd name="T38" fmla="*/ 1726800 w 2775"/>
                <a:gd name="T39" fmla="*/ 755842 h 2775"/>
                <a:gd name="T40" fmla="*/ 1413720 w 2775"/>
                <a:gd name="T41" fmla="*/ 968646 h 2775"/>
                <a:gd name="T42" fmla="*/ 0 w 2775"/>
                <a:gd name="T43" fmla="*/ 968646 h 2775"/>
                <a:gd name="T44" fmla="*/ 631345 w 2775"/>
                <a:gd name="T45" fmla="*/ 103158 h 2775"/>
                <a:gd name="T46" fmla="*/ 530226 w 2775"/>
                <a:gd name="T47" fmla="*/ 60338 h 2775"/>
                <a:gd name="T48" fmla="*/ 836176 w 2775"/>
                <a:gd name="T49" fmla="*/ 0 h 2775"/>
                <a:gd name="T50" fmla="*/ 836176 w 2775"/>
                <a:gd name="T51" fmla="*/ 105104 h 2775"/>
                <a:gd name="T52" fmla="*/ 783672 w 2775"/>
                <a:gd name="T53" fmla="*/ 260165 h 2775"/>
                <a:gd name="T54" fmla="*/ 1174535 w 2775"/>
                <a:gd name="T55" fmla="*/ 298444 h 2775"/>
                <a:gd name="T56" fmla="*/ 1186203 w 2775"/>
                <a:gd name="T57" fmla="*/ 209560 h 2775"/>
                <a:gd name="T58" fmla="*/ 1267876 w 2775"/>
                <a:gd name="T59" fmla="*/ 369811 h 2775"/>
                <a:gd name="T60" fmla="*/ 1166109 w 2775"/>
                <a:gd name="T61" fmla="*/ 428851 h 2775"/>
                <a:gd name="T62" fmla="*/ 1145366 w 2775"/>
                <a:gd name="T63" fmla="*/ 631923 h 2775"/>
                <a:gd name="T64" fmla="*/ 1033876 w 2775"/>
                <a:gd name="T65" fmla="*/ 637113 h 2775"/>
                <a:gd name="T66" fmla="*/ 709129 w 2775"/>
                <a:gd name="T67" fmla="*/ 416524 h 2775"/>
                <a:gd name="T68" fmla="*/ 372066 w 2775"/>
                <a:gd name="T69" fmla="*/ 631274 h 2775"/>
                <a:gd name="T70" fmla="*/ 269002 w 2775"/>
                <a:gd name="T71" fmla="*/ 629328 h 2775"/>
                <a:gd name="T72" fmla="*/ 261872 w 2775"/>
                <a:gd name="T73" fmla="*/ 942694 h 2775"/>
                <a:gd name="T74" fmla="*/ 156216 w 2775"/>
                <a:gd name="T75" fmla="*/ 993949 h 2775"/>
                <a:gd name="T76" fmla="*/ 335767 w 2775"/>
                <a:gd name="T77" fmla="*/ 1254114 h 2775"/>
                <a:gd name="T78" fmla="*/ 316969 w 2775"/>
                <a:gd name="T79" fmla="*/ 1359867 h 2775"/>
                <a:gd name="T80" fmla="*/ 680608 w 2775"/>
                <a:gd name="T81" fmla="*/ 1520768 h 2775"/>
                <a:gd name="T82" fmla="*/ 731816 w 2775"/>
                <a:gd name="T83" fmla="*/ 1413717 h 2775"/>
                <a:gd name="T84" fmla="*/ 1099344 w 2775"/>
                <a:gd name="T85" fmla="*/ 1360516 h 2775"/>
                <a:gd name="T86" fmla="*/ 1067582 w 2775"/>
                <a:gd name="T87" fmla="*/ 1254763 h 2775"/>
                <a:gd name="T88" fmla="*/ 1260097 w 2775"/>
                <a:gd name="T89" fmla="*/ 995246 h 2775"/>
                <a:gd name="T90" fmla="*/ 1149255 w 2775"/>
                <a:gd name="T91" fmla="*/ 942694 h 2775"/>
                <a:gd name="T92" fmla="*/ 1145366 w 2775"/>
                <a:gd name="T93" fmla="*/ 631923 h 2775"/>
                <a:gd name="T94" fmla="*/ 626808 w 2775"/>
                <a:gd name="T95" fmla="*/ 1022496 h 2775"/>
                <a:gd name="T96" fmla="*/ 680608 w 2775"/>
                <a:gd name="T97" fmla="*/ 497623 h 2775"/>
                <a:gd name="T98" fmla="*/ 733112 w 2775"/>
                <a:gd name="T99" fmla="*/ 497623 h 2775"/>
                <a:gd name="T100" fmla="*/ 784968 w 2775"/>
                <a:gd name="T101" fmla="*/ 1022496 h 277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75" h="2775">
                  <a:moveTo>
                    <a:pt x="2664" y="2775"/>
                  </a:moveTo>
                  <a:cubicBezTo>
                    <a:pt x="2664" y="2775"/>
                    <a:pt x="2664" y="2775"/>
                    <a:pt x="2664" y="2775"/>
                  </a:cubicBezTo>
                  <a:cubicBezTo>
                    <a:pt x="2427" y="2775"/>
                    <a:pt x="1974" y="2775"/>
                    <a:pt x="1554" y="2775"/>
                  </a:cubicBezTo>
                  <a:cubicBezTo>
                    <a:pt x="1554" y="2669"/>
                    <a:pt x="1554" y="2669"/>
                    <a:pt x="1554" y="2669"/>
                  </a:cubicBezTo>
                  <a:cubicBezTo>
                    <a:pt x="1559" y="2667"/>
                    <a:pt x="1564" y="2666"/>
                    <a:pt x="1568" y="2664"/>
                  </a:cubicBezTo>
                  <a:cubicBezTo>
                    <a:pt x="1832" y="2664"/>
                    <a:pt x="1832" y="2664"/>
                    <a:pt x="1832" y="2664"/>
                  </a:cubicBezTo>
                  <a:cubicBezTo>
                    <a:pt x="1832" y="2511"/>
                    <a:pt x="1832" y="2511"/>
                    <a:pt x="1832" y="2511"/>
                  </a:cubicBezTo>
                  <a:cubicBezTo>
                    <a:pt x="1882" y="2473"/>
                    <a:pt x="1931" y="2432"/>
                    <a:pt x="1975" y="2386"/>
                  </a:cubicBezTo>
                  <a:cubicBezTo>
                    <a:pt x="2109" y="2386"/>
                    <a:pt x="2109" y="2386"/>
                    <a:pt x="2109" y="2386"/>
                  </a:cubicBezTo>
                  <a:cubicBezTo>
                    <a:pt x="2109" y="2664"/>
                    <a:pt x="2109" y="2664"/>
                    <a:pt x="2109" y="2664"/>
                  </a:cubicBezTo>
                  <a:cubicBezTo>
                    <a:pt x="2386" y="2664"/>
                    <a:pt x="2386" y="2664"/>
                    <a:pt x="2386" y="2664"/>
                  </a:cubicBezTo>
                  <a:cubicBezTo>
                    <a:pt x="2386" y="2386"/>
                    <a:pt x="2386" y="2386"/>
                    <a:pt x="2386" y="2386"/>
                  </a:cubicBezTo>
                  <a:cubicBezTo>
                    <a:pt x="2664" y="2386"/>
                    <a:pt x="2664" y="2386"/>
                    <a:pt x="2664" y="2386"/>
                  </a:cubicBezTo>
                  <a:cubicBezTo>
                    <a:pt x="2664" y="2109"/>
                    <a:pt x="2664" y="2109"/>
                    <a:pt x="2664" y="2109"/>
                  </a:cubicBezTo>
                  <a:cubicBezTo>
                    <a:pt x="2386" y="2109"/>
                    <a:pt x="2386" y="2109"/>
                    <a:pt x="2386" y="2109"/>
                  </a:cubicBezTo>
                  <a:cubicBezTo>
                    <a:pt x="2386" y="1831"/>
                    <a:pt x="2386" y="1831"/>
                    <a:pt x="2386" y="1831"/>
                  </a:cubicBezTo>
                  <a:cubicBezTo>
                    <a:pt x="2664" y="1831"/>
                    <a:pt x="2664" y="1831"/>
                    <a:pt x="2664" y="1831"/>
                  </a:cubicBezTo>
                  <a:cubicBezTo>
                    <a:pt x="2664" y="1554"/>
                    <a:pt x="2664" y="1554"/>
                    <a:pt x="2664" y="1554"/>
                  </a:cubicBezTo>
                  <a:cubicBezTo>
                    <a:pt x="2386" y="1554"/>
                    <a:pt x="2386" y="1554"/>
                    <a:pt x="2386" y="1554"/>
                  </a:cubicBezTo>
                  <a:cubicBezTo>
                    <a:pt x="2386" y="1277"/>
                    <a:pt x="2386" y="1277"/>
                    <a:pt x="2386" y="1277"/>
                  </a:cubicBezTo>
                  <a:cubicBezTo>
                    <a:pt x="2307" y="1277"/>
                    <a:pt x="2307" y="1277"/>
                    <a:pt x="2307" y="1277"/>
                  </a:cubicBezTo>
                  <a:cubicBezTo>
                    <a:pt x="2300" y="1238"/>
                    <a:pt x="2291" y="1202"/>
                    <a:pt x="2280" y="1165"/>
                  </a:cubicBezTo>
                  <a:cubicBezTo>
                    <a:pt x="2433" y="1165"/>
                    <a:pt x="2566" y="1165"/>
                    <a:pt x="2664" y="1165"/>
                  </a:cubicBezTo>
                  <a:cubicBezTo>
                    <a:pt x="2664" y="1165"/>
                    <a:pt x="2664" y="1165"/>
                    <a:pt x="2664" y="1165"/>
                  </a:cubicBezTo>
                  <a:cubicBezTo>
                    <a:pt x="2775" y="1165"/>
                    <a:pt x="2775" y="1165"/>
                    <a:pt x="2775" y="1165"/>
                  </a:cubicBezTo>
                  <a:cubicBezTo>
                    <a:pt x="2775" y="2775"/>
                    <a:pt x="2775" y="2775"/>
                    <a:pt x="2775" y="2775"/>
                  </a:cubicBezTo>
                  <a:lnTo>
                    <a:pt x="2664" y="2775"/>
                  </a:lnTo>
                  <a:close/>
                  <a:moveTo>
                    <a:pt x="2109" y="2386"/>
                  </a:moveTo>
                  <a:cubicBezTo>
                    <a:pt x="2109" y="2224"/>
                    <a:pt x="2109" y="2224"/>
                    <a:pt x="2109" y="2224"/>
                  </a:cubicBezTo>
                  <a:cubicBezTo>
                    <a:pt x="2135" y="2187"/>
                    <a:pt x="2159" y="2149"/>
                    <a:pt x="2181" y="2109"/>
                  </a:cubicBezTo>
                  <a:cubicBezTo>
                    <a:pt x="2386" y="2109"/>
                    <a:pt x="2386" y="2109"/>
                    <a:pt x="2386" y="2109"/>
                  </a:cubicBezTo>
                  <a:cubicBezTo>
                    <a:pt x="2386" y="2386"/>
                    <a:pt x="2386" y="2386"/>
                    <a:pt x="2386" y="2386"/>
                  </a:cubicBezTo>
                  <a:lnTo>
                    <a:pt x="2109" y="2386"/>
                  </a:lnTo>
                  <a:close/>
                  <a:moveTo>
                    <a:pt x="2289" y="1831"/>
                  </a:moveTo>
                  <a:cubicBezTo>
                    <a:pt x="2312" y="1742"/>
                    <a:pt x="2326" y="1650"/>
                    <a:pt x="2329" y="1554"/>
                  </a:cubicBezTo>
                  <a:cubicBezTo>
                    <a:pt x="2386" y="1554"/>
                    <a:pt x="2386" y="1554"/>
                    <a:pt x="2386" y="1554"/>
                  </a:cubicBezTo>
                  <a:cubicBezTo>
                    <a:pt x="2386" y="1831"/>
                    <a:pt x="2386" y="1831"/>
                    <a:pt x="2386" y="1831"/>
                  </a:cubicBezTo>
                  <a:lnTo>
                    <a:pt x="2289" y="1831"/>
                  </a:lnTo>
                  <a:close/>
                  <a:moveTo>
                    <a:pt x="2664" y="1165"/>
                  </a:moveTo>
                  <a:cubicBezTo>
                    <a:pt x="2664" y="1165"/>
                    <a:pt x="2664" y="1165"/>
                    <a:pt x="2664" y="1165"/>
                  </a:cubicBezTo>
                  <a:cubicBezTo>
                    <a:pt x="2566" y="1165"/>
                    <a:pt x="2336" y="1165"/>
                    <a:pt x="2664" y="1165"/>
                  </a:cubicBezTo>
                  <a:close/>
                  <a:moveTo>
                    <a:pt x="2181" y="1493"/>
                  </a:moveTo>
                  <a:cubicBezTo>
                    <a:pt x="2181" y="2097"/>
                    <a:pt x="1697" y="2587"/>
                    <a:pt x="1093" y="2587"/>
                  </a:cubicBezTo>
                  <a:cubicBezTo>
                    <a:pt x="489" y="2587"/>
                    <a:pt x="0" y="2097"/>
                    <a:pt x="0" y="1493"/>
                  </a:cubicBezTo>
                  <a:cubicBezTo>
                    <a:pt x="0" y="906"/>
                    <a:pt x="506" y="401"/>
                    <a:pt x="974" y="401"/>
                  </a:cubicBezTo>
                  <a:cubicBezTo>
                    <a:pt x="974" y="159"/>
                    <a:pt x="974" y="159"/>
                    <a:pt x="974" y="159"/>
                  </a:cubicBezTo>
                  <a:cubicBezTo>
                    <a:pt x="894" y="159"/>
                    <a:pt x="894" y="159"/>
                    <a:pt x="894" y="159"/>
                  </a:cubicBezTo>
                  <a:cubicBezTo>
                    <a:pt x="894" y="159"/>
                    <a:pt x="818" y="162"/>
                    <a:pt x="818" y="93"/>
                  </a:cubicBezTo>
                  <a:cubicBezTo>
                    <a:pt x="818" y="93"/>
                    <a:pt x="808" y="0"/>
                    <a:pt x="899" y="0"/>
                  </a:cubicBezTo>
                  <a:cubicBezTo>
                    <a:pt x="1290" y="0"/>
                    <a:pt x="1290" y="0"/>
                    <a:pt x="1290" y="0"/>
                  </a:cubicBezTo>
                  <a:cubicBezTo>
                    <a:pt x="1290" y="0"/>
                    <a:pt x="1376" y="5"/>
                    <a:pt x="1376" y="83"/>
                  </a:cubicBezTo>
                  <a:cubicBezTo>
                    <a:pt x="1376" y="83"/>
                    <a:pt x="1370" y="162"/>
                    <a:pt x="1290" y="162"/>
                  </a:cubicBezTo>
                  <a:cubicBezTo>
                    <a:pt x="1209" y="162"/>
                    <a:pt x="1209" y="162"/>
                    <a:pt x="1209" y="162"/>
                  </a:cubicBezTo>
                  <a:cubicBezTo>
                    <a:pt x="1209" y="401"/>
                    <a:pt x="1209" y="401"/>
                    <a:pt x="1209" y="401"/>
                  </a:cubicBezTo>
                  <a:cubicBezTo>
                    <a:pt x="1428" y="421"/>
                    <a:pt x="1539" y="493"/>
                    <a:pt x="1692" y="580"/>
                  </a:cubicBezTo>
                  <a:cubicBezTo>
                    <a:pt x="1812" y="460"/>
                    <a:pt x="1812" y="460"/>
                    <a:pt x="1812" y="460"/>
                  </a:cubicBezTo>
                  <a:cubicBezTo>
                    <a:pt x="1753" y="406"/>
                    <a:pt x="1753" y="406"/>
                    <a:pt x="1753" y="406"/>
                  </a:cubicBezTo>
                  <a:cubicBezTo>
                    <a:pt x="1830" y="323"/>
                    <a:pt x="1830" y="323"/>
                    <a:pt x="1830" y="323"/>
                  </a:cubicBezTo>
                  <a:cubicBezTo>
                    <a:pt x="2034" y="492"/>
                    <a:pt x="2034" y="492"/>
                    <a:pt x="2034" y="492"/>
                  </a:cubicBezTo>
                  <a:cubicBezTo>
                    <a:pt x="1956" y="570"/>
                    <a:pt x="1956" y="570"/>
                    <a:pt x="1956" y="570"/>
                  </a:cubicBezTo>
                  <a:cubicBezTo>
                    <a:pt x="1908" y="532"/>
                    <a:pt x="1908" y="532"/>
                    <a:pt x="1908" y="532"/>
                  </a:cubicBezTo>
                  <a:cubicBezTo>
                    <a:pt x="1799" y="661"/>
                    <a:pt x="1799" y="661"/>
                    <a:pt x="1799" y="661"/>
                  </a:cubicBezTo>
                  <a:cubicBezTo>
                    <a:pt x="2033" y="861"/>
                    <a:pt x="2181" y="1160"/>
                    <a:pt x="2181" y="1493"/>
                  </a:cubicBezTo>
                  <a:close/>
                  <a:moveTo>
                    <a:pt x="1767" y="974"/>
                  </a:moveTo>
                  <a:cubicBezTo>
                    <a:pt x="1761" y="966"/>
                    <a:pt x="1653" y="1052"/>
                    <a:pt x="1653" y="1052"/>
                  </a:cubicBezTo>
                  <a:cubicBezTo>
                    <a:pt x="1595" y="982"/>
                    <a:pt x="1595" y="982"/>
                    <a:pt x="1595" y="982"/>
                  </a:cubicBezTo>
                  <a:cubicBezTo>
                    <a:pt x="1595" y="982"/>
                    <a:pt x="1671" y="912"/>
                    <a:pt x="1698" y="894"/>
                  </a:cubicBezTo>
                  <a:cubicBezTo>
                    <a:pt x="1545" y="741"/>
                    <a:pt x="1328" y="642"/>
                    <a:pt x="1094" y="642"/>
                  </a:cubicBezTo>
                  <a:cubicBezTo>
                    <a:pt x="856" y="642"/>
                    <a:pt x="641" y="741"/>
                    <a:pt x="486" y="897"/>
                  </a:cubicBezTo>
                  <a:cubicBezTo>
                    <a:pt x="499" y="913"/>
                    <a:pt x="574" y="973"/>
                    <a:pt x="574" y="973"/>
                  </a:cubicBezTo>
                  <a:cubicBezTo>
                    <a:pt x="510" y="1059"/>
                    <a:pt x="510" y="1059"/>
                    <a:pt x="510" y="1059"/>
                  </a:cubicBezTo>
                  <a:cubicBezTo>
                    <a:pt x="510" y="1059"/>
                    <a:pt x="420" y="964"/>
                    <a:pt x="415" y="970"/>
                  </a:cubicBezTo>
                  <a:cubicBezTo>
                    <a:pt x="320" y="1101"/>
                    <a:pt x="249" y="1284"/>
                    <a:pt x="241" y="1456"/>
                  </a:cubicBezTo>
                  <a:cubicBezTo>
                    <a:pt x="311" y="1454"/>
                    <a:pt x="404" y="1453"/>
                    <a:pt x="404" y="1453"/>
                  </a:cubicBezTo>
                  <a:cubicBezTo>
                    <a:pt x="402" y="1534"/>
                    <a:pt x="402" y="1534"/>
                    <a:pt x="402" y="1534"/>
                  </a:cubicBezTo>
                  <a:cubicBezTo>
                    <a:pt x="402" y="1534"/>
                    <a:pt x="240" y="1527"/>
                    <a:pt x="241" y="1532"/>
                  </a:cubicBezTo>
                  <a:cubicBezTo>
                    <a:pt x="248" y="1711"/>
                    <a:pt x="310" y="1875"/>
                    <a:pt x="411" y="2008"/>
                  </a:cubicBezTo>
                  <a:cubicBezTo>
                    <a:pt x="449" y="1983"/>
                    <a:pt x="518" y="1933"/>
                    <a:pt x="518" y="1933"/>
                  </a:cubicBezTo>
                  <a:cubicBezTo>
                    <a:pt x="578" y="1999"/>
                    <a:pt x="578" y="1999"/>
                    <a:pt x="578" y="1999"/>
                  </a:cubicBezTo>
                  <a:cubicBezTo>
                    <a:pt x="578" y="1999"/>
                    <a:pt x="479" y="2087"/>
                    <a:pt x="489" y="2096"/>
                  </a:cubicBezTo>
                  <a:cubicBezTo>
                    <a:pt x="513" y="2121"/>
                    <a:pt x="540" y="2144"/>
                    <a:pt x="567" y="2165"/>
                  </a:cubicBezTo>
                  <a:cubicBezTo>
                    <a:pt x="702" y="2270"/>
                    <a:pt x="868" y="2335"/>
                    <a:pt x="1050" y="2344"/>
                  </a:cubicBezTo>
                  <a:cubicBezTo>
                    <a:pt x="1049" y="2284"/>
                    <a:pt x="1053" y="2178"/>
                    <a:pt x="1053" y="2178"/>
                  </a:cubicBezTo>
                  <a:cubicBezTo>
                    <a:pt x="1129" y="2179"/>
                    <a:pt x="1129" y="2179"/>
                    <a:pt x="1129" y="2179"/>
                  </a:cubicBezTo>
                  <a:cubicBezTo>
                    <a:pt x="1129" y="2179"/>
                    <a:pt x="1125" y="2344"/>
                    <a:pt x="1131" y="2344"/>
                  </a:cubicBezTo>
                  <a:cubicBezTo>
                    <a:pt x="1352" y="2335"/>
                    <a:pt x="1550" y="2243"/>
                    <a:pt x="1696" y="2097"/>
                  </a:cubicBezTo>
                  <a:cubicBezTo>
                    <a:pt x="1710" y="2084"/>
                    <a:pt x="1599" y="2002"/>
                    <a:pt x="1599" y="2002"/>
                  </a:cubicBezTo>
                  <a:cubicBezTo>
                    <a:pt x="1647" y="1934"/>
                    <a:pt x="1647" y="1934"/>
                    <a:pt x="1647" y="1934"/>
                  </a:cubicBezTo>
                  <a:cubicBezTo>
                    <a:pt x="1647" y="1934"/>
                    <a:pt x="1764" y="2021"/>
                    <a:pt x="1771" y="2012"/>
                  </a:cubicBezTo>
                  <a:cubicBezTo>
                    <a:pt x="1873" y="1879"/>
                    <a:pt x="1936" y="1714"/>
                    <a:pt x="1944" y="1534"/>
                  </a:cubicBezTo>
                  <a:cubicBezTo>
                    <a:pt x="1944" y="1527"/>
                    <a:pt x="1776" y="1535"/>
                    <a:pt x="1776" y="1535"/>
                  </a:cubicBezTo>
                  <a:cubicBezTo>
                    <a:pt x="1773" y="1453"/>
                    <a:pt x="1773" y="1453"/>
                    <a:pt x="1773" y="1453"/>
                  </a:cubicBezTo>
                  <a:cubicBezTo>
                    <a:pt x="1773" y="1453"/>
                    <a:pt x="1909" y="1453"/>
                    <a:pt x="1944" y="1451"/>
                  </a:cubicBezTo>
                  <a:cubicBezTo>
                    <a:pt x="1934" y="1272"/>
                    <a:pt x="1870" y="1107"/>
                    <a:pt x="1767" y="974"/>
                  </a:cubicBezTo>
                  <a:close/>
                  <a:moveTo>
                    <a:pt x="1087" y="1696"/>
                  </a:moveTo>
                  <a:cubicBezTo>
                    <a:pt x="1018" y="1696"/>
                    <a:pt x="967" y="1645"/>
                    <a:pt x="967" y="1576"/>
                  </a:cubicBezTo>
                  <a:cubicBezTo>
                    <a:pt x="967" y="1457"/>
                    <a:pt x="1050" y="1451"/>
                    <a:pt x="1050" y="1451"/>
                  </a:cubicBezTo>
                  <a:cubicBezTo>
                    <a:pt x="1050" y="1295"/>
                    <a:pt x="1050" y="767"/>
                    <a:pt x="1050" y="767"/>
                  </a:cubicBezTo>
                  <a:cubicBezTo>
                    <a:pt x="1050" y="745"/>
                    <a:pt x="1068" y="727"/>
                    <a:pt x="1090" y="727"/>
                  </a:cubicBezTo>
                  <a:cubicBezTo>
                    <a:pt x="1113" y="727"/>
                    <a:pt x="1131" y="745"/>
                    <a:pt x="1131" y="767"/>
                  </a:cubicBezTo>
                  <a:cubicBezTo>
                    <a:pt x="1131" y="767"/>
                    <a:pt x="1131" y="1289"/>
                    <a:pt x="1131" y="1449"/>
                  </a:cubicBezTo>
                  <a:cubicBezTo>
                    <a:pt x="1131" y="1449"/>
                    <a:pt x="1211" y="1460"/>
                    <a:pt x="1211" y="1576"/>
                  </a:cubicBezTo>
                  <a:cubicBezTo>
                    <a:pt x="1211" y="1645"/>
                    <a:pt x="1156" y="1696"/>
                    <a:pt x="1087" y="169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015">
                <a:cs typeface="+mn-ea"/>
                <a:sym typeface="+mn-lt"/>
              </a:endParaRPr>
            </a:p>
          </p:txBody>
        </p:sp>
      </p:grpSp>
      <p:sp>
        <p:nvSpPr>
          <p:cNvPr id="29" name="矩形 28"/>
          <p:cNvSpPr/>
          <p:nvPr/>
        </p:nvSpPr>
        <p:spPr>
          <a:xfrm>
            <a:off x="499593" y="1188718"/>
            <a:ext cx="2640275"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zh-CN" altLang="zh-CN" sz="1400" dirty="0">
              <a:solidFill>
                <a:schemeClr val="tx1"/>
              </a:solidFill>
              <a:cs typeface="+mn-ea"/>
              <a:sym typeface="+mn-lt"/>
            </a:endParaRPr>
          </a:p>
        </p:txBody>
      </p:sp>
      <p:sp>
        <p:nvSpPr>
          <p:cNvPr id="30" name="矩形 29"/>
          <p:cNvSpPr/>
          <p:nvPr/>
        </p:nvSpPr>
        <p:spPr>
          <a:xfrm>
            <a:off x="6108690" y="1188718"/>
            <a:ext cx="2640275"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zh-CN" altLang="zh-CN" sz="1400" dirty="0">
              <a:solidFill>
                <a:schemeClr val="tx1"/>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par>
                          <p:cTn id="13" fill="hold">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3"/>
          <p:cNvSpPr>
            <a:spLocks noGrp="1"/>
          </p:cNvSpPr>
          <p:nvPr>
            <p:ph type="title" idx="4294967295"/>
          </p:nvPr>
        </p:nvSpPr>
        <p:spPr>
          <a:xfrm>
            <a:off x="628650" y="273844"/>
            <a:ext cx="7886700" cy="994172"/>
          </a:xfrm>
        </p:spPr>
        <p:txBody>
          <a:bodyPr/>
          <a:lstStyle/>
          <a:p>
            <a:pPr eaLnBrk="1" hangingPunct="1"/>
            <a:r>
              <a:rPr lang="zh-CN" altLang="en-US" dirty="0" smtClean="0">
                <a:latin typeface="+mn-lt"/>
                <a:ea typeface="+mn-ea"/>
                <a:cs typeface="+mn-ea"/>
                <a:sym typeface="+mn-lt"/>
              </a:rPr>
              <a:t> </a:t>
            </a:r>
            <a:endParaRPr lang="en-US" altLang="zh-CN" dirty="0">
              <a:latin typeface="+mn-lt"/>
              <a:ea typeface="+mn-ea"/>
              <a:cs typeface="+mn-ea"/>
              <a:sym typeface="+mn-lt"/>
            </a:endParaRPr>
          </a:p>
        </p:txBody>
      </p:sp>
      <p:grpSp>
        <p:nvGrpSpPr>
          <p:cNvPr id="2" name="组合 1"/>
          <p:cNvGrpSpPr/>
          <p:nvPr/>
        </p:nvGrpSpPr>
        <p:grpSpPr>
          <a:xfrm>
            <a:off x="303466" y="2304387"/>
            <a:ext cx="3005442" cy="1990122"/>
            <a:chOff x="303466" y="2304387"/>
            <a:chExt cx="3005442" cy="1990122"/>
          </a:xfrm>
        </p:grpSpPr>
        <p:pic>
          <p:nvPicPr>
            <p:cNvPr id="36" name="MH_Other_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l="2766" t="57680" r="7205"/>
            <a:stretch>
              <a:fillRect/>
            </a:stretch>
          </p:blipFill>
          <p:spPr bwMode="auto">
            <a:xfrm>
              <a:off x="303466" y="4231581"/>
              <a:ext cx="2312789" cy="6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自由: 形状 8"/>
            <p:cNvSpPr/>
            <p:nvPr>
              <p:custDataLst>
                <p:tags r:id="rId3"/>
              </p:custDataLst>
            </p:nvPr>
          </p:nvSpPr>
          <p:spPr>
            <a:xfrm>
              <a:off x="304809" y="2736246"/>
              <a:ext cx="2963048" cy="1498300"/>
            </a:xfrm>
            <a:custGeom>
              <a:avLst/>
              <a:gdLst>
                <a:gd name="connsiteX0" fmla="*/ 5136119 w 6353712"/>
                <a:gd name="connsiteY0" fmla="*/ 3182544 h 3212829"/>
                <a:gd name="connsiteX1" fmla="*/ 5124450 w 6353712"/>
                <a:gd name="connsiteY1" fmla="*/ 3212829 h 3212829"/>
                <a:gd name="connsiteX2" fmla="*/ 5110790 w 6353712"/>
                <a:gd name="connsiteY2" fmla="*/ 3212829 h 3212829"/>
                <a:gd name="connsiteX3" fmla="*/ 6353712 w 6353712"/>
                <a:gd name="connsiteY3" fmla="*/ 0 h 3212829"/>
                <a:gd name="connsiteX4" fmla="*/ 5086717 w 6353712"/>
                <a:gd name="connsiteY4" fmla="*/ 3212829 h 3212829"/>
                <a:gd name="connsiteX5" fmla="*/ 0 w 6353712"/>
                <a:gd name="connsiteY5" fmla="*/ 3212829 h 3212829"/>
                <a:gd name="connsiteX6" fmla="*/ 1255451 w 6353712"/>
                <a:gd name="connsiteY6" fmla="*/ 29478 h 321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712" h="3212829">
                  <a:moveTo>
                    <a:pt x="5136119" y="3182544"/>
                  </a:moveTo>
                  <a:lnTo>
                    <a:pt x="5124450" y="3212829"/>
                  </a:lnTo>
                  <a:lnTo>
                    <a:pt x="5110790" y="3212829"/>
                  </a:lnTo>
                  <a:close/>
                  <a:moveTo>
                    <a:pt x="6353712" y="0"/>
                  </a:moveTo>
                  <a:lnTo>
                    <a:pt x="5086717" y="3212829"/>
                  </a:lnTo>
                  <a:lnTo>
                    <a:pt x="0" y="3212829"/>
                  </a:lnTo>
                  <a:lnTo>
                    <a:pt x="1255451" y="29478"/>
                  </a:lnTo>
                  <a:close/>
                </a:path>
              </a:pathLst>
            </a:custGeom>
            <a:solidFill>
              <a:srgbClr val="FFFFFF"/>
            </a:solidFill>
            <a:ln w="3175" cap="flat" cmpd="sng" algn="ctr">
              <a:solidFill>
                <a:schemeClr val="accent1"/>
              </a:solidFill>
              <a:prstDash val="solid"/>
            </a:ln>
            <a:effectLst/>
          </p:spPr>
          <p:txBody>
            <a:bodyPr wrap="square" lIns="1620000" tIns="270000" rIns="81000" bIns="67500">
              <a:noAutofit/>
            </a:bodyPr>
            <a:lstStyle/>
            <a:p>
              <a:pPr algn="just">
                <a:lnSpc>
                  <a:spcPct val="120000"/>
                </a:lnSpc>
                <a:defRPr/>
              </a:pPr>
              <a:endParaRPr lang="da-DK" altLang="zh-CN" sz="1500" kern="0" dirty="0">
                <a:solidFill>
                  <a:schemeClr val="accent1">
                    <a:lumMod val="75000"/>
                  </a:schemeClr>
                </a:solidFill>
                <a:cs typeface="+mn-ea"/>
                <a:sym typeface="+mn-lt"/>
              </a:endParaRPr>
            </a:p>
          </p:txBody>
        </p:sp>
        <p:sp>
          <p:nvSpPr>
            <p:cNvPr id="43" name="自由: 形状 18"/>
            <p:cNvSpPr/>
            <p:nvPr>
              <p:custDataLst>
                <p:tags r:id="rId4"/>
              </p:custDataLst>
            </p:nvPr>
          </p:nvSpPr>
          <p:spPr>
            <a:xfrm>
              <a:off x="2676278" y="2736245"/>
              <a:ext cx="632630" cy="1491863"/>
            </a:xfrm>
            <a:custGeom>
              <a:avLst/>
              <a:gdLst>
                <a:gd name="connsiteX0" fmla="*/ 1356557 w 1356557"/>
                <a:gd name="connsiteY0" fmla="*/ 0 h 3199026"/>
                <a:gd name="connsiteX1" fmla="*/ 95007 w 1356557"/>
                <a:gd name="connsiteY1" fmla="*/ 3199026 h 3199026"/>
                <a:gd name="connsiteX2" fmla="*/ 0 w 1356557"/>
                <a:gd name="connsiteY2" fmla="*/ 3199026 h 3199026"/>
                <a:gd name="connsiteX3" fmla="*/ 1261334 w 1356557"/>
                <a:gd name="connsiteY3" fmla="*/ 551 h 3199026"/>
              </a:gdLst>
              <a:ahLst/>
              <a:cxnLst>
                <a:cxn ang="0">
                  <a:pos x="connsiteX0" y="connsiteY0"/>
                </a:cxn>
                <a:cxn ang="0">
                  <a:pos x="connsiteX1" y="connsiteY1"/>
                </a:cxn>
                <a:cxn ang="0">
                  <a:pos x="connsiteX2" y="connsiteY2"/>
                </a:cxn>
                <a:cxn ang="0">
                  <a:pos x="connsiteX3" y="connsiteY3"/>
                </a:cxn>
              </a:cxnLst>
              <a:rect l="l" t="t" r="r" b="b"/>
              <a:pathLst>
                <a:path w="1356557" h="3199026">
                  <a:moveTo>
                    <a:pt x="1356557" y="0"/>
                  </a:moveTo>
                  <a:lnTo>
                    <a:pt x="95007" y="3199026"/>
                  </a:lnTo>
                  <a:lnTo>
                    <a:pt x="0" y="3199026"/>
                  </a:lnTo>
                  <a:lnTo>
                    <a:pt x="1261334" y="551"/>
                  </a:lnTo>
                  <a:close/>
                </a:path>
              </a:pathLst>
            </a:custGeom>
            <a:solidFill>
              <a:schemeClr val="accent1"/>
            </a:solidFill>
            <a:ln w="28575" cap="flat" cmpd="sng" algn="ctr">
              <a:solidFill>
                <a:schemeClr val="accent1"/>
              </a:solidFill>
              <a:prstDash val="solid"/>
            </a:ln>
            <a:effectLst/>
          </p:spPr>
          <p:txBody>
            <a:bodyPr vert="eaVert" wrap="square" anchor="ctr">
              <a:noAutofit/>
            </a:bodyPr>
            <a:lstStyle/>
            <a:p>
              <a:pPr algn="ctr">
                <a:defRPr/>
              </a:pPr>
              <a:endParaRPr lang="zh-CN" altLang="en-US" sz="1015" kern="0" dirty="0">
                <a:solidFill>
                  <a:prstClr val="black">
                    <a:lumMod val="65000"/>
                    <a:lumOff val="35000"/>
                  </a:prstClr>
                </a:solidFill>
                <a:cs typeface="+mn-ea"/>
                <a:sym typeface="+mn-lt"/>
              </a:endParaRPr>
            </a:p>
          </p:txBody>
        </p:sp>
        <p:sp>
          <p:nvSpPr>
            <p:cNvPr id="64" name="矩形 63"/>
            <p:cNvSpPr/>
            <p:nvPr/>
          </p:nvSpPr>
          <p:spPr>
            <a:xfrm>
              <a:off x="848015" y="2975207"/>
              <a:ext cx="1894833" cy="1013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a:t>
              </a:r>
              <a:endParaRPr lang="zh-CN" altLang="zh-CN" dirty="0">
                <a:solidFill>
                  <a:schemeClr val="tx1"/>
                </a:solidFill>
                <a:cs typeface="+mn-ea"/>
                <a:sym typeface="+mn-lt"/>
              </a:endParaRPr>
            </a:p>
          </p:txBody>
        </p:sp>
        <p:sp>
          <p:nvSpPr>
            <p:cNvPr id="65" name="Freeform 66"/>
            <p:cNvSpPr>
              <a:spLocks noEditPoints="1"/>
            </p:cNvSpPr>
            <p:nvPr/>
          </p:nvSpPr>
          <p:spPr bwMode="auto">
            <a:xfrm rot="218059">
              <a:off x="479955" y="2304387"/>
              <a:ext cx="736121" cy="743789"/>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chemeClr val="accent1"/>
            </a:solidFill>
            <a:ln w="9525">
              <a:noFill/>
              <a:round/>
            </a:ln>
          </p:spPr>
          <p:txBody>
            <a:bodyPr vert="horz" wrap="square" lIns="68580" tIns="34290" rIns="68580" bIns="34290" numCol="1" anchor="t" anchorCtr="0" compatLnSpc="1"/>
            <a:lstStyle/>
            <a:p>
              <a:endParaRPr lang="zh-CN" altLang="en-US" sz="1015">
                <a:cs typeface="+mn-ea"/>
                <a:sym typeface="+mn-lt"/>
              </a:endParaRPr>
            </a:p>
          </p:txBody>
        </p:sp>
      </p:grpSp>
      <p:grpSp>
        <p:nvGrpSpPr>
          <p:cNvPr id="3" name="组合 2"/>
          <p:cNvGrpSpPr/>
          <p:nvPr/>
        </p:nvGrpSpPr>
        <p:grpSpPr>
          <a:xfrm>
            <a:off x="3088245" y="2304387"/>
            <a:ext cx="3005441" cy="1990122"/>
            <a:chOff x="3088245" y="2304387"/>
            <a:chExt cx="3005441" cy="1990122"/>
          </a:xfrm>
        </p:grpSpPr>
        <p:pic>
          <p:nvPicPr>
            <p:cNvPr id="66" name="MH_Other_2"/>
            <p:cNvPicPr>
              <a:picLocks noChangeAspect="1" noChangeArrowheads="1"/>
            </p:cNvPicPr>
            <p:nvPr>
              <p:custDataLst>
                <p:tags r:id="rId5"/>
              </p:custDataLst>
            </p:nvPr>
          </p:nvPicPr>
          <p:blipFill>
            <a:blip r:embed="rId2">
              <a:extLst>
                <a:ext uri="{28A0092B-C50C-407E-A947-70E740481C1C}">
                  <a14:useLocalDpi xmlns:a14="http://schemas.microsoft.com/office/drawing/2010/main" val="0"/>
                </a:ext>
              </a:extLst>
            </a:blip>
            <a:srcRect l="2766" t="57680" r="7205"/>
            <a:stretch>
              <a:fillRect/>
            </a:stretch>
          </p:blipFill>
          <p:spPr bwMode="auto">
            <a:xfrm>
              <a:off x="3088245" y="4231581"/>
              <a:ext cx="2312789" cy="6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 name="自由: 形状 8"/>
            <p:cNvSpPr/>
            <p:nvPr>
              <p:custDataLst>
                <p:tags r:id="rId6"/>
              </p:custDataLst>
            </p:nvPr>
          </p:nvSpPr>
          <p:spPr>
            <a:xfrm>
              <a:off x="3089587" y="2736246"/>
              <a:ext cx="2963048" cy="1498300"/>
            </a:xfrm>
            <a:custGeom>
              <a:avLst/>
              <a:gdLst>
                <a:gd name="connsiteX0" fmla="*/ 5136119 w 6353712"/>
                <a:gd name="connsiteY0" fmla="*/ 3182544 h 3212829"/>
                <a:gd name="connsiteX1" fmla="*/ 5124450 w 6353712"/>
                <a:gd name="connsiteY1" fmla="*/ 3212829 h 3212829"/>
                <a:gd name="connsiteX2" fmla="*/ 5110790 w 6353712"/>
                <a:gd name="connsiteY2" fmla="*/ 3212829 h 3212829"/>
                <a:gd name="connsiteX3" fmla="*/ 6353712 w 6353712"/>
                <a:gd name="connsiteY3" fmla="*/ 0 h 3212829"/>
                <a:gd name="connsiteX4" fmla="*/ 5086717 w 6353712"/>
                <a:gd name="connsiteY4" fmla="*/ 3212829 h 3212829"/>
                <a:gd name="connsiteX5" fmla="*/ 0 w 6353712"/>
                <a:gd name="connsiteY5" fmla="*/ 3212829 h 3212829"/>
                <a:gd name="connsiteX6" fmla="*/ 1255451 w 6353712"/>
                <a:gd name="connsiteY6" fmla="*/ 29478 h 321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712" h="3212829">
                  <a:moveTo>
                    <a:pt x="5136119" y="3182544"/>
                  </a:moveTo>
                  <a:lnTo>
                    <a:pt x="5124450" y="3212829"/>
                  </a:lnTo>
                  <a:lnTo>
                    <a:pt x="5110790" y="3212829"/>
                  </a:lnTo>
                  <a:close/>
                  <a:moveTo>
                    <a:pt x="6353712" y="0"/>
                  </a:moveTo>
                  <a:lnTo>
                    <a:pt x="5086717" y="3212829"/>
                  </a:lnTo>
                  <a:lnTo>
                    <a:pt x="0" y="3212829"/>
                  </a:lnTo>
                  <a:lnTo>
                    <a:pt x="1255451" y="29478"/>
                  </a:lnTo>
                  <a:close/>
                </a:path>
              </a:pathLst>
            </a:custGeom>
            <a:solidFill>
              <a:srgbClr val="FFFFFF"/>
            </a:solidFill>
            <a:ln w="3175" cap="flat" cmpd="sng" algn="ctr">
              <a:solidFill>
                <a:schemeClr val="accent1"/>
              </a:solidFill>
              <a:prstDash val="solid"/>
            </a:ln>
            <a:effectLst/>
          </p:spPr>
          <p:txBody>
            <a:bodyPr wrap="square" lIns="1620000" tIns="270000" rIns="81000" bIns="67500">
              <a:noAutofit/>
            </a:bodyPr>
            <a:lstStyle/>
            <a:p>
              <a:pPr algn="just">
                <a:lnSpc>
                  <a:spcPct val="120000"/>
                </a:lnSpc>
                <a:defRPr/>
              </a:pPr>
              <a:endParaRPr lang="da-DK" altLang="zh-CN" sz="1500" kern="0" dirty="0">
                <a:solidFill>
                  <a:schemeClr val="accent1">
                    <a:lumMod val="75000"/>
                  </a:schemeClr>
                </a:solidFill>
                <a:cs typeface="+mn-ea"/>
                <a:sym typeface="+mn-lt"/>
              </a:endParaRPr>
            </a:p>
          </p:txBody>
        </p:sp>
        <p:sp>
          <p:nvSpPr>
            <p:cNvPr id="68" name="自由: 形状 18"/>
            <p:cNvSpPr/>
            <p:nvPr>
              <p:custDataLst>
                <p:tags r:id="rId7"/>
              </p:custDataLst>
            </p:nvPr>
          </p:nvSpPr>
          <p:spPr>
            <a:xfrm>
              <a:off x="5461056" y="2736245"/>
              <a:ext cx="632630" cy="1491863"/>
            </a:xfrm>
            <a:custGeom>
              <a:avLst/>
              <a:gdLst>
                <a:gd name="connsiteX0" fmla="*/ 1356557 w 1356557"/>
                <a:gd name="connsiteY0" fmla="*/ 0 h 3199026"/>
                <a:gd name="connsiteX1" fmla="*/ 95007 w 1356557"/>
                <a:gd name="connsiteY1" fmla="*/ 3199026 h 3199026"/>
                <a:gd name="connsiteX2" fmla="*/ 0 w 1356557"/>
                <a:gd name="connsiteY2" fmla="*/ 3199026 h 3199026"/>
                <a:gd name="connsiteX3" fmla="*/ 1261334 w 1356557"/>
                <a:gd name="connsiteY3" fmla="*/ 551 h 3199026"/>
              </a:gdLst>
              <a:ahLst/>
              <a:cxnLst>
                <a:cxn ang="0">
                  <a:pos x="connsiteX0" y="connsiteY0"/>
                </a:cxn>
                <a:cxn ang="0">
                  <a:pos x="connsiteX1" y="connsiteY1"/>
                </a:cxn>
                <a:cxn ang="0">
                  <a:pos x="connsiteX2" y="connsiteY2"/>
                </a:cxn>
                <a:cxn ang="0">
                  <a:pos x="connsiteX3" y="connsiteY3"/>
                </a:cxn>
              </a:cxnLst>
              <a:rect l="l" t="t" r="r" b="b"/>
              <a:pathLst>
                <a:path w="1356557" h="3199026">
                  <a:moveTo>
                    <a:pt x="1356557" y="0"/>
                  </a:moveTo>
                  <a:lnTo>
                    <a:pt x="95007" y="3199026"/>
                  </a:lnTo>
                  <a:lnTo>
                    <a:pt x="0" y="3199026"/>
                  </a:lnTo>
                  <a:lnTo>
                    <a:pt x="1261334" y="551"/>
                  </a:lnTo>
                  <a:close/>
                </a:path>
              </a:pathLst>
            </a:custGeom>
            <a:solidFill>
              <a:schemeClr val="accent1"/>
            </a:solidFill>
            <a:ln w="28575" cap="flat" cmpd="sng" algn="ctr">
              <a:solidFill>
                <a:schemeClr val="accent1"/>
              </a:solidFill>
              <a:prstDash val="solid"/>
            </a:ln>
            <a:effectLst/>
          </p:spPr>
          <p:txBody>
            <a:bodyPr vert="eaVert" wrap="square" anchor="ctr">
              <a:noAutofit/>
            </a:bodyPr>
            <a:lstStyle/>
            <a:p>
              <a:pPr algn="ctr">
                <a:defRPr/>
              </a:pPr>
              <a:endParaRPr lang="zh-CN" altLang="en-US" sz="1015" kern="0" dirty="0">
                <a:solidFill>
                  <a:prstClr val="black">
                    <a:lumMod val="65000"/>
                    <a:lumOff val="35000"/>
                  </a:prstClr>
                </a:solidFill>
                <a:cs typeface="+mn-ea"/>
                <a:sym typeface="+mn-lt"/>
              </a:endParaRPr>
            </a:p>
          </p:txBody>
        </p:sp>
        <p:sp>
          <p:nvSpPr>
            <p:cNvPr id="69" name="矩形 68"/>
            <p:cNvSpPr/>
            <p:nvPr/>
          </p:nvSpPr>
          <p:spPr>
            <a:xfrm>
              <a:off x="3632794" y="2975207"/>
              <a:ext cx="1894833" cy="1013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a:t>
              </a:r>
              <a:endParaRPr lang="zh-CN" altLang="zh-CN" dirty="0">
                <a:solidFill>
                  <a:schemeClr val="tx1"/>
                </a:solidFill>
                <a:cs typeface="+mn-ea"/>
                <a:sym typeface="+mn-lt"/>
              </a:endParaRPr>
            </a:p>
          </p:txBody>
        </p:sp>
        <p:sp>
          <p:nvSpPr>
            <p:cNvPr id="70" name="Freeform 66"/>
            <p:cNvSpPr>
              <a:spLocks noEditPoints="1"/>
            </p:cNvSpPr>
            <p:nvPr/>
          </p:nvSpPr>
          <p:spPr bwMode="auto">
            <a:xfrm rot="218059">
              <a:off x="3264734" y="2304387"/>
              <a:ext cx="736121" cy="743789"/>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chemeClr val="accent1"/>
            </a:solidFill>
            <a:ln w="9525">
              <a:noFill/>
              <a:round/>
            </a:ln>
          </p:spPr>
          <p:txBody>
            <a:bodyPr vert="horz" wrap="square" lIns="68580" tIns="34290" rIns="68580" bIns="34290" numCol="1" anchor="t" anchorCtr="0" compatLnSpc="1"/>
            <a:lstStyle/>
            <a:p>
              <a:endParaRPr lang="zh-CN" altLang="en-US" sz="1015">
                <a:cs typeface="+mn-ea"/>
                <a:sym typeface="+mn-lt"/>
              </a:endParaRPr>
            </a:p>
          </p:txBody>
        </p:sp>
      </p:grpSp>
      <p:grpSp>
        <p:nvGrpSpPr>
          <p:cNvPr id="4" name="组合 3"/>
          <p:cNvGrpSpPr/>
          <p:nvPr/>
        </p:nvGrpSpPr>
        <p:grpSpPr>
          <a:xfrm>
            <a:off x="5873023" y="2304387"/>
            <a:ext cx="3005442" cy="1990122"/>
            <a:chOff x="5873023" y="2304387"/>
            <a:chExt cx="3005442" cy="1990122"/>
          </a:xfrm>
        </p:grpSpPr>
        <p:pic>
          <p:nvPicPr>
            <p:cNvPr id="71" name="MH_Other_2"/>
            <p:cNvPicPr>
              <a:picLocks noChangeAspect="1" noChangeArrowheads="1"/>
            </p:cNvPicPr>
            <p:nvPr>
              <p:custDataLst>
                <p:tags r:id="rId8"/>
              </p:custDataLst>
            </p:nvPr>
          </p:nvPicPr>
          <p:blipFill>
            <a:blip r:embed="rId2">
              <a:extLst>
                <a:ext uri="{28A0092B-C50C-407E-A947-70E740481C1C}">
                  <a14:useLocalDpi xmlns:a14="http://schemas.microsoft.com/office/drawing/2010/main" val="0"/>
                </a:ext>
              </a:extLst>
            </a:blip>
            <a:srcRect l="2766" t="57680" r="7205"/>
            <a:stretch>
              <a:fillRect/>
            </a:stretch>
          </p:blipFill>
          <p:spPr bwMode="auto">
            <a:xfrm>
              <a:off x="5873023" y="4231581"/>
              <a:ext cx="2312789" cy="6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 name="自由: 形状 8"/>
            <p:cNvSpPr/>
            <p:nvPr>
              <p:custDataLst>
                <p:tags r:id="rId9"/>
              </p:custDataLst>
            </p:nvPr>
          </p:nvSpPr>
          <p:spPr>
            <a:xfrm>
              <a:off x="5874366" y="2736246"/>
              <a:ext cx="2963048" cy="1498300"/>
            </a:xfrm>
            <a:custGeom>
              <a:avLst/>
              <a:gdLst>
                <a:gd name="connsiteX0" fmla="*/ 5136119 w 6353712"/>
                <a:gd name="connsiteY0" fmla="*/ 3182544 h 3212829"/>
                <a:gd name="connsiteX1" fmla="*/ 5124450 w 6353712"/>
                <a:gd name="connsiteY1" fmla="*/ 3212829 h 3212829"/>
                <a:gd name="connsiteX2" fmla="*/ 5110790 w 6353712"/>
                <a:gd name="connsiteY2" fmla="*/ 3212829 h 3212829"/>
                <a:gd name="connsiteX3" fmla="*/ 6353712 w 6353712"/>
                <a:gd name="connsiteY3" fmla="*/ 0 h 3212829"/>
                <a:gd name="connsiteX4" fmla="*/ 5086717 w 6353712"/>
                <a:gd name="connsiteY4" fmla="*/ 3212829 h 3212829"/>
                <a:gd name="connsiteX5" fmla="*/ 0 w 6353712"/>
                <a:gd name="connsiteY5" fmla="*/ 3212829 h 3212829"/>
                <a:gd name="connsiteX6" fmla="*/ 1255451 w 6353712"/>
                <a:gd name="connsiteY6" fmla="*/ 29478 h 321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712" h="3212829">
                  <a:moveTo>
                    <a:pt x="5136119" y="3182544"/>
                  </a:moveTo>
                  <a:lnTo>
                    <a:pt x="5124450" y="3212829"/>
                  </a:lnTo>
                  <a:lnTo>
                    <a:pt x="5110790" y="3212829"/>
                  </a:lnTo>
                  <a:close/>
                  <a:moveTo>
                    <a:pt x="6353712" y="0"/>
                  </a:moveTo>
                  <a:lnTo>
                    <a:pt x="5086717" y="3212829"/>
                  </a:lnTo>
                  <a:lnTo>
                    <a:pt x="0" y="3212829"/>
                  </a:lnTo>
                  <a:lnTo>
                    <a:pt x="1255451" y="29478"/>
                  </a:lnTo>
                  <a:close/>
                </a:path>
              </a:pathLst>
            </a:custGeom>
            <a:solidFill>
              <a:srgbClr val="FFFFFF"/>
            </a:solidFill>
            <a:ln w="3175" cap="flat" cmpd="sng" algn="ctr">
              <a:solidFill>
                <a:schemeClr val="accent1"/>
              </a:solidFill>
              <a:prstDash val="solid"/>
            </a:ln>
            <a:effectLst/>
          </p:spPr>
          <p:txBody>
            <a:bodyPr wrap="square" lIns="1620000" tIns="270000" rIns="81000" bIns="67500">
              <a:noAutofit/>
            </a:bodyPr>
            <a:lstStyle/>
            <a:p>
              <a:pPr algn="just">
                <a:lnSpc>
                  <a:spcPct val="120000"/>
                </a:lnSpc>
                <a:defRPr/>
              </a:pPr>
              <a:endParaRPr lang="da-DK" altLang="zh-CN" sz="1500" kern="0" dirty="0">
                <a:solidFill>
                  <a:schemeClr val="accent1">
                    <a:lumMod val="75000"/>
                  </a:schemeClr>
                </a:solidFill>
                <a:cs typeface="+mn-ea"/>
                <a:sym typeface="+mn-lt"/>
              </a:endParaRPr>
            </a:p>
          </p:txBody>
        </p:sp>
        <p:sp>
          <p:nvSpPr>
            <p:cNvPr id="73" name="自由: 形状 18"/>
            <p:cNvSpPr/>
            <p:nvPr>
              <p:custDataLst>
                <p:tags r:id="rId10"/>
              </p:custDataLst>
            </p:nvPr>
          </p:nvSpPr>
          <p:spPr>
            <a:xfrm>
              <a:off x="8245835" y="2736245"/>
              <a:ext cx="632630" cy="1491863"/>
            </a:xfrm>
            <a:custGeom>
              <a:avLst/>
              <a:gdLst>
                <a:gd name="connsiteX0" fmla="*/ 1356557 w 1356557"/>
                <a:gd name="connsiteY0" fmla="*/ 0 h 3199026"/>
                <a:gd name="connsiteX1" fmla="*/ 95007 w 1356557"/>
                <a:gd name="connsiteY1" fmla="*/ 3199026 h 3199026"/>
                <a:gd name="connsiteX2" fmla="*/ 0 w 1356557"/>
                <a:gd name="connsiteY2" fmla="*/ 3199026 h 3199026"/>
                <a:gd name="connsiteX3" fmla="*/ 1261334 w 1356557"/>
                <a:gd name="connsiteY3" fmla="*/ 551 h 3199026"/>
              </a:gdLst>
              <a:ahLst/>
              <a:cxnLst>
                <a:cxn ang="0">
                  <a:pos x="connsiteX0" y="connsiteY0"/>
                </a:cxn>
                <a:cxn ang="0">
                  <a:pos x="connsiteX1" y="connsiteY1"/>
                </a:cxn>
                <a:cxn ang="0">
                  <a:pos x="connsiteX2" y="connsiteY2"/>
                </a:cxn>
                <a:cxn ang="0">
                  <a:pos x="connsiteX3" y="connsiteY3"/>
                </a:cxn>
              </a:cxnLst>
              <a:rect l="l" t="t" r="r" b="b"/>
              <a:pathLst>
                <a:path w="1356557" h="3199026">
                  <a:moveTo>
                    <a:pt x="1356557" y="0"/>
                  </a:moveTo>
                  <a:lnTo>
                    <a:pt x="95007" y="3199026"/>
                  </a:lnTo>
                  <a:lnTo>
                    <a:pt x="0" y="3199026"/>
                  </a:lnTo>
                  <a:lnTo>
                    <a:pt x="1261334" y="551"/>
                  </a:lnTo>
                  <a:close/>
                </a:path>
              </a:pathLst>
            </a:custGeom>
            <a:solidFill>
              <a:schemeClr val="accent1"/>
            </a:solidFill>
            <a:ln w="28575" cap="flat" cmpd="sng" algn="ctr">
              <a:solidFill>
                <a:schemeClr val="accent1"/>
              </a:solidFill>
              <a:prstDash val="solid"/>
            </a:ln>
            <a:effectLst/>
          </p:spPr>
          <p:txBody>
            <a:bodyPr vert="eaVert" wrap="square" anchor="ctr">
              <a:noAutofit/>
            </a:bodyPr>
            <a:lstStyle/>
            <a:p>
              <a:pPr algn="ctr">
                <a:defRPr/>
              </a:pPr>
              <a:endParaRPr lang="zh-CN" altLang="en-US" sz="1015" kern="0" dirty="0">
                <a:solidFill>
                  <a:prstClr val="black">
                    <a:lumMod val="65000"/>
                    <a:lumOff val="35000"/>
                  </a:prstClr>
                </a:solidFill>
                <a:cs typeface="+mn-ea"/>
                <a:sym typeface="+mn-lt"/>
              </a:endParaRPr>
            </a:p>
          </p:txBody>
        </p:sp>
        <p:sp>
          <p:nvSpPr>
            <p:cNvPr id="74" name="矩形 73"/>
            <p:cNvSpPr/>
            <p:nvPr/>
          </p:nvSpPr>
          <p:spPr>
            <a:xfrm>
              <a:off x="6417572" y="2975207"/>
              <a:ext cx="1894833" cy="1013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a:t>
              </a:r>
              <a:endParaRPr lang="zh-CN" altLang="zh-CN" dirty="0">
                <a:solidFill>
                  <a:schemeClr val="tx1"/>
                </a:solidFill>
                <a:cs typeface="+mn-ea"/>
                <a:sym typeface="+mn-lt"/>
              </a:endParaRPr>
            </a:p>
          </p:txBody>
        </p:sp>
        <p:sp>
          <p:nvSpPr>
            <p:cNvPr id="75" name="Freeform 66"/>
            <p:cNvSpPr>
              <a:spLocks noEditPoints="1"/>
            </p:cNvSpPr>
            <p:nvPr/>
          </p:nvSpPr>
          <p:spPr bwMode="auto">
            <a:xfrm rot="218059">
              <a:off x="6049512" y="2304387"/>
              <a:ext cx="736121" cy="743789"/>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chemeClr val="accent1"/>
            </a:solidFill>
            <a:ln w="9525">
              <a:noFill/>
              <a:round/>
            </a:ln>
          </p:spPr>
          <p:txBody>
            <a:bodyPr vert="horz" wrap="square" lIns="68580" tIns="34290" rIns="68580" bIns="34290" numCol="1" anchor="t" anchorCtr="0" compatLnSpc="1"/>
            <a:lstStyle/>
            <a:p>
              <a:endParaRPr lang="zh-CN" altLang="en-US" sz="1015">
                <a:cs typeface="+mn-ea"/>
                <a:sym typeface="+mn-lt"/>
              </a:endParaRPr>
            </a:p>
          </p:txBody>
        </p:sp>
      </p:grpSp>
      <p:sp>
        <p:nvSpPr>
          <p:cNvPr id="76" name="矩形 75"/>
          <p:cNvSpPr/>
          <p:nvPr/>
        </p:nvSpPr>
        <p:spPr>
          <a:xfrm>
            <a:off x="852097" y="1366020"/>
            <a:ext cx="7439807" cy="6369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请输入文本请输入文本请输入文本请输入文本请输入文本请输入文本请输入文本请输入文本请输亮亮图文旗舰店  https://liangliangtuwen.tmall.com</a:t>
            </a:r>
            <a:endParaRPr lang="zh-CN" altLang="en-US" dirty="0">
              <a:solidFill>
                <a:schemeClr val="tx1"/>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left)">
                                      <p:cBhvr>
                                        <p:cTn id="7" dur="500"/>
                                        <p:tgtEl>
                                          <p:spTgt spid="7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zh-CN" altLang="en-US" dirty="0">
              <a:latin typeface="+mn-lt"/>
              <a:ea typeface="+mn-ea"/>
              <a:cs typeface="+mn-ea"/>
              <a:sym typeface="+mn-lt"/>
            </a:endParaRPr>
          </a:p>
        </p:txBody>
      </p:sp>
      <p:sp>
        <p:nvSpPr>
          <p:cNvPr id="31" name="矩形 30"/>
          <p:cNvSpPr/>
          <p:nvPr/>
        </p:nvSpPr>
        <p:spPr>
          <a:xfrm>
            <a:off x="4937046" y="1192752"/>
            <a:ext cx="3801835"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zh-CN" altLang="zh-CN" sz="1500" dirty="0">
              <a:solidFill>
                <a:schemeClr val="tx1"/>
              </a:solidFill>
              <a:cs typeface="+mn-ea"/>
              <a:sym typeface="+mn-lt"/>
            </a:endParaRPr>
          </a:p>
        </p:txBody>
      </p:sp>
      <p:grpSp>
        <p:nvGrpSpPr>
          <p:cNvPr id="3" name="组合 2"/>
          <p:cNvGrpSpPr/>
          <p:nvPr/>
        </p:nvGrpSpPr>
        <p:grpSpPr>
          <a:xfrm>
            <a:off x="1203722" y="1116480"/>
            <a:ext cx="3610061" cy="1515982"/>
            <a:chOff x="1203722" y="1116480"/>
            <a:chExt cx="3610061" cy="1515982"/>
          </a:xfrm>
        </p:grpSpPr>
        <p:sp>
          <p:nvSpPr>
            <p:cNvPr id="14" name="自由: 形状 13"/>
            <p:cNvSpPr>
              <a:spLocks noChangeArrowheads="1"/>
            </p:cNvSpPr>
            <p:nvPr/>
          </p:nvSpPr>
          <p:spPr bwMode="auto">
            <a:xfrm rot="21599018">
              <a:off x="1872477" y="2057458"/>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98 w 1706715"/>
                <a:gd name="connsiteY4" fmla="*/ 0 h 34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715" h="341981">
                  <a:moveTo>
                    <a:pt x="1569820" y="0"/>
                  </a:moveTo>
                  <a:lnTo>
                    <a:pt x="1706715" y="170991"/>
                  </a:lnTo>
                  <a:lnTo>
                    <a:pt x="1569820" y="341981"/>
                  </a:lnTo>
                  <a:lnTo>
                    <a:pt x="0" y="341981"/>
                  </a:lnTo>
                  <a:lnTo>
                    <a:pt x="98" y="0"/>
                  </a:lnTo>
                  <a:close/>
                </a:path>
              </a:pathLst>
            </a:custGeom>
            <a:solidFill>
              <a:schemeClr val="accent1">
                <a:lumMod val="40000"/>
                <a:lumOff val="60000"/>
                <a:alpha val="50000"/>
              </a:schemeClr>
            </a:solidFill>
            <a:ln w="9525">
              <a:noFill/>
              <a:miter lim="800000"/>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15" name="AutoShape 8"/>
            <p:cNvSpPr>
              <a:spLocks noChangeArrowheads="1"/>
            </p:cNvSpPr>
            <p:nvPr/>
          </p:nvSpPr>
          <p:spPr bwMode="auto">
            <a:xfrm rot="21599018">
              <a:off x="3031603" y="2057284"/>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17" name="MH_Other_4"/>
            <p:cNvSpPr/>
            <p:nvPr>
              <p:custDataLst>
                <p:tags r:id="rId1"/>
              </p:custDataLst>
            </p:nvPr>
          </p:nvSpPr>
          <p:spPr bwMode="auto">
            <a:xfrm>
              <a:off x="1203723" y="2057258"/>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bIns="27000"/>
            <a:lstStyle/>
            <a:p>
              <a:endParaRPr lang="zh-CN" altLang="en-US" sz="2400">
                <a:cs typeface="+mn-ea"/>
                <a:sym typeface="+mn-lt"/>
              </a:endParaRPr>
            </a:p>
          </p:txBody>
        </p:sp>
        <p:sp>
          <p:nvSpPr>
            <p:cNvPr id="18" name="文本框 17"/>
            <p:cNvSpPr txBox="1"/>
            <p:nvPr/>
          </p:nvSpPr>
          <p:spPr>
            <a:xfrm>
              <a:off x="3214781" y="1873680"/>
              <a:ext cx="1599002" cy="646331"/>
            </a:xfrm>
            <a:prstGeom prst="rect">
              <a:avLst/>
            </a:prstGeom>
            <a:noFill/>
          </p:spPr>
          <p:txBody>
            <a:bodyPr wrap="square" rtlCol="0">
              <a:spAutoFit/>
            </a:bodyPr>
            <a:lstStyle/>
            <a:p>
              <a:pPr algn="ctr"/>
              <a:r>
                <a:rPr lang="en-US" altLang="zh-CN" sz="3600" b="1" dirty="0">
                  <a:cs typeface="+mn-ea"/>
                  <a:sym typeface="+mn-lt"/>
                </a:rPr>
                <a:t>72%</a:t>
              </a:r>
              <a:endParaRPr lang="zh-CN" altLang="en-US" sz="3600" b="1" dirty="0">
                <a:cs typeface="+mn-ea"/>
                <a:sym typeface="+mn-lt"/>
              </a:endParaRPr>
            </a:p>
          </p:txBody>
        </p:sp>
        <p:sp>
          <p:nvSpPr>
            <p:cNvPr id="20" name="矩形 19"/>
            <p:cNvSpPr/>
            <p:nvPr/>
          </p:nvSpPr>
          <p:spPr>
            <a:xfrm>
              <a:off x="1203722" y="1116480"/>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
          <p:nvSpPr>
            <p:cNvPr id="19" name="Freeform 66"/>
            <p:cNvSpPr>
              <a:spLocks noEditPoints="1"/>
            </p:cNvSpPr>
            <p:nvPr/>
          </p:nvSpPr>
          <p:spPr bwMode="auto">
            <a:xfrm rot="218059">
              <a:off x="1561001" y="2123260"/>
              <a:ext cx="435852" cy="440392"/>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rgbClr val="F9FCFB"/>
            </a:solidFill>
            <a:ln w="9525">
              <a:noFill/>
              <a:round/>
            </a:ln>
          </p:spPr>
          <p:txBody>
            <a:bodyPr vert="horz" wrap="square" lIns="68580" tIns="34290" rIns="68580" bIns="34290" numCol="1" anchor="t" anchorCtr="0" compatLnSpc="1"/>
            <a:lstStyle/>
            <a:p>
              <a:endParaRPr lang="zh-CN" altLang="en-US" sz="1015">
                <a:cs typeface="+mn-ea"/>
                <a:sym typeface="+mn-lt"/>
              </a:endParaRPr>
            </a:p>
          </p:txBody>
        </p:sp>
      </p:grpSp>
      <p:grpSp>
        <p:nvGrpSpPr>
          <p:cNvPr id="4" name="组合 3"/>
          <p:cNvGrpSpPr/>
          <p:nvPr/>
        </p:nvGrpSpPr>
        <p:grpSpPr>
          <a:xfrm>
            <a:off x="1203722" y="2935413"/>
            <a:ext cx="3610061" cy="1515982"/>
            <a:chOff x="1203722" y="2935413"/>
            <a:chExt cx="3610061" cy="1515982"/>
          </a:xfrm>
        </p:grpSpPr>
        <p:sp>
          <p:nvSpPr>
            <p:cNvPr id="21" name="自由: 形状 20"/>
            <p:cNvSpPr>
              <a:spLocks noChangeArrowheads="1"/>
            </p:cNvSpPr>
            <p:nvPr/>
          </p:nvSpPr>
          <p:spPr bwMode="auto">
            <a:xfrm rot="21599018">
              <a:off x="1872477" y="3876391"/>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98 w 1706715"/>
                <a:gd name="connsiteY4" fmla="*/ 0 h 34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715" h="341981">
                  <a:moveTo>
                    <a:pt x="1569820" y="0"/>
                  </a:moveTo>
                  <a:lnTo>
                    <a:pt x="1706715" y="170991"/>
                  </a:lnTo>
                  <a:lnTo>
                    <a:pt x="1569820" y="341981"/>
                  </a:lnTo>
                  <a:lnTo>
                    <a:pt x="0" y="341981"/>
                  </a:lnTo>
                  <a:lnTo>
                    <a:pt x="98" y="0"/>
                  </a:lnTo>
                  <a:close/>
                </a:path>
              </a:pathLst>
            </a:custGeom>
            <a:solidFill>
              <a:schemeClr val="accent1">
                <a:lumMod val="40000"/>
                <a:lumOff val="60000"/>
                <a:alpha val="50000"/>
              </a:schemeClr>
            </a:solidFill>
            <a:ln w="9525">
              <a:noFill/>
              <a:miter lim="800000"/>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22" name="AutoShape 8"/>
            <p:cNvSpPr>
              <a:spLocks noChangeArrowheads="1"/>
            </p:cNvSpPr>
            <p:nvPr/>
          </p:nvSpPr>
          <p:spPr bwMode="auto">
            <a:xfrm rot="21599018">
              <a:off x="3031603" y="3876217"/>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23" name="MH_Other_4"/>
            <p:cNvSpPr/>
            <p:nvPr>
              <p:custDataLst>
                <p:tags r:id="rId2"/>
              </p:custDataLst>
            </p:nvPr>
          </p:nvSpPr>
          <p:spPr bwMode="auto">
            <a:xfrm>
              <a:off x="1203723" y="3876191"/>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bIns="27000"/>
            <a:lstStyle/>
            <a:p>
              <a:endParaRPr lang="zh-CN" altLang="en-US" sz="2400">
                <a:cs typeface="+mn-ea"/>
                <a:sym typeface="+mn-lt"/>
              </a:endParaRPr>
            </a:p>
          </p:txBody>
        </p:sp>
        <p:sp>
          <p:nvSpPr>
            <p:cNvPr id="24" name="文本框 23"/>
            <p:cNvSpPr txBox="1"/>
            <p:nvPr/>
          </p:nvSpPr>
          <p:spPr>
            <a:xfrm>
              <a:off x="3214781" y="3692613"/>
              <a:ext cx="1599002" cy="646331"/>
            </a:xfrm>
            <a:prstGeom prst="rect">
              <a:avLst/>
            </a:prstGeom>
            <a:noFill/>
          </p:spPr>
          <p:txBody>
            <a:bodyPr wrap="square" rtlCol="0">
              <a:spAutoFit/>
            </a:bodyPr>
            <a:lstStyle/>
            <a:p>
              <a:pPr algn="ctr"/>
              <a:r>
                <a:rPr lang="en-US" altLang="zh-CN" sz="3600" b="1" dirty="0">
                  <a:cs typeface="+mn-ea"/>
                  <a:sym typeface="+mn-lt"/>
                </a:rPr>
                <a:t>96%</a:t>
              </a:r>
              <a:endParaRPr lang="zh-CN" altLang="en-US" sz="3600" b="1" dirty="0">
                <a:cs typeface="+mn-ea"/>
                <a:sym typeface="+mn-lt"/>
              </a:endParaRPr>
            </a:p>
          </p:txBody>
        </p:sp>
        <p:sp>
          <p:nvSpPr>
            <p:cNvPr id="25" name="矩形 24"/>
            <p:cNvSpPr/>
            <p:nvPr/>
          </p:nvSpPr>
          <p:spPr>
            <a:xfrm>
              <a:off x="1203722" y="293541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
          <p:nvSpPr>
            <p:cNvPr id="26" name="Freeform 66"/>
            <p:cNvSpPr>
              <a:spLocks noEditPoints="1"/>
            </p:cNvSpPr>
            <p:nvPr/>
          </p:nvSpPr>
          <p:spPr bwMode="auto">
            <a:xfrm rot="218059">
              <a:off x="1561001" y="3931292"/>
              <a:ext cx="435852" cy="440392"/>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rgbClr val="F9FCFB"/>
            </a:solidFill>
            <a:ln w="9525">
              <a:noFill/>
              <a:round/>
            </a:ln>
          </p:spPr>
          <p:txBody>
            <a:bodyPr vert="horz" wrap="square" lIns="68580" tIns="34290" rIns="68580" bIns="34290" numCol="1" anchor="t" anchorCtr="0" compatLnSpc="1"/>
            <a:lstStyle/>
            <a:p>
              <a:endParaRPr lang="zh-CN" altLang="en-US" sz="1015">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3"/>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en-US" altLang="zh-CN" dirty="0">
              <a:latin typeface="+mn-lt"/>
              <a:ea typeface="+mn-ea"/>
              <a:cs typeface="+mn-ea"/>
              <a:sym typeface="+mn-lt"/>
            </a:endParaRPr>
          </a:p>
        </p:txBody>
      </p:sp>
      <p:grpSp>
        <p:nvGrpSpPr>
          <p:cNvPr id="2" name="组合 1"/>
          <p:cNvGrpSpPr/>
          <p:nvPr/>
        </p:nvGrpSpPr>
        <p:grpSpPr>
          <a:xfrm>
            <a:off x="660260" y="1420596"/>
            <a:ext cx="2482242" cy="3275990"/>
            <a:chOff x="660260" y="1420596"/>
            <a:chExt cx="2482242" cy="3275990"/>
          </a:xfrm>
        </p:grpSpPr>
        <p:sp>
          <p:nvSpPr>
            <p:cNvPr id="19" name="任意多边形 10"/>
            <p:cNvSpPr/>
            <p:nvPr/>
          </p:nvSpPr>
          <p:spPr>
            <a:xfrm>
              <a:off x="843605" y="2455296"/>
              <a:ext cx="983780" cy="2241290"/>
            </a:xfrm>
            <a:custGeom>
              <a:avLst/>
              <a:gdLst>
                <a:gd name="connsiteX0" fmla="*/ 0 w 879400"/>
                <a:gd name="connsiteY0" fmla="*/ 0 h 2003487"/>
                <a:gd name="connsiteX1" fmla="*/ 26376 w 879400"/>
                <a:gd name="connsiteY1" fmla="*/ 0 h 2003487"/>
                <a:gd name="connsiteX2" fmla="*/ 26376 w 879400"/>
                <a:gd name="connsiteY2" fmla="*/ 1125415 h 2003487"/>
                <a:gd name="connsiteX3" fmla="*/ 26064 w 879400"/>
                <a:gd name="connsiteY3" fmla="*/ 1125415 h 2003487"/>
                <a:gd name="connsiteX4" fmla="*/ 29875 w 879400"/>
                <a:gd name="connsiteY4" fmla="*/ 1200872 h 2003487"/>
                <a:gd name="connsiteX5" fmla="*/ 809241 w 879400"/>
                <a:gd name="connsiteY5" fmla="*/ 1975307 h 2003487"/>
                <a:gd name="connsiteX6" fmla="*/ 879400 w 879400"/>
                <a:gd name="connsiteY6" fmla="*/ 1978629 h 2003487"/>
                <a:gd name="connsiteX7" fmla="*/ 868002 w 879400"/>
                <a:gd name="connsiteY7" fmla="*/ 2003487 h 2003487"/>
                <a:gd name="connsiteX8" fmla="*/ 806805 w 879400"/>
                <a:gd name="connsiteY8" fmla="*/ 2000590 h 2003487"/>
                <a:gd name="connsiteX9" fmla="*/ 4608 w 879400"/>
                <a:gd name="connsiteY9" fmla="*/ 1203469 h 2003487"/>
                <a:gd name="connsiteX10" fmla="*/ 666 w 879400"/>
                <a:gd name="connsiteY10" fmla="*/ 1125415 h 2003487"/>
                <a:gd name="connsiteX11" fmla="*/ 0 w 879400"/>
                <a:gd name="connsiteY11" fmla="*/ 1125415 h 2003487"/>
                <a:gd name="connsiteX12" fmla="*/ 0 w 879400"/>
                <a:gd name="connsiteY12" fmla="*/ 1112224 h 200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9400" h="2003487">
                  <a:moveTo>
                    <a:pt x="0" y="0"/>
                  </a:moveTo>
                  <a:lnTo>
                    <a:pt x="26376" y="0"/>
                  </a:lnTo>
                  <a:lnTo>
                    <a:pt x="26376" y="1125415"/>
                  </a:lnTo>
                  <a:lnTo>
                    <a:pt x="26064" y="1125415"/>
                  </a:lnTo>
                  <a:lnTo>
                    <a:pt x="29875" y="1200872"/>
                  </a:lnTo>
                  <a:cubicBezTo>
                    <a:pt x="71500" y="1610747"/>
                    <a:pt x="398620" y="1936224"/>
                    <a:pt x="809241" y="1975307"/>
                  </a:cubicBezTo>
                  <a:lnTo>
                    <a:pt x="879400" y="1978629"/>
                  </a:lnTo>
                  <a:lnTo>
                    <a:pt x="868002" y="2003487"/>
                  </a:lnTo>
                  <a:lnTo>
                    <a:pt x="806805" y="2000590"/>
                  </a:lnTo>
                  <a:cubicBezTo>
                    <a:pt x="384155" y="1960361"/>
                    <a:pt x="47453" y="1625351"/>
                    <a:pt x="4608" y="1203469"/>
                  </a:cubicBezTo>
                  <a:lnTo>
                    <a:pt x="666" y="1125415"/>
                  </a:lnTo>
                  <a:lnTo>
                    <a:pt x="0" y="1125415"/>
                  </a:lnTo>
                  <a:lnTo>
                    <a:pt x="0" y="11122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20" name="椭圆 19"/>
            <p:cNvSpPr/>
            <p:nvPr/>
          </p:nvSpPr>
          <p:spPr>
            <a:xfrm>
              <a:off x="660260" y="2006578"/>
              <a:ext cx="406031" cy="4060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solidFill>
                    <a:srgbClr val="FEFFFF"/>
                  </a:solidFill>
                  <a:cs typeface="+mn-ea"/>
                  <a:sym typeface="+mn-lt"/>
                </a:rPr>
                <a:t>A</a:t>
              </a:r>
              <a:endParaRPr lang="zh-CN" altLang="en-US" sz="1015" dirty="0">
                <a:solidFill>
                  <a:srgbClr val="FEFFFF"/>
                </a:solidFill>
                <a:cs typeface="+mn-ea"/>
                <a:sym typeface="+mn-lt"/>
              </a:endParaRPr>
            </a:p>
          </p:txBody>
        </p:sp>
        <p:sp>
          <p:nvSpPr>
            <p:cNvPr id="24" name="椭圆 23"/>
            <p:cNvSpPr/>
            <p:nvPr/>
          </p:nvSpPr>
          <p:spPr>
            <a:xfrm>
              <a:off x="1084983" y="3052221"/>
              <a:ext cx="1484802" cy="1484802"/>
            </a:xfrm>
            <a:prstGeom prst="ellipse">
              <a:avLst/>
            </a:prstGeom>
            <a:ln w="57150">
              <a:solidFill>
                <a:srgbClr val="FFFFF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28" name="矩形 27"/>
            <p:cNvSpPr/>
            <p:nvPr/>
          </p:nvSpPr>
          <p:spPr>
            <a:xfrm>
              <a:off x="1254669" y="1420596"/>
              <a:ext cx="1887833" cy="16316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40" name="KSO_Shape"/>
            <p:cNvSpPr/>
            <p:nvPr/>
          </p:nvSpPr>
          <p:spPr bwMode="auto">
            <a:xfrm>
              <a:off x="1391832" y="3534743"/>
              <a:ext cx="871105" cy="519759"/>
            </a:xfrm>
            <a:custGeom>
              <a:avLst/>
              <a:gdLst>
                <a:gd name="T0" fmla="*/ 0 w 5915"/>
                <a:gd name="T1" fmla="*/ 708054 h 3525"/>
                <a:gd name="T2" fmla="*/ 142674 w 5915"/>
                <a:gd name="T3" fmla="*/ 659390 h 3525"/>
                <a:gd name="T4" fmla="*/ 1350730 w 5915"/>
                <a:gd name="T5" fmla="*/ 604602 h 3525"/>
                <a:gd name="T6" fmla="*/ 1307574 w 5915"/>
                <a:gd name="T7" fmla="*/ 647787 h 3525"/>
                <a:gd name="T8" fmla="*/ 1130440 w 5915"/>
                <a:gd name="T9" fmla="*/ 614592 h 3525"/>
                <a:gd name="T10" fmla="*/ 1355239 w 5915"/>
                <a:gd name="T11" fmla="*/ 1009388 h 3525"/>
                <a:gd name="T12" fmla="*/ 1590023 w 5915"/>
                <a:gd name="T13" fmla="*/ 1024858 h 3525"/>
                <a:gd name="T14" fmla="*/ 1856691 w 5915"/>
                <a:gd name="T15" fmla="*/ 840512 h 3525"/>
                <a:gd name="T16" fmla="*/ 1904678 w 5915"/>
                <a:gd name="T17" fmla="*/ 869840 h 3525"/>
                <a:gd name="T18" fmla="*/ 1664097 w 5915"/>
                <a:gd name="T19" fmla="*/ 1062242 h 3525"/>
                <a:gd name="T20" fmla="*/ 1385513 w 5915"/>
                <a:gd name="T21" fmla="*/ 1094148 h 3525"/>
                <a:gd name="T22" fmla="*/ 1084385 w 5915"/>
                <a:gd name="T23" fmla="*/ 894978 h 3525"/>
                <a:gd name="T24" fmla="*/ 919811 w 5915"/>
                <a:gd name="T25" fmla="*/ 912381 h 3525"/>
                <a:gd name="T26" fmla="*/ 837041 w 5915"/>
                <a:gd name="T27" fmla="*/ 816986 h 3525"/>
                <a:gd name="T28" fmla="*/ 674399 w 5915"/>
                <a:gd name="T29" fmla="*/ 752851 h 3525"/>
                <a:gd name="T30" fmla="*/ 959746 w 5915"/>
                <a:gd name="T31" fmla="*/ 727391 h 3525"/>
                <a:gd name="T32" fmla="*/ 1019006 w 5915"/>
                <a:gd name="T33" fmla="*/ 614915 h 3525"/>
                <a:gd name="T34" fmla="*/ 615784 w 5915"/>
                <a:gd name="T35" fmla="*/ 517585 h 3525"/>
                <a:gd name="T36" fmla="*/ 735913 w 5915"/>
                <a:gd name="T37" fmla="*/ 453451 h 3525"/>
                <a:gd name="T38" fmla="*/ 1075689 w 5915"/>
                <a:gd name="T39" fmla="*/ 577852 h 3525"/>
                <a:gd name="T40" fmla="*/ 706283 w 5915"/>
                <a:gd name="T41" fmla="*/ 230110 h 3525"/>
                <a:gd name="T42" fmla="*/ 925930 w 5915"/>
                <a:gd name="T43" fmla="*/ 239778 h 3525"/>
                <a:gd name="T44" fmla="*/ 1478589 w 5915"/>
                <a:gd name="T45" fmla="*/ 279096 h 3525"/>
                <a:gd name="T46" fmla="*/ 1630603 w 5915"/>
                <a:gd name="T47" fmla="*/ 689039 h 3525"/>
                <a:gd name="T48" fmla="*/ 1862166 w 5915"/>
                <a:gd name="T49" fmla="*/ 578819 h 3525"/>
                <a:gd name="T50" fmla="*/ 1903068 w 5915"/>
                <a:gd name="T51" fmla="*/ 617493 h 3525"/>
                <a:gd name="T52" fmla="*/ 1642197 w 5915"/>
                <a:gd name="T53" fmla="*/ 749306 h 3525"/>
                <a:gd name="T54" fmla="*/ 1462486 w 5915"/>
                <a:gd name="T55" fmla="*/ 850181 h 3525"/>
                <a:gd name="T56" fmla="*/ 1728832 w 5915"/>
                <a:gd name="T57" fmla="*/ 810540 h 3525"/>
                <a:gd name="T58" fmla="*/ 1880845 w 5915"/>
                <a:gd name="T59" fmla="*/ 706120 h 3525"/>
                <a:gd name="T60" fmla="*/ 1883100 w 5915"/>
                <a:gd name="T61" fmla="*/ 771544 h 3525"/>
                <a:gd name="T62" fmla="*/ 1541069 w 5915"/>
                <a:gd name="T63" fmla="*/ 925272 h 3525"/>
                <a:gd name="T64" fmla="*/ 1277944 w 5915"/>
                <a:gd name="T65" fmla="*/ 847602 h 3525"/>
                <a:gd name="T66" fmla="*/ 1130440 w 5915"/>
                <a:gd name="T67" fmla="*/ 690651 h 3525"/>
                <a:gd name="T68" fmla="*/ 371660 w 5915"/>
                <a:gd name="T69" fmla="*/ 927851 h 3525"/>
                <a:gd name="T70" fmla="*/ 255396 w 5915"/>
                <a:gd name="T71" fmla="*/ 927851 h 3525"/>
                <a:gd name="T72" fmla="*/ 233817 w 5915"/>
                <a:gd name="T73" fmla="*/ 1067077 h 3525"/>
                <a:gd name="T74" fmla="*/ 385509 w 5915"/>
                <a:gd name="T75" fmla="*/ 1128955 h 3525"/>
                <a:gd name="T76" fmla="*/ 474398 w 5915"/>
                <a:gd name="T77" fmla="*/ 863716 h 3525"/>
                <a:gd name="T78" fmla="*/ 624157 w 5915"/>
                <a:gd name="T79" fmla="*/ 749306 h 3525"/>
                <a:gd name="T80" fmla="*/ 589052 w 5915"/>
                <a:gd name="T81" fmla="*/ 559804 h 3525"/>
                <a:gd name="T82" fmla="*/ 512724 w 5915"/>
                <a:gd name="T83" fmla="*/ 327439 h 3525"/>
                <a:gd name="T84" fmla="*/ 587442 w 5915"/>
                <a:gd name="T85" fmla="*/ 90239 h 3525"/>
                <a:gd name="T86" fmla="*/ 505960 w 5915"/>
                <a:gd name="T87" fmla="*/ 0 h 3525"/>
                <a:gd name="T88" fmla="*/ 408053 w 5915"/>
                <a:gd name="T89" fmla="*/ 137937 h 3525"/>
                <a:gd name="T90" fmla="*/ 218358 w 5915"/>
                <a:gd name="T91" fmla="*/ 556259 h 3525"/>
                <a:gd name="T92" fmla="*/ 208697 w 5915"/>
                <a:gd name="T93" fmla="*/ 737382 h 3525"/>
                <a:gd name="T94" fmla="*/ 345573 w 5915"/>
                <a:gd name="T95" fmla="*/ 853403 h 3525"/>
                <a:gd name="T96" fmla="*/ 370050 w 5915"/>
                <a:gd name="T97" fmla="*/ 550136 h 3525"/>
                <a:gd name="T98" fmla="*/ 310468 w 5915"/>
                <a:gd name="T99" fmla="*/ 763487 h 3525"/>
                <a:gd name="T100" fmla="*/ 257972 w 5915"/>
                <a:gd name="T101" fmla="*/ 639086 h 3525"/>
                <a:gd name="T102" fmla="*/ 474076 w 5915"/>
                <a:gd name="T103" fmla="*/ 797649 h 3525"/>
                <a:gd name="T104" fmla="*/ 570051 w 5915"/>
                <a:gd name="T105" fmla="*/ 681627 h 3525"/>
                <a:gd name="T106" fmla="*/ 490501 w 5915"/>
                <a:gd name="T107" fmla="*/ 577208 h 3525"/>
                <a:gd name="T108" fmla="*/ 494044 w 5915"/>
                <a:gd name="T109" fmla="*/ 77992 h 3525"/>
                <a:gd name="T110" fmla="*/ 523996 w 5915"/>
                <a:gd name="T111" fmla="*/ 153406 h 3525"/>
                <a:gd name="T112" fmla="*/ 29952 w 5915"/>
                <a:gd name="T113" fmla="*/ 1111552 h 3525"/>
                <a:gd name="T114" fmla="*/ 9340 w 5915"/>
                <a:gd name="T115" fmla="*/ 1059342 h 3525"/>
                <a:gd name="T116" fmla="*/ 49598 w 5915"/>
                <a:gd name="T117" fmla="*/ 1105106 h 3525"/>
                <a:gd name="T118" fmla="*/ 644 w 5915"/>
                <a:gd name="T119" fmla="*/ 331951 h 3525"/>
                <a:gd name="T120" fmla="*/ 321096 w 5915"/>
                <a:gd name="T121" fmla="*/ 195948 h 352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915" h="3525">
                  <a:moveTo>
                    <a:pt x="148" y="2277"/>
                  </a:moveTo>
                  <a:lnTo>
                    <a:pt x="148" y="2277"/>
                  </a:lnTo>
                  <a:lnTo>
                    <a:pt x="139" y="2282"/>
                  </a:lnTo>
                  <a:lnTo>
                    <a:pt x="131" y="2286"/>
                  </a:lnTo>
                  <a:lnTo>
                    <a:pt x="122" y="2289"/>
                  </a:lnTo>
                  <a:lnTo>
                    <a:pt x="112" y="2291"/>
                  </a:lnTo>
                  <a:lnTo>
                    <a:pt x="103" y="2292"/>
                  </a:lnTo>
                  <a:lnTo>
                    <a:pt x="94" y="2292"/>
                  </a:lnTo>
                  <a:lnTo>
                    <a:pt x="85" y="2292"/>
                  </a:lnTo>
                  <a:lnTo>
                    <a:pt x="76" y="2290"/>
                  </a:lnTo>
                  <a:lnTo>
                    <a:pt x="67" y="2288"/>
                  </a:lnTo>
                  <a:lnTo>
                    <a:pt x="58" y="2285"/>
                  </a:lnTo>
                  <a:lnTo>
                    <a:pt x="51" y="2281"/>
                  </a:lnTo>
                  <a:lnTo>
                    <a:pt x="43" y="2276"/>
                  </a:lnTo>
                  <a:lnTo>
                    <a:pt x="35" y="2270"/>
                  </a:lnTo>
                  <a:lnTo>
                    <a:pt x="28" y="2265"/>
                  </a:lnTo>
                  <a:lnTo>
                    <a:pt x="22" y="2257"/>
                  </a:lnTo>
                  <a:lnTo>
                    <a:pt x="16" y="2249"/>
                  </a:lnTo>
                  <a:lnTo>
                    <a:pt x="12" y="2241"/>
                  </a:lnTo>
                  <a:lnTo>
                    <a:pt x="7" y="2232"/>
                  </a:lnTo>
                  <a:lnTo>
                    <a:pt x="4" y="2223"/>
                  </a:lnTo>
                  <a:lnTo>
                    <a:pt x="2" y="2214"/>
                  </a:lnTo>
                  <a:lnTo>
                    <a:pt x="0" y="2206"/>
                  </a:lnTo>
                  <a:lnTo>
                    <a:pt x="0" y="2197"/>
                  </a:lnTo>
                  <a:lnTo>
                    <a:pt x="0" y="2187"/>
                  </a:lnTo>
                  <a:lnTo>
                    <a:pt x="3" y="2178"/>
                  </a:lnTo>
                  <a:lnTo>
                    <a:pt x="5" y="2169"/>
                  </a:lnTo>
                  <a:lnTo>
                    <a:pt x="8" y="2161"/>
                  </a:lnTo>
                  <a:lnTo>
                    <a:pt x="12" y="2152"/>
                  </a:lnTo>
                  <a:lnTo>
                    <a:pt x="16" y="2144"/>
                  </a:lnTo>
                  <a:lnTo>
                    <a:pt x="22" y="2136"/>
                  </a:lnTo>
                  <a:lnTo>
                    <a:pt x="28" y="2130"/>
                  </a:lnTo>
                  <a:lnTo>
                    <a:pt x="35" y="2124"/>
                  </a:lnTo>
                  <a:lnTo>
                    <a:pt x="44" y="2117"/>
                  </a:lnTo>
                  <a:lnTo>
                    <a:pt x="73" y="2099"/>
                  </a:lnTo>
                  <a:lnTo>
                    <a:pt x="109" y="2076"/>
                  </a:lnTo>
                  <a:lnTo>
                    <a:pt x="157" y="2047"/>
                  </a:lnTo>
                  <a:lnTo>
                    <a:pt x="217" y="2013"/>
                  </a:lnTo>
                  <a:lnTo>
                    <a:pt x="287" y="1973"/>
                  </a:lnTo>
                  <a:lnTo>
                    <a:pt x="368" y="1928"/>
                  </a:lnTo>
                  <a:lnTo>
                    <a:pt x="460" y="1880"/>
                  </a:lnTo>
                  <a:lnTo>
                    <a:pt x="454" y="1908"/>
                  </a:lnTo>
                  <a:lnTo>
                    <a:pt x="450" y="1936"/>
                  </a:lnTo>
                  <a:lnTo>
                    <a:pt x="446" y="1964"/>
                  </a:lnTo>
                  <a:lnTo>
                    <a:pt x="444" y="1990"/>
                  </a:lnTo>
                  <a:lnTo>
                    <a:pt x="443" y="2018"/>
                  </a:lnTo>
                  <a:lnTo>
                    <a:pt x="443" y="2046"/>
                  </a:lnTo>
                  <a:lnTo>
                    <a:pt x="444" y="2074"/>
                  </a:lnTo>
                  <a:lnTo>
                    <a:pt x="445" y="2102"/>
                  </a:lnTo>
                  <a:lnTo>
                    <a:pt x="380" y="2138"/>
                  </a:lnTo>
                  <a:lnTo>
                    <a:pt x="322" y="2171"/>
                  </a:lnTo>
                  <a:lnTo>
                    <a:pt x="270" y="2201"/>
                  </a:lnTo>
                  <a:lnTo>
                    <a:pt x="228" y="2227"/>
                  </a:lnTo>
                  <a:lnTo>
                    <a:pt x="169" y="2263"/>
                  </a:lnTo>
                  <a:lnTo>
                    <a:pt x="148" y="2277"/>
                  </a:lnTo>
                  <a:close/>
                  <a:moveTo>
                    <a:pt x="4592" y="2112"/>
                  </a:moveTo>
                  <a:lnTo>
                    <a:pt x="4592" y="1225"/>
                  </a:lnTo>
                  <a:lnTo>
                    <a:pt x="3694" y="1356"/>
                  </a:lnTo>
                  <a:lnTo>
                    <a:pt x="3744" y="1404"/>
                  </a:lnTo>
                  <a:lnTo>
                    <a:pt x="3792" y="1451"/>
                  </a:lnTo>
                  <a:lnTo>
                    <a:pt x="3836" y="1496"/>
                  </a:lnTo>
                  <a:lnTo>
                    <a:pt x="3879" y="1540"/>
                  </a:lnTo>
                  <a:lnTo>
                    <a:pt x="3958" y="1624"/>
                  </a:lnTo>
                  <a:lnTo>
                    <a:pt x="4030" y="1702"/>
                  </a:lnTo>
                  <a:lnTo>
                    <a:pt x="4098" y="1776"/>
                  </a:lnTo>
                  <a:lnTo>
                    <a:pt x="4131" y="1811"/>
                  </a:lnTo>
                  <a:lnTo>
                    <a:pt x="4163" y="1844"/>
                  </a:lnTo>
                  <a:lnTo>
                    <a:pt x="4194" y="1876"/>
                  </a:lnTo>
                  <a:lnTo>
                    <a:pt x="4227" y="1906"/>
                  </a:lnTo>
                  <a:lnTo>
                    <a:pt x="4258" y="1934"/>
                  </a:lnTo>
                  <a:lnTo>
                    <a:pt x="4290" y="1960"/>
                  </a:lnTo>
                  <a:lnTo>
                    <a:pt x="4322" y="1985"/>
                  </a:lnTo>
                  <a:lnTo>
                    <a:pt x="4356" y="2008"/>
                  </a:lnTo>
                  <a:lnTo>
                    <a:pt x="4392" y="2031"/>
                  </a:lnTo>
                  <a:lnTo>
                    <a:pt x="4427" y="2049"/>
                  </a:lnTo>
                  <a:lnTo>
                    <a:pt x="4465" y="2068"/>
                  </a:lnTo>
                  <a:lnTo>
                    <a:pt x="4505" y="2084"/>
                  </a:lnTo>
                  <a:lnTo>
                    <a:pt x="4548" y="2099"/>
                  </a:lnTo>
                  <a:lnTo>
                    <a:pt x="4592" y="2112"/>
                  </a:lnTo>
                  <a:close/>
                  <a:moveTo>
                    <a:pt x="3510" y="1444"/>
                  </a:moveTo>
                  <a:lnTo>
                    <a:pt x="3510" y="1444"/>
                  </a:lnTo>
                  <a:lnTo>
                    <a:pt x="3568" y="1499"/>
                  </a:lnTo>
                  <a:lnTo>
                    <a:pt x="3622" y="1550"/>
                  </a:lnTo>
                  <a:lnTo>
                    <a:pt x="3674" y="1601"/>
                  </a:lnTo>
                  <a:lnTo>
                    <a:pt x="3723" y="1650"/>
                  </a:lnTo>
                  <a:lnTo>
                    <a:pt x="3767" y="1697"/>
                  </a:lnTo>
                  <a:lnTo>
                    <a:pt x="3811" y="1743"/>
                  </a:lnTo>
                  <a:lnTo>
                    <a:pt x="3890" y="1830"/>
                  </a:lnTo>
                  <a:lnTo>
                    <a:pt x="3961" y="1907"/>
                  </a:lnTo>
                  <a:lnTo>
                    <a:pt x="4028" y="1978"/>
                  </a:lnTo>
                  <a:lnTo>
                    <a:pt x="4060" y="2010"/>
                  </a:lnTo>
                  <a:lnTo>
                    <a:pt x="4094" y="2043"/>
                  </a:lnTo>
                  <a:lnTo>
                    <a:pt x="4126" y="2073"/>
                  </a:lnTo>
                  <a:lnTo>
                    <a:pt x="4160" y="2102"/>
                  </a:lnTo>
                  <a:lnTo>
                    <a:pt x="4120" y="2109"/>
                  </a:lnTo>
                  <a:lnTo>
                    <a:pt x="4082" y="2119"/>
                  </a:lnTo>
                  <a:lnTo>
                    <a:pt x="4045" y="2131"/>
                  </a:lnTo>
                  <a:lnTo>
                    <a:pt x="4009" y="2144"/>
                  </a:lnTo>
                  <a:lnTo>
                    <a:pt x="3994" y="2152"/>
                  </a:lnTo>
                  <a:lnTo>
                    <a:pt x="3977" y="2161"/>
                  </a:lnTo>
                  <a:lnTo>
                    <a:pt x="3961" y="2169"/>
                  </a:lnTo>
                  <a:lnTo>
                    <a:pt x="3947" y="2179"/>
                  </a:lnTo>
                  <a:lnTo>
                    <a:pt x="3932" y="2188"/>
                  </a:lnTo>
                  <a:lnTo>
                    <a:pt x="3919" y="2198"/>
                  </a:lnTo>
                  <a:lnTo>
                    <a:pt x="3905" y="2208"/>
                  </a:lnTo>
                  <a:lnTo>
                    <a:pt x="3893" y="2219"/>
                  </a:lnTo>
                  <a:lnTo>
                    <a:pt x="3854" y="2183"/>
                  </a:lnTo>
                  <a:lnTo>
                    <a:pt x="3812" y="2146"/>
                  </a:lnTo>
                  <a:lnTo>
                    <a:pt x="3768" y="2109"/>
                  </a:lnTo>
                  <a:lnTo>
                    <a:pt x="3723" y="2070"/>
                  </a:lnTo>
                  <a:lnTo>
                    <a:pt x="3674" y="2029"/>
                  </a:lnTo>
                  <a:lnTo>
                    <a:pt x="3622" y="1989"/>
                  </a:lnTo>
                  <a:lnTo>
                    <a:pt x="3568" y="1949"/>
                  </a:lnTo>
                  <a:lnTo>
                    <a:pt x="3510" y="1907"/>
                  </a:lnTo>
                  <a:lnTo>
                    <a:pt x="3510" y="1444"/>
                  </a:lnTo>
                  <a:close/>
                  <a:moveTo>
                    <a:pt x="3510" y="2143"/>
                  </a:moveTo>
                  <a:lnTo>
                    <a:pt x="3510" y="2557"/>
                  </a:lnTo>
                  <a:lnTo>
                    <a:pt x="3510" y="2572"/>
                  </a:lnTo>
                  <a:lnTo>
                    <a:pt x="3508" y="2587"/>
                  </a:lnTo>
                  <a:lnTo>
                    <a:pt x="3505" y="2601"/>
                  </a:lnTo>
                  <a:lnTo>
                    <a:pt x="3501" y="2616"/>
                  </a:lnTo>
                  <a:lnTo>
                    <a:pt x="3544" y="2640"/>
                  </a:lnTo>
                  <a:lnTo>
                    <a:pt x="3586" y="2666"/>
                  </a:lnTo>
                  <a:lnTo>
                    <a:pt x="3625" y="2690"/>
                  </a:lnTo>
                  <a:lnTo>
                    <a:pt x="3662" y="2715"/>
                  </a:lnTo>
                  <a:lnTo>
                    <a:pt x="3734" y="2764"/>
                  </a:lnTo>
                  <a:lnTo>
                    <a:pt x="3800" y="2811"/>
                  </a:lnTo>
                  <a:lnTo>
                    <a:pt x="3861" y="2858"/>
                  </a:lnTo>
                  <a:lnTo>
                    <a:pt x="3918" y="2902"/>
                  </a:lnTo>
                  <a:lnTo>
                    <a:pt x="3971" y="2946"/>
                  </a:lnTo>
                  <a:lnTo>
                    <a:pt x="4021" y="2987"/>
                  </a:lnTo>
                  <a:lnTo>
                    <a:pt x="4098" y="3050"/>
                  </a:lnTo>
                  <a:lnTo>
                    <a:pt x="4135" y="3079"/>
                  </a:lnTo>
                  <a:lnTo>
                    <a:pt x="4172" y="3106"/>
                  </a:lnTo>
                  <a:lnTo>
                    <a:pt x="4208" y="3132"/>
                  </a:lnTo>
                  <a:lnTo>
                    <a:pt x="4244" y="3154"/>
                  </a:lnTo>
                  <a:lnTo>
                    <a:pt x="4281" y="3175"/>
                  </a:lnTo>
                  <a:lnTo>
                    <a:pt x="4299" y="3184"/>
                  </a:lnTo>
                  <a:lnTo>
                    <a:pt x="4318" y="3193"/>
                  </a:lnTo>
                  <a:lnTo>
                    <a:pt x="4338" y="3201"/>
                  </a:lnTo>
                  <a:lnTo>
                    <a:pt x="4358" y="3209"/>
                  </a:lnTo>
                  <a:lnTo>
                    <a:pt x="4378" y="3215"/>
                  </a:lnTo>
                  <a:lnTo>
                    <a:pt x="4398" y="3221"/>
                  </a:lnTo>
                  <a:lnTo>
                    <a:pt x="4419" y="3226"/>
                  </a:lnTo>
                  <a:lnTo>
                    <a:pt x="4442" y="3231"/>
                  </a:lnTo>
                  <a:lnTo>
                    <a:pt x="4464" y="3234"/>
                  </a:lnTo>
                  <a:lnTo>
                    <a:pt x="4487" y="3238"/>
                  </a:lnTo>
                  <a:lnTo>
                    <a:pt x="4511" y="3240"/>
                  </a:lnTo>
                  <a:lnTo>
                    <a:pt x="4535" y="3241"/>
                  </a:lnTo>
                  <a:lnTo>
                    <a:pt x="4561" y="3242"/>
                  </a:lnTo>
                  <a:lnTo>
                    <a:pt x="4588" y="3241"/>
                  </a:lnTo>
                  <a:lnTo>
                    <a:pt x="4614" y="3240"/>
                  </a:lnTo>
                  <a:lnTo>
                    <a:pt x="4643" y="3239"/>
                  </a:lnTo>
                  <a:lnTo>
                    <a:pt x="4672" y="3235"/>
                  </a:lnTo>
                  <a:lnTo>
                    <a:pt x="4703" y="3232"/>
                  </a:lnTo>
                  <a:lnTo>
                    <a:pt x="4764" y="3222"/>
                  </a:lnTo>
                  <a:lnTo>
                    <a:pt x="4823" y="3210"/>
                  </a:lnTo>
                  <a:lnTo>
                    <a:pt x="4881" y="3195"/>
                  </a:lnTo>
                  <a:lnTo>
                    <a:pt x="4937" y="3180"/>
                  </a:lnTo>
                  <a:lnTo>
                    <a:pt x="4991" y="3162"/>
                  </a:lnTo>
                  <a:lnTo>
                    <a:pt x="5044" y="3142"/>
                  </a:lnTo>
                  <a:lnTo>
                    <a:pt x="5094" y="3121"/>
                  </a:lnTo>
                  <a:lnTo>
                    <a:pt x="5143" y="3098"/>
                  </a:lnTo>
                  <a:lnTo>
                    <a:pt x="5191" y="3076"/>
                  </a:lnTo>
                  <a:lnTo>
                    <a:pt x="5235" y="3051"/>
                  </a:lnTo>
                  <a:lnTo>
                    <a:pt x="5280" y="3026"/>
                  </a:lnTo>
                  <a:lnTo>
                    <a:pt x="5321" y="3000"/>
                  </a:lnTo>
                  <a:lnTo>
                    <a:pt x="5361" y="2975"/>
                  </a:lnTo>
                  <a:lnTo>
                    <a:pt x="5399" y="2949"/>
                  </a:lnTo>
                  <a:lnTo>
                    <a:pt x="5436" y="2922"/>
                  </a:lnTo>
                  <a:lnTo>
                    <a:pt x="5469" y="2897"/>
                  </a:lnTo>
                  <a:lnTo>
                    <a:pt x="5503" y="2870"/>
                  </a:lnTo>
                  <a:lnTo>
                    <a:pt x="5533" y="2844"/>
                  </a:lnTo>
                  <a:lnTo>
                    <a:pt x="5561" y="2820"/>
                  </a:lnTo>
                  <a:lnTo>
                    <a:pt x="5588" y="2795"/>
                  </a:lnTo>
                  <a:lnTo>
                    <a:pt x="5634" y="2751"/>
                  </a:lnTo>
                  <a:lnTo>
                    <a:pt x="5673" y="2710"/>
                  </a:lnTo>
                  <a:lnTo>
                    <a:pt x="5705" y="2676"/>
                  </a:lnTo>
                  <a:lnTo>
                    <a:pt x="5726" y="2650"/>
                  </a:lnTo>
                  <a:lnTo>
                    <a:pt x="5745" y="2628"/>
                  </a:lnTo>
                  <a:lnTo>
                    <a:pt x="5750" y="2620"/>
                  </a:lnTo>
                  <a:lnTo>
                    <a:pt x="5757" y="2613"/>
                  </a:lnTo>
                  <a:lnTo>
                    <a:pt x="5765" y="2608"/>
                  </a:lnTo>
                  <a:lnTo>
                    <a:pt x="5773" y="2603"/>
                  </a:lnTo>
                  <a:lnTo>
                    <a:pt x="5780" y="2599"/>
                  </a:lnTo>
                  <a:lnTo>
                    <a:pt x="5789" y="2596"/>
                  </a:lnTo>
                  <a:lnTo>
                    <a:pt x="5798" y="2593"/>
                  </a:lnTo>
                  <a:lnTo>
                    <a:pt x="5807" y="2591"/>
                  </a:lnTo>
                  <a:lnTo>
                    <a:pt x="5816" y="2590"/>
                  </a:lnTo>
                  <a:lnTo>
                    <a:pt x="5825" y="2590"/>
                  </a:lnTo>
                  <a:lnTo>
                    <a:pt x="5834" y="2591"/>
                  </a:lnTo>
                  <a:lnTo>
                    <a:pt x="5843" y="2593"/>
                  </a:lnTo>
                  <a:lnTo>
                    <a:pt x="5852" y="2596"/>
                  </a:lnTo>
                  <a:lnTo>
                    <a:pt x="5861" y="2600"/>
                  </a:lnTo>
                  <a:lnTo>
                    <a:pt x="5870" y="2605"/>
                  </a:lnTo>
                  <a:lnTo>
                    <a:pt x="5877" y="2609"/>
                  </a:lnTo>
                  <a:lnTo>
                    <a:pt x="5885" y="2616"/>
                  </a:lnTo>
                  <a:lnTo>
                    <a:pt x="5892" y="2622"/>
                  </a:lnTo>
                  <a:lnTo>
                    <a:pt x="5898" y="2630"/>
                  </a:lnTo>
                  <a:lnTo>
                    <a:pt x="5902" y="2638"/>
                  </a:lnTo>
                  <a:lnTo>
                    <a:pt x="5906" y="2646"/>
                  </a:lnTo>
                  <a:lnTo>
                    <a:pt x="5910" y="2655"/>
                  </a:lnTo>
                  <a:lnTo>
                    <a:pt x="5912" y="2664"/>
                  </a:lnTo>
                  <a:lnTo>
                    <a:pt x="5914" y="2673"/>
                  </a:lnTo>
                  <a:lnTo>
                    <a:pt x="5915" y="2681"/>
                  </a:lnTo>
                  <a:lnTo>
                    <a:pt x="5915" y="2690"/>
                  </a:lnTo>
                  <a:lnTo>
                    <a:pt x="5914" y="2699"/>
                  </a:lnTo>
                  <a:lnTo>
                    <a:pt x="5912" y="2708"/>
                  </a:lnTo>
                  <a:lnTo>
                    <a:pt x="5910" y="2717"/>
                  </a:lnTo>
                  <a:lnTo>
                    <a:pt x="5906" y="2726"/>
                  </a:lnTo>
                  <a:lnTo>
                    <a:pt x="5901" y="2735"/>
                  </a:lnTo>
                  <a:lnTo>
                    <a:pt x="5896" y="2743"/>
                  </a:lnTo>
                  <a:lnTo>
                    <a:pt x="5875" y="2767"/>
                  </a:lnTo>
                  <a:lnTo>
                    <a:pt x="5851" y="2796"/>
                  </a:lnTo>
                  <a:lnTo>
                    <a:pt x="5817" y="2834"/>
                  </a:lnTo>
                  <a:lnTo>
                    <a:pt x="5773" y="2880"/>
                  </a:lnTo>
                  <a:lnTo>
                    <a:pt x="5748" y="2904"/>
                  </a:lnTo>
                  <a:lnTo>
                    <a:pt x="5720" y="2930"/>
                  </a:lnTo>
                  <a:lnTo>
                    <a:pt x="5690" y="2958"/>
                  </a:lnTo>
                  <a:lnTo>
                    <a:pt x="5659" y="2986"/>
                  </a:lnTo>
                  <a:lnTo>
                    <a:pt x="5624" y="3014"/>
                  </a:lnTo>
                  <a:lnTo>
                    <a:pt x="5589" y="3044"/>
                  </a:lnTo>
                  <a:lnTo>
                    <a:pt x="5550" y="3073"/>
                  </a:lnTo>
                  <a:lnTo>
                    <a:pt x="5510" y="3102"/>
                  </a:lnTo>
                  <a:lnTo>
                    <a:pt x="5466" y="3132"/>
                  </a:lnTo>
                  <a:lnTo>
                    <a:pt x="5422" y="3161"/>
                  </a:lnTo>
                  <a:lnTo>
                    <a:pt x="5375" y="3190"/>
                  </a:lnTo>
                  <a:lnTo>
                    <a:pt x="5326" y="3218"/>
                  </a:lnTo>
                  <a:lnTo>
                    <a:pt x="5274" y="3244"/>
                  </a:lnTo>
                  <a:lnTo>
                    <a:pt x="5222" y="3271"/>
                  </a:lnTo>
                  <a:lnTo>
                    <a:pt x="5167" y="3296"/>
                  </a:lnTo>
                  <a:lnTo>
                    <a:pt x="5111" y="3319"/>
                  </a:lnTo>
                  <a:lnTo>
                    <a:pt x="5051" y="3341"/>
                  </a:lnTo>
                  <a:lnTo>
                    <a:pt x="4990" y="3361"/>
                  </a:lnTo>
                  <a:lnTo>
                    <a:pt x="4928" y="3379"/>
                  </a:lnTo>
                  <a:lnTo>
                    <a:pt x="4896" y="3388"/>
                  </a:lnTo>
                  <a:lnTo>
                    <a:pt x="4863" y="3395"/>
                  </a:lnTo>
                  <a:lnTo>
                    <a:pt x="4831" y="3403"/>
                  </a:lnTo>
                  <a:lnTo>
                    <a:pt x="4797" y="3409"/>
                  </a:lnTo>
                  <a:lnTo>
                    <a:pt x="4764" y="3415"/>
                  </a:lnTo>
                  <a:lnTo>
                    <a:pt x="4729" y="3419"/>
                  </a:lnTo>
                  <a:lnTo>
                    <a:pt x="4691" y="3425"/>
                  </a:lnTo>
                  <a:lnTo>
                    <a:pt x="4655" y="3428"/>
                  </a:lnTo>
                  <a:lnTo>
                    <a:pt x="4619" y="3430"/>
                  </a:lnTo>
                  <a:lnTo>
                    <a:pt x="4585" y="3433"/>
                  </a:lnTo>
                  <a:lnTo>
                    <a:pt x="4552" y="3433"/>
                  </a:lnTo>
                  <a:lnTo>
                    <a:pt x="4521" y="3433"/>
                  </a:lnTo>
                  <a:lnTo>
                    <a:pt x="4490" y="3432"/>
                  </a:lnTo>
                  <a:lnTo>
                    <a:pt x="4461" y="3429"/>
                  </a:lnTo>
                  <a:lnTo>
                    <a:pt x="4432" y="3425"/>
                  </a:lnTo>
                  <a:lnTo>
                    <a:pt x="4405" y="3421"/>
                  </a:lnTo>
                  <a:lnTo>
                    <a:pt x="4378" y="3416"/>
                  </a:lnTo>
                  <a:lnTo>
                    <a:pt x="4351" y="3409"/>
                  </a:lnTo>
                  <a:lnTo>
                    <a:pt x="4327" y="3403"/>
                  </a:lnTo>
                  <a:lnTo>
                    <a:pt x="4302" y="3395"/>
                  </a:lnTo>
                  <a:lnTo>
                    <a:pt x="4278" y="3386"/>
                  </a:lnTo>
                  <a:lnTo>
                    <a:pt x="4254" y="3377"/>
                  </a:lnTo>
                  <a:lnTo>
                    <a:pt x="4231" y="3367"/>
                  </a:lnTo>
                  <a:lnTo>
                    <a:pt x="4209" y="3356"/>
                  </a:lnTo>
                  <a:lnTo>
                    <a:pt x="4186" y="3343"/>
                  </a:lnTo>
                  <a:lnTo>
                    <a:pt x="4165" y="3331"/>
                  </a:lnTo>
                  <a:lnTo>
                    <a:pt x="4143" y="3318"/>
                  </a:lnTo>
                  <a:lnTo>
                    <a:pt x="4122" y="3304"/>
                  </a:lnTo>
                  <a:lnTo>
                    <a:pt x="4078" y="3274"/>
                  </a:lnTo>
                  <a:lnTo>
                    <a:pt x="4035" y="3243"/>
                  </a:lnTo>
                  <a:lnTo>
                    <a:pt x="3991" y="3209"/>
                  </a:lnTo>
                  <a:lnTo>
                    <a:pt x="3900" y="3133"/>
                  </a:lnTo>
                  <a:lnTo>
                    <a:pt x="3850" y="3093"/>
                  </a:lnTo>
                  <a:lnTo>
                    <a:pt x="3797" y="3049"/>
                  </a:lnTo>
                  <a:lnTo>
                    <a:pt x="3742" y="3006"/>
                  </a:lnTo>
                  <a:lnTo>
                    <a:pt x="3681" y="2960"/>
                  </a:lnTo>
                  <a:lnTo>
                    <a:pt x="3616" y="2913"/>
                  </a:lnTo>
                  <a:lnTo>
                    <a:pt x="3544" y="2865"/>
                  </a:lnTo>
                  <a:lnTo>
                    <a:pt x="3506" y="2841"/>
                  </a:lnTo>
                  <a:lnTo>
                    <a:pt x="3467" y="2816"/>
                  </a:lnTo>
                  <a:lnTo>
                    <a:pt x="3426" y="2792"/>
                  </a:lnTo>
                  <a:lnTo>
                    <a:pt x="3384" y="2767"/>
                  </a:lnTo>
                  <a:lnTo>
                    <a:pt x="3367" y="2777"/>
                  </a:lnTo>
                  <a:lnTo>
                    <a:pt x="3350" y="2787"/>
                  </a:lnTo>
                  <a:lnTo>
                    <a:pt x="3334" y="2797"/>
                  </a:lnTo>
                  <a:lnTo>
                    <a:pt x="3315" y="2806"/>
                  </a:lnTo>
                  <a:lnTo>
                    <a:pt x="3296" y="2814"/>
                  </a:lnTo>
                  <a:lnTo>
                    <a:pt x="3277" y="2822"/>
                  </a:lnTo>
                  <a:lnTo>
                    <a:pt x="3257" y="2830"/>
                  </a:lnTo>
                  <a:lnTo>
                    <a:pt x="3236" y="2835"/>
                  </a:lnTo>
                  <a:lnTo>
                    <a:pt x="3214" y="2842"/>
                  </a:lnTo>
                  <a:lnTo>
                    <a:pt x="3193" y="2846"/>
                  </a:lnTo>
                  <a:lnTo>
                    <a:pt x="3171" y="2851"/>
                  </a:lnTo>
                  <a:lnTo>
                    <a:pt x="3149" y="2854"/>
                  </a:lnTo>
                  <a:lnTo>
                    <a:pt x="3125" y="2858"/>
                  </a:lnTo>
                  <a:lnTo>
                    <a:pt x="3102" y="2860"/>
                  </a:lnTo>
                  <a:lnTo>
                    <a:pt x="3078" y="2861"/>
                  </a:lnTo>
                  <a:lnTo>
                    <a:pt x="3054" y="2861"/>
                  </a:lnTo>
                  <a:lnTo>
                    <a:pt x="3030" y="2861"/>
                  </a:lnTo>
                  <a:lnTo>
                    <a:pt x="3007" y="2860"/>
                  </a:lnTo>
                  <a:lnTo>
                    <a:pt x="2985" y="2858"/>
                  </a:lnTo>
                  <a:lnTo>
                    <a:pt x="2961" y="2855"/>
                  </a:lnTo>
                  <a:lnTo>
                    <a:pt x="2940" y="2852"/>
                  </a:lnTo>
                  <a:lnTo>
                    <a:pt x="2918" y="2847"/>
                  </a:lnTo>
                  <a:lnTo>
                    <a:pt x="2897" y="2843"/>
                  </a:lnTo>
                  <a:lnTo>
                    <a:pt x="2877" y="2837"/>
                  </a:lnTo>
                  <a:lnTo>
                    <a:pt x="2856" y="2831"/>
                  </a:lnTo>
                  <a:lnTo>
                    <a:pt x="2836" y="2824"/>
                  </a:lnTo>
                  <a:lnTo>
                    <a:pt x="2817" y="2817"/>
                  </a:lnTo>
                  <a:lnTo>
                    <a:pt x="2799" y="2810"/>
                  </a:lnTo>
                  <a:lnTo>
                    <a:pt x="2781" y="2801"/>
                  </a:lnTo>
                  <a:lnTo>
                    <a:pt x="2764" y="2792"/>
                  </a:lnTo>
                  <a:lnTo>
                    <a:pt x="2747" y="2782"/>
                  </a:lnTo>
                  <a:lnTo>
                    <a:pt x="2732" y="2772"/>
                  </a:lnTo>
                  <a:lnTo>
                    <a:pt x="2716" y="2762"/>
                  </a:lnTo>
                  <a:lnTo>
                    <a:pt x="2702" y="2751"/>
                  </a:lnTo>
                  <a:lnTo>
                    <a:pt x="2688" y="2739"/>
                  </a:lnTo>
                  <a:lnTo>
                    <a:pt x="2676" y="2727"/>
                  </a:lnTo>
                  <a:lnTo>
                    <a:pt x="2664" y="2715"/>
                  </a:lnTo>
                  <a:lnTo>
                    <a:pt x="2652" y="2701"/>
                  </a:lnTo>
                  <a:lnTo>
                    <a:pt x="2642" y="2689"/>
                  </a:lnTo>
                  <a:lnTo>
                    <a:pt x="2634" y="2675"/>
                  </a:lnTo>
                  <a:lnTo>
                    <a:pt x="2626" y="2661"/>
                  </a:lnTo>
                  <a:lnTo>
                    <a:pt x="2618" y="2647"/>
                  </a:lnTo>
                  <a:lnTo>
                    <a:pt x="2612" y="2632"/>
                  </a:lnTo>
                  <a:lnTo>
                    <a:pt x="2607" y="2618"/>
                  </a:lnTo>
                  <a:lnTo>
                    <a:pt x="2602" y="2603"/>
                  </a:lnTo>
                  <a:lnTo>
                    <a:pt x="2600" y="2588"/>
                  </a:lnTo>
                  <a:lnTo>
                    <a:pt x="2598" y="2572"/>
                  </a:lnTo>
                  <a:lnTo>
                    <a:pt x="2598" y="2557"/>
                  </a:lnTo>
                  <a:lnTo>
                    <a:pt x="2599" y="2535"/>
                  </a:lnTo>
                  <a:lnTo>
                    <a:pt x="2602" y="2513"/>
                  </a:lnTo>
                  <a:lnTo>
                    <a:pt x="2608" y="2493"/>
                  </a:lnTo>
                  <a:lnTo>
                    <a:pt x="2616" y="2472"/>
                  </a:lnTo>
                  <a:lnTo>
                    <a:pt x="2580" y="2467"/>
                  </a:lnTo>
                  <a:lnTo>
                    <a:pt x="2543" y="2464"/>
                  </a:lnTo>
                  <a:lnTo>
                    <a:pt x="2506" y="2462"/>
                  </a:lnTo>
                  <a:lnTo>
                    <a:pt x="2471" y="2461"/>
                  </a:lnTo>
                  <a:lnTo>
                    <a:pt x="2434" y="2460"/>
                  </a:lnTo>
                  <a:lnTo>
                    <a:pt x="2397" y="2460"/>
                  </a:lnTo>
                  <a:lnTo>
                    <a:pt x="2359" y="2461"/>
                  </a:lnTo>
                  <a:lnTo>
                    <a:pt x="2323" y="2462"/>
                  </a:lnTo>
                  <a:lnTo>
                    <a:pt x="2286" y="2464"/>
                  </a:lnTo>
                  <a:lnTo>
                    <a:pt x="2248" y="2467"/>
                  </a:lnTo>
                  <a:lnTo>
                    <a:pt x="2211" y="2471"/>
                  </a:lnTo>
                  <a:lnTo>
                    <a:pt x="2173" y="2475"/>
                  </a:lnTo>
                  <a:lnTo>
                    <a:pt x="2098" y="2486"/>
                  </a:lnTo>
                  <a:lnTo>
                    <a:pt x="2023" y="2500"/>
                  </a:lnTo>
                  <a:lnTo>
                    <a:pt x="2040" y="2470"/>
                  </a:lnTo>
                  <a:lnTo>
                    <a:pt x="2055" y="2440"/>
                  </a:lnTo>
                  <a:lnTo>
                    <a:pt x="2069" y="2407"/>
                  </a:lnTo>
                  <a:lnTo>
                    <a:pt x="2082" y="2375"/>
                  </a:lnTo>
                  <a:lnTo>
                    <a:pt x="2094" y="2336"/>
                  </a:lnTo>
                  <a:lnTo>
                    <a:pt x="2104" y="2297"/>
                  </a:lnTo>
                  <a:lnTo>
                    <a:pt x="2148" y="2290"/>
                  </a:lnTo>
                  <a:lnTo>
                    <a:pt x="2191" y="2286"/>
                  </a:lnTo>
                  <a:lnTo>
                    <a:pt x="2234" y="2281"/>
                  </a:lnTo>
                  <a:lnTo>
                    <a:pt x="2278" y="2277"/>
                  </a:lnTo>
                  <a:lnTo>
                    <a:pt x="2321" y="2275"/>
                  </a:lnTo>
                  <a:lnTo>
                    <a:pt x="2364" y="2272"/>
                  </a:lnTo>
                  <a:lnTo>
                    <a:pt x="2407" y="2272"/>
                  </a:lnTo>
                  <a:lnTo>
                    <a:pt x="2450" y="2272"/>
                  </a:lnTo>
                  <a:lnTo>
                    <a:pt x="2493" y="2274"/>
                  </a:lnTo>
                  <a:lnTo>
                    <a:pt x="2535" y="2276"/>
                  </a:lnTo>
                  <a:lnTo>
                    <a:pt x="2578" y="2278"/>
                  </a:lnTo>
                  <a:lnTo>
                    <a:pt x="2620" y="2282"/>
                  </a:lnTo>
                  <a:lnTo>
                    <a:pt x="2661" y="2288"/>
                  </a:lnTo>
                  <a:lnTo>
                    <a:pt x="2704" y="2295"/>
                  </a:lnTo>
                  <a:lnTo>
                    <a:pt x="2745" y="2302"/>
                  </a:lnTo>
                  <a:lnTo>
                    <a:pt x="2786" y="2310"/>
                  </a:lnTo>
                  <a:lnTo>
                    <a:pt x="2815" y="2298"/>
                  </a:lnTo>
                  <a:lnTo>
                    <a:pt x="2845" y="2287"/>
                  </a:lnTo>
                  <a:lnTo>
                    <a:pt x="2878" y="2277"/>
                  </a:lnTo>
                  <a:lnTo>
                    <a:pt x="2911" y="2268"/>
                  </a:lnTo>
                  <a:lnTo>
                    <a:pt x="2945" y="2261"/>
                  </a:lnTo>
                  <a:lnTo>
                    <a:pt x="2980" y="2257"/>
                  </a:lnTo>
                  <a:lnTo>
                    <a:pt x="3017" y="2253"/>
                  </a:lnTo>
                  <a:lnTo>
                    <a:pt x="3054" y="2253"/>
                  </a:lnTo>
                  <a:lnTo>
                    <a:pt x="3078" y="2253"/>
                  </a:lnTo>
                  <a:lnTo>
                    <a:pt x="3102" y="2255"/>
                  </a:lnTo>
                  <a:lnTo>
                    <a:pt x="3125" y="2257"/>
                  </a:lnTo>
                  <a:lnTo>
                    <a:pt x="3149" y="2259"/>
                  </a:lnTo>
                  <a:lnTo>
                    <a:pt x="3171" y="2263"/>
                  </a:lnTo>
                  <a:lnTo>
                    <a:pt x="3193" y="2268"/>
                  </a:lnTo>
                  <a:lnTo>
                    <a:pt x="3214" y="2272"/>
                  </a:lnTo>
                  <a:lnTo>
                    <a:pt x="3236" y="2278"/>
                  </a:lnTo>
                  <a:lnTo>
                    <a:pt x="3257" y="2285"/>
                  </a:lnTo>
                  <a:lnTo>
                    <a:pt x="3277" y="2291"/>
                  </a:lnTo>
                  <a:lnTo>
                    <a:pt x="3296" y="2299"/>
                  </a:lnTo>
                  <a:lnTo>
                    <a:pt x="3315" y="2308"/>
                  </a:lnTo>
                  <a:lnTo>
                    <a:pt x="3334" y="2317"/>
                  </a:lnTo>
                  <a:lnTo>
                    <a:pt x="3350" y="2326"/>
                  </a:lnTo>
                  <a:lnTo>
                    <a:pt x="3367" y="2336"/>
                  </a:lnTo>
                  <a:lnTo>
                    <a:pt x="3384" y="2347"/>
                  </a:lnTo>
                  <a:lnTo>
                    <a:pt x="3384" y="2051"/>
                  </a:lnTo>
                  <a:lnTo>
                    <a:pt x="3332" y="2016"/>
                  </a:lnTo>
                  <a:lnTo>
                    <a:pt x="3279" y="1980"/>
                  </a:lnTo>
                  <a:lnTo>
                    <a:pt x="3223" y="1945"/>
                  </a:lnTo>
                  <a:lnTo>
                    <a:pt x="3164" y="1908"/>
                  </a:lnTo>
                  <a:lnTo>
                    <a:pt x="3103" y="1872"/>
                  </a:lnTo>
                  <a:lnTo>
                    <a:pt x="3038" y="1835"/>
                  </a:lnTo>
                  <a:lnTo>
                    <a:pt x="2970" y="1798"/>
                  </a:lnTo>
                  <a:lnTo>
                    <a:pt x="2900" y="1761"/>
                  </a:lnTo>
                  <a:lnTo>
                    <a:pt x="2871" y="1746"/>
                  </a:lnTo>
                  <a:lnTo>
                    <a:pt x="2842" y="1733"/>
                  </a:lnTo>
                  <a:lnTo>
                    <a:pt x="2813" y="1720"/>
                  </a:lnTo>
                  <a:lnTo>
                    <a:pt x="2784" y="1707"/>
                  </a:lnTo>
                  <a:lnTo>
                    <a:pt x="2754" y="1695"/>
                  </a:lnTo>
                  <a:lnTo>
                    <a:pt x="2725" y="1685"/>
                  </a:lnTo>
                  <a:lnTo>
                    <a:pt x="2695" y="1674"/>
                  </a:lnTo>
                  <a:lnTo>
                    <a:pt x="2665" y="1665"/>
                  </a:lnTo>
                  <a:lnTo>
                    <a:pt x="2603" y="1647"/>
                  </a:lnTo>
                  <a:lnTo>
                    <a:pt x="2542" y="1633"/>
                  </a:lnTo>
                  <a:lnTo>
                    <a:pt x="2481" y="1620"/>
                  </a:lnTo>
                  <a:lnTo>
                    <a:pt x="2418" y="1610"/>
                  </a:lnTo>
                  <a:lnTo>
                    <a:pt x="2356" y="1603"/>
                  </a:lnTo>
                  <a:lnTo>
                    <a:pt x="2294" y="1597"/>
                  </a:lnTo>
                  <a:lnTo>
                    <a:pt x="2230" y="1594"/>
                  </a:lnTo>
                  <a:lnTo>
                    <a:pt x="2166" y="1593"/>
                  </a:lnTo>
                  <a:lnTo>
                    <a:pt x="2103" y="1594"/>
                  </a:lnTo>
                  <a:lnTo>
                    <a:pt x="2039" y="1596"/>
                  </a:lnTo>
                  <a:lnTo>
                    <a:pt x="1976" y="1600"/>
                  </a:lnTo>
                  <a:lnTo>
                    <a:pt x="1912" y="1606"/>
                  </a:lnTo>
                  <a:lnTo>
                    <a:pt x="1889" y="1585"/>
                  </a:lnTo>
                  <a:lnTo>
                    <a:pt x="1864" y="1565"/>
                  </a:lnTo>
                  <a:lnTo>
                    <a:pt x="1839" y="1547"/>
                  </a:lnTo>
                  <a:lnTo>
                    <a:pt x="1813" y="1529"/>
                  </a:lnTo>
                  <a:lnTo>
                    <a:pt x="1785" y="1513"/>
                  </a:lnTo>
                  <a:lnTo>
                    <a:pt x="1757" y="1499"/>
                  </a:lnTo>
                  <a:lnTo>
                    <a:pt x="1729" y="1486"/>
                  </a:lnTo>
                  <a:lnTo>
                    <a:pt x="1700" y="1474"/>
                  </a:lnTo>
                  <a:lnTo>
                    <a:pt x="1673" y="1464"/>
                  </a:lnTo>
                  <a:lnTo>
                    <a:pt x="1645" y="1457"/>
                  </a:lnTo>
                  <a:lnTo>
                    <a:pt x="1728" y="1441"/>
                  </a:lnTo>
                  <a:lnTo>
                    <a:pt x="1814" y="1429"/>
                  </a:lnTo>
                  <a:lnTo>
                    <a:pt x="1899" y="1419"/>
                  </a:lnTo>
                  <a:lnTo>
                    <a:pt x="1941" y="1414"/>
                  </a:lnTo>
                  <a:lnTo>
                    <a:pt x="1985" y="1411"/>
                  </a:lnTo>
                  <a:lnTo>
                    <a:pt x="2027" y="1407"/>
                  </a:lnTo>
                  <a:lnTo>
                    <a:pt x="2071" y="1406"/>
                  </a:lnTo>
                  <a:lnTo>
                    <a:pt x="2113" y="1405"/>
                  </a:lnTo>
                  <a:lnTo>
                    <a:pt x="2156" y="1404"/>
                  </a:lnTo>
                  <a:lnTo>
                    <a:pt x="2199" y="1404"/>
                  </a:lnTo>
                  <a:lnTo>
                    <a:pt x="2242" y="1406"/>
                  </a:lnTo>
                  <a:lnTo>
                    <a:pt x="2285" y="1407"/>
                  </a:lnTo>
                  <a:lnTo>
                    <a:pt x="2327" y="1411"/>
                  </a:lnTo>
                  <a:lnTo>
                    <a:pt x="2369" y="1414"/>
                  </a:lnTo>
                  <a:lnTo>
                    <a:pt x="2413" y="1419"/>
                  </a:lnTo>
                  <a:lnTo>
                    <a:pt x="2455" y="1424"/>
                  </a:lnTo>
                  <a:lnTo>
                    <a:pt x="2496" y="1431"/>
                  </a:lnTo>
                  <a:lnTo>
                    <a:pt x="2539" y="1439"/>
                  </a:lnTo>
                  <a:lnTo>
                    <a:pt x="2581" y="1448"/>
                  </a:lnTo>
                  <a:lnTo>
                    <a:pt x="2622" y="1457"/>
                  </a:lnTo>
                  <a:lnTo>
                    <a:pt x="2664" y="1468"/>
                  </a:lnTo>
                  <a:lnTo>
                    <a:pt x="2705" y="1479"/>
                  </a:lnTo>
                  <a:lnTo>
                    <a:pt x="2746" y="1491"/>
                  </a:lnTo>
                  <a:lnTo>
                    <a:pt x="2787" y="1506"/>
                  </a:lnTo>
                  <a:lnTo>
                    <a:pt x="2828" y="1520"/>
                  </a:lnTo>
                  <a:lnTo>
                    <a:pt x="2868" y="1537"/>
                  </a:lnTo>
                  <a:lnTo>
                    <a:pt x="2908" y="1554"/>
                  </a:lnTo>
                  <a:lnTo>
                    <a:pt x="2948" y="1572"/>
                  </a:lnTo>
                  <a:lnTo>
                    <a:pt x="2987" y="1591"/>
                  </a:lnTo>
                  <a:lnTo>
                    <a:pt x="3043" y="1621"/>
                  </a:lnTo>
                  <a:lnTo>
                    <a:pt x="3096" y="1650"/>
                  </a:lnTo>
                  <a:lnTo>
                    <a:pt x="3149" y="1679"/>
                  </a:lnTo>
                  <a:lnTo>
                    <a:pt x="3199" y="1708"/>
                  </a:lnTo>
                  <a:lnTo>
                    <a:pt x="3248" y="1736"/>
                  </a:lnTo>
                  <a:lnTo>
                    <a:pt x="3295" y="1765"/>
                  </a:lnTo>
                  <a:lnTo>
                    <a:pt x="3340" y="1793"/>
                  </a:lnTo>
                  <a:lnTo>
                    <a:pt x="3384" y="1821"/>
                  </a:lnTo>
                  <a:lnTo>
                    <a:pt x="3384" y="1357"/>
                  </a:lnTo>
                  <a:lnTo>
                    <a:pt x="3384" y="1335"/>
                  </a:lnTo>
                  <a:lnTo>
                    <a:pt x="3331" y="1293"/>
                  </a:lnTo>
                  <a:lnTo>
                    <a:pt x="3278" y="1249"/>
                  </a:lnTo>
                  <a:lnTo>
                    <a:pt x="3221" y="1206"/>
                  </a:lnTo>
                  <a:lnTo>
                    <a:pt x="3161" y="1161"/>
                  </a:lnTo>
                  <a:lnTo>
                    <a:pt x="3098" y="1115"/>
                  </a:lnTo>
                  <a:lnTo>
                    <a:pt x="3033" y="1069"/>
                  </a:lnTo>
                  <a:lnTo>
                    <a:pt x="2964" y="1022"/>
                  </a:lnTo>
                  <a:lnTo>
                    <a:pt x="2892" y="974"/>
                  </a:lnTo>
                  <a:lnTo>
                    <a:pt x="2836" y="941"/>
                  </a:lnTo>
                  <a:lnTo>
                    <a:pt x="2781" y="908"/>
                  </a:lnTo>
                  <a:lnTo>
                    <a:pt x="2724" y="879"/>
                  </a:lnTo>
                  <a:lnTo>
                    <a:pt x="2667" y="852"/>
                  </a:lnTo>
                  <a:lnTo>
                    <a:pt x="2609" y="828"/>
                  </a:lnTo>
                  <a:lnTo>
                    <a:pt x="2551" y="806"/>
                  </a:lnTo>
                  <a:lnTo>
                    <a:pt x="2492" y="784"/>
                  </a:lnTo>
                  <a:lnTo>
                    <a:pt x="2433" y="767"/>
                  </a:lnTo>
                  <a:lnTo>
                    <a:pt x="2374" y="751"/>
                  </a:lnTo>
                  <a:lnTo>
                    <a:pt x="2314" y="737"/>
                  </a:lnTo>
                  <a:lnTo>
                    <a:pt x="2253" y="724"/>
                  </a:lnTo>
                  <a:lnTo>
                    <a:pt x="2193" y="714"/>
                  </a:lnTo>
                  <a:lnTo>
                    <a:pt x="2132" y="705"/>
                  </a:lnTo>
                  <a:lnTo>
                    <a:pt x="2072" y="699"/>
                  </a:lnTo>
                  <a:lnTo>
                    <a:pt x="2010" y="693"/>
                  </a:lnTo>
                  <a:lnTo>
                    <a:pt x="1950" y="690"/>
                  </a:lnTo>
                  <a:lnTo>
                    <a:pt x="1961" y="648"/>
                  </a:lnTo>
                  <a:lnTo>
                    <a:pt x="1970" y="607"/>
                  </a:lnTo>
                  <a:lnTo>
                    <a:pt x="1977" y="565"/>
                  </a:lnTo>
                  <a:lnTo>
                    <a:pt x="1983" y="523"/>
                  </a:lnTo>
                  <a:lnTo>
                    <a:pt x="1985" y="502"/>
                  </a:lnTo>
                  <a:lnTo>
                    <a:pt x="2049" y="507"/>
                  </a:lnTo>
                  <a:lnTo>
                    <a:pt x="2114" y="514"/>
                  </a:lnTo>
                  <a:lnTo>
                    <a:pt x="2179" y="521"/>
                  </a:lnTo>
                  <a:lnTo>
                    <a:pt x="2243" y="531"/>
                  </a:lnTo>
                  <a:lnTo>
                    <a:pt x="2308" y="543"/>
                  </a:lnTo>
                  <a:lnTo>
                    <a:pt x="2373" y="556"/>
                  </a:lnTo>
                  <a:lnTo>
                    <a:pt x="2437" y="572"/>
                  </a:lnTo>
                  <a:lnTo>
                    <a:pt x="2501" y="589"/>
                  </a:lnTo>
                  <a:lnTo>
                    <a:pt x="2564" y="609"/>
                  </a:lnTo>
                  <a:lnTo>
                    <a:pt x="2628" y="632"/>
                  </a:lnTo>
                  <a:lnTo>
                    <a:pt x="2690" y="656"/>
                  </a:lnTo>
                  <a:lnTo>
                    <a:pt x="2753" y="683"/>
                  </a:lnTo>
                  <a:lnTo>
                    <a:pt x="2814" y="712"/>
                  </a:lnTo>
                  <a:lnTo>
                    <a:pt x="2875" y="744"/>
                  </a:lnTo>
                  <a:lnTo>
                    <a:pt x="2936" y="779"/>
                  </a:lnTo>
                  <a:lnTo>
                    <a:pt x="2966" y="797"/>
                  </a:lnTo>
                  <a:lnTo>
                    <a:pt x="2995" y="816"/>
                  </a:lnTo>
                  <a:lnTo>
                    <a:pt x="3053" y="854"/>
                  </a:lnTo>
                  <a:lnTo>
                    <a:pt x="3107" y="890"/>
                  </a:lnTo>
                  <a:lnTo>
                    <a:pt x="3161" y="927"/>
                  </a:lnTo>
                  <a:lnTo>
                    <a:pt x="3212" y="964"/>
                  </a:lnTo>
                  <a:lnTo>
                    <a:pt x="3262" y="1000"/>
                  </a:lnTo>
                  <a:lnTo>
                    <a:pt x="3309" y="1035"/>
                  </a:lnTo>
                  <a:lnTo>
                    <a:pt x="3400" y="1104"/>
                  </a:lnTo>
                  <a:lnTo>
                    <a:pt x="3409" y="1089"/>
                  </a:lnTo>
                  <a:lnTo>
                    <a:pt x="3421" y="1074"/>
                  </a:lnTo>
                  <a:lnTo>
                    <a:pt x="3434" y="1061"/>
                  </a:lnTo>
                  <a:lnTo>
                    <a:pt x="3451" y="1050"/>
                  </a:lnTo>
                  <a:lnTo>
                    <a:pt x="3470" y="1039"/>
                  </a:lnTo>
                  <a:lnTo>
                    <a:pt x="3491" y="1030"/>
                  </a:lnTo>
                  <a:lnTo>
                    <a:pt x="3515" y="1022"/>
                  </a:lnTo>
                  <a:lnTo>
                    <a:pt x="3542" y="1016"/>
                  </a:lnTo>
                  <a:lnTo>
                    <a:pt x="4544" y="869"/>
                  </a:lnTo>
                  <a:lnTo>
                    <a:pt x="4569" y="867"/>
                  </a:lnTo>
                  <a:lnTo>
                    <a:pt x="4591" y="866"/>
                  </a:lnTo>
                  <a:lnTo>
                    <a:pt x="4611" y="867"/>
                  </a:lnTo>
                  <a:lnTo>
                    <a:pt x="4629" y="871"/>
                  </a:lnTo>
                  <a:lnTo>
                    <a:pt x="4645" y="877"/>
                  </a:lnTo>
                  <a:lnTo>
                    <a:pt x="4659" y="885"/>
                  </a:lnTo>
                  <a:lnTo>
                    <a:pt x="4671" y="894"/>
                  </a:lnTo>
                  <a:lnTo>
                    <a:pt x="4681" y="905"/>
                  </a:lnTo>
                  <a:lnTo>
                    <a:pt x="4690" y="917"/>
                  </a:lnTo>
                  <a:lnTo>
                    <a:pt x="4698" y="932"/>
                  </a:lnTo>
                  <a:lnTo>
                    <a:pt x="4704" y="946"/>
                  </a:lnTo>
                  <a:lnTo>
                    <a:pt x="4709" y="963"/>
                  </a:lnTo>
                  <a:lnTo>
                    <a:pt x="4713" y="981"/>
                  </a:lnTo>
                  <a:lnTo>
                    <a:pt x="4715" y="1000"/>
                  </a:lnTo>
                  <a:lnTo>
                    <a:pt x="4717" y="1019"/>
                  </a:lnTo>
                  <a:lnTo>
                    <a:pt x="4718" y="1040"/>
                  </a:lnTo>
                  <a:lnTo>
                    <a:pt x="4718" y="1162"/>
                  </a:lnTo>
                  <a:lnTo>
                    <a:pt x="4718" y="2136"/>
                  </a:lnTo>
                  <a:lnTo>
                    <a:pt x="4727" y="2138"/>
                  </a:lnTo>
                  <a:lnTo>
                    <a:pt x="4787" y="2143"/>
                  </a:lnTo>
                  <a:lnTo>
                    <a:pt x="4846" y="2146"/>
                  </a:lnTo>
                  <a:lnTo>
                    <a:pt x="4903" y="2148"/>
                  </a:lnTo>
                  <a:lnTo>
                    <a:pt x="4958" y="2146"/>
                  </a:lnTo>
                  <a:lnTo>
                    <a:pt x="5011" y="2143"/>
                  </a:lnTo>
                  <a:lnTo>
                    <a:pt x="5063" y="2138"/>
                  </a:lnTo>
                  <a:lnTo>
                    <a:pt x="5113" y="2131"/>
                  </a:lnTo>
                  <a:lnTo>
                    <a:pt x="5162" y="2122"/>
                  </a:lnTo>
                  <a:lnTo>
                    <a:pt x="5208" y="2111"/>
                  </a:lnTo>
                  <a:lnTo>
                    <a:pt x="5252" y="2100"/>
                  </a:lnTo>
                  <a:lnTo>
                    <a:pt x="5296" y="2086"/>
                  </a:lnTo>
                  <a:lnTo>
                    <a:pt x="5337" y="2072"/>
                  </a:lnTo>
                  <a:lnTo>
                    <a:pt x="5376" y="2057"/>
                  </a:lnTo>
                  <a:lnTo>
                    <a:pt x="5414" y="2042"/>
                  </a:lnTo>
                  <a:lnTo>
                    <a:pt x="5448" y="2025"/>
                  </a:lnTo>
                  <a:lnTo>
                    <a:pt x="5483" y="2008"/>
                  </a:lnTo>
                  <a:lnTo>
                    <a:pt x="5514" y="1992"/>
                  </a:lnTo>
                  <a:lnTo>
                    <a:pt x="5544" y="1975"/>
                  </a:lnTo>
                  <a:lnTo>
                    <a:pt x="5572" y="1957"/>
                  </a:lnTo>
                  <a:lnTo>
                    <a:pt x="5598" y="1940"/>
                  </a:lnTo>
                  <a:lnTo>
                    <a:pt x="5622" y="1925"/>
                  </a:lnTo>
                  <a:lnTo>
                    <a:pt x="5644" y="1909"/>
                  </a:lnTo>
                  <a:lnTo>
                    <a:pt x="5682" y="1880"/>
                  </a:lnTo>
                  <a:lnTo>
                    <a:pt x="5711" y="1854"/>
                  </a:lnTo>
                  <a:lnTo>
                    <a:pt x="5734" y="1835"/>
                  </a:lnTo>
                  <a:lnTo>
                    <a:pt x="5752" y="1818"/>
                  </a:lnTo>
                  <a:lnTo>
                    <a:pt x="5758" y="1811"/>
                  </a:lnTo>
                  <a:lnTo>
                    <a:pt x="5766" y="1805"/>
                  </a:lnTo>
                  <a:lnTo>
                    <a:pt x="5774" y="1800"/>
                  </a:lnTo>
                  <a:lnTo>
                    <a:pt x="5782" y="1796"/>
                  </a:lnTo>
                  <a:lnTo>
                    <a:pt x="5791" y="1793"/>
                  </a:lnTo>
                  <a:lnTo>
                    <a:pt x="5799" y="1790"/>
                  </a:lnTo>
                  <a:lnTo>
                    <a:pt x="5808" y="1789"/>
                  </a:lnTo>
                  <a:lnTo>
                    <a:pt x="5817" y="1788"/>
                  </a:lnTo>
                  <a:lnTo>
                    <a:pt x="5826" y="1788"/>
                  </a:lnTo>
                  <a:lnTo>
                    <a:pt x="5835" y="1789"/>
                  </a:lnTo>
                  <a:lnTo>
                    <a:pt x="5844" y="1791"/>
                  </a:lnTo>
                  <a:lnTo>
                    <a:pt x="5853" y="1794"/>
                  </a:lnTo>
                  <a:lnTo>
                    <a:pt x="5862" y="1798"/>
                  </a:lnTo>
                  <a:lnTo>
                    <a:pt x="5870" y="1802"/>
                  </a:lnTo>
                  <a:lnTo>
                    <a:pt x="5877" y="1808"/>
                  </a:lnTo>
                  <a:lnTo>
                    <a:pt x="5885" y="1814"/>
                  </a:lnTo>
                  <a:lnTo>
                    <a:pt x="5892" y="1821"/>
                  </a:lnTo>
                  <a:lnTo>
                    <a:pt x="5898" y="1829"/>
                  </a:lnTo>
                  <a:lnTo>
                    <a:pt x="5903" y="1837"/>
                  </a:lnTo>
                  <a:lnTo>
                    <a:pt x="5906" y="1844"/>
                  </a:lnTo>
                  <a:lnTo>
                    <a:pt x="5910" y="1853"/>
                  </a:lnTo>
                  <a:lnTo>
                    <a:pt x="5913" y="1862"/>
                  </a:lnTo>
                  <a:lnTo>
                    <a:pt x="5914" y="1871"/>
                  </a:lnTo>
                  <a:lnTo>
                    <a:pt x="5915" y="1880"/>
                  </a:lnTo>
                  <a:lnTo>
                    <a:pt x="5915" y="1889"/>
                  </a:lnTo>
                  <a:lnTo>
                    <a:pt x="5914" y="1898"/>
                  </a:lnTo>
                  <a:lnTo>
                    <a:pt x="5912" y="1907"/>
                  </a:lnTo>
                  <a:lnTo>
                    <a:pt x="5909" y="1916"/>
                  </a:lnTo>
                  <a:lnTo>
                    <a:pt x="5905" y="1925"/>
                  </a:lnTo>
                  <a:lnTo>
                    <a:pt x="5901" y="1932"/>
                  </a:lnTo>
                  <a:lnTo>
                    <a:pt x="5895" y="1940"/>
                  </a:lnTo>
                  <a:lnTo>
                    <a:pt x="5890" y="1948"/>
                  </a:lnTo>
                  <a:lnTo>
                    <a:pt x="5869" y="1968"/>
                  </a:lnTo>
                  <a:lnTo>
                    <a:pt x="5844" y="1990"/>
                  </a:lnTo>
                  <a:lnTo>
                    <a:pt x="5809" y="2019"/>
                  </a:lnTo>
                  <a:lnTo>
                    <a:pt x="5766" y="2054"/>
                  </a:lnTo>
                  <a:lnTo>
                    <a:pt x="5740" y="2072"/>
                  </a:lnTo>
                  <a:lnTo>
                    <a:pt x="5712" y="2091"/>
                  </a:lnTo>
                  <a:lnTo>
                    <a:pt x="5682" y="2111"/>
                  </a:lnTo>
                  <a:lnTo>
                    <a:pt x="5650" y="2131"/>
                  </a:lnTo>
                  <a:lnTo>
                    <a:pt x="5616" y="2151"/>
                  </a:lnTo>
                  <a:lnTo>
                    <a:pt x="5580" y="2170"/>
                  </a:lnTo>
                  <a:lnTo>
                    <a:pt x="5541" y="2190"/>
                  </a:lnTo>
                  <a:lnTo>
                    <a:pt x="5500" y="2209"/>
                  </a:lnTo>
                  <a:lnTo>
                    <a:pt x="5457" y="2228"/>
                  </a:lnTo>
                  <a:lnTo>
                    <a:pt x="5413" y="2246"/>
                  </a:lnTo>
                  <a:lnTo>
                    <a:pt x="5365" y="2262"/>
                  </a:lnTo>
                  <a:lnTo>
                    <a:pt x="5316" y="2278"/>
                  </a:lnTo>
                  <a:lnTo>
                    <a:pt x="5264" y="2291"/>
                  </a:lnTo>
                  <a:lnTo>
                    <a:pt x="5212" y="2305"/>
                  </a:lnTo>
                  <a:lnTo>
                    <a:pt x="5156" y="2316"/>
                  </a:lnTo>
                  <a:lnTo>
                    <a:pt x="5099" y="2325"/>
                  </a:lnTo>
                  <a:lnTo>
                    <a:pt x="5040" y="2331"/>
                  </a:lnTo>
                  <a:lnTo>
                    <a:pt x="4980" y="2336"/>
                  </a:lnTo>
                  <a:lnTo>
                    <a:pt x="4918" y="2338"/>
                  </a:lnTo>
                  <a:lnTo>
                    <a:pt x="4885" y="2338"/>
                  </a:lnTo>
                  <a:lnTo>
                    <a:pt x="4853" y="2337"/>
                  </a:lnTo>
                  <a:lnTo>
                    <a:pt x="4820" y="2336"/>
                  </a:lnTo>
                  <a:lnTo>
                    <a:pt x="4786" y="2334"/>
                  </a:lnTo>
                  <a:lnTo>
                    <a:pt x="4753" y="2331"/>
                  </a:lnTo>
                  <a:lnTo>
                    <a:pt x="4718" y="2327"/>
                  </a:lnTo>
                  <a:lnTo>
                    <a:pt x="4718" y="2397"/>
                  </a:lnTo>
                  <a:lnTo>
                    <a:pt x="4717" y="2418"/>
                  </a:lnTo>
                  <a:lnTo>
                    <a:pt x="4714" y="2438"/>
                  </a:lnTo>
                  <a:lnTo>
                    <a:pt x="4709" y="2459"/>
                  </a:lnTo>
                  <a:lnTo>
                    <a:pt x="4703" y="2479"/>
                  </a:lnTo>
                  <a:lnTo>
                    <a:pt x="4694" y="2498"/>
                  </a:lnTo>
                  <a:lnTo>
                    <a:pt x="4682" y="2515"/>
                  </a:lnTo>
                  <a:lnTo>
                    <a:pt x="4670" y="2533"/>
                  </a:lnTo>
                  <a:lnTo>
                    <a:pt x="4656" y="2551"/>
                  </a:lnTo>
                  <a:lnTo>
                    <a:pt x="4640" y="2568"/>
                  </a:lnTo>
                  <a:lnTo>
                    <a:pt x="4623" y="2583"/>
                  </a:lnTo>
                  <a:lnTo>
                    <a:pt x="4604" y="2598"/>
                  </a:lnTo>
                  <a:lnTo>
                    <a:pt x="4585" y="2612"/>
                  </a:lnTo>
                  <a:lnTo>
                    <a:pt x="4564" y="2626"/>
                  </a:lnTo>
                  <a:lnTo>
                    <a:pt x="4541" y="2638"/>
                  </a:lnTo>
                  <a:lnTo>
                    <a:pt x="4517" y="2649"/>
                  </a:lnTo>
                  <a:lnTo>
                    <a:pt x="4493" y="2660"/>
                  </a:lnTo>
                  <a:lnTo>
                    <a:pt x="4517" y="2666"/>
                  </a:lnTo>
                  <a:lnTo>
                    <a:pt x="4543" y="2670"/>
                  </a:lnTo>
                  <a:lnTo>
                    <a:pt x="4569" y="2675"/>
                  </a:lnTo>
                  <a:lnTo>
                    <a:pt x="4597" y="2678"/>
                  </a:lnTo>
                  <a:lnTo>
                    <a:pt x="4624" y="2680"/>
                  </a:lnTo>
                  <a:lnTo>
                    <a:pt x="4653" y="2683"/>
                  </a:lnTo>
                  <a:lnTo>
                    <a:pt x="4685" y="2684"/>
                  </a:lnTo>
                  <a:lnTo>
                    <a:pt x="4716" y="2684"/>
                  </a:lnTo>
                  <a:lnTo>
                    <a:pt x="4776" y="2683"/>
                  </a:lnTo>
                  <a:lnTo>
                    <a:pt x="4835" y="2678"/>
                  </a:lnTo>
                  <a:lnTo>
                    <a:pt x="4892" y="2671"/>
                  </a:lnTo>
                  <a:lnTo>
                    <a:pt x="4948" y="2662"/>
                  </a:lnTo>
                  <a:lnTo>
                    <a:pt x="5001" y="2652"/>
                  </a:lnTo>
                  <a:lnTo>
                    <a:pt x="5053" y="2640"/>
                  </a:lnTo>
                  <a:lnTo>
                    <a:pt x="5104" y="2626"/>
                  </a:lnTo>
                  <a:lnTo>
                    <a:pt x="5152" y="2610"/>
                  </a:lnTo>
                  <a:lnTo>
                    <a:pt x="5199" y="2593"/>
                  </a:lnTo>
                  <a:lnTo>
                    <a:pt x="5244" y="2576"/>
                  </a:lnTo>
                  <a:lnTo>
                    <a:pt x="5287" y="2557"/>
                  </a:lnTo>
                  <a:lnTo>
                    <a:pt x="5329" y="2537"/>
                  </a:lnTo>
                  <a:lnTo>
                    <a:pt x="5368" y="2515"/>
                  </a:lnTo>
                  <a:lnTo>
                    <a:pt x="5406" y="2495"/>
                  </a:lnTo>
                  <a:lnTo>
                    <a:pt x="5442" y="2474"/>
                  </a:lnTo>
                  <a:lnTo>
                    <a:pt x="5476" y="2452"/>
                  </a:lnTo>
                  <a:lnTo>
                    <a:pt x="5507" y="2431"/>
                  </a:lnTo>
                  <a:lnTo>
                    <a:pt x="5539" y="2409"/>
                  </a:lnTo>
                  <a:lnTo>
                    <a:pt x="5566" y="2388"/>
                  </a:lnTo>
                  <a:lnTo>
                    <a:pt x="5592" y="2368"/>
                  </a:lnTo>
                  <a:lnTo>
                    <a:pt x="5617" y="2348"/>
                  </a:lnTo>
                  <a:lnTo>
                    <a:pt x="5639" y="2329"/>
                  </a:lnTo>
                  <a:lnTo>
                    <a:pt x="5678" y="2295"/>
                  </a:lnTo>
                  <a:lnTo>
                    <a:pt x="5708" y="2266"/>
                  </a:lnTo>
                  <a:lnTo>
                    <a:pt x="5729" y="2243"/>
                  </a:lnTo>
                  <a:lnTo>
                    <a:pt x="5747" y="2223"/>
                  </a:lnTo>
                  <a:lnTo>
                    <a:pt x="5754" y="2216"/>
                  </a:lnTo>
                  <a:lnTo>
                    <a:pt x="5762" y="2210"/>
                  </a:lnTo>
                  <a:lnTo>
                    <a:pt x="5769" y="2204"/>
                  </a:lnTo>
                  <a:lnTo>
                    <a:pt x="5777" y="2200"/>
                  </a:lnTo>
                  <a:lnTo>
                    <a:pt x="5785" y="2195"/>
                  </a:lnTo>
                  <a:lnTo>
                    <a:pt x="5794" y="2193"/>
                  </a:lnTo>
                  <a:lnTo>
                    <a:pt x="5803" y="2191"/>
                  </a:lnTo>
                  <a:lnTo>
                    <a:pt x="5812" y="2190"/>
                  </a:lnTo>
                  <a:lnTo>
                    <a:pt x="5821" y="2189"/>
                  </a:lnTo>
                  <a:lnTo>
                    <a:pt x="5830" y="2190"/>
                  </a:lnTo>
                  <a:lnTo>
                    <a:pt x="5840" y="2191"/>
                  </a:lnTo>
                  <a:lnTo>
                    <a:pt x="5848" y="2193"/>
                  </a:lnTo>
                  <a:lnTo>
                    <a:pt x="5856" y="2197"/>
                  </a:lnTo>
                  <a:lnTo>
                    <a:pt x="5865" y="2200"/>
                  </a:lnTo>
                  <a:lnTo>
                    <a:pt x="5873" y="2206"/>
                  </a:lnTo>
                  <a:lnTo>
                    <a:pt x="5881" y="2211"/>
                  </a:lnTo>
                  <a:lnTo>
                    <a:pt x="5889" y="2218"/>
                  </a:lnTo>
                  <a:lnTo>
                    <a:pt x="5894" y="2224"/>
                  </a:lnTo>
                  <a:lnTo>
                    <a:pt x="5900" y="2232"/>
                  </a:lnTo>
                  <a:lnTo>
                    <a:pt x="5904" y="2241"/>
                  </a:lnTo>
                  <a:lnTo>
                    <a:pt x="5909" y="2249"/>
                  </a:lnTo>
                  <a:lnTo>
                    <a:pt x="5912" y="2258"/>
                  </a:lnTo>
                  <a:lnTo>
                    <a:pt x="5913" y="2267"/>
                  </a:lnTo>
                  <a:lnTo>
                    <a:pt x="5914" y="2276"/>
                  </a:lnTo>
                  <a:lnTo>
                    <a:pt x="5915" y="2285"/>
                  </a:lnTo>
                  <a:lnTo>
                    <a:pt x="5914" y="2294"/>
                  </a:lnTo>
                  <a:lnTo>
                    <a:pt x="5913" y="2302"/>
                  </a:lnTo>
                  <a:lnTo>
                    <a:pt x="5911" y="2311"/>
                  </a:lnTo>
                  <a:lnTo>
                    <a:pt x="5908" y="2320"/>
                  </a:lnTo>
                  <a:lnTo>
                    <a:pt x="5904" y="2329"/>
                  </a:lnTo>
                  <a:lnTo>
                    <a:pt x="5899" y="2337"/>
                  </a:lnTo>
                  <a:lnTo>
                    <a:pt x="5893" y="2345"/>
                  </a:lnTo>
                  <a:lnTo>
                    <a:pt x="5873" y="2368"/>
                  </a:lnTo>
                  <a:lnTo>
                    <a:pt x="5847" y="2394"/>
                  </a:lnTo>
                  <a:lnTo>
                    <a:pt x="5813" y="2427"/>
                  </a:lnTo>
                  <a:lnTo>
                    <a:pt x="5769" y="2467"/>
                  </a:lnTo>
                  <a:lnTo>
                    <a:pt x="5744" y="2489"/>
                  </a:lnTo>
                  <a:lnTo>
                    <a:pt x="5716" y="2511"/>
                  </a:lnTo>
                  <a:lnTo>
                    <a:pt x="5686" y="2534"/>
                  </a:lnTo>
                  <a:lnTo>
                    <a:pt x="5653" y="2559"/>
                  </a:lnTo>
                  <a:lnTo>
                    <a:pt x="5619" y="2583"/>
                  </a:lnTo>
                  <a:lnTo>
                    <a:pt x="5582" y="2608"/>
                  </a:lnTo>
                  <a:lnTo>
                    <a:pt x="5544" y="2632"/>
                  </a:lnTo>
                  <a:lnTo>
                    <a:pt x="5503" y="2657"/>
                  </a:lnTo>
                  <a:lnTo>
                    <a:pt x="5459" y="2680"/>
                  </a:lnTo>
                  <a:lnTo>
                    <a:pt x="5415" y="2704"/>
                  </a:lnTo>
                  <a:lnTo>
                    <a:pt x="5367" y="2727"/>
                  </a:lnTo>
                  <a:lnTo>
                    <a:pt x="5318" y="2748"/>
                  </a:lnTo>
                  <a:lnTo>
                    <a:pt x="5267" y="2769"/>
                  </a:lnTo>
                  <a:lnTo>
                    <a:pt x="5213" y="2788"/>
                  </a:lnTo>
                  <a:lnTo>
                    <a:pt x="5157" y="2806"/>
                  </a:lnTo>
                  <a:lnTo>
                    <a:pt x="5100" y="2823"/>
                  </a:lnTo>
                  <a:lnTo>
                    <a:pt x="5041" y="2836"/>
                  </a:lnTo>
                  <a:lnTo>
                    <a:pt x="4980" y="2849"/>
                  </a:lnTo>
                  <a:lnTo>
                    <a:pt x="4917" y="2859"/>
                  </a:lnTo>
                  <a:lnTo>
                    <a:pt x="4884" y="2863"/>
                  </a:lnTo>
                  <a:lnTo>
                    <a:pt x="4852" y="2866"/>
                  </a:lnTo>
                  <a:lnTo>
                    <a:pt x="4818" y="2869"/>
                  </a:lnTo>
                  <a:lnTo>
                    <a:pt x="4785" y="2871"/>
                  </a:lnTo>
                  <a:lnTo>
                    <a:pt x="4750" y="2872"/>
                  </a:lnTo>
                  <a:lnTo>
                    <a:pt x="4716" y="2873"/>
                  </a:lnTo>
                  <a:lnTo>
                    <a:pt x="4666" y="2873"/>
                  </a:lnTo>
                  <a:lnTo>
                    <a:pt x="4618" y="2871"/>
                  </a:lnTo>
                  <a:lnTo>
                    <a:pt x="4572" y="2866"/>
                  </a:lnTo>
                  <a:lnTo>
                    <a:pt x="4529" y="2862"/>
                  </a:lnTo>
                  <a:lnTo>
                    <a:pt x="4487" y="2855"/>
                  </a:lnTo>
                  <a:lnTo>
                    <a:pt x="4447" y="2846"/>
                  </a:lnTo>
                  <a:lnTo>
                    <a:pt x="4410" y="2836"/>
                  </a:lnTo>
                  <a:lnTo>
                    <a:pt x="4374" y="2825"/>
                  </a:lnTo>
                  <a:lnTo>
                    <a:pt x="4339" y="2813"/>
                  </a:lnTo>
                  <a:lnTo>
                    <a:pt x="4306" y="2800"/>
                  </a:lnTo>
                  <a:lnTo>
                    <a:pt x="4273" y="2784"/>
                  </a:lnTo>
                  <a:lnTo>
                    <a:pt x="4242" y="2767"/>
                  </a:lnTo>
                  <a:lnTo>
                    <a:pt x="4212" y="2749"/>
                  </a:lnTo>
                  <a:lnTo>
                    <a:pt x="4182" y="2729"/>
                  </a:lnTo>
                  <a:lnTo>
                    <a:pt x="4153" y="2709"/>
                  </a:lnTo>
                  <a:lnTo>
                    <a:pt x="4124" y="2687"/>
                  </a:lnTo>
                  <a:lnTo>
                    <a:pt x="4089" y="2679"/>
                  </a:lnTo>
                  <a:lnTo>
                    <a:pt x="4057" y="2669"/>
                  </a:lnTo>
                  <a:lnTo>
                    <a:pt x="4026" y="2658"/>
                  </a:lnTo>
                  <a:lnTo>
                    <a:pt x="3996" y="2645"/>
                  </a:lnTo>
                  <a:lnTo>
                    <a:pt x="3968" y="2630"/>
                  </a:lnTo>
                  <a:lnTo>
                    <a:pt x="3942" y="2615"/>
                  </a:lnTo>
                  <a:lnTo>
                    <a:pt x="3918" y="2597"/>
                  </a:lnTo>
                  <a:lnTo>
                    <a:pt x="3895" y="2579"/>
                  </a:lnTo>
                  <a:lnTo>
                    <a:pt x="3875" y="2559"/>
                  </a:lnTo>
                  <a:lnTo>
                    <a:pt x="3858" y="2539"/>
                  </a:lnTo>
                  <a:lnTo>
                    <a:pt x="3843" y="2518"/>
                  </a:lnTo>
                  <a:lnTo>
                    <a:pt x="3836" y="2506"/>
                  </a:lnTo>
                  <a:lnTo>
                    <a:pt x="3830" y="2494"/>
                  </a:lnTo>
                  <a:lnTo>
                    <a:pt x="3824" y="2483"/>
                  </a:lnTo>
                  <a:lnTo>
                    <a:pt x="3820" y="2472"/>
                  </a:lnTo>
                  <a:lnTo>
                    <a:pt x="3815" y="2460"/>
                  </a:lnTo>
                  <a:lnTo>
                    <a:pt x="3812" y="2447"/>
                  </a:lnTo>
                  <a:lnTo>
                    <a:pt x="3810" y="2435"/>
                  </a:lnTo>
                  <a:lnTo>
                    <a:pt x="3807" y="2423"/>
                  </a:lnTo>
                  <a:lnTo>
                    <a:pt x="3806" y="2411"/>
                  </a:lnTo>
                  <a:lnTo>
                    <a:pt x="3806" y="2397"/>
                  </a:lnTo>
                  <a:lnTo>
                    <a:pt x="3742" y="2337"/>
                  </a:lnTo>
                  <a:lnTo>
                    <a:pt x="3671" y="2275"/>
                  </a:lnTo>
                  <a:lnTo>
                    <a:pt x="3633" y="2243"/>
                  </a:lnTo>
                  <a:lnTo>
                    <a:pt x="3594" y="2210"/>
                  </a:lnTo>
                  <a:lnTo>
                    <a:pt x="3553" y="2177"/>
                  </a:lnTo>
                  <a:lnTo>
                    <a:pt x="3510" y="2143"/>
                  </a:lnTo>
                  <a:close/>
                  <a:moveTo>
                    <a:pt x="1226" y="3231"/>
                  </a:moveTo>
                  <a:lnTo>
                    <a:pt x="1226" y="3231"/>
                  </a:lnTo>
                  <a:lnTo>
                    <a:pt x="1232" y="3216"/>
                  </a:lnTo>
                  <a:lnTo>
                    <a:pt x="1239" y="3201"/>
                  </a:lnTo>
                  <a:lnTo>
                    <a:pt x="1245" y="3184"/>
                  </a:lnTo>
                  <a:lnTo>
                    <a:pt x="1250" y="3167"/>
                  </a:lnTo>
                  <a:lnTo>
                    <a:pt x="1253" y="3151"/>
                  </a:lnTo>
                  <a:lnTo>
                    <a:pt x="1256" y="3134"/>
                  </a:lnTo>
                  <a:lnTo>
                    <a:pt x="1258" y="3116"/>
                  </a:lnTo>
                  <a:lnTo>
                    <a:pt x="1258" y="3098"/>
                  </a:lnTo>
                  <a:lnTo>
                    <a:pt x="1258" y="3084"/>
                  </a:lnTo>
                  <a:lnTo>
                    <a:pt x="1257" y="3069"/>
                  </a:lnTo>
                  <a:lnTo>
                    <a:pt x="1255" y="3055"/>
                  </a:lnTo>
                  <a:lnTo>
                    <a:pt x="1252" y="3041"/>
                  </a:lnTo>
                  <a:lnTo>
                    <a:pt x="1249" y="3027"/>
                  </a:lnTo>
                  <a:lnTo>
                    <a:pt x="1246" y="3014"/>
                  </a:lnTo>
                  <a:lnTo>
                    <a:pt x="1241" y="3000"/>
                  </a:lnTo>
                  <a:lnTo>
                    <a:pt x="1236" y="2988"/>
                  </a:lnTo>
                  <a:lnTo>
                    <a:pt x="1230" y="2975"/>
                  </a:lnTo>
                  <a:lnTo>
                    <a:pt x="1224" y="2962"/>
                  </a:lnTo>
                  <a:lnTo>
                    <a:pt x="1210" y="2939"/>
                  </a:lnTo>
                  <a:lnTo>
                    <a:pt x="1193" y="2918"/>
                  </a:lnTo>
                  <a:lnTo>
                    <a:pt x="1175" y="2898"/>
                  </a:lnTo>
                  <a:lnTo>
                    <a:pt x="1154" y="2879"/>
                  </a:lnTo>
                  <a:lnTo>
                    <a:pt x="1133" y="2862"/>
                  </a:lnTo>
                  <a:lnTo>
                    <a:pt x="1110" y="2849"/>
                  </a:lnTo>
                  <a:lnTo>
                    <a:pt x="1097" y="2842"/>
                  </a:lnTo>
                  <a:lnTo>
                    <a:pt x="1085" y="2836"/>
                  </a:lnTo>
                  <a:lnTo>
                    <a:pt x="1072" y="2831"/>
                  </a:lnTo>
                  <a:lnTo>
                    <a:pt x="1058" y="2826"/>
                  </a:lnTo>
                  <a:lnTo>
                    <a:pt x="1045" y="2823"/>
                  </a:lnTo>
                  <a:lnTo>
                    <a:pt x="1032" y="2820"/>
                  </a:lnTo>
                  <a:lnTo>
                    <a:pt x="1017" y="2817"/>
                  </a:lnTo>
                  <a:lnTo>
                    <a:pt x="1003" y="2815"/>
                  </a:lnTo>
                  <a:lnTo>
                    <a:pt x="988" y="2814"/>
                  </a:lnTo>
                  <a:lnTo>
                    <a:pt x="974" y="2814"/>
                  </a:lnTo>
                  <a:lnTo>
                    <a:pt x="959" y="2814"/>
                  </a:lnTo>
                  <a:lnTo>
                    <a:pt x="945" y="2815"/>
                  </a:lnTo>
                  <a:lnTo>
                    <a:pt x="930" y="2817"/>
                  </a:lnTo>
                  <a:lnTo>
                    <a:pt x="917" y="2820"/>
                  </a:lnTo>
                  <a:lnTo>
                    <a:pt x="902" y="2823"/>
                  </a:lnTo>
                  <a:lnTo>
                    <a:pt x="889" y="2826"/>
                  </a:lnTo>
                  <a:lnTo>
                    <a:pt x="877" y="2831"/>
                  </a:lnTo>
                  <a:lnTo>
                    <a:pt x="863" y="2836"/>
                  </a:lnTo>
                  <a:lnTo>
                    <a:pt x="851" y="2842"/>
                  </a:lnTo>
                  <a:lnTo>
                    <a:pt x="839" y="2849"/>
                  </a:lnTo>
                  <a:lnTo>
                    <a:pt x="815" y="2862"/>
                  </a:lnTo>
                  <a:lnTo>
                    <a:pt x="793" y="2879"/>
                  </a:lnTo>
                  <a:lnTo>
                    <a:pt x="773" y="2898"/>
                  </a:lnTo>
                  <a:lnTo>
                    <a:pt x="754" y="2918"/>
                  </a:lnTo>
                  <a:lnTo>
                    <a:pt x="738" y="2939"/>
                  </a:lnTo>
                  <a:lnTo>
                    <a:pt x="724" y="2962"/>
                  </a:lnTo>
                  <a:lnTo>
                    <a:pt x="717" y="2975"/>
                  </a:lnTo>
                  <a:lnTo>
                    <a:pt x="712" y="2988"/>
                  </a:lnTo>
                  <a:lnTo>
                    <a:pt x="707" y="3000"/>
                  </a:lnTo>
                  <a:lnTo>
                    <a:pt x="703" y="3014"/>
                  </a:lnTo>
                  <a:lnTo>
                    <a:pt x="698" y="3027"/>
                  </a:lnTo>
                  <a:lnTo>
                    <a:pt x="695" y="3041"/>
                  </a:lnTo>
                  <a:lnTo>
                    <a:pt x="693" y="3055"/>
                  </a:lnTo>
                  <a:lnTo>
                    <a:pt x="691" y="3069"/>
                  </a:lnTo>
                  <a:lnTo>
                    <a:pt x="689" y="3084"/>
                  </a:lnTo>
                  <a:lnTo>
                    <a:pt x="689" y="3098"/>
                  </a:lnTo>
                  <a:lnTo>
                    <a:pt x="691" y="3123"/>
                  </a:lnTo>
                  <a:lnTo>
                    <a:pt x="682" y="3124"/>
                  </a:lnTo>
                  <a:lnTo>
                    <a:pt x="684" y="3153"/>
                  </a:lnTo>
                  <a:lnTo>
                    <a:pt x="687" y="3181"/>
                  </a:lnTo>
                  <a:lnTo>
                    <a:pt x="692" y="3209"/>
                  </a:lnTo>
                  <a:lnTo>
                    <a:pt x="698" y="3235"/>
                  </a:lnTo>
                  <a:lnTo>
                    <a:pt x="706" y="3261"/>
                  </a:lnTo>
                  <a:lnTo>
                    <a:pt x="715" y="3287"/>
                  </a:lnTo>
                  <a:lnTo>
                    <a:pt x="726" y="3311"/>
                  </a:lnTo>
                  <a:lnTo>
                    <a:pt x="738" y="3335"/>
                  </a:lnTo>
                  <a:lnTo>
                    <a:pt x="753" y="3357"/>
                  </a:lnTo>
                  <a:lnTo>
                    <a:pt x="769" y="3379"/>
                  </a:lnTo>
                  <a:lnTo>
                    <a:pt x="785" y="3399"/>
                  </a:lnTo>
                  <a:lnTo>
                    <a:pt x="804" y="3419"/>
                  </a:lnTo>
                  <a:lnTo>
                    <a:pt x="823" y="3437"/>
                  </a:lnTo>
                  <a:lnTo>
                    <a:pt x="845" y="3454"/>
                  </a:lnTo>
                  <a:lnTo>
                    <a:pt x="868" y="3468"/>
                  </a:lnTo>
                  <a:lnTo>
                    <a:pt x="892" y="3483"/>
                  </a:lnTo>
                  <a:lnTo>
                    <a:pt x="918" y="3495"/>
                  </a:lnTo>
                  <a:lnTo>
                    <a:pt x="938" y="3503"/>
                  </a:lnTo>
                  <a:lnTo>
                    <a:pt x="959" y="3510"/>
                  </a:lnTo>
                  <a:lnTo>
                    <a:pt x="980" y="3515"/>
                  </a:lnTo>
                  <a:lnTo>
                    <a:pt x="1002" y="3520"/>
                  </a:lnTo>
                  <a:lnTo>
                    <a:pt x="1023" y="3523"/>
                  </a:lnTo>
                  <a:lnTo>
                    <a:pt x="1044" y="3525"/>
                  </a:lnTo>
                  <a:lnTo>
                    <a:pt x="1066" y="3525"/>
                  </a:lnTo>
                  <a:lnTo>
                    <a:pt x="1087" y="3525"/>
                  </a:lnTo>
                  <a:lnTo>
                    <a:pt x="1111" y="3523"/>
                  </a:lnTo>
                  <a:lnTo>
                    <a:pt x="1132" y="3520"/>
                  </a:lnTo>
                  <a:lnTo>
                    <a:pt x="1154" y="3515"/>
                  </a:lnTo>
                  <a:lnTo>
                    <a:pt x="1175" y="3510"/>
                  </a:lnTo>
                  <a:lnTo>
                    <a:pt x="1197" y="3503"/>
                  </a:lnTo>
                  <a:lnTo>
                    <a:pt x="1218" y="3494"/>
                  </a:lnTo>
                  <a:lnTo>
                    <a:pt x="1238" y="3485"/>
                  </a:lnTo>
                  <a:lnTo>
                    <a:pt x="1258" y="3474"/>
                  </a:lnTo>
                  <a:lnTo>
                    <a:pt x="1272" y="3465"/>
                  </a:lnTo>
                  <a:lnTo>
                    <a:pt x="1286" y="3456"/>
                  </a:lnTo>
                  <a:lnTo>
                    <a:pt x="1300" y="3446"/>
                  </a:lnTo>
                  <a:lnTo>
                    <a:pt x="1313" y="3435"/>
                  </a:lnTo>
                  <a:lnTo>
                    <a:pt x="1325" y="3425"/>
                  </a:lnTo>
                  <a:lnTo>
                    <a:pt x="1337" y="3414"/>
                  </a:lnTo>
                  <a:lnTo>
                    <a:pt x="1359" y="3389"/>
                  </a:lnTo>
                  <a:lnTo>
                    <a:pt x="1378" y="3365"/>
                  </a:lnTo>
                  <a:lnTo>
                    <a:pt x="1396" y="3338"/>
                  </a:lnTo>
                  <a:lnTo>
                    <a:pt x="1412" y="3310"/>
                  </a:lnTo>
                  <a:lnTo>
                    <a:pt x="1426" y="3281"/>
                  </a:lnTo>
                  <a:lnTo>
                    <a:pt x="1439" y="3251"/>
                  </a:lnTo>
                  <a:lnTo>
                    <a:pt x="1449" y="3221"/>
                  </a:lnTo>
                  <a:lnTo>
                    <a:pt x="1456" y="3189"/>
                  </a:lnTo>
                  <a:lnTo>
                    <a:pt x="1463" y="3157"/>
                  </a:lnTo>
                  <a:lnTo>
                    <a:pt x="1469" y="3125"/>
                  </a:lnTo>
                  <a:lnTo>
                    <a:pt x="1472" y="3092"/>
                  </a:lnTo>
                  <a:lnTo>
                    <a:pt x="1474" y="3059"/>
                  </a:lnTo>
                  <a:lnTo>
                    <a:pt x="1474" y="3026"/>
                  </a:lnTo>
                  <a:lnTo>
                    <a:pt x="1473" y="2680"/>
                  </a:lnTo>
                  <a:lnTo>
                    <a:pt x="1505" y="2674"/>
                  </a:lnTo>
                  <a:lnTo>
                    <a:pt x="1539" y="2667"/>
                  </a:lnTo>
                  <a:lnTo>
                    <a:pt x="1571" y="2658"/>
                  </a:lnTo>
                  <a:lnTo>
                    <a:pt x="1604" y="2648"/>
                  </a:lnTo>
                  <a:lnTo>
                    <a:pt x="1635" y="2636"/>
                  </a:lnTo>
                  <a:lnTo>
                    <a:pt x="1665" y="2622"/>
                  </a:lnTo>
                  <a:lnTo>
                    <a:pt x="1695" y="2607"/>
                  </a:lnTo>
                  <a:lnTo>
                    <a:pt x="1724" y="2590"/>
                  </a:lnTo>
                  <a:lnTo>
                    <a:pt x="1743" y="2578"/>
                  </a:lnTo>
                  <a:lnTo>
                    <a:pt x="1761" y="2566"/>
                  </a:lnTo>
                  <a:lnTo>
                    <a:pt x="1779" y="2552"/>
                  </a:lnTo>
                  <a:lnTo>
                    <a:pt x="1794" y="2538"/>
                  </a:lnTo>
                  <a:lnTo>
                    <a:pt x="1811" y="2523"/>
                  </a:lnTo>
                  <a:lnTo>
                    <a:pt x="1825" y="2508"/>
                  </a:lnTo>
                  <a:lnTo>
                    <a:pt x="1841" y="2492"/>
                  </a:lnTo>
                  <a:lnTo>
                    <a:pt x="1854" y="2476"/>
                  </a:lnTo>
                  <a:lnTo>
                    <a:pt x="1868" y="2459"/>
                  </a:lnTo>
                  <a:lnTo>
                    <a:pt x="1880" y="2442"/>
                  </a:lnTo>
                  <a:lnTo>
                    <a:pt x="1891" y="2423"/>
                  </a:lnTo>
                  <a:lnTo>
                    <a:pt x="1902" y="2405"/>
                  </a:lnTo>
                  <a:lnTo>
                    <a:pt x="1912" y="2385"/>
                  </a:lnTo>
                  <a:lnTo>
                    <a:pt x="1922" y="2366"/>
                  </a:lnTo>
                  <a:lnTo>
                    <a:pt x="1930" y="2345"/>
                  </a:lnTo>
                  <a:lnTo>
                    <a:pt x="1938" y="2325"/>
                  </a:lnTo>
                  <a:lnTo>
                    <a:pt x="1949" y="2291"/>
                  </a:lnTo>
                  <a:lnTo>
                    <a:pt x="1957" y="2258"/>
                  </a:lnTo>
                  <a:lnTo>
                    <a:pt x="1964" y="2223"/>
                  </a:lnTo>
                  <a:lnTo>
                    <a:pt x="1968" y="2189"/>
                  </a:lnTo>
                  <a:lnTo>
                    <a:pt x="1970" y="2154"/>
                  </a:lnTo>
                  <a:lnTo>
                    <a:pt x="1971" y="2120"/>
                  </a:lnTo>
                  <a:lnTo>
                    <a:pt x="1971" y="2085"/>
                  </a:lnTo>
                  <a:lnTo>
                    <a:pt x="1969" y="2051"/>
                  </a:lnTo>
                  <a:lnTo>
                    <a:pt x="1967" y="2027"/>
                  </a:lnTo>
                  <a:lnTo>
                    <a:pt x="1964" y="2004"/>
                  </a:lnTo>
                  <a:lnTo>
                    <a:pt x="1959" y="1981"/>
                  </a:lnTo>
                  <a:lnTo>
                    <a:pt x="1954" y="1959"/>
                  </a:lnTo>
                  <a:lnTo>
                    <a:pt x="1947" y="1936"/>
                  </a:lnTo>
                  <a:lnTo>
                    <a:pt x="1939" y="1915"/>
                  </a:lnTo>
                  <a:lnTo>
                    <a:pt x="1930" y="1892"/>
                  </a:lnTo>
                  <a:lnTo>
                    <a:pt x="1921" y="1871"/>
                  </a:lnTo>
                  <a:lnTo>
                    <a:pt x="1910" y="1850"/>
                  </a:lnTo>
                  <a:lnTo>
                    <a:pt x="1899" y="1830"/>
                  </a:lnTo>
                  <a:lnTo>
                    <a:pt x="1887" y="1810"/>
                  </a:lnTo>
                  <a:lnTo>
                    <a:pt x="1873" y="1791"/>
                  </a:lnTo>
                  <a:lnTo>
                    <a:pt x="1859" y="1772"/>
                  </a:lnTo>
                  <a:lnTo>
                    <a:pt x="1844" y="1754"/>
                  </a:lnTo>
                  <a:lnTo>
                    <a:pt x="1829" y="1737"/>
                  </a:lnTo>
                  <a:lnTo>
                    <a:pt x="1812" y="1721"/>
                  </a:lnTo>
                  <a:lnTo>
                    <a:pt x="1793" y="1704"/>
                  </a:lnTo>
                  <a:lnTo>
                    <a:pt x="1774" y="1688"/>
                  </a:lnTo>
                  <a:lnTo>
                    <a:pt x="1755" y="1674"/>
                  </a:lnTo>
                  <a:lnTo>
                    <a:pt x="1734" y="1661"/>
                  </a:lnTo>
                  <a:lnTo>
                    <a:pt x="1714" y="1647"/>
                  </a:lnTo>
                  <a:lnTo>
                    <a:pt x="1692" y="1636"/>
                  </a:lnTo>
                  <a:lnTo>
                    <a:pt x="1669" y="1626"/>
                  </a:lnTo>
                  <a:lnTo>
                    <a:pt x="1647" y="1617"/>
                  </a:lnTo>
                  <a:lnTo>
                    <a:pt x="1625" y="1609"/>
                  </a:lnTo>
                  <a:lnTo>
                    <a:pt x="1604" y="1603"/>
                  </a:lnTo>
                  <a:lnTo>
                    <a:pt x="1581" y="1597"/>
                  </a:lnTo>
                  <a:lnTo>
                    <a:pt x="1559" y="1593"/>
                  </a:lnTo>
                  <a:lnTo>
                    <a:pt x="1536" y="1590"/>
                  </a:lnTo>
                  <a:lnTo>
                    <a:pt x="1513" y="1588"/>
                  </a:lnTo>
                  <a:lnTo>
                    <a:pt x="1490" y="1587"/>
                  </a:lnTo>
                  <a:lnTo>
                    <a:pt x="1468" y="1587"/>
                  </a:lnTo>
                  <a:lnTo>
                    <a:pt x="1465" y="1158"/>
                  </a:lnTo>
                  <a:lnTo>
                    <a:pt x="1498" y="1123"/>
                  </a:lnTo>
                  <a:lnTo>
                    <a:pt x="1530" y="1089"/>
                  </a:lnTo>
                  <a:lnTo>
                    <a:pt x="1562" y="1053"/>
                  </a:lnTo>
                  <a:lnTo>
                    <a:pt x="1592" y="1016"/>
                  </a:lnTo>
                  <a:lnTo>
                    <a:pt x="1622" y="978"/>
                  </a:lnTo>
                  <a:lnTo>
                    <a:pt x="1651" y="941"/>
                  </a:lnTo>
                  <a:lnTo>
                    <a:pt x="1679" y="901"/>
                  </a:lnTo>
                  <a:lnTo>
                    <a:pt x="1705" y="862"/>
                  </a:lnTo>
                  <a:lnTo>
                    <a:pt x="1728" y="821"/>
                  </a:lnTo>
                  <a:lnTo>
                    <a:pt x="1751" y="780"/>
                  </a:lnTo>
                  <a:lnTo>
                    <a:pt x="1771" y="738"/>
                  </a:lnTo>
                  <a:lnTo>
                    <a:pt x="1780" y="715"/>
                  </a:lnTo>
                  <a:lnTo>
                    <a:pt x="1789" y="693"/>
                  </a:lnTo>
                  <a:lnTo>
                    <a:pt x="1796" y="672"/>
                  </a:lnTo>
                  <a:lnTo>
                    <a:pt x="1803" y="648"/>
                  </a:lnTo>
                  <a:lnTo>
                    <a:pt x="1810" y="626"/>
                  </a:lnTo>
                  <a:lnTo>
                    <a:pt x="1815" y="603"/>
                  </a:lnTo>
                  <a:lnTo>
                    <a:pt x="1821" y="579"/>
                  </a:lnTo>
                  <a:lnTo>
                    <a:pt x="1825" y="556"/>
                  </a:lnTo>
                  <a:lnTo>
                    <a:pt x="1829" y="533"/>
                  </a:lnTo>
                  <a:lnTo>
                    <a:pt x="1831" y="508"/>
                  </a:lnTo>
                  <a:lnTo>
                    <a:pt x="1834" y="463"/>
                  </a:lnTo>
                  <a:lnTo>
                    <a:pt x="1835" y="418"/>
                  </a:lnTo>
                  <a:lnTo>
                    <a:pt x="1834" y="372"/>
                  </a:lnTo>
                  <a:lnTo>
                    <a:pt x="1833" y="349"/>
                  </a:lnTo>
                  <a:lnTo>
                    <a:pt x="1831" y="325"/>
                  </a:lnTo>
                  <a:lnTo>
                    <a:pt x="1829" y="302"/>
                  </a:lnTo>
                  <a:lnTo>
                    <a:pt x="1824" y="280"/>
                  </a:lnTo>
                  <a:lnTo>
                    <a:pt x="1820" y="257"/>
                  </a:lnTo>
                  <a:lnTo>
                    <a:pt x="1815" y="235"/>
                  </a:lnTo>
                  <a:lnTo>
                    <a:pt x="1809" y="213"/>
                  </a:lnTo>
                  <a:lnTo>
                    <a:pt x="1802" y="192"/>
                  </a:lnTo>
                  <a:lnTo>
                    <a:pt x="1793" y="170"/>
                  </a:lnTo>
                  <a:lnTo>
                    <a:pt x="1784" y="149"/>
                  </a:lnTo>
                  <a:lnTo>
                    <a:pt x="1770" y="122"/>
                  </a:lnTo>
                  <a:lnTo>
                    <a:pt x="1762" y="109"/>
                  </a:lnTo>
                  <a:lnTo>
                    <a:pt x="1753" y="97"/>
                  </a:lnTo>
                  <a:lnTo>
                    <a:pt x="1743" y="85"/>
                  </a:lnTo>
                  <a:lnTo>
                    <a:pt x="1733" y="73"/>
                  </a:lnTo>
                  <a:lnTo>
                    <a:pt x="1723" y="62"/>
                  </a:lnTo>
                  <a:lnTo>
                    <a:pt x="1712" y="51"/>
                  </a:lnTo>
                  <a:lnTo>
                    <a:pt x="1700" y="42"/>
                  </a:lnTo>
                  <a:lnTo>
                    <a:pt x="1688" y="33"/>
                  </a:lnTo>
                  <a:lnTo>
                    <a:pt x="1675" y="25"/>
                  </a:lnTo>
                  <a:lnTo>
                    <a:pt x="1661" y="18"/>
                  </a:lnTo>
                  <a:lnTo>
                    <a:pt x="1648" y="12"/>
                  </a:lnTo>
                  <a:lnTo>
                    <a:pt x="1634" y="7"/>
                  </a:lnTo>
                  <a:lnTo>
                    <a:pt x="1618" y="3"/>
                  </a:lnTo>
                  <a:lnTo>
                    <a:pt x="1602" y="1"/>
                  </a:lnTo>
                  <a:lnTo>
                    <a:pt x="1587" y="0"/>
                  </a:lnTo>
                  <a:lnTo>
                    <a:pt x="1571" y="0"/>
                  </a:lnTo>
                  <a:lnTo>
                    <a:pt x="1556" y="1"/>
                  </a:lnTo>
                  <a:lnTo>
                    <a:pt x="1541" y="3"/>
                  </a:lnTo>
                  <a:lnTo>
                    <a:pt x="1527" y="7"/>
                  </a:lnTo>
                  <a:lnTo>
                    <a:pt x="1512" y="11"/>
                  </a:lnTo>
                  <a:lnTo>
                    <a:pt x="1499" y="17"/>
                  </a:lnTo>
                  <a:lnTo>
                    <a:pt x="1485" y="22"/>
                  </a:lnTo>
                  <a:lnTo>
                    <a:pt x="1473" y="30"/>
                  </a:lnTo>
                  <a:lnTo>
                    <a:pt x="1461" y="38"/>
                  </a:lnTo>
                  <a:lnTo>
                    <a:pt x="1449" y="47"/>
                  </a:lnTo>
                  <a:lnTo>
                    <a:pt x="1437" y="57"/>
                  </a:lnTo>
                  <a:lnTo>
                    <a:pt x="1426" y="67"/>
                  </a:lnTo>
                  <a:lnTo>
                    <a:pt x="1415" y="78"/>
                  </a:lnTo>
                  <a:lnTo>
                    <a:pt x="1395" y="101"/>
                  </a:lnTo>
                  <a:lnTo>
                    <a:pt x="1376" y="126"/>
                  </a:lnTo>
                  <a:lnTo>
                    <a:pt x="1358" y="153"/>
                  </a:lnTo>
                  <a:lnTo>
                    <a:pt x="1343" y="180"/>
                  </a:lnTo>
                  <a:lnTo>
                    <a:pt x="1328" y="208"/>
                  </a:lnTo>
                  <a:lnTo>
                    <a:pt x="1316" y="237"/>
                  </a:lnTo>
                  <a:lnTo>
                    <a:pt x="1305" y="265"/>
                  </a:lnTo>
                  <a:lnTo>
                    <a:pt x="1296" y="293"/>
                  </a:lnTo>
                  <a:lnTo>
                    <a:pt x="1287" y="320"/>
                  </a:lnTo>
                  <a:lnTo>
                    <a:pt x="1278" y="355"/>
                  </a:lnTo>
                  <a:lnTo>
                    <a:pt x="1271" y="391"/>
                  </a:lnTo>
                  <a:lnTo>
                    <a:pt x="1267" y="428"/>
                  </a:lnTo>
                  <a:lnTo>
                    <a:pt x="1264" y="465"/>
                  </a:lnTo>
                  <a:lnTo>
                    <a:pt x="1261" y="501"/>
                  </a:lnTo>
                  <a:lnTo>
                    <a:pt x="1260" y="539"/>
                  </a:lnTo>
                  <a:lnTo>
                    <a:pt x="1260" y="613"/>
                  </a:lnTo>
                  <a:lnTo>
                    <a:pt x="1261" y="723"/>
                  </a:lnTo>
                  <a:lnTo>
                    <a:pt x="1264" y="1075"/>
                  </a:lnTo>
                  <a:lnTo>
                    <a:pt x="1200" y="1137"/>
                  </a:lnTo>
                  <a:lnTo>
                    <a:pt x="1138" y="1198"/>
                  </a:lnTo>
                  <a:lnTo>
                    <a:pt x="1024" y="1308"/>
                  </a:lnTo>
                  <a:lnTo>
                    <a:pt x="967" y="1364"/>
                  </a:lnTo>
                  <a:lnTo>
                    <a:pt x="912" y="1422"/>
                  </a:lnTo>
                  <a:lnTo>
                    <a:pt x="859" y="1481"/>
                  </a:lnTo>
                  <a:lnTo>
                    <a:pt x="833" y="1511"/>
                  </a:lnTo>
                  <a:lnTo>
                    <a:pt x="808" y="1541"/>
                  </a:lnTo>
                  <a:lnTo>
                    <a:pt x="783" y="1572"/>
                  </a:lnTo>
                  <a:lnTo>
                    <a:pt x="759" y="1604"/>
                  </a:lnTo>
                  <a:lnTo>
                    <a:pt x="735" y="1636"/>
                  </a:lnTo>
                  <a:lnTo>
                    <a:pt x="713" y="1668"/>
                  </a:lnTo>
                  <a:lnTo>
                    <a:pt x="701" y="1687"/>
                  </a:lnTo>
                  <a:lnTo>
                    <a:pt x="689" y="1706"/>
                  </a:lnTo>
                  <a:lnTo>
                    <a:pt x="678" y="1726"/>
                  </a:lnTo>
                  <a:lnTo>
                    <a:pt x="667" y="1746"/>
                  </a:lnTo>
                  <a:lnTo>
                    <a:pt x="657" y="1767"/>
                  </a:lnTo>
                  <a:lnTo>
                    <a:pt x="648" y="1788"/>
                  </a:lnTo>
                  <a:lnTo>
                    <a:pt x="639" y="1809"/>
                  </a:lnTo>
                  <a:lnTo>
                    <a:pt x="631" y="1830"/>
                  </a:lnTo>
                  <a:lnTo>
                    <a:pt x="624" y="1856"/>
                  </a:lnTo>
                  <a:lnTo>
                    <a:pt x="616" y="1880"/>
                  </a:lnTo>
                  <a:lnTo>
                    <a:pt x="610" y="1906"/>
                  </a:lnTo>
                  <a:lnTo>
                    <a:pt x="605" y="1931"/>
                  </a:lnTo>
                  <a:lnTo>
                    <a:pt x="601" y="1957"/>
                  </a:lnTo>
                  <a:lnTo>
                    <a:pt x="598" y="1983"/>
                  </a:lnTo>
                  <a:lnTo>
                    <a:pt x="596" y="2009"/>
                  </a:lnTo>
                  <a:lnTo>
                    <a:pt x="595" y="2035"/>
                  </a:lnTo>
                  <a:lnTo>
                    <a:pt x="596" y="2061"/>
                  </a:lnTo>
                  <a:lnTo>
                    <a:pt x="597" y="2086"/>
                  </a:lnTo>
                  <a:lnTo>
                    <a:pt x="599" y="2112"/>
                  </a:lnTo>
                  <a:lnTo>
                    <a:pt x="602" y="2138"/>
                  </a:lnTo>
                  <a:lnTo>
                    <a:pt x="608" y="2163"/>
                  </a:lnTo>
                  <a:lnTo>
                    <a:pt x="614" y="2189"/>
                  </a:lnTo>
                  <a:lnTo>
                    <a:pt x="620" y="2214"/>
                  </a:lnTo>
                  <a:lnTo>
                    <a:pt x="629" y="2239"/>
                  </a:lnTo>
                  <a:lnTo>
                    <a:pt x="638" y="2263"/>
                  </a:lnTo>
                  <a:lnTo>
                    <a:pt x="648" y="2288"/>
                  </a:lnTo>
                  <a:lnTo>
                    <a:pt x="659" y="2311"/>
                  </a:lnTo>
                  <a:lnTo>
                    <a:pt x="672" y="2334"/>
                  </a:lnTo>
                  <a:lnTo>
                    <a:pt x="685" y="2356"/>
                  </a:lnTo>
                  <a:lnTo>
                    <a:pt x="698" y="2377"/>
                  </a:lnTo>
                  <a:lnTo>
                    <a:pt x="713" y="2398"/>
                  </a:lnTo>
                  <a:lnTo>
                    <a:pt x="728" y="2420"/>
                  </a:lnTo>
                  <a:lnTo>
                    <a:pt x="745" y="2438"/>
                  </a:lnTo>
                  <a:lnTo>
                    <a:pt x="762" y="2457"/>
                  </a:lnTo>
                  <a:lnTo>
                    <a:pt x="780" y="2476"/>
                  </a:lnTo>
                  <a:lnTo>
                    <a:pt x="799" y="2494"/>
                  </a:lnTo>
                  <a:lnTo>
                    <a:pt x="819" y="2511"/>
                  </a:lnTo>
                  <a:lnTo>
                    <a:pt x="839" y="2528"/>
                  </a:lnTo>
                  <a:lnTo>
                    <a:pt x="859" y="2543"/>
                  </a:lnTo>
                  <a:lnTo>
                    <a:pt x="880" y="2558"/>
                  </a:lnTo>
                  <a:lnTo>
                    <a:pt x="900" y="2570"/>
                  </a:lnTo>
                  <a:lnTo>
                    <a:pt x="920" y="2582"/>
                  </a:lnTo>
                  <a:lnTo>
                    <a:pt x="940" y="2593"/>
                  </a:lnTo>
                  <a:lnTo>
                    <a:pt x="960" y="2603"/>
                  </a:lnTo>
                  <a:lnTo>
                    <a:pt x="981" y="2613"/>
                  </a:lnTo>
                  <a:lnTo>
                    <a:pt x="1003" y="2622"/>
                  </a:lnTo>
                  <a:lnTo>
                    <a:pt x="1024" y="2631"/>
                  </a:lnTo>
                  <a:lnTo>
                    <a:pt x="1045" y="2639"/>
                  </a:lnTo>
                  <a:lnTo>
                    <a:pt x="1073" y="2648"/>
                  </a:lnTo>
                  <a:lnTo>
                    <a:pt x="1101" y="2657"/>
                  </a:lnTo>
                  <a:lnTo>
                    <a:pt x="1129" y="2664"/>
                  </a:lnTo>
                  <a:lnTo>
                    <a:pt x="1156" y="2670"/>
                  </a:lnTo>
                  <a:lnTo>
                    <a:pt x="1185" y="2676"/>
                  </a:lnTo>
                  <a:lnTo>
                    <a:pt x="1214" y="2680"/>
                  </a:lnTo>
                  <a:lnTo>
                    <a:pt x="1242" y="2684"/>
                  </a:lnTo>
                  <a:lnTo>
                    <a:pt x="1271" y="2687"/>
                  </a:lnTo>
                  <a:lnTo>
                    <a:pt x="1274" y="3027"/>
                  </a:lnTo>
                  <a:lnTo>
                    <a:pt x="1272" y="3053"/>
                  </a:lnTo>
                  <a:lnTo>
                    <a:pt x="1271" y="3079"/>
                  </a:lnTo>
                  <a:lnTo>
                    <a:pt x="1268" y="3105"/>
                  </a:lnTo>
                  <a:lnTo>
                    <a:pt x="1264" y="3132"/>
                  </a:lnTo>
                  <a:lnTo>
                    <a:pt x="1257" y="3158"/>
                  </a:lnTo>
                  <a:lnTo>
                    <a:pt x="1248" y="3183"/>
                  </a:lnTo>
                  <a:lnTo>
                    <a:pt x="1238" y="3207"/>
                  </a:lnTo>
                  <a:lnTo>
                    <a:pt x="1232" y="3220"/>
                  </a:lnTo>
                  <a:lnTo>
                    <a:pt x="1226" y="3231"/>
                  </a:lnTo>
                  <a:close/>
                  <a:moveTo>
                    <a:pt x="1266" y="1636"/>
                  </a:moveTo>
                  <a:lnTo>
                    <a:pt x="1266" y="1636"/>
                  </a:lnTo>
                  <a:lnTo>
                    <a:pt x="1236" y="1652"/>
                  </a:lnTo>
                  <a:lnTo>
                    <a:pt x="1206" y="1668"/>
                  </a:lnTo>
                  <a:lnTo>
                    <a:pt x="1177" y="1687"/>
                  </a:lnTo>
                  <a:lnTo>
                    <a:pt x="1149" y="1707"/>
                  </a:lnTo>
                  <a:lnTo>
                    <a:pt x="1121" y="1728"/>
                  </a:lnTo>
                  <a:lnTo>
                    <a:pt x="1095" y="1751"/>
                  </a:lnTo>
                  <a:lnTo>
                    <a:pt x="1070" y="1774"/>
                  </a:lnTo>
                  <a:lnTo>
                    <a:pt x="1046" y="1799"/>
                  </a:lnTo>
                  <a:lnTo>
                    <a:pt x="1026" y="1820"/>
                  </a:lnTo>
                  <a:lnTo>
                    <a:pt x="1172" y="1958"/>
                  </a:lnTo>
                  <a:lnTo>
                    <a:pt x="1192" y="1938"/>
                  </a:lnTo>
                  <a:lnTo>
                    <a:pt x="1210" y="1920"/>
                  </a:lnTo>
                  <a:lnTo>
                    <a:pt x="1228" y="1902"/>
                  </a:lnTo>
                  <a:lnTo>
                    <a:pt x="1248" y="1886"/>
                  </a:lnTo>
                  <a:lnTo>
                    <a:pt x="1268" y="1870"/>
                  </a:lnTo>
                  <a:lnTo>
                    <a:pt x="1270" y="2484"/>
                  </a:lnTo>
                  <a:lnTo>
                    <a:pt x="1230" y="2479"/>
                  </a:lnTo>
                  <a:lnTo>
                    <a:pt x="1190" y="2471"/>
                  </a:lnTo>
                  <a:lnTo>
                    <a:pt x="1151" y="2461"/>
                  </a:lnTo>
                  <a:lnTo>
                    <a:pt x="1112" y="2448"/>
                  </a:lnTo>
                  <a:lnTo>
                    <a:pt x="1081" y="2437"/>
                  </a:lnTo>
                  <a:lnTo>
                    <a:pt x="1049" y="2423"/>
                  </a:lnTo>
                  <a:lnTo>
                    <a:pt x="1020" y="2407"/>
                  </a:lnTo>
                  <a:lnTo>
                    <a:pt x="992" y="2389"/>
                  </a:lnTo>
                  <a:lnTo>
                    <a:pt x="964" y="2369"/>
                  </a:lnTo>
                  <a:lnTo>
                    <a:pt x="936" y="2346"/>
                  </a:lnTo>
                  <a:lnTo>
                    <a:pt x="924" y="2335"/>
                  </a:lnTo>
                  <a:lnTo>
                    <a:pt x="911" y="2321"/>
                  </a:lnTo>
                  <a:lnTo>
                    <a:pt x="899" y="2309"/>
                  </a:lnTo>
                  <a:lnTo>
                    <a:pt x="888" y="2296"/>
                  </a:lnTo>
                  <a:lnTo>
                    <a:pt x="877" y="2281"/>
                  </a:lnTo>
                  <a:lnTo>
                    <a:pt x="867" y="2268"/>
                  </a:lnTo>
                  <a:lnTo>
                    <a:pt x="858" y="2252"/>
                  </a:lnTo>
                  <a:lnTo>
                    <a:pt x="849" y="2238"/>
                  </a:lnTo>
                  <a:lnTo>
                    <a:pt x="840" y="2222"/>
                  </a:lnTo>
                  <a:lnTo>
                    <a:pt x="832" y="2207"/>
                  </a:lnTo>
                  <a:lnTo>
                    <a:pt x="825" y="2190"/>
                  </a:lnTo>
                  <a:lnTo>
                    <a:pt x="820" y="2173"/>
                  </a:lnTo>
                  <a:lnTo>
                    <a:pt x="814" y="2156"/>
                  </a:lnTo>
                  <a:lnTo>
                    <a:pt x="809" y="2139"/>
                  </a:lnTo>
                  <a:lnTo>
                    <a:pt x="805" y="2122"/>
                  </a:lnTo>
                  <a:lnTo>
                    <a:pt x="802" y="2104"/>
                  </a:lnTo>
                  <a:lnTo>
                    <a:pt x="800" y="2087"/>
                  </a:lnTo>
                  <a:lnTo>
                    <a:pt x="798" y="2070"/>
                  </a:lnTo>
                  <a:lnTo>
                    <a:pt x="796" y="2052"/>
                  </a:lnTo>
                  <a:lnTo>
                    <a:pt x="796" y="2035"/>
                  </a:lnTo>
                  <a:lnTo>
                    <a:pt x="798" y="2017"/>
                  </a:lnTo>
                  <a:lnTo>
                    <a:pt x="799" y="1999"/>
                  </a:lnTo>
                  <a:lnTo>
                    <a:pt x="801" y="1983"/>
                  </a:lnTo>
                  <a:lnTo>
                    <a:pt x="803" y="1965"/>
                  </a:lnTo>
                  <a:lnTo>
                    <a:pt x="808" y="1948"/>
                  </a:lnTo>
                  <a:lnTo>
                    <a:pt x="811" y="1930"/>
                  </a:lnTo>
                  <a:lnTo>
                    <a:pt x="816" y="1914"/>
                  </a:lnTo>
                  <a:lnTo>
                    <a:pt x="822" y="1897"/>
                  </a:lnTo>
                  <a:lnTo>
                    <a:pt x="834" y="1866"/>
                  </a:lnTo>
                  <a:lnTo>
                    <a:pt x="848" y="1837"/>
                  </a:lnTo>
                  <a:lnTo>
                    <a:pt x="863" y="1808"/>
                  </a:lnTo>
                  <a:lnTo>
                    <a:pt x="881" y="1780"/>
                  </a:lnTo>
                  <a:lnTo>
                    <a:pt x="901" y="1751"/>
                  </a:lnTo>
                  <a:lnTo>
                    <a:pt x="922" y="1722"/>
                  </a:lnTo>
                  <a:lnTo>
                    <a:pt x="944" y="1693"/>
                  </a:lnTo>
                  <a:lnTo>
                    <a:pt x="966" y="1665"/>
                  </a:lnTo>
                  <a:lnTo>
                    <a:pt x="989" y="1638"/>
                  </a:lnTo>
                  <a:lnTo>
                    <a:pt x="1013" y="1610"/>
                  </a:lnTo>
                  <a:lnTo>
                    <a:pt x="1062" y="1557"/>
                  </a:lnTo>
                  <a:lnTo>
                    <a:pt x="1112" y="1506"/>
                  </a:lnTo>
                  <a:lnTo>
                    <a:pt x="1162" y="1454"/>
                  </a:lnTo>
                  <a:lnTo>
                    <a:pt x="1265" y="1355"/>
                  </a:lnTo>
                  <a:lnTo>
                    <a:pt x="1266" y="1636"/>
                  </a:lnTo>
                  <a:close/>
                  <a:moveTo>
                    <a:pt x="1469" y="1789"/>
                  </a:moveTo>
                  <a:lnTo>
                    <a:pt x="1472" y="2475"/>
                  </a:lnTo>
                  <a:lnTo>
                    <a:pt x="1491" y="2471"/>
                  </a:lnTo>
                  <a:lnTo>
                    <a:pt x="1510" y="2466"/>
                  </a:lnTo>
                  <a:lnTo>
                    <a:pt x="1529" y="2460"/>
                  </a:lnTo>
                  <a:lnTo>
                    <a:pt x="1548" y="2453"/>
                  </a:lnTo>
                  <a:lnTo>
                    <a:pt x="1566" y="2446"/>
                  </a:lnTo>
                  <a:lnTo>
                    <a:pt x="1583" y="2437"/>
                  </a:lnTo>
                  <a:lnTo>
                    <a:pt x="1601" y="2428"/>
                  </a:lnTo>
                  <a:lnTo>
                    <a:pt x="1618" y="2418"/>
                  </a:lnTo>
                  <a:lnTo>
                    <a:pt x="1640" y="2404"/>
                  </a:lnTo>
                  <a:lnTo>
                    <a:pt x="1660" y="2387"/>
                  </a:lnTo>
                  <a:lnTo>
                    <a:pt x="1679" y="2369"/>
                  </a:lnTo>
                  <a:lnTo>
                    <a:pt x="1697" y="2349"/>
                  </a:lnTo>
                  <a:lnTo>
                    <a:pt x="1713" y="2329"/>
                  </a:lnTo>
                  <a:lnTo>
                    <a:pt x="1726" y="2307"/>
                  </a:lnTo>
                  <a:lnTo>
                    <a:pt x="1738" y="2282"/>
                  </a:lnTo>
                  <a:lnTo>
                    <a:pt x="1748" y="2258"/>
                  </a:lnTo>
                  <a:lnTo>
                    <a:pt x="1755" y="2234"/>
                  </a:lnTo>
                  <a:lnTo>
                    <a:pt x="1761" y="2211"/>
                  </a:lnTo>
                  <a:lnTo>
                    <a:pt x="1765" y="2188"/>
                  </a:lnTo>
                  <a:lnTo>
                    <a:pt x="1768" y="2163"/>
                  </a:lnTo>
                  <a:lnTo>
                    <a:pt x="1770" y="2139"/>
                  </a:lnTo>
                  <a:lnTo>
                    <a:pt x="1770" y="2115"/>
                  </a:lnTo>
                  <a:lnTo>
                    <a:pt x="1770" y="2091"/>
                  </a:lnTo>
                  <a:lnTo>
                    <a:pt x="1768" y="2066"/>
                  </a:lnTo>
                  <a:lnTo>
                    <a:pt x="1764" y="2038"/>
                  </a:lnTo>
                  <a:lnTo>
                    <a:pt x="1758" y="2010"/>
                  </a:lnTo>
                  <a:lnTo>
                    <a:pt x="1750" y="1984"/>
                  </a:lnTo>
                  <a:lnTo>
                    <a:pt x="1738" y="1958"/>
                  </a:lnTo>
                  <a:lnTo>
                    <a:pt x="1725" y="1932"/>
                  </a:lnTo>
                  <a:lnTo>
                    <a:pt x="1709" y="1909"/>
                  </a:lnTo>
                  <a:lnTo>
                    <a:pt x="1693" y="1887"/>
                  </a:lnTo>
                  <a:lnTo>
                    <a:pt x="1673" y="1867"/>
                  </a:lnTo>
                  <a:lnTo>
                    <a:pt x="1663" y="1857"/>
                  </a:lnTo>
                  <a:lnTo>
                    <a:pt x="1651" y="1848"/>
                  </a:lnTo>
                  <a:lnTo>
                    <a:pt x="1639" y="1839"/>
                  </a:lnTo>
                  <a:lnTo>
                    <a:pt x="1628" y="1831"/>
                  </a:lnTo>
                  <a:lnTo>
                    <a:pt x="1616" y="1823"/>
                  </a:lnTo>
                  <a:lnTo>
                    <a:pt x="1602" y="1817"/>
                  </a:lnTo>
                  <a:lnTo>
                    <a:pt x="1590" y="1811"/>
                  </a:lnTo>
                  <a:lnTo>
                    <a:pt x="1577" y="1805"/>
                  </a:lnTo>
                  <a:lnTo>
                    <a:pt x="1563" y="1801"/>
                  </a:lnTo>
                  <a:lnTo>
                    <a:pt x="1550" y="1796"/>
                  </a:lnTo>
                  <a:lnTo>
                    <a:pt x="1537" y="1794"/>
                  </a:lnTo>
                  <a:lnTo>
                    <a:pt x="1523" y="1791"/>
                  </a:lnTo>
                  <a:lnTo>
                    <a:pt x="1510" y="1790"/>
                  </a:lnTo>
                  <a:lnTo>
                    <a:pt x="1495" y="1789"/>
                  </a:lnTo>
                  <a:lnTo>
                    <a:pt x="1482" y="1789"/>
                  </a:lnTo>
                  <a:lnTo>
                    <a:pt x="1469" y="1789"/>
                  </a:lnTo>
                  <a:close/>
                  <a:moveTo>
                    <a:pt x="1464" y="851"/>
                  </a:moveTo>
                  <a:lnTo>
                    <a:pt x="1463" y="723"/>
                  </a:lnTo>
                  <a:lnTo>
                    <a:pt x="1462" y="611"/>
                  </a:lnTo>
                  <a:lnTo>
                    <a:pt x="1461" y="557"/>
                  </a:lnTo>
                  <a:lnTo>
                    <a:pt x="1462" y="504"/>
                  </a:lnTo>
                  <a:lnTo>
                    <a:pt x="1463" y="476"/>
                  </a:lnTo>
                  <a:lnTo>
                    <a:pt x="1465" y="449"/>
                  </a:lnTo>
                  <a:lnTo>
                    <a:pt x="1469" y="423"/>
                  </a:lnTo>
                  <a:lnTo>
                    <a:pt x="1474" y="398"/>
                  </a:lnTo>
                  <a:lnTo>
                    <a:pt x="1485" y="359"/>
                  </a:lnTo>
                  <a:lnTo>
                    <a:pt x="1494" y="329"/>
                  </a:lnTo>
                  <a:lnTo>
                    <a:pt x="1507" y="297"/>
                  </a:lnTo>
                  <a:lnTo>
                    <a:pt x="1513" y="282"/>
                  </a:lnTo>
                  <a:lnTo>
                    <a:pt x="1520" y="267"/>
                  </a:lnTo>
                  <a:lnTo>
                    <a:pt x="1527" y="254"/>
                  </a:lnTo>
                  <a:lnTo>
                    <a:pt x="1534" y="242"/>
                  </a:lnTo>
                  <a:lnTo>
                    <a:pt x="1542" y="232"/>
                  </a:lnTo>
                  <a:lnTo>
                    <a:pt x="1550" y="225"/>
                  </a:lnTo>
                  <a:lnTo>
                    <a:pt x="1553" y="223"/>
                  </a:lnTo>
                  <a:lnTo>
                    <a:pt x="1558" y="221"/>
                  </a:lnTo>
                  <a:lnTo>
                    <a:pt x="1562" y="219"/>
                  </a:lnTo>
                  <a:lnTo>
                    <a:pt x="1566" y="219"/>
                  </a:lnTo>
                  <a:lnTo>
                    <a:pt x="1570" y="221"/>
                  </a:lnTo>
                  <a:lnTo>
                    <a:pt x="1573" y="223"/>
                  </a:lnTo>
                  <a:lnTo>
                    <a:pt x="1581" y="228"/>
                  </a:lnTo>
                  <a:lnTo>
                    <a:pt x="1588" y="237"/>
                  </a:lnTo>
                  <a:lnTo>
                    <a:pt x="1595" y="248"/>
                  </a:lnTo>
                  <a:lnTo>
                    <a:pt x="1600" y="258"/>
                  </a:lnTo>
                  <a:lnTo>
                    <a:pt x="1605" y="270"/>
                  </a:lnTo>
                  <a:lnTo>
                    <a:pt x="1610" y="286"/>
                  </a:lnTo>
                  <a:lnTo>
                    <a:pt x="1617" y="310"/>
                  </a:lnTo>
                  <a:lnTo>
                    <a:pt x="1621" y="332"/>
                  </a:lnTo>
                  <a:lnTo>
                    <a:pt x="1626" y="356"/>
                  </a:lnTo>
                  <a:lnTo>
                    <a:pt x="1628" y="380"/>
                  </a:lnTo>
                  <a:lnTo>
                    <a:pt x="1629" y="404"/>
                  </a:lnTo>
                  <a:lnTo>
                    <a:pt x="1629" y="429"/>
                  </a:lnTo>
                  <a:lnTo>
                    <a:pt x="1628" y="452"/>
                  </a:lnTo>
                  <a:lnTo>
                    <a:pt x="1627" y="476"/>
                  </a:lnTo>
                  <a:lnTo>
                    <a:pt x="1624" y="502"/>
                  </a:lnTo>
                  <a:lnTo>
                    <a:pt x="1619" y="528"/>
                  </a:lnTo>
                  <a:lnTo>
                    <a:pt x="1615" y="554"/>
                  </a:lnTo>
                  <a:lnTo>
                    <a:pt x="1608" y="578"/>
                  </a:lnTo>
                  <a:lnTo>
                    <a:pt x="1600" y="603"/>
                  </a:lnTo>
                  <a:lnTo>
                    <a:pt x="1592" y="627"/>
                  </a:lnTo>
                  <a:lnTo>
                    <a:pt x="1582" y="652"/>
                  </a:lnTo>
                  <a:lnTo>
                    <a:pt x="1572" y="675"/>
                  </a:lnTo>
                  <a:lnTo>
                    <a:pt x="1561" y="699"/>
                  </a:lnTo>
                  <a:lnTo>
                    <a:pt x="1549" y="721"/>
                  </a:lnTo>
                  <a:lnTo>
                    <a:pt x="1537" y="744"/>
                  </a:lnTo>
                  <a:lnTo>
                    <a:pt x="1523" y="766"/>
                  </a:lnTo>
                  <a:lnTo>
                    <a:pt x="1509" y="788"/>
                  </a:lnTo>
                  <a:lnTo>
                    <a:pt x="1494" y="809"/>
                  </a:lnTo>
                  <a:lnTo>
                    <a:pt x="1464" y="851"/>
                  </a:lnTo>
                  <a:close/>
                  <a:moveTo>
                    <a:pt x="154" y="3429"/>
                  </a:moveTo>
                  <a:lnTo>
                    <a:pt x="154" y="3429"/>
                  </a:lnTo>
                  <a:lnTo>
                    <a:pt x="147" y="3435"/>
                  </a:lnTo>
                  <a:lnTo>
                    <a:pt x="138" y="3439"/>
                  </a:lnTo>
                  <a:lnTo>
                    <a:pt x="130" y="3443"/>
                  </a:lnTo>
                  <a:lnTo>
                    <a:pt x="121" y="3446"/>
                  </a:lnTo>
                  <a:lnTo>
                    <a:pt x="112" y="3448"/>
                  </a:lnTo>
                  <a:lnTo>
                    <a:pt x="103" y="3449"/>
                  </a:lnTo>
                  <a:lnTo>
                    <a:pt x="93" y="3449"/>
                  </a:lnTo>
                  <a:lnTo>
                    <a:pt x="84" y="3448"/>
                  </a:lnTo>
                  <a:lnTo>
                    <a:pt x="75" y="3447"/>
                  </a:lnTo>
                  <a:lnTo>
                    <a:pt x="66" y="3445"/>
                  </a:lnTo>
                  <a:lnTo>
                    <a:pt x="58" y="3442"/>
                  </a:lnTo>
                  <a:lnTo>
                    <a:pt x="50" y="3438"/>
                  </a:lnTo>
                  <a:lnTo>
                    <a:pt x="42" y="3433"/>
                  </a:lnTo>
                  <a:lnTo>
                    <a:pt x="35" y="3427"/>
                  </a:lnTo>
                  <a:lnTo>
                    <a:pt x="27" y="3420"/>
                  </a:lnTo>
                  <a:lnTo>
                    <a:pt x="22" y="3414"/>
                  </a:lnTo>
                  <a:lnTo>
                    <a:pt x="16" y="3406"/>
                  </a:lnTo>
                  <a:lnTo>
                    <a:pt x="11" y="3397"/>
                  </a:lnTo>
                  <a:lnTo>
                    <a:pt x="7" y="3389"/>
                  </a:lnTo>
                  <a:lnTo>
                    <a:pt x="4" y="3380"/>
                  </a:lnTo>
                  <a:lnTo>
                    <a:pt x="2" y="3371"/>
                  </a:lnTo>
                  <a:lnTo>
                    <a:pt x="0" y="3361"/>
                  </a:lnTo>
                  <a:lnTo>
                    <a:pt x="0" y="3352"/>
                  </a:lnTo>
                  <a:lnTo>
                    <a:pt x="2" y="3343"/>
                  </a:lnTo>
                  <a:lnTo>
                    <a:pt x="3" y="3335"/>
                  </a:lnTo>
                  <a:lnTo>
                    <a:pt x="5" y="3326"/>
                  </a:lnTo>
                  <a:lnTo>
                    <a:pt x="8" y="3318"/>
                  </a:lnTo>
                  <a:lnTo>
                    <a:pt x="13" y="3309"/>
                  </a:lnTo>
                  <a:lnTo>
                    <a:pt x="17" y="3301"/>
                  </a:lnTo>
                  <a:lnTo>
                    <a:pt x="23" y="3293"/>
                  </a:lnTo>
                  <a:lnTo>
                    <a:pt x="29" y="3287"/>
                  </a:lnTo>
                  <a:lnTo>
                    <a:pt x="37" y="3280"/>
                  </a:lnTo>
                  <a:lnTo>
                    <a:pt x="76" y="3250"/>
                  </a:lnTo>
                  <a:lnTo>
                    <a:pt x="123" y="3215"/>
                  </a:lnTo>
                  <a:lnTo>
                    <a:pt x="187" y="3168"/>
                  </a:lnTo>
                  <a:lnTo>
                    <a:pt x="265" y="3114"/>
                  </a:lnTo>
                  <a:lnTo>
                    <a:pt x="357" y="3050"/>
                  </a:lnTo>
                  <a:lnTo>
                    <a:pt x="463" y="2981"/>
                  </a:lnTo>
                  <a:lnTo>
                    <a:pt x="520" y="2946"/>
                  </a:lnTo>
                  <a:lnTo>
                    <a:pt x="581" y="2908"/>
                  </a:lnTo>
                  <a:lnTo>
                    <a:pt x="572" y="2926"/>
                  </a:lnTo>
                  <a:lnTo>
                    <a:pt x="566" y="2943"/>
                  </a:lnTo>
                  <a:lnTo>
                    <a:pt x="559" y="2962"/>
                  </a:lnTo>
                  <a:lnTo>
                    <a:pt x="553" y="2981"/>
                  </a:lnTo>
                  <a:lnTo>
                    <a:pt x="519" y="2983"/>
                  </a:lnTo>
                  <a:lnTo>
                    <a:pt x="532" y="3162"/>
                  </a:lnTo>
                  <a:lnTo>
                    <a:pt x="450" y="3216"/>
                  </a:lnTo>
                  <a:lnTo>
                    <a:pt x="375" y="3267"/>
                  </a:lnTo>
                  <a:lnTo>
                    <a:pt x="312" y="3312"/>
                  </a:lnTo>
                  <a:lnTo>
                    <a:pt x="257" y="3351"/>
                  </a:lnTo>
                  <a:lnTo>
                    <a:pt x="181" y="3408"/>
                  </a:lnTo>
                  <a:lnTo>
                    <a:pt x="154" y="3429"/>
                  </a:lnTo>
                  <a:close/>
                  <a:moveTo>
                    <a:pt x="140" y="1124"/>
                  </a:moveTo>
                  <a:lnTo>
                    <a:pt x="140" y="1124"/>
                  </a:lnTo>
                  <a:lnTo>
                    <a:pt x="131" y="1129"/>
                  </a:lnTo>
                  <a:lnTo>
                    <a:pt x="122" y="1131"/>
                  </a:lnTo>
                  <a:lnTo>
                    <a:pt x="113" y="1133"/>
                  </a:lnTo>
                  <a:lnTo>
                    <a:pt x="103" y="1134"/>
                  </a:lnTo>
                  <a:lnTo>
                    <a:pt x="94" y="1136"/>
                  </a:lnTo>
                  <a:lnTo>
                    <a:pt x="85" y="1134"/>
                  </a:lnTo>
                  <a:lnTo>
                    <a:pt x="76" y="1133"/>
                  </a:lnTo>
                  <a:lnTo>
                    <a:pt x="67" y="1131"/>
                  </a:lnTo>
                  <a:lnTo>
                    <a:pt x="58" y="1128"/>
                  </a:lnTo>
                  <a:lnTo>
                    <a:pt x="51" y="1124"/>
                  </a:lnTo>
                  <a:lnTo>
                    <a:pt x="43" y="1119"/>
                  </a:lnTo>
                  <a:lnTo>
                    <a:pt x="35" y="1113"/>
                  </a:lnTo>
                  <a:lnTo>
                    <a:pt x="28" y="1108"/>
                  </a:lnTo>
                  <a:lnTo>
                    <a:pt x="22" y="1101"/>
                  </a:lnTo>
                  <a:lnTo>
                    <a:pt x="16" y="1093"/>
                  </a:lnTo>
                  <a:lnTo>
                    <a:pt x="12" y="1084"/>
                  </a:lnTo>
                  <a:lnTo>
                    <a:pt x="7" y="1075"/>
                  </a:lnTo>
                  <a:lnTo>
                    <a:pt x="4" y="1066"/>
                  </a:lnTo>
                  <a:lnTo>
                    <a:pt x="2" y="1058"/>
                  </a:lnTo>
                  <a:lnTo>
                    <a:pt x="0" y="1049"/>
                  </a:lnTo>
                  <a:lnTo>
                    <a:pt x="0" y="1040"/>
                  </a:lnTo>
                  <a:lnTo>
                    <a:pt x="2" y="1030"/>
                  </a:lnTo>
                  <a:lnTo>
                    <a:pt x="3" y="1021"/>
                  </a:lnTo>
                  <a:lnTo>
                    <a:pt x="5" y="1012"/>
                  </a:lnTo>
                  <a:lnTo>
                    <a:pt x="8" y="1004"/>
                  </a:lnTo>
                  <a:lnTo>
                    <a:pt x="12" y="995"/>
                  </a:lnTo>
                  <a:lnTo>
                    <a:pt x="16" y="987"/>
                  </a:lnTo>
                  <a:lnTo>
                    <a:pt x="22" y="981"/>
                  </a:lnTo>
                  <a:lnTo>
                    <a:pt x="28" y="973"/>
                  </a:lnTo>
                  <a:lnTo>
                    <a:pt x="35" y="967"/>
                  </a:lnTo>
                  <a:lnTo>
                    <a:pt x="43" y="962"/>
                  </a:lnTo>
                  <a:lnTo>
                    <a:pt x="51" y="956"/>
                  </a:lnTo>
                  <a:lnTo>
                    <a:pt x="73" y="945"/>
                  </a:lnTo>
                  <a:lnTo>
                    <a:pt x="133" y="916"/>
                  </a:lnTo>
                  <a:lnTo>
                    <a:pt x="177" y="895"/>
                  </a:lnTo>
                  <a:lnTo>
                    <a:pt x="228" y="871"/>
                  </a:lnTo>
                  <a:lnTo>
                    <a:pt x="288" y="846"/>
                  </a:lnTo>
                  <a:lnTo>
                    <a:pt x="355" y="818"/>
                  </a:lnTo>
                  <a:lnTo>
                    <a:pt x="429" y="789"/>
                  </a:lnTo>
                  <a:lnTo>
                    <a:pt x="510" y="758"/>
                  </a:lnTo>
                  <a:lnTo>
                    <a:pt x="597" y="727"/>
                  </a:lnTo>
                  <a:lnTo>
                    <a:pt x="689" y="695"/>
                  </a:lnTo>
                  <a:lnTo>
                    <a:pt x="788" y="665"/>
                  </a:lnTo>
                  <a:lnTo>
                    <a:pt x="890" y="636"/>
                  </a:lnTo>
                  <a:lnTo>
                    <a:pt x="942" y="622"/>
                  </a:lnTo>
                  <a:lnTo>
                    <a:pt x="997" y="608"/>
                  </a:lnTo>
                  <a:lnTo>
                    <a:pt x="1052" y="595"/>
                  </a:lnTo>
                  <a:lnTo>
                    <a:pt x="1107" y="582"/>
                  </a:lnTo>
                  <a:lnTo>
                    <a:pt x="1109" y="614"/>
                  </a:lnTo>
                  <a:lnTo>
                    <a:pt x="1110" y="724"/>
                  </a:lnTo>
                  <a:lnTo>
                    <a:pt x="1110" y="774"/>
                  </a:lnTo>
                  <a:lnTo>
                    <a:pt x="1058" y="787"/>
                  </a:lnTo>
                  <a:lnTo>
                    <a:pt x="1007" y="799"/>
                  </a:lnTo>
                  <a:lnTo>
                    <a:pt x="909" y="826"/>
                  </a:lnTo>
                  <a:lnTo>
                    <a:pt x="815" y="854"/>
                  </a:lnTo>
                  <a:lnTo>
                    <a:pt x="725" y="883"/>
                  </a:lnTo>
                  <a:lnTo>
                    <a:pt x="640" y="912"/>
                  </a:lnTo>
                  <a:lnTo>
                    <a:pt x="560" y="941"/>
                  </a:lnTo>
                  <a:lnTo>
                    <a:pt x="487" y="969"/>
                  </a:lnTo>
                  <a:lnTo>
                    <a:pt x="419" y="996"/>
                  </a:lnTo>
                  <a:lnTo>
                    <a:pt x="356" y="1023"/>
                  </a:lnTo>
                  <a:lnTo>
                    <a:pt x="301" y="1046"/>
                  </a:lnTo>
                  <a:lnTo>
                    <a:pt x="255" y="1069"/>
                  </a:lnTo>
                  <a:lnTo>
                    <a:pt x="215" y="1087"/>
                  </a:lnTo>
                  <a:lnTo>
                    <a:pt x="159" y="1114"/>
                  </a:lnTo>
                  <a:lnTo>
                    <a:pt x="140" y="1124"/>
                  </a:lnTo>
                  <a:close/>
                </a:path>
              </a:pathLst>
            </a:custGeom>
            <a:solidFill>
              <a:srgbClr val="FFFFFF"/>
            </a:solidFill>
            <a:ln>
              <a:noFill/>
            </a:ln>
          </p:spPr>
          <p:txBody>
            <a:bodyPr/>
            <a:lstStyle/>
            <a:p>
              <a:endParaRPr lang="zh-CN" altLang="en-US" sz="1015">
                <a:cs typeface="+mn-ea"/>
                <a:sym typeface="+mn-lt"/>
              </a:endParaRPr>
            </a:p>
          </p:txBody>
        </p:sp>
      </p:grpSp>
      <p:grpSp>
        <p:nvGrpSpPr>
          <p:cNvPr id="3" name="组合 2"/>
          <p:cNvGrpSpPr/>
          <p:nvPr/>
        </p:nvGrpSpPr>
        <p:grpSpPr>
          <a:xfrm>
            <a:off x="3330880" y="1420596"/>
            <a:ext cx="2482241" cy="3275990"/>
            <a:chOff x="3330880" y="1420596"/>
            <a:chExt cx="2482241" cy="3275990"/>
          </a:xfrm>
        </p:grpSpPr>
        <p:sp>
          <p:nvSpPr>
            <p:cNvPr id="30" name="任意多边形 10"/>
            <p:cNvSpPr/>
            <p:nvPr/>
          </p:nvSpPr>
          <p:spPr>
            <a:xfrm>
              <a:off x="3514225" y="2455296"/>
              <a:ext cx="983780" cy="2241290"/>
            </a:xfrm>
            <a:custGeom>
              <a:avLst/>
              <a:gdLst>
                <a:gd name="connsiteX0" fmla="*/ 0 w 879400"/>
                <a:gd name="connsiteY0" fmla="*/ 0 h 2003487"/>
                <a:gd name="connsiteX1" fmla="*/ 26376 w 879400"/>
                <a:gd name="connsiteY1" fmla="*/ 0 h 2003487"/>
                <a:gd name="connsiteX2" fmla="*/ 26376 w 879400"/>
                <a:gd name="connsiteY2" fmla="*/ 1125415 h 2003487"/>
                <a:gd name="connsiteX3" fmla="*/ 26064 w 879400"/>
                <a:gd name="connsiteY3" fmla="*/ 1125415 h 2003487"/>
                <a:gd name="connsiteX4" fmla="*/ 29875 w 879400"/>
                <a:gd name="connsiteY4" fmla="*/ 1200872 h 2003487"/>
                <a:gd name="connsiteX5" fmla="*/ 809241 w 879400"/>
                <a:gd name="connsiteY5" fmla="*/ 1975307 h 2003487"/>
                <a:gd name="connsiteX6" fmla="*/ 879400 w 879400"/>
                <a:gd name="connsiteY6" fmla="*/ 1978629 h 2003487"/>
                <a:gd name="connsiteX7" fmla="*/ 868002 w 879400"/>
                <a:gd name="connsiteY7" fmla="*/ 2003487 h 2003487"/>
                <a:gd name="connsiteX8" fmla="*/ 806805 w 879400"/>
                <a:gd name="connsiteY8" fmla="*/ 2000590 h 2003487"/>
                <a:gd name="connsiteX9" fmla="*/ 4608 w 879400"/>
                <a:gd name="connsiteY9" fmla="*/ 1203469 h 2003487"/>
                <a:gd name="connsiteX10" fmla="*/ 666 w 879400"/>
                <a:gd name="connsiteY10" fmla="*/ 1125415 h 2003487"/>
                <a:gd name="connsiteX11" fmla="*/ 0 w 879400"/>
                <a:gd name="connsiteY11" fmla="*/ 1125415 h 2003487"/>
                <a:gd name="connsiteX12" fmla="*/ 0 w 879400"/>
                <a:gd name="connsiteY12" fmla="*/ 1112224 h 200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9400" h="2003487">
                  <a:moveTo>
                    <a:pt x="0" y="0"/>
                  </a:moveTo>
                  <a:lnTo>
                    <a:pt x="26376" y="0"/>
                  </a:lnTo>
                  <a:lnTo>
                    <a:pt x="26376" y="1125415"/>
                  </a:lnTo>
                  <a:lnTo>
                    <a:pt x="26064" y="1125415"/>
                  </a:lnTo>
                  <a:lnTo>
                    <a:pt x="29875" y="1200872"/>
                  </a:lnTo>
                  <a:cubicBezTo>
                    <a:pt x="71500" y="1610747"/>
                    <a:pt x="398620" y="1936224"/>
                    <a:pt x="809241" y="1975307"/>
                  </a:cubicBezTo>
                  <a:lnTo>
                    <a:pt x="879400" y="1978629"/>
                  </a:lnTo>
                  <a:lnTo>
                    <a:pt x="868002" y="2003487"/>
                  </a:lnTo>
                  <a:lnTo>
                    <a:pt x="806805" y="2000590"/>
                  </a:lnTo>
                  <a:cubicBezTo>
                    <a:pt x="384155" y="1960361"/>
                    <a:pt x="47453" y="1625351"/>
                    <a:pt x="4608" y="1203469"/>
                  </a:cubicBezTo>
                  <a:lnTo>
                    <a:pt x="666" y="1125415"/>
                  </a:lnTo>
                  <a:lnTo>
                    <a:pt x="0" y="1125415"/>
                  </a:lnTo>
                  <a:lnTo>
                    <a:pt x="0" y="11122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31" name="椭圆 30"/>
            <p:cNvSpPr/>
            <p:nvPr/>
          </p:nvSpPr>
          <p:spPr>
            <a:xfrm>
              <a:off x="3330880" y="2006578"/>
              <a:ext cx="406031" cy="4060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solidFill>
                    <a:srgbClr val="FEFFFF"/>
                  </a:solidFill>
                  <a:cs typeface="+mn-ea"/>
                  <a:sym typeface="+mn-lt"/>
                </a:rPr>
                <a:t>B</a:t>
              </a:r>
              <a:endParaRPr lang="zh-CN" altLang="en-US" sz="1015" dirty="0">
                <a:solidFill>
                  <a:srgbClr val="FEFFFF"/>
                </a:solidFill>
                <a:cs typeface="+mn-ea"/>
                <a:sym typeface="+mn-lt"/>
              </a:endParaRPr>
            </a:p>
          </p:txBody>
        </p:sp>
        <p:sp>
          <p:nvSpPr>
            <p:cNvPr id="32" name="椭圆 31"/>
            <p:cNvSpPr/>
            <p:nvPr/>
          </p:nvSpPr>
          <p:spPr>
            <a:xfrm>
              <a:off x="3755603" y="3052221"/>
              <a:ext cx="1484802" cy="1484802"/>
            </a:xfrm>
            <a:prstGeom prst="ellipse">
              <a:avLst/>
            </a:prstGeom>
            <a:ln w="57150">
              <a:solidFill>
                <a:srgbClr val="FFFFF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33" name="矩形 32"/>
            <p:cNvSpPr/>
            <p:nvPr/>
          </p:nvSpPr>
          <p:spPr>
            <a:xfrm>
              <a:off x="3925288" y="1420596"/>
              <a:ext cx="1887833" cy="16316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41" name="KSO_Shape"/>
            <p:cNvSpPr/>
            <p:nvPr/>
          </p:nvSpPr>
          <p:spPr bwMode="auto">
            <a:xfrm>
              <a:off x="4133089" y="3455860"/>
              <a:ext cx="729830" cy="677526"/>
            </a:xfrm>
            <a:custGeom>
              <a:avLst/>
              <a:gdLst>
                <a:gd name="T0" fmla="*/ 0 w 99"/>
                <a:gd name="T1" fmla="*/ 2147483646 h 92"/>
                <a:gd name="T2" fmla="*/ 0 w 99"/>
                <a:gd name="T3" fmla="*/ 2147483646 h 92"/>
                <a:gd name="T4" fmla="*/ 2147483646 w 99"/>
                <a:gd name="T5" fmla="*/ 2147483646 h 92"/>
                <a:gd name="T6" fmla="*/ 2147483646 w 99"/>
                <a:gd name="T7" fmla="*/ 2147483646 h 92"/>
                <a:gd name="T8" fmla="*/ 2147483646 w 99"/>
                <a:gd name="T9" fmla="*/ 2147483646 h 92"/>
                <a:gd name="T10" fmla="*/ 2147483646 w 99"/>
                <a:gd name="T11" fmla="*/ 2147483646 h 92"/>
                <a:gd name="T12" fmla="*/ 2147483646 w 99"/>
                <a:gd name="T13" fmla="*/ 2147483646 h 92"/>
                <a:gd name="T14" fmla="*/ 2147483646 w 99"/>
                <a:gd name="T15" fmla="*/ 2147483646 h 92"/>
                <a:gd name="T16" fmla="*/ 2147483646 w 99"/>
                <a:gd name="T17" fmla="*/ 2147483646 h 92"/>
                <a:gd name="T18" fmla="*/ 2147483646 w 99"/>
                <a:gd name="T19" fmla="*/ 2147483646 h 92"/>
                <a:gd name="T20" fmla="*/ 2147483646 w 99"/>
                <a:gd name="T21" fmla="*/ 2147483646 h 92"/>
                <a:gd name="T22" fmla="*/ 0 w 99"/>
                <a:gd name="T23" fmla="*/ 2147483646 h 92"/>
                <a:gd name="T24" fmla="*/ 2147483646 w 99"/>
                <a:gd name="T25" fmla="*/ 2147483646 h 92"/>
                <a:gd name="T26" fmla="*/ 2147483646 w 99"/>
                <a:gd name="T27" fmla="*/ 2147483646 h 92"/>
                <a:gd name="T28" fmla="*/ 2147483646 w 99"/>
                <a:gd name="T29" fmla="*/ 2147483646 h 92"/>
                <a:gd name="T30" fmla="*/ 2147483646 w 99"/>
                <a:gd name="T31" fmla="*/ 2147483646 h 92"/>
                <a:gd name="T32" fmla="*/ 2147483646 w 99"/>
                <a:gd name="T33" fmla="*/ 2147483646 h 92"/>
                <a:gd name="T34" fmla="*/ 2147483646 w 99"/>
                <a:gd name="T35" fmla="*/ 2147483646 h 92"/>
                <a:gd name="T36" fmla="*/ 2147483646 w 99"/>
                <a:gd name="T37" fmla="*/ 2147483646 h 92"/>
                <a:gd name="T38" fmla="*/ 2147483646 w 99"/>
                <a:gd name="T39" fmla="*/ 2147483646 h 92"/>
                <a:gd name="T40" fmla="*/ 2147483646 w 99"/>
                <a:gd name="T41" fmla="*/ 2147483646 h 92"/>
                <a:gd name="T42" fmla="*/ 2147483646 w 99"/>
                <a:gd name="T43" fmla="*/ 2147483646 h 92"/>
                <a:gd name="T44" fmla="*/ 2147483646 w 99"/>
                <a:gd name="T45" fmla="*/ 2147483646 h 92"/>
                <a:gd name="T46" fmla="*/ 2147483646 w 99"/>
                <a:gd name="T47" fmla="*/ 2147483646 h 92"/>
                <a:gd name="T48" fmla="*/ 2147483646 w 99"/>
                <a:gd name="T49" fmla="*/ 2147483646 h 92"/>
                <a:gd name="T50" fmla="*/ 2147483646 w 99"/>
                <a:gd name="T51" fmla="*/ 2147483646 h 92"/>
                <a:gd name="T52" fmla="*/ 2147483646 w 99"/>
                <a:gd name="T53" fmla="*/ 2147483646 h 92"/>
                <a:gd name="T54" fmla="*/ 2147483646 w 99"/>
                <a:gd name="T55" fmla="*/ 2147483646 h 92"/>
                <a:gd name="T56" fmla="*/ 2147483646 w 99"/>
                <a:gd name="T57" fmla="*/ 2147483646 h 92"/>
                <a:gd name="T58" fmla="*/ 2147483646 w 99"/>
                <a:gd name="T59" fmla="*/ 2147483646 h 92"/>
                <a:gd name="T60" fmla="*/ 2147483646 w 99"/>
                <a:gd name="T61" fmla="*/ 2147483646 h 92"/>
                <a:gd name="T62" fmla="*/ 2147483646 w 99"/>
                <a:gd name="T63" fmla="*/ 2147483646 h 92"/>
                <a:gd name="T64" fmla="*/ 2147483646 w 99"/>
                <a:gd name="T65" fmla="*/ 2147483646 h 92"/>
                <a:gd name="T66" fmla="*/ 2147483646 w 99"/>
                <a:gd name="T67" fmla="*/ 2147483646 h 92"/>
                <a:gd name="T68" fmla="*/ 2147483646 w 99"/>
                <a:gd name="T69" fmla="*/ 2147483646 h 92"/>
                <a:gd name="T70" fmla="*/ 2147483646 w 99"/>
                <a:gd name="T71" fmla="*/ 2147483646 h 92"/>
                <a:gd name="T72" fmla="*/ 2147483646 w 99"/>
                <a:gd name="T73" fmla="*/ 2147483646 h 92"/>
                <a:gd name="T74" fmla="*/ 2147483646 w 99"/>
                <a:gd name="T75" fmla="*/ 2147483646 h 92"/>
                <a:gd name="T76" fmla="*/ 2147483646 w 99"/>
                <a:gd name="T77" fmla="*/ 2147483646 h 92"/>
                <a:gd name="T78" fmla="*/ 2147483646 w 99"/>
                <a:gd name="T79" fmla="*/ 2147483646 h 92"/>
                <a:gd name="T80" fmla="*/ 2147483646 w 99"/>
                <a:gd name="T81" fmla="*/ 2147483646 h 92"/>
                <a:gd name="T82" fmla="*/ 2147483646 w 99"/>
                <a:gd name="T83" fmla="*/ 2147483646 h 92"/>
                <a:gd name="T84" fmla="*/ 2147483646 w 99"/>
                <a:gd name="T85" fmla="*/ 2147483646 h 92"/>
                <a:gd name="T86" fmla="*/ 2147483646 w 99"/>
                <a:gd name="T87" fmla="*/ 2147483646 h 92"/>
                <a:gd name="T88" fmla="*/ 2147483646 w 99"/>
                <a:gd name="T89" fmla="*/ 2147483646 h 92"/>
                <a:gd name="T90" fmla="*/ 2147483646 w 99"/>
                <a:gd name="T91" fmla="*/ 2147483646 h 92"/>
                <a:gd name="T92" fmla="*/ 2147483646 w 99"/>
                <a:gd name="T93" fmla="*/ 2147483646 h 92"/>
                <a:gd name="T94" fmla="*/ 2147483646 w 99"/>
                <a:gd name="T95" fmla="*/ 2147483646 h 92"/>
                <a:gd name="T96" fmla="*/ 2147483646 w 99"/>
                <a:gd name="T97" fmla="*/ 2147483646 h 92"/>
                <a:gd name="T98" fmla="*/ 2147483646 w 99"/>
                <a:gd name="T99" fmla="*/ 2147483646 h 92"/>
                <a:gd name="T100" fmla="*/ 2147483646 w 99"/>
                <a:gd name="T101" fmla="*/ 2147483646 h 92"/>
                <a:gd name="T102" fmla="*/ 2147483646 w 99"/>
                <a:gd name="T103" fmla="*/ 2147483646 h 92"/>
                <a:gd name="T104" fmla="*/ 2147483646 w 99"/>
                <a:gd name="T105" fmla="*/ 2147483646 h 92"/>
                <a:gd name="T106" fmla="*/ 2147483646 w 99"/>
                <a:gd name="T107" fmla="*/ 2147483646 h 92"/>
                <a:gd name="T108" fmla="*/ 2147483646 w 99"/>
                <a:gd name="T109" fmla="*/ 2147483646 h 92"/>
                <a:gd name="T110" fmla="*/ 2147483646 w 99"/>
                <a:gd name="T111" fmla="*/ 2147483646 h 92"/>
                <a:gd name="T112" fmla="*/ 2147483646 w 99"/>
                <a:gd name="T113" fmla="*/ 2147483646 h 9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9" h="92">
                  <a:moveTo>
                    <a:pt x="0" y="89"/>
                  </a:moveTo>
                  <a:cubicBezTo>
                    <a:pt x="0" y="92"/>
                    <a:pt x="0" y="92"/>
                    <a:pt x="0" y="92"/>
                  </a:cubicBezTo>
                  <a:cubicBezTo>
                    <a:pt x="3" y="92"/>
                    <a:pt x="3" y="92"/>
                    <a:pt x="3" y="92"/>
                  </a:cubicBezTo>
                  <a:cubicBezTo>
                    <a:pt x="96" y="92"/>
                    <a:pt x="96" y="92"/>
                    <a:pt x="96" y="92"/>
                  </a:cubicBezTo>
                  <a:cubicBezTo>
                    <a:pt x="99" y="92"/>
                    <a:pt x="99" y="92"/>
                    <a:pt x="99" y="92"/>
                  </a:cubicBezTo>
                  <a:cubicBezTo>
                    <a:pt x="99" y="89"/>
                    <a:pt x="99" y="89"/>
                    <a:pt x="99" y="89"/>
                  </a:cubicBezTo>
                  <a:cubicBezTo>
                    <a:pt x="99" y="52"/>
                    <a:pt x="99" y="52"/>
                    <a:pt x="99" y="52"/>
                  </a:cubicBezTo>
                  <a:cubicBezTo>
                    <a:pt x="99" y="46"/>
                    <a:pt x="94" y="42"/>
                    <a:pt x="89" y="41"/>
                  </a:cubicBezTo>
                  <a:cubicBezTo>
                    <a:pt x="75" y="38"/>
                    <a:pt x="64" y="42"/>
                    <a:pt x="55" y="31"/>
                  </a:cubicBezTo>
                  <a:cubicBezTo>
                    <a:pt x="52" y="28"/>
                    <a:pt x="49" y="23"/>
                    <a:pt x="45" y="19"/>
                  </a:cubicBezTo>
                  <a:cubicBezTo>
                    <a:pt x="29" y="0"/>
                    <a:pt x="1" y="13"/>
                    <a:pt x="1" y="32"/>
                  </a:cubicBezTo>
                  <a:cubicBezTo>
                    <a:pt x="0" y="89"/>
                    <a:pt x="0" y="89"/>
                    <a:pt x="0" y="89"/>
                  </a:cubicBezTo>
                  <a:close/>
                  <a:moveTo>
                    <a:pt x="88" y="73"/>
                  </a:moveTo>
                  <a:cubicBezTo>
                    <a:pt x="93" y="73"/>
                    <a:pt x="93" y="73"/>
                    <a:pt x="93" y="73"/>
                  </a:cubicBezTo>
                  <a:cubicBezTo>
                    <a:pt x="93" y="87"/>
                    <a:pt x="93" y="87"/>
                    <a:pt x="93" y="87"/>
                  </a:cubicBezTo>
                  <a:cubicBezTo>
                    <a:pt x="6" y="87"/>
                    <a:pt x="6" y="87"/>
                    <a:pt x="6" y="87"/>
                  </a:cubicBezTo>
                  <a:cubicBezTo>
                    <a:pt x="6" y="73"/>
                    <a:pt x="6" y="73"/>
                    <a:pt x="6" y="73"/>
                  </a:cubicBezTo>
                  <a:cubicBezTo>
                    <a:pt x="12" y="73"/>
                    <a:pt x="12" y="73"/>
                    <a:pt x="12" y="73"/>
                  </a:cubicBezTo>
                  <a:cubicBezTo>
                    <a:pt x="12" y="81"/>
                    <a:pt x="12" y="81"/>
                    <a:pt x="12" y="81"/>
                  </a:cubicBezTo>
                  <a:cubicBezTo>
                    <a:pt x="16" y="81"/>
                    <a:pt x="16" y="81"/>
                    <a:pt x="16" y="81"/>
                  </a:cubicBezTo>
                  <a:cubicBezTo>
                    <a:pt x="16" y="73"/>
                    <a:pt x="16" y="73"/>
                    <a:pt x="16" y="73"/>
                  </a:cubicBezTo>
                  <a:cubicBezTo>
                    <a:pt x="18" y="73"/>
                    <a:pt x="18" y="73"/>
                    <a:pt x="18" y="73"/>
                  </a:cubicBezTo>
                  <a:cubicBezTo>
                    <a:pt x="18" y="81"/>
                    <a:pt x="18" y="81"/>
                    <a:pt x="18" y="81"/>
                  </a:cubicBezTo>
                  <a:cubicBezTo>
                    <a:pt x="22" y="81"/>
                    <a:pt x="22" y="81"/>
                    <a:pt x="22" y="81"/>
                  </a:cubicBezTo>
                  <a:cubicBezTo>
                    <a:pt x="22" y="73"/>
                    <a:pt x="22" y="73"/>
                    <a:pt x="22" y="73"/>
                  </a:cubicBezTo>
                  <a:cubicBezTo>
                    <a:pt x="29" y="73"/>
                    <a:pt x="29" y="73"/>
                    <a:pt x="29" y="73"/>
                  </a:cubicBezTo>
                  <a:cubicBezTo>
                    <a:pt x="29" y="81"/>
                    <a:pt x="29" y="81"/>
                    <a:pt x="29" y="81"/>
                  </a:cubicBezTo>
                  <a:cubicBezTo>
                    <a:pt x="33" y="81"/>
                    <a:pt x="33" y="81"/>
                    <a:pt x="33" y="81"/>
                  </a:cubicBezTo>
                  <a:cubicBezTo>
                    <a:pt x="33" y="73"/>
                    <a:pt x="33" y="73"/>
                    <a:pt x="33" y="73"/>
                  </a:cubicBezTo>
                  <a:cubicBezTo>
                    <a:pt x="35" y="73"/>
                    <a:pt x="35" y="73"/>
                    <a:pt x="35" y="73"/>
                  </a:cubicBezTo>
                  <a:cubicBezTo>
                    <a:pt x="35" y="81"/>
                    <a:pt x="35" y="81"/>
                    <a:pt x="35" y="81"/>
                  </a:cubicBezTo>
                  <a:cubicBezTo>
                    <a:pt x="39" y="81"/>
                    <a:pt x="39" y="81"/>
                    <a:pt x="39" y="81"/>
                  </a:cubicBezTo>
                  <a:cubicBezTo>
                    <a:pt x="39" y="73"/>
                    <a:pt x="39" y="73"/>
                    <a:pt x="39" y="73"/>
                  </a:cubicBezTo>
                  <a:cubicBezTo>
                    <a:pt x="41" y="73"/>
                    <a:pt x="41" y="73"/>
                    <a:pt x="41" y="73"/>
                  </a:cubicBezTo>
                  <a:cubicBezTo>
                    <a:pt x="41" y="81"/>
                    <a:pt x="41" y="81"/>
                    <a:pt x="41" y="81"/>
                  </a:cubicBezTo>
                  <a:cubicBezTo>
                    <a:pt x="45" y="81"/>
                    <a:pt x="45" y="81"/>
                    <a:pt x="45" y="81"/>
                  </a:cubicBezTo>
                  <a:cubicBezTo>
                    <a:pt x="45" y="73"/>
                    <a:pt x="45" y="73"/>
                    <a:pt x="45" y="73"/>
                  </a:cubicBezTo>
                  <a:cubicBezTo>
                    <a:pt x="55" y="73"/>
                    <a:pt x="55" y="73"/>
                    <a:pt x="55" y="73"/>
                  </a:cubicBezTo>
                  <a:cubicBezTo>
                    <a:pt x="55" y="81"/>
                    <a:pt x="55" y="81"/>
                    <a:pt x="55" y="81"/>
                  </a:cubicBezTo>
                  <a:cubicBezTo>
                    <a:pt x="59" y="81"/>
                    <a:pt x="59" y="81"/>
                    <a:pt x="59" y="81"/>
                  </a:cubicBezTo>
                  <a:cubicBezTo>
                    <a:pt x="59" y="73"/>
                    <a:pt x="59" y="73"/>
                    <a:pt x="59" y="73"/>
                  </a:cubicBezTo>
                  <a:cubicBezTo>
                    <a:pt x="61" y="73"/>
                    <a:pt x="61" y="73"/>
                    <a:pt x="61" y="73"/>
                  </a:cubicBezTo>
                  <a:cubicBezTo>
                    <a:pt x="61" y="81"/>
                    <a:pt x="61" y="81"/>
                    <a:pt x="61" y="81"/>
                  </a:cubicBezTo>
                  <a:cubicBezTo>
                    <a:pt x="65" y="81"/>
                    <a:pt x="65" y="81"/>
                    <a:pt x="65" y="81"/>
                  </a:cubicBezTo>
                  <a:cubicBezTo>
                    <a:pt x="65" y="73"/>
                    <a:pt x="65" y="73"/>
                    <a:pt x="65" y="73"/>
                  </a:cubicBezTo>
                  <a:cubicBezTo>
                    <a:pt x="72" y="73"/>
                    <a:pt x="72" y="73"/>
                    <a:pt x="72" y="73"/>
                  </a:cubicBezTo>
                  <a:cubicBezTo>
                    <a:pt x="72" y="81"/>
                    <a:pt x="72" y="81"/>
                    <a:pt x="72" y="81"/>
                  </a:cubicBezTo>
                  <a:cubicBezTo>
                    <a:pt x="75" y="81"/>
                    <a:pt x="75" y="81"/>
                    <a:pt x="75" y="81"/>
                  </a:cubicBezTo>
                  <a:cubicBezTo>
                    <a:pt x="75" y="73"/>
                    <a:pt x="75" y="73"/>
                    <a:pt x="75" y="73"/>
                  </a:cubicBezTo>
                  <a:cubicBezTo>
                    <a:pt x="78" y="73"/>
                    <a:pt x="78" y="73"/>
                    <a:pt x="78" y="73"/>
                  </a:cubicBezTo>
                  <a:cubicBezTo>
                    <a:pt x="78" y="81"/>
                    <a:pt x="78" y="81"/>
                    <a:pt x="78" y="81"/>
                  </a:cubicBezTo>
                  <a:cubicBezTo>
                    <a:pt x="82" y="81"/>
                    <a:pt x="82" y="81"/>
                    <a:pt x="82" y="81"/>
                  </a:cubicBezTo>
                  <a:cubicBezTo>
                    <a:pt x="82" y="73"/>
                    <a:pt x="82" y="73"/>
                    <a:pt x="82" y="73"/>
                  </a:cubicBezTo>
                  <a:cubicBezTo>
                    <a:pt x="84" y="73"/>
                    <a:pt x="84" y="73"/>
                    <a:pt x="84" y="73"/>
                  </a:cubicBezTo>
                  <a:cubicBezTo>
                    <a:pt x="84" y="81"/>
                    <a:pt x="84" y="81"/>
                    <a:pt x="84" y="81"/>
                  </a:cubicBezTo>
                  <a:cubicBezTo>
                    <a:pt x="88" y="81"/>
                    <a:pt x="88" y="81"/>
                    <a:pt x="88" y="81"/>
                  </a:cubicBezTo>
                  <a:lnTo>
                    <a:pt x="88" y="73"/>
                  </a:lnTo>
                  <a:close/>
                </a:path>
              </a:pathLst>
            </a:custGeom>
            <a:solidFill>
              <a:srgbClr val="FFFFFF"/>
            </a:solidFill>
            <a:ln>
              <a:noFill/>
            </a:ln>
          </p:spPr>
          <p:txBody>
            <a:bodyPr/>
            <a:lstStyle/>
            <a:p>
              <a:endParaRPr lang="zh-CN" altLang="en-US" sz="1015">
                <a:cs typeface="+mn-ea"/>
                <a:sym typeface="+mn-lt"/>
              </a:endParaRPr>
            </a:p>
          </p:txBody>
        </p:sp>
      </p:grpSp>
      <p:grpSp>
        <p:nvGrpSpPr>
          <p:cNvPr id="4" name="组合 3"/>
          <p:cNvGrpSpPr/>
          <p:nvPr/>
        </p:nvGrpSpPr>
        <p:grpSpPr>
          <a:xfrm>
            <a:off x="6001499" y="1420596"/>
            <a:ext cx="2482242" cy="3275990"/>
            <a:chOff x="6001499" y="1420596"/>
            <a:chExt cx="2482242" cy="3275990"/>
          </a:xfrm>
        </p:grpSpPr>
        <p:sp>
          <p:nvSpPr>
            <p:cNvPr id="34" name="任意多边形 10"/>
            <p:cNvSpPr/>
            <p:nvPr/>
          </p:nvSpPr>
          <p:spPr>
            <a:xfrm>
              <a:off x="6184844" y="2455296"/>
              <a:ext cx="983780" cy="2241290"/>
            </a:xfrm>
            <a:custGeom>
              <a:avLst/>
              <a:gdLst>
                <a:gd name="connsiteX0" fmla="*/ 0 w 879400"/>
                <a:gd name="connsiteY0" fmla="*/ 0 h 2003487"/>
                <a:gd name="connsiteX1" fmla="*/ 26376 w 879400"/>
                <a:gd name="connsiteY1" fmla="*/ 0 h 2003487"/>
                <a:gd name="connsiteX2" fmla="*/ 26376 w 879400"/>
                <a:gd name="connsiteY2" fmla="*/ 1125415 h 2003487"/>
                <a:gd name="connsiteX3" fmla="*/ 26064 w 879400"/>
                <a:gd name="connsiteY3" fmla="*/ 1125415 h 2003487"/>
                <a:gd name="connsiteX4" fmla="*/ 29875 w 879400"/>
                <a:gd name="connsiteY4" fmla="*/ 1200872 h 2003487"/>
                <a:gd name="connsiteX5" fmla="*/ 809241 w 879400"/>
                <a:gd name="connsiteY5" fmla="*/ 1975307 h 2003487"/>
                <a:gd name="connsiteX6" fmla="*/ 879400 w 879400"/>
                <a:gd name="connsiteY6" fmla="*/ 1978629 h 2003487"/>
                <a:gd name="connsiteX7" fmla="*/ 868002 w 879400"/>
                <a:gd name="connsiteY7" fmla="*/ 2003487 h 2003487"/>
                <a:gd name="connsiteX8" fmla="*/ 806805 w 879400"/>
                <a:gd name="connsiteY8" fmla="*/ 2000590 h 2003487"/>
                <a:gd name="connsiteX9" fmla="*/ 4608 w 879400"/>
                <a:gd name="connsiteY9" fmla="*/ 1203469 h 2003487"/>
                <a:gd name="connsiteX10" fmla="*/ 666 w 879400"/>
                <a:gd name="connsiteY10" fmla="*/ 1125415 h 2003487"/>
                <a:gd name="connsiteX11" fmla="*/ 0 w 879400"/>
                <a:gd name="connsiteY11" fmla="*/ 1125415 h 2003487"/>
                <a:gd name="connsiteX12" fmla="*/ 0 w 879400"/>
                <a:gd name="connsiteY12" fmla="*/ 1112224 h 200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9400" h="2003487">
                  <a:moveTo>
                    <a:pt x="0" y="0"/>
                  </a:moveTo>
                  <a:lnTo>
                    <a:pt x="26376" y="0"/>
                  </a:lnTo>
                  <a:lnTo>
                    <a:pt x="26376" y="1125415"/>
                  </a:lnTo>
                  <a:lnTo>
                    <a:pt x="26064" y="1125415"/>
                  </a:lnTo>
                  <a:lnTo>
                    <a:pt x="29875" y="1200872"/>
                  </a:lnTo>
                  <a:cubicBezTo>
                    <a:pt x="71500" y="1610747"/>
                    <a:pt x="398620" y="1936224"/>
                    <a:pt x="809241" y="1975307"/>
                  </a:cubicBezTo>
                  <a:lnTo>
                    <a:pt x="879400" y="1978629"/>
                  </a:lnTo>
                  <a:lnTo>
                    <a:pt x="868002" y="2003487"/>
                  </a:lnTo>
                  <a:lnTo>
                    <a:pt x="806805" y="2000590"/>
                  </a:lnTo>
                  <a:cubicBezTo>
                    <a:pt x="384155" y="1960361"/>
                    <a:pt x="47453" y="1625351"/>
                    <a:pt x="4608" y="1203469"/>
                  </a:cubicBezTo>
                  <a:lnTo>
                    <a:pt x="666" y="1125415"/>
                  </a:lnTo>
                  <a:lnTo>
                    <a:pt x="0" y="1125415"/>
                  </a:lnTo>
                  <a:lnTo>
                    <a:pt x="0" y="11122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35" name="椭圆 34"/>
            <p:cNvSpPr/>
            <p:nvPr/>
          </p:nvSpPr>
          <p:spPr>
            <a:xfrm>
              <a:off x="6001499" y="2006578"/>
              <a:ext cx="406031" cy="4060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solidFill>
                    <a:srgbClr val="FEFFFF"/>
                  </a:solidFill>
                  <a:cs typeface="+mn-ea"/>
                  <a:sym typeface="+mn-lt"/>
                </a:rPr>
                <a:t>D</a:t>
              </a:r>
              <a:endParaRPr lang="zh-CN" altLang="en-US" sz="1015" dirty="0">
                <a:solidFill>
                  <a:srgbClr val="FEFFFF"/>
                </a:solidFill>
                <a:cs typeface="+mn-ea"/>
                <a:sym typeface="+mn-lt"/>
              </a:endParaRPr>
            </a:p>
          </p:txBody>
        </p:sp>
        <p:sp>
          <p:nvSpPr>
            <p:cNvPr id="36" name="椭圆 35"/>
            <p:cNvSpPr/>
            <p:nvPr/>
          </p:nvSpPr>
          <p:spPr>
            <a:xfrm>
              <a:off x="6426222" y="3052221"/>
              <a:ext cx="1484802" cy="1484802"/>
            </a:xfrm>
            <a:prstGeom prst="ellipse">
              <a:avLst/>
            </a:prstGeom>
            <a:ln w="57150">
              <a:solidFill>
                <a:srgbClr val="FFFFF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37" name="矩形 36"/>
            <p:cNvSpPr/>
            <p:nvPr/>
          </p:nvSpPr>
          <p:spPr>
            <a:xfrm>
              <a:off x="6595908" y="1420596"/>
              <a:ext cx="1887833" cy="16316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52" name="KSO_Shape"/>
            <p:cNvSpPr/>
            <p:nvPr/>
          </p:nvSpPr>
          <p:spPr>
            <a:xfrm>
              <a:off x="6881371" y="3459472"/>
              <a:ext cx="574506" cy="754276"/>
            </a:xfrm>
            <a:custGeom>
              <a:avLst/>
              <a:gdLst>
                <a:gd name="connsiteX0" fmla="*/ 306323 w 328394"/>
                <a:gd name="connsiteY0" fmla="*/ 0 h 431419"/>
                <a:gd name="connsiteX1" fmla="*/ 306331 w 328394"/>
                <a:gd name="connsiteY1" fmla="*/ 36 h 431419"/>
                <a:gd name="connsiteX2" fmla="*/ 325544 w 328394"/>
                <a:gd name="connsiteY2" fmla="*/ 36 h 431419"/>
                <a:gd name="connsiteX3" fmla="*/ 325544 w 328394"/>
                <a:gd name="connsiteY3" fmla="*/ 317821 h 431419"/>
                <a:gd name="connsiteX4" fmla="*/ 328111 w 328394"/>
                <a:gd name="connsiteY4" fmla="*/ 323780 h 431419"/>
                <a:gd name="connsiteX5" fmla="*/ 325545 w 328394"/>
                <a:gd name="connsiteY5" fmla="*/ 340266 h 431419"/>
                <a:gd name="connsiteX6" fmla="*/ 325544 w 328394"/>
                <a:gd name="connsiteY6" fmla="*/ 346202 h 431419"/>
                <a:gd name="connsiteX7" fmla="*/ 321479 w 328394"/>
                <a:gd name="connsiteY7" fmla="*/ 346202 h 431419"/>
                <a:gd name="connsiteX8" fmla="*/ 281040 w 328394"/>
                <a:gd name="connsiteY8" fmla="*/ 369925 h 431419"/>
                <a:gd name="connsiteX9" fmla="*/ 223073 w 328394"/>
                <a:gd name="connsiteY9" fmla="*/ 338542 h 431419"/>
                <a:gd name="connsiteX10" fmla="*/ 270144 w 328394"/>
                <a:gd name="connsiteY10" fmla="*/ 292398 h 431419"/>
                <a:gd name="connsiteX11" fmla="*/ 299582 w 328394"/>
                <a:gd name="connsiteY11" fmla="*/ 295430 h 431419"/>
                <a:gd name="connsiteX12" fmla="*/ 299582 w 328394"/>
                <a:gd name="connsiteY12" fmla="*/ 87758 h 431419"/>
                <a:gd name="connsiteX13" fmla="*/ 128591 w 328394"/>
                <a:gd name="connsiteY13" fmla="*/ 125907 h 431419"/>
                <a:gd name="connsiteX14" fmla="*/ 128590 w 328394"/>
                <a:gd name="connsiteY14" fmla="*/ 398933 h 431419"/>
                <a:gd name="connsiteX15" fmla="*/ 121924 w 328394"/>
                <a:gd name="connsiteY15" fmla="*/ 398933 h 431419"/>
                <a:gd name="connsiteX16" fmla="*/ 70841 w 328394"/>
                <a:gd name="connsiteY16" fmla="*/ 430564 h 431419"/>
                <a:gd name="connsiteX17" fmla="*/ 348 w 328394"/>
                <a:gd name="connsiteY17" fmla="*/ 392399 h 431419"/>
                <a:gd name="connsiteX18" fmla="*/ 57591 w 328394"/>
                <a:gd name="connsiteY18" fmla="*/ 336282 h 431419"/>
                <a:gd name="connsiteX19" fmla="*/ 93974 w 328394"/>
                <a:gd name="connsiteY19" fmla="*/ 340165 h 431419"/>
                <a:gd name="connsiteX20" fmla="*/ 93974 w 328394"/>
                <a:gd name="connsiteY20" fmla="*/ 48639 h 431419"/>
                <a:gd name="connsiteX21" fmla="*/ 104368 w 328394"/>
                <a:gd name="connsiteY21" fmla="*/ 48639 h 431419"/>
                <a:gd name="connsiteX22" fmla="*/ 103607 w 328394"/>
                <a:gd name="connsiteY22" fmla="*/ 45227 h 431419"/>
                <a:gd name="connsiteX23" fmla="*/ 299582 w 328394"/>
                <a:gd name="connsiteY23" fmla="*/ 1504 h 431419"/>
                <a:gd name="connsiteX24" fmla="*/ 299582 w 328394"/>
                <a:gd name="connsiteY24" fmla="*/ 36 h 431419"/>
                <a:gd name="connsiteX25" fmla="*/ 306163 w 328394"/>
                <a:gd name="connsiteY25" fmla="*/ 36 h 431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8394" h="431419">
                  <a:moveTo>
                    <a:pt x="306323" y="0"/>
                  </a:moveTo>
                  <a:lnTo>
                    <a:pt x="306331" y="36"/>
                  </a:lnTo>
                  <a:lnTo>
                    <a:pt x="325544" y="36"/>
                  </a:lnTo>
                  <a:lnTo>
                    <a:pt x="325544" y="317821"/>
                  </a:lnTo>
                  <a:cubicBezTo>
                    <a:pt x="327257" y="319484"/>
                    <a:pt x="327803" y="321594"/>
                    <a:pt x="328111" y="323780"/>
                  </a:cubicBezTo>
                  <a:cubicBezTo>
                    <a:pt x="328908" y="329453"/>
                    <a:pt x="328014" y="335074"/>
                    <a:pt x="325545" y="340266"/>
                  </a:cubicBezTo>
                  <a:lnTo>
                    <a:pt x="325544" y="346202"/>
                  </a:lnTo>
                  <a:lnTo>
                    <a:pt x="321479" y="346202"/>
                  </a:lnTo>
                  <a:cubicBezTo>
                    <a:pt x="314214" y="358342"/>
                    <a:pt x="299178" y="367376"/>
                    <a:pt x="281040" y="369925"/>
                  </a:cubicBezTo>
                  <a:cubicBezTo>
                    <a:pt x="252034" y="374002"/>
                    <a:pt x="226082" y="359951"/>
                    <a:pt x="223073" y="338542"/>
                  </a:cubicBezTo>
                  <a:cubicBezTo>
                    <a:pt x="220064" y="317134"/>
                    <a:pt x="241139" y="296474"/>
                    <a:pt x="270144" y="292398"/>
                  </a:cubicBezTo>
                  <a:cubicBezTo>
                    <a:pt x="280773" y="290904"/>
                    <a:pt x="290991" y="291844"/>
                    <a:pt x="299582" y="295430"/>
                  </a:cubicBezTo>
                  <a:lnTo>
                    <a:pt x="299582" y="87758"/>
                  </a:lnTo>
                  <a:lnTo>
                    <a:pt x="128591" y="125907"/>
                  </a:lnTo>
                  <a:lnTo>
                    <a:pt x="128590" y="398933"/>
                  </a:lnTo>
                  <a:lnTo>
                    <a:pt x="121924" y="398933"/>
                  </a:lnTo>
                  <a:cubicBezTo>
                    <a:pt x="113631" y="414962"/>
                    <a:pt x="94384" y="427255"/>
                    <a:pt x="70841" y="430564"/>
                  </a:cubicBezTo>
                  <a:cubicBezTo>
                    <a:pt x="35568" y="435521"/>
                    <a:pt x="4007" y="418434"/>
                    <a:pt x="348" y="392399"/>
                  </a:cubicBezTo>
                  <a:cubicBezTo>
                    <a:pt x="-3311" y="366364"/>
                    <a:pt x="22318" y="341240"/>
                    <a:pt x="57591" y="336282"/>
                  </a:cubicBezTo>
                  <a:cubicBezTo>
                    <a:pt x="70754" y="334432"/>
                    <a:pt x="83402" y="335653"/>
                    <a:pt x="93974" y="340165"/>
                  </a:cubicBezTo>
                  <a:lnTo>
                    <a:pt x="93974" y="48639"/>
                  </a:lnTo>
                  <a:lnTo>
                    <a:pt x="104368" y="48639"/>
                  </a:lnTo>
                  <a:lnTo>
                    <a:pt x="103607" y="45227"/>
                  </a:lnTo>
                  <a:lnTo>
                    <a:pt x="299582" y="1504"/>
                  </a:lnTo>
                  <a:lnTo>
                    <a:pt x="299582" y="36"/>
                  </a:lnTo>
                  <a:lnTo>
                    <a:pt x="306163" y="36"/>
                  </a:lnTo>
                  <a:close/>
                </a:path>
              </a:pathLst>
            </a:custGeom>
            <a:solidFill>
              <a:srgbClr val="FFFFFF"/>
            </a:solidFill>
            <a:ln>
              <a:noFill/>
            </a:ln>
          </p:spPr>
          <p:txBody>
            <a:bodyPr/>
            <a:lstStyle/>
            <a:p>
              <a:endParaRPr lang="zh-CN" altLang="en-US" sz="1015">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5"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1" dur="1000" fill="hold"/>
                                        <p:tgtEl>
                                          <p:spTgt spid="3"/>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3"/>
                                        </p:tgtEl>
                                      </p:cBhvr>
                                    </p:animEffect>
                                  </p:childTnLst>
                                </p:cTn>
                              </p:par>
                            </p:childTnLst>
                          </p:cTn>
                        </p:par>
                        <p:par>
                          <p:cTn id="26" fill="hold">
                            <p:stCondLst>
                              <p:cond delay="2000"/>
                            </p:stCondLst>
                            <p:childTnLst>
                              <p:par>
                                <p:cTn id="27" presetID="25"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2" dur="1000" fill="hold"/>
                                        <p:tgtEl>
                                          <p:spTgt spid="4"/>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screen"/>
          <a:srcRect/>
          <a:stretch>
            <a:fill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smtClean="0">
                <a:solidFill>
                  <a:schemeClr val="bg1"/>
                </a:solidFill>
                <a:cs typeface="+mn-ea"/>
                <a:sym typeface="+mn-lt"/>
              </a:rPr>
              <a:t>单击此处添加文字标题</a:t>
            </a:r>
            <a:endParaRPr lang="zh-CN" altLang="en-US" sz="3200" b="1" dirty="0">
              <a:solidFill>
                <a:schemeClr val="bg1"/>
              </a:solidFill>
              <a:cs typeface="+mn-ea"/>
              <a:sym typeface="+mn-lt"/>
            </a:endParaRP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smtClean="0">
                <a:solidFill>
                  <a:srgbClr val="FFFFFF"/>
                </a:solidFill>
                <a:cs typeface="+mn-ea"/>
                <a:sym typeface="+mn-lt"/>
              </a:rPr>
              <a:t>2</a:t>
            </a:r>
            <a:endParaRPr lang="en-US" sz="3600" b="1" dirty="0">
              <a:solidFill>
                <a:srgbClr val="FFFFFF"/>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56414" y="1074939"/>
            <a:ext cx="1990431" cy="2393220"/>
            <a:chOff x="956414" y="1074939"/>
            <a:chExt cx="1990431" cy="2393220"/>
          </a:xfrm>
        </p:grpSpPr>
        <p:sp>
          <p:nvSpPr>
            <p:cNvPr id="19" name="同心圆 3"/>
            <p:cNvSpPr/>
            <p:nvPr/>
          </p:nvSpPr>
          <p:spPr>
            <a:xfrm>
              <a:off x="1522325" y="1074939"/>
              <a:ext cx="858609" cy="858610"/>
            </a:xfrm>
            <a:prstGeom prst="donut">
              <a:avLst>
                <a:gd name="adj" fmla="val 273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accent1"/>
                  </a:solidFill>
                  <a:cs typeface="+mn-ea"/>
                  <a:sym typeface="+mn-lt"/>
                </a:rPr>
                <a:t>A</a:t>
              </a:r>
              <a:endParaRPr lang="zh-CN" altLang="en-US" sz="1600" dirty="0">
                <a:solidFill>
                  <a:schemeClr val="accent1"/>
                </a:solidFill>
                <a:cs typeface="+mn-ea"/>
                <a:sym typeface="+mn-lt"/>
              </a:endParaRPr>
            </a:p>
          </p:txBody>
        </p:sp>
        <p:sp>
          <p:nvSpPr>
            <p:cNvPr id="20" name="任意多边形 4"/>
            <p:cNvSpPr/>
            <p:nvPr/>
          </p:nvSpPr>
          <p:spPr>
            <a:xfrm>
              <a:off x="1391124" y="2038294"/>
              <a:ext cx="1121012" cy="469473"/>
            </a:xfrm>
            <a:custGeom>
              <a:avLst/>
              <a:gdLst>
                <a:gd name="connsiteX0" fmla="*/ 46611 w 619034"/>
                <a:gd name="connsiteY0" fmla="*/ 88158 h 259248"/>
                <a:gd name="connsiteX1" fmla="*/ 73593 w 619034"/>
                <a:gd name="connsiteY1" fmla="*/ 104051 h 259248"/>
                <a:gd name="connsiteX2" fmla="*/ 81433 w 619034"/>
                <a:gd name="connsiteY2" fmla="*/ 134369 h 259248"/>
                <a:gd name="connsiteX3" fmla="*/ 68953 w 619034"/>
                <a:gd name="connsiteY3" fmla="*/ 155557 h 259248"/>
                <a:gd name="connsiteX4" fmla="*/ 145285 w 619034"/>
                <a:gd name="connsiteY4" fmla="*/ 256853 h 259248"/>
                <a:gd name="connsiteX5" fmla="*/ 132060 w 619034"/>
                <a:gd name="connsiteY5" fmla="*/ 259093 h 259248"/>
                <a:gd name="connsiteX6" fmla="*/ 131527 w 619034"/>
                <a:gd name="connsiteY6" fmla="*/ 259245 h 259248"/>
                <a:gd name="connsiteX7" fmla="*/ 59028 w 619034"/>
                <a:gd name="connsiteY7" fmla="*/ 163035 h 259248"/>
                <a:gd name="connsiteX8" fmla="*/ 35222 w 619034"/>
                <a:gd name="connsiteY8" fmla="*/ 169191 h 259248"/>
                <a:gd name="connsiteX9" fmla="*/ 8240 w 619034"/>
                <a:gd name="connsiteY9" fmla="*/ 153298 h 259248"/>
                <a:gd name="connsiteX10" fmla="*/ 16293 w 619034"/>
                <a:gd name="connsiteY10" fmla="*/ 95998 h 259248"/>
                <a:gd name="connsiteX11" fmla="*/ 46611 w 619034"/>
                <a:gd name="connsiteY11" fmla="*/ 88158 h 259248"/>
                <a:gd name="connsiteX12" fmla="*/ 571717 w 619034"/>
                <a:gd name="connsiteY12" fmla="*/ 83576 h 259248"/>
                <a:gd name="connsiteX13" fmla="*/ 602166 w 619034"/>
                <a:gd name="connsiteY13" fmla="*/ 90886 h 259248"/>
                <a:gd name="connsiteX14" fmla="*/ 611218 w 619034"/>
                <a:gd name="connsiteY14" fmla="*/ 148036 h 259248"/>
                <a:gd name="connsiteX15" fmla="*/ 584518 w 619034"/>
                <a:gd name="connsiteY15" fmla="*/ 164398 h 259248"/>
                <a:gd name="connsiteX16" fmla="*/ 560606 w 619034"/>
                <a:gd name="connsiteY16" fmla="*/ 158657 h 259248"/>
                <a:gd name="connsiteX17" fmla="*/ 487523 w 619034"/>
                <a:gd name="connsiteY17" fmla="*/ 259248 h 259248"/>
                <a:gd name="connsiteX18" fmla="*/ 486977 w 619034"/>
                <a:gd name="connsiteY18" fmla="*/ 259093 h 259248"/>
                <a:gd name="connsiteX19" fmla="*/ 473888 w 619034"/>
                <a:gd name="connsiteY19" fmla="*/ 256876 h 259248"/>
                <a:gd name="connsiteX20" fmla="*/ 550554 w 619034"/>
                <a:gd name="connsiteY20" fmla="*/ 151353 h 259248"/>
                <a:gd name="connsiteX21" fmla="*/ 537706 w 619034"/>
                <a:gd name="connsiteY21" fmla="*/ 130387 h 259248"/>
                <a:gd name="connsiteX22" fmla="*/ 545016 w 619034"/>
                <a:gd name="connsiteY22" fmla="*/ 99937 h 259248"/>
                <a:gd name="connsiteX23" fmla="*/ 571717 w 619034"/>
                <a:gd name="connsiteY23" fmla="*/ 83576 h 259248"/>
                <a:gd name="connsiteX24" fmla="*/ 140958 w 619034"/>
                <a:gd name="connsiteY24" fmla="*/ 30892 h 259248"/>
                <a:gd name="connsiteX25" fmla="*/ 178428 w 619034"/>
                <a:gd name="connsiteY25" fmla="*/ 56224 h 259248"/>
                <a:gd name="connsiteX26" fmla="*/ 178373 w 619034"/>
                <a:gd name="connsiteY26" fmla="*/ 87539 h 259248"/>
                <a:gd name="connsiteX27" fmla="*/ 160955 w 619034"/>
                <a:gd name="connsiteY27" fmla="*/ 104898 h 259248"/>
                <a:gd name="connsiteX28" fmla="*/ 218478 w 619034"/>
                <a:gd name="connsiteY28" fmla="*/ 244458 h 259248"/>
                <a:gd name="connsiteX29" fmla="*/ 205914 w 619034"/>
                <a:gd name="connsiteY29" fmla="*/ 246586 h 259248"/>
                <a:gd name="connsiteX30" fmla="*/ 149466 w 619034"/>
                <a:gd name="connsiteY30" fmla="*/ 109632 h 259248"/>
                <a:gd name="connsiteX31" fmla="*/ 124877 w 619034"/>
                <a:gd name="connsiteY31" fmla="*/ 109589 h 259248"/>
                <a:gd name="connsiteX32" fmla="*/ 102772 w 619034"/>
                <a:gd name="connsiteY32" fmla="*/ 87407 h 259248"/>
                <a:gd name="connsiteX33" fmla="*/ 125009 w 619034"/>
                <a:gd name="connsiteY33" fmla="*/ 33988 h 259248"/>
                <a:gd name="connsiteX34" fmla="*/ 140958 w 619034"/>
                <a:gd name="connsiteY34" fmla="*/ 30892 h 259248"/>
                <a:gd name="connsiteX35" fmla="*/ 476384 w 619034"/>
                <a:gd name="connsiteY35" fmla="*/ 27964 h 259248"/>
                <a:gd name="connsiteX36" fmla="*/ 492385 w 619034"/>
                <a:gd name="connsiteY36" fmla="*/ 30782 h 259248"/>
                <a:gd name="connsiteX37" fmla="*/ 515551 w 619034"/>
                <a:gd name="connsiteY37" fmla="*/ 83805 h 259248"/>
                <a:gd name="connsiteX38" fmla="*/ 493837 w 619034"/>
                <a:gd name="connsiteY38" fmla="*/ 106369 h 259248"/>
                <a:gd name="connsiteX39" fmla="*/ 469251 w 619034"/>
                <a:gd name="connsiteY39" fmla="*/ 106842 h 259248"/>
                <a:gd name="connsiteX40" fmla="*/ 414400 w 619034"/>
                <a:gd name="connsiteY40" fmla="*/ 246802 h 259248"/>
                <a:gd name="connsiteX41" fmla="*/ 401885 w 619034"/>
                <a:gd name="connsiteY41" fmla="*/ 244683 h 259248"/>
                <a:gd name="connsiteX42" fmla="*/ 457681 w 619034"/>
                <a:gd name="connsiteY42" fmla="*/ 102307 h 259248"/>
                <a:gd name="connsiteX43" fmla="*/ 439964 w 619034"/>
                <a:gd name="connsiteY43" fmla="*/ 85257 h 259248"/>
                <a:gd name="connsiteX44" fmla="*/ 439362 w 619034"/>
                <a:gd name="connsiteY44" fmla="*/ 53947 h 259248"/>
                <a:gd name="connsiteX45" fmla="*/ 476384 w 619034"/>
                <a:gd name="connsiteY45" fmla="*/ 27964 h 259248"/>
                <a:gd name="connsiteX46" fmla="*/ 245846 w 619034"/>
                <a:gd name="connsiteY46" fmla="*/ 1385 h 259248"/>
                <a:gd name="connsiteX47" fmla="*/ 291935 w 619034"/>
                <a:gd name="connsiteY47" fmla="*/ 36368 h 259248"/>
                <a:gd name="connsiteX48" fmla="*/ 283989 w 619034"/>
                <a:gd name="connsiteY48" fmla="*/ 66658 h 259248"/>
                <a:gd name="connsiteX49" fmla="*/ 262757 w 619034"/>
                <a:gd name="connsiteY49" fmla="*/ 79065 h 259248"/>
                <a:gd name="connsiteX50" fmla="*/ 284888 w 619034"/>
                <a:gd name="connsiteY50" fmla="*/ 240623 h 259248"/>
                <a:gd name="connsiteX51" fmla="*/ 272441 w 619034"/>
                <a:gd name="connsiteY51" fmla="*/ 241320 h 259248"/>
                <a:gd name="connsiteX52" fmla="*/ 250446 w 619034"/>
                <a:gd name="connsiteY52" fmla="*/ 80750 h 259248"/>
                <a:gd name="connsiteX53" fmla="*/ 226661 w 619034"/>
                <a:gd name="connsiteY53" fmla="*/ 74510 h 259248"/>
                <a:gd name="connsiteX54" fmla="*/ 210862 w 619034"/>
                <a:gd name="connsiteY54" fmla="*/ 47473 h 259248"/>
                <a:gd name="connsiteX55" fmla="*/ 245846 w 619034"/>
                <a:gd name="connsiteY55" fmla="*/ 1385 h 259248"/>
                <a:gd name="connsiteX56" fmla="*/ 370998 w 619034"/>
                <a:gd name="connsiteY56" fmla="*/ 292 h 259248"/>
                <a:gd name="connsiteX57" fmla="*/ 406780 w 619034"/>
                <a:gd name="connsiteY57" fmla="*/ 45764 h 259248"/>
                <a:gd name="connsiteX58" fmla="*/ 391455 w 619034"/>
                <a:gd name="connsiteY58" fmla="*/ 73072 h 259248"/>
                <a:gd name="connsiteX59" fmla="*/ 367782 w 619034"/>
                <a:gd name="connsiteY59" fmla="*/ 79727 h 259248"/>
                <a:gd name="connsiteX60" fmla="*/ 348500 w 619034"/>
                <a:gd name="connsiteY60" fmla="*/ 241427 h 259248"/>
                <a:gd name="connsiteX61" fmla="*/ 336070 w 619034"/>
                <a:gd name="connsiteY61" fmla="*/ 240731 h 259248"/>
                <a:gd name="connsiteX62" fmla="*/ 355443 w 619034"/>
                <a:gd name="connsiteY62" fmla="*/ 78255 h 259248"/>
                <a:gd name="connsiteX63" fmla="*/ 334000 w 619034"/>
                <a:gd name="connsiteY63" fmla="*/ 66221 h 259248"/>
                <a:gd name="connsiteX64" fmla="*/ 325526 w 619034"/>
                <a:gd name="connsiteY64" fmla="*/ 36074 h 259248"/>
                <a:gd name="connsiteX65" fmla="*/ 370998 w 619034"/>
                <a:gd name="connsiteY65" fmla="*/ 292 h 2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19034" h="259248">
                  <a:moveTo>
                    <a:pt x="46611" y="88158"/>
                  </a:moveTo>
                  <a:cubicBezTo>
                    <a:pt x="56980" y="89615"/>
                    <a:pt x="66793" y="95028"/>
                    <a:pt x="73593" y="104051"/>
                  </a:cubicBezTo>
                  <a:cubicBezTo>
                    <a:pt x="80392" y="113074"/>
                    <a:pt x="82891" y="123999"/>
                    <a:pt x="81433" y="134369"/>
                  </a:cubicBezTo>
                  <a:lnTo>
                    <a:pt x="68953" y="155557"/>
                  </a:lnTo>
                  <a:lnTo>
                    <a:pt x="145285" y="256853"/>
                  </a:lnTo>
                  <a:lnTo>
                    <a:pt x="132060" y="259093"/>
                  </a:lnTo>
                  <a:lnTo>
                    <a:pt x="131527" y="259245"/>
                  </a:lnTo>
                  <a:lnTo>
                    <a:pt x="59028" y="163035"/>
                  </a:lnTo>
                  <a:lnTo>
                    <a:pt x="35222" y="169191"/>
                  </a:lnTo>
                  <a:cubicBezTo>
                    <a:pt x="24853" y="167734"/>
                    <a:pt x="15040" y="162321"/>
                    <a:pt x="8240" y="153298"/>
                  </a:cubicBezTo>
                  <a:cubicBezTo>
                    <a:pt x="-5359" y="135251"/>
                    <a:pt x="-1753" y="109597"/>
                    <a:pt x="16293" y="95998"/>
                  </a:cubicBezTo>
                  <a:cubicBezTo>
                    <a:pt x="25316" y="89199"/>
                    <a:pt x="36242" y="86700"/>
                    <a:pt x="46611" y="88158"/>
                  </a:cubicBezTo>
                  <a:close/>
                  <a:moveTo>
                    <a:pt x="571717" y="83576"/>
                  </a:moveTo>
                  <a:cubicBezTo>
                    <a:pt x="582059" y="81938"/>
                    <a:pt x="593026" y="84245"/>
                    <a:pt x="602166" y="90886"/>
                  </a:cubicBezTo>
                  <a:cubicBezTo>
                    <a:pt x="620447" y="104168"/>
                    <a:pt x="624500" y="129755"/>
                    <a:pt x="611218" y="148036"/>
                  </a:cubicBezTo>
                  <a:cubicBezTo>
                    <a:pt x="604577" y="157177"/>
                    <a:pt x="594860" y="162760"/>
                    <a:pt x="584518" y="164398"/>
                  </a:cubicBezTo>
                  <a:lnTo>
                    <a:pt x="560606" y="158657"/>
                  </a:lnTo>
                  <a:lnTo>
                    <a:pt x="487523" y="259248"/>
                  </a:lnTo>
                  <a:lnTo>
                    <a:pt x="486977" y="259093"/>
                  </a:lnTo>
                  <a:lnTo>
                    <a:pt x="473888" y="256876"/>
                  </a:lnTo>
                  <a:lnTo>
                    <a:pt x="550554" y="151353"/>
                  </a:lnTo>
                  <a:lnTo>
                    <a:pt x="537706" y="130387"/>
                  </a:lnTo>
                  <a:cubicBezTo>
                    <a:pt x="536068" y="120045"/>
                    <a:pt x="538375" y="109078"/>
                    <a:pt x="545016" y="99937"/>
                  </a:cubicBezTo>
                  <a:cubicBezTo>
                    <a:pt x="551657" y="90797"/>
                    <a:pt x="561375" y="85213"/>
                    <a:pt x="571717" y="83576"/>
                  </a:cubicBezTo>
                  <a:close/>
                  <a:moveTo>
                    <a:pt x="140958" y="30892"/>
                  </a:moveTo>
                  <a:cubicBezTo>
                    <a:pt x="156902" y="31038"/>
                    <a:pt x="171970" y="40556"/>
                    <a:pt x="178428" y="56224"/>
                  </a:cubicBezTo>
                  <a:cubicBezTo>
                    <a:pt x="182733" y="66670"/>
                    <a:pt x="182398" y="77872"/>
                    <a:pt x="178373" y="87539"/>
                  </a:cubicBezTo>
                  <a:lnTo>
                    <a:pt x="160955" y="104898"/>
                  </a:lnTo>
                  <a:lnTo>
                    <a:pt x="218478" y="244458"/>
                  </a:lnTo>
                  <a:lnTo>
                    <a:pt x="205914" y="246586"/>
                  </a:lnTo>
                  <a:lnTo>
                    <a:pt x="149466" y="109632"/>
                  </a:lnTo>
                  <a:lnTo>
                    <a:pt x="124877" y="109589"/>
                  </a:lnTo>
                  <a:cubicBezTo>
                    <a:pt x="115210" y="105565"/>
                    <a:pt x="107078" y="97853"/>
                    <a:pt x="102772" y="87407"/>
                  </a:cubicBezTo>
                  <a:cubicBezTo>
                    <a:pt x="94162" y="66516"/>
                    <a:pt x="104117" y="42599"/>
                    <a:pt x="125009" y="33988"/>
                  </a:cubicBezTo>
                  <a:cubicBezTo>
                    <a:pt x="130232" y="31835"/>
                    <a:pt x="135644" y="30843"/>
                    <a:pt x="140958" y="30892"/>
                  </a:cubicBezTo>
                  <a:close/>
                  <a:moveTo>
                    <a:pt x="476384" y="27964"/>
                  </a:moveTo>
                  <a:cubicBezTo>
                    <a:pt x="481697" y="27823"/>
                    <a:pt x="487126" y="28721"/>
                    <a:pt x="492385" y="30782"/>
                  </a:cubicBezTo>
                  <a:cubicBezTo>
                    <a:pt x="513424" y="39027"/>
                    <a:pt x="523796" y="62766"/>
                    <a:pt x="515551" y="83805"/>
                  </a:cubicBezTo>
                  <a:cubicBezTo>
                    <a:pt x="511428" y="94324"/>
                    <a:pt x="503432" y="102177"/>
                    <a:pt x="493837" y="106369"/>
                  </a:cubicBezTo>
                  <a:lnTo>
                    <a:pt x="469251" y="106842"/>
                  </a:lnTo>
                  <a:lnTo>
                    <a:pt x="414400" y="246802"/>
                  </a:lnTo>
                  <a:lnTo>
                    <a:pt x="401885" y="244683"/>
                  </a:lnTo>
                  <a:lnTo>
                    <a:pt x="457681" y="102307"/>
                  </a:lnTo>
                  <a:lnTo>
                    <a:pt x="439964" y="85257"/>
                  </a:lnTo>
                  <a:cubicBezTo>
                    <a:pt x="435771" y="75661"/>
                    <a:pt x="435240" y="64467"/>
                    <a:pt x="439362" y="53947"/>
                  </a:cubicBezTo>
                  <a:cubicBezTo>
                    <a:pt x="445546" y="38168"/>
                    <a:pt x="460446" y="28389"/>
                    <a:pt x="476384" y="27964"/>
                  </a:cubicBezTo>
                  <a:close/>
                  <a:moveTo>
                    <a:pt x="245846" y="1385"/>
                  </a:moveTo>
                  <a:cubicBezTo>
                    <a:pt x="268233" y="-1683"/>
                    <a:pt x="288868" y="13981"/>
                    <a:pt x="291935" y="36368"/>
                  </a:cubicBezTo>
                  <a:cubicBezTo>
                    <a:pt x="293468" y="47562"/>
                    <a:pt x="290320" y="58318"/>
                    <a:pt x="283989" y="66658"/>
                  </a:cubicBezTo>
                  <a:lnTo>
                    <a:pt x="262757" y="79065"/>
                  </a:lnTo>
                  <a:lnTo>
                    <a:pt x="284888" y="240623"/>
                  </a:lnTo>
                  <a:lnTo>
                    <a:pt x="272441" y="241320"/>
                  </a:lnTo>
                  <a:lnTo>
                    <a:pt x="250446" y="80750"/>
                  </a:lnTo>
                  <a:lnTo>
                    <a:pt x="226661" y="74510"/>
                  </a:lnTo>
                  <a:cubicBezTo>
                    <a:pt x="218321" y="68180"/>
                    <a:pt x="212395" y="58667"/>
                    <a:pt x="210862" y="47473"/>
                  </a:cubicBezTo>
                  <a:cubicBezTo>
                    <a:pt x="207796" y="25086"/>
                    <a:pt x="223458" y="4451"/>
                    <a:pt x="245846" y="1385"/>
                  </a:cubicBezTo>
                  <a:close/>
                  <a:moveTo>
                    <a:pt x="370998" y="292"/>
                  </a:moveTo>
                  <a:cubicBezTo>
                    <a:pt x="393436" y="2967"/>
                    <a:pt x="409456" y="23326"/>
                    <a:pt x="406780" y="45764"/>
                  </a:cubicBezTo>
                  <a:cubicBezTo>
                    <a:pt x="405443" y="56982"/>
                    <a:pt x="399685" y="66597"/>
                    <a:pt x="391455" y="73072"/>
                  </a:cubicBezTo>
                  <a:lnTo>
                    <a:pt x="367782" y="79727"/>
                  </a:lnTo>
                  <a:lnTo>
                    <a:pt x="348500" y="241427"/>
                  </a:lnTo>
                  <a:lnTo>
                    <a:pt x="336070" y="240731"/>
                  </a:lnTo>
                  <a:lnTo>
                    <a:pt x="355443" y="78255"/>
                  </a:lnTo>
                  <a:lnTo>
                    <a:pt x="334000" y="66221"/>
                  </a:lnTo>
                  <a:cubicBezTo>
                    <a:pt x="327525" y="57993"/>
                    <a:pt x="324189" y="47293"/>
                    <a:pt x="325526" y="36074"/>
                  </a:cubicBezTo>
                  <a:cubicBezTo>
                    <a:pt x="328201" y="13637"/>
                    <a:pt x="348560" y="-2383"/>
                    <a:pt x="370998" y="2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4" name="矩形: 圆角 23"/>
            <p:cNvSpPr/>
            <p:nvPr/>
          </p:nvSpPr>
          <p:spPr>
            <a:xfrm>
              <a:off x="956414" y="2454813"/>
              <a:ext cx="1990431" cy="1013346"/>
            </a:xfrm>
            <a:prstGeom prst="roundRect">
              <a:avLst/>
            </a:prstGeom>
            <a:ln w="57150">
              <a:solidFill>
                <a:srgbClr val="FFFFFF"/>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请输入文本</a:t>
              </a:r>
              <a:endParaRPr lang="zh-CN" altLang="en-US" sz="1600" dirty="0">
                <a:cs typeface="+mn-ea"/>
                <a:sym typeface="+mn-lt"/>
              </a:endParaRPr>
            </a:p>
          </p:txBody>
        </p:sp>
      </p:grpSp>
      <p:grpSp>
        <p:nvGrpSpPr>
          <p:cNvPr id="3" name="组合 2"/>
          <p:cNvGrpSpPr/>
          <p:nvPr/>
        </p:nvGrpSpPr>
        <p:grpSpPr>
          <a:xfrm>
            <a:off x="3576785" y="1074939"/>
            <a:ext cx="1990431" cy="2393220"/>
            <a:chOff x="3576785" y="1074939"/>
            <a:chExt cx="1990431" cy="2393220"/>
          </a:xfrm>
        </p:grpSpPr>
        <p:sp>
          <p:nvSpPr>
            <p:cNvPr id="27" name="同心圆 3"/>
            <p:cNvSpPr/>
            <p:nvPr/>
          </p:nvSpPr>
          <p:spPr>
            <a:xfrm>
              <a:off x="4142696" y="1074939"/>
              <a:ext cx="858609" cy="858610"/>
            </a:xfrm>
            <a:prstGeom prst="donut">
              <a:avLst>
                <a:gd name="adj" fmla="val 273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accent1"/>
                  </a:solidFill>
                  <a:cs typeface="+mn-ea"/>
                  <a:sym typeface="+mn-lt"/>
                </a:rPr>
                <a:t>B</a:t>
              </a:r>
              <a:endParaRPr lang="zh-CN" altLang="en-US" sz="1600" dirty="0">
                <a:solidFill>
                  <a:schemeClr val="accent1"/>
                </a:solidFill>
                <a:cs typeface="+mn-ea"/>
                <a:sym typeface="+mn-lt"/>
              </a:endParaRPr>
            </a:p>
          </p:txBody>
        </p:sp>
        <p:sp>
          <p:nvSpPr>
            <p:cNvPr id="28" name="任意多边形 4"/>
            <p:cNvSpPr/>
            <p:nvPr/>
          </p:nvSpPr>
          <p:spPr>
            <a:xfrm>
              <a:off x="4011494" y="2038294"/>
              <a:ext cx="1121012" cy="469473"/>
            </a:xfrm>
            <a:custGeom>
              <a:avLst/>
              <a:gdLst>
                <a:gd name="connsiteX0" fmla="*/ 46611 w 619034"/>
                <a:gd name="connsiteY0" fmla="*/ 88158 h 259248"/>
                <a:gd name="connsiteX1" fmla="*/ 73593 w 619034"/>
                <a:gd name="connsiteY1" fmla="*/ 104051 h 259248"/>
                <a:gd name="connsiteX2" fmla="*/ 81433 w 619034"/>
                <a:gd name="connsiteY2" fmla="*/ 134369 h 259248"/>
                <a:gd name="connsiteX3" fmla="*/ 68953 w 619034"/>
                <a:gd name="connsiteY3" fmla="*/ 155557 h 259248"/>
                <a:gd name="connsiteX4" fmla="*/ 145285 w 619034"/>
                <a:gd name="connsiteY4" fmla="*/ 256853 h 259248"/>
                <a:gd name="connsiteX5" fmla="*/ 132060 w 619034"/>
                <a:gd name="connsiteY5" fmla="*/ 259093 h 259248"/>
                <a:gd name="connsiteX6" fmla="*/ 131527 w 619034"/>
                <a:gd name="connsiteY6" fmla="*/ 259245 h 259248"/>
                <a:gd name="connsiteX7" fmla="*/ 59028 w 619034"/>
                <a:gd name="connsiteY7" fmla="*/ 163035 h 259248"/>
                <a:gd name="connsiteX8" fmla="*/ 35222 w 619034"/>
                <a:gd name="connsiteY8" fmla="*/ 169191 h 259248"/>
                <a:gd name="connsiteX9" fmla="*/ 8240 w 619034"/>
                <a:gd name="connsiteY9" fmla="*/ 153298 h 259248"/>
                <a:gd name="connsiteX10" fmla="*/ 16293 w 619034"/>
                <a:gd name="connsiteY10" fmla="*/ 95998 h 259248"/>
                <a:gd name="connsiteX11" fmla="*/ 46611 w 619034"/>
                <a:gd name="connsiteY11" fmla="*/ 88158 h 259248"/>
                <a:gd name="connsiteX12" fmla="*/ 571717 w 619034"/>
                <a:gd name="connsiteY12" fmla="*/ 83576 h 259248"/>
                <a:gd name="connsiteX13" fmla="*/ 602166 w 619034"/>
                <a:gd name="connsiteY13" fmla="*/ 90886 h 259248"/>
                <a:gd name="connsiteX14" fmla="*/ 611218 w 619034"/>
                <a:gd name="connsiteY14" fmla="*/ 148036 h 259248"/>
                <a:gd name="connsiteX15" fmla="*/ 584518 w 619034"/>
                <a:gd name="connsiteY15" fmla="*/ 164398 h 259248"/>
                <a:gd name="connsiteX16" fmla="*/ 560606 w 619034"/>
                <a:gd name="connsiteY16" fmla="*/ 158657 h 259248"/>
                <a:gd name="connsiteX17" fmla="*/ 487523 w 619034"/>
                <a:gd name="connsiteY17" fmla="*/ 259248 h 259248"/>
                <a:gd name="connsiteX18" fmla="*/ 486977 w 619034"/>
                <a:gd name="connsiteY18" fmla="*/ 259093 h 259248"/>
                <a:gd name="connsiteX19" fmla="*/ 473888 w 619034"/>
                <a:gd name="connsiteY19" fmla="*/ 256876 h 259248"/>
                <a:gd name="connsiteX20" fmla="*/ 550554 w 619034"/>
                <a:gd name="connsiteY20" fmla="*/ 151353 h 259248"/>
                <a:gd name="connsiteX21" fmla="*/ 537706 w 619034"/>
                <a:gd name="connsiteY21" fmla="*/ 130387 h 259248"/>
                <a:gd name="connsiteX22" fmla="*/ 545016 w 619034"/>
                <a:gd name="connsiteY22" fmla="*/ 99937 h 259248"/>
                <a:gd name="connsiteX23" fmla="*/ 571717 w 619034"/>
                <a:gd name="connsiteY23" fmla="*/ 83576 h 259248"/>
                <a:gd name="connsiteX24" fmla="*/ 140958 w 619034"/>
                <a:gd name="connsiteY24" fmla="*/ 30892 h 259248"/>
                <a:gd name="connsiteX25" fmla="*/ 178428 w 619034"/>
                <a:gd name="connsiteY25" fmla="*/ 56224 h 259248"/>
                <a:gd name="connsiteX26" fmla="*/ 178373 w 619034"/>
                <a:gd name="connsiteY26" fmla="*/ 87539 h 259248"/>
                <a:gd name="connsiteX27" fmla="*/ 160955 w 619034"/>
                <a:gd name="connsiteY27" fmla="*/ 104898 h 259248"/>
                <a:gd name="connsiteX28" fmla="*/ 218478 w 619034"/>
                <a:gd name="connsiteY28" fmla="*/ 244458 h 259248"/>
                <a:gd name="connsiteX29" fmla="*/ 205914 w 619034"/>
                <a:gd name="connsiteY29" fmla="*/ 246586 h 259248"/>
                <a:gd name="connsiteX30" fmla="*/ 149466 w 619034"/>
                <a:gd name="connsiteY30" fmla="*/ 109632 h 259248"/>
                <a:gd name="connsiteX31" fmla="*/ 124877 w 619034"/>
                <a:gd name="connsiteY31" fmla="*/ 109589 h 259248"/>
                <a:gd name="connsiteX32" fmla="*/ 102772 w 619034"/>
                <a:gd name="connsiteY32" fmla="*/ 87407 h 259248"/>
                <a:gd name="connsiteX33" fmla="*/ 125009 w 619034"/>
                <a:gd name="connsiteY33" fmla="*/ 33988 h 259248"/>
                <a:gd name="connsiteX34" fmla="*/ 140958 w 619034"/>
                <a:gd name="connsiteY34" fmla="*/ 30892 h 259248"/>
                <a:gd name="connsiteX35" fmla="*/ 476384 w 619034"/>
                <a:gd name="connsiteY35" fmla="*/ 27964 h 259248"/>
                <a:gd name="connsiteX36" fmla="*/ 492385 w 619034"/>
                <a:gd name="connsiteY36" fmla="*/ 30782 h 259248"/>
                <a:gd name="connsiteX37" fmla="*/ 515551 w 619034"/>
                <a:gd name="connsiteY37" fmla="*/ 83805 h 259248"/>
                <a:gd name="connsiteX38" fmla="*/ 493837 w 619034"/>
                <a:gd name="connsiteY38" fmla="*/ 106369 h 259248"/>
                <a:gd name="connsiteX39" fmla="*/ 469251 w 619034"/>
                <a:gd name="connsiteY39" fmla="*/ 106842 h 259248"/>
                <a:gd name="connsiteX40" fmla="*/ 414400 w 619034"/>
                <a:gd name="connsiteY40" fmla="*/ 246802 h 259248"/>
                <a:gd name="connsiteX41" fmla="*/ 401885 w 619034"/>
                <a:gd name="connsiteY41" fmla="*/ 244683 h 259248"/>
                <a:gd name="connsiteX42" fmla="*/ 457681 w 619034"/>
                <a:gd name="connsiteY42" fmla="*/ 102307 h 259248"/>
                <a:gd name="connsiteX43" fmla="*/ 439964 w 619034"/>
                <a:gd name="connsiteY43" fmla="*/ 85257 h 259248"/>
                <a:gd name="connsiteX44" fmla="*/ 439362 w 619034"/>
                <a:gd name="connsiteY44" fmla="*/ 53947 h 259248"/>
                <a:gd name="connsiteX45" fmla="*/ 476384 w 619034"/>
                <a:gd name="connsiteY45" fmla="*/ 27964 h 259248"/>
                <a:gd name="connsiteX46" fmla="*/ 245846 w 619034"/>
                <a:gd name="connsiteY46" fmla="*/ 1385 h 259248"/>
                <a:gd name="connsiteX47" fmla="*/ 291935 w 619034"/>
                <a:gd name="connsiteY47" fmla="*/ 36368 h 259248"/>
                <a:gd name="connsiteX48" fmla="*/ 283989 w 619034"/>
                <a:gd name="connsiteY48" fmla="*/ 66658 h 259248"/>
                <a:gd name="connsiteX49" fmla="*/ 262757 w 619034"/>
                <a:gd name="connsiteY49" fmla="*/ 79065 h 259248"/>
                <a:gd name="connsiteX50" fmla="*/ 284888 w 619034"/>
                <a:gd name="connsiteY50" fmla="*/ 240623 h 259248"/>
                <a:gd name="connsiteX51" fmla="*/ 272441 w 619034"/>
                <a:gd name="connsiteY51" fmla="*/ 241320 h 259248"/>
                <a:gd name="connsiteX52" fmla="*/ 250446 w 619034"/>
                <a:gd name="connsiteY52" fmla="*/ 80750 h 259248"/>
                <a:gd name="connsiteX53" fmla="*/ 226661 w 619034"/>
                <a:gd name="connsiteY53" fmla="*/ 74510 h 259248"/>
                <a:gd name="connsiteX54" fmla="*/ 210862 w 619034"/>
                <a:gd name="connsiteY54" fmla="*/ 47473 h 259248"/>
                <a:gd name="connsiteX55" fmla="*/ 245846 w 619034"/>
                <a:gd name="connsiteY55" fmla="*/ 1385 h 259248"/>
                <a:gd name="connsiteX56" fmla="*/ 370998 w 619034"/>
                <a:gd name="connsiteY56" fmla="*/ 292 h 259248"/>
                <a:gd name="connsiteX57" fmla="*/ 406780 w 619034"/>
                <a:gd name="connsiteY57" fmla="*/ 45764 h 259248"/>
                <a:gd name="connsiteX58" fmla="*/ 391455 w 619034"/>
                <a:gd name="connsiteY58" fmla="*/ 73072 h 259248"/>
                <a:gd name="connsiteX59" fmla="*/ 367782 w 619034"/>
                <a:gd name="connsiteY59" fmla="*/ 79727 h 259248"/>
                <a:gd name="connsiteX60" fmla="*/ 348500 w 619034"/>
                <a:gd name="connsiteY60" fmla="*/ 241427 h 259248"/>
                <a:gd name="connsiteX61" fmla="*/ 336070 w 619034"/>
                <a:gd name="connsiteY61" fmla="*/ 240731 h 259248"/>
                <a:gd name="connsiteX62" fmla="*/ 355443 w 619034"/>
                <a:gd name="connsiteY62" fmla="*/ 78255 h 259248"/>
                <a:gd name="connsiteX63" fmla="*/ 334000 w 619034"/>
                <a:gd name="connsiteY63" fmla="*/ 66221 h 259248"/>
                <a:gd name="connsiteX64" fmla="*/ 325526 w 619034"/>
                <a:gd name="connsiteY64" fmla="*/ 36074 h 259248"/>
                <a:gd name="connsiteX65" fmla="*/ 370998 w 619034"/>
                <a:gd name="connsiteY65" fmla="*/ 292 h 2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19034" h="259248">
                  <a:moveTo>
                    <a:pt x="46611" y="88158"/>
                  </a:moveTo>
                  <a:cubicBezTo>
                    <a:pt x="56980" y="89615"/>
                    <a:pt x="66793" y="95028"/>
                    <a:pt x="73593" y="104051"/>
                  </a:cubicBezTo>
                  <a:cubicBezTo>
                    <a:pt x="80392" y="113074"/>
                    <a:pt x="82891" y="123999"/>
                    <a:pt x="81433" y="134369"/>
                  </a:cubicBezTo>
                  <a:lnTo>
                    <a:pt x="68953" y="155557"/>
                  </a:lnTo>
                  <a:lnTo>
                    <a:pt x="145285" y="256853"/>
                  </a:lnTo>
                  <a:lnTo>
                    <a:pt x="132060" y="259093"/>
                  </a:lnTo>
                  <a:lnTo>
                    <a:pt x="131527" y="259245"/>
                  </a:lnTo>
                  <a:lnTo>
                    <a:pt x="59028" y="163035"/>
                  </a:lnTo>
                  <a:lnTo>
                    <a:pt x="35222" y="169191"/>
                  </a:lnTo>
                  <a:cubicBezTo>
                    <a:pt x="24853" y="167734"/>
                    <a:pt x="15040" y="162321"/>
                    <a:pt x="8240" y="153298"/>
                  </a:cubicBezTo>
                  <a:cubicBezTo>
                    <a:pt x="-5359" y="135251"/>
                    <a:pt x="-1753" y="109597"/>
                    <a:pt x="16293" y="95998"/>
                  </a:cubicBezTo>
                  <a:cubicBezTo>
                    <a:pt x="25316" y="89199"/>
                    <a:pt x="36242" y="86700"/>
                    <a:pt x="46611" y="88158"/>
                  </a:cubicBezTo>
                  <a:close/>
                  <a:moveTo>
                    <a:pt x="571717" y="83576"/>
                  </a:moveTo>
                  <a:cubicBezTo>
                    <a:pt x="582059" y="81938"/>
                    <a:pt x="593026" y="84245"/>
                    <a:pt x="602166" y="90886"/>
                  </a:cubicBezTo>
                  <a:cubicBezTo>
                    <a:pt x="620447" y="104168"/>
                    <a:pt x="624500" y="129755"/>
                    <a:pt x="611218" y="148036"/>
                  </a:cubicBezTo>
                  <a:cubicBezTo>
                    <a:pt x="604577" y="157177"/>
                    <a:pt x="594860" y="162760"/>
                    <a:pt x="584518" y="164398"/>
                  </a:cubicBezTo>
                  <a:lnTo>
                    <a:pt x="560606" y="158657"/>
                  </a:lnTo>
                  <a:lnTo>
                    <a:pt x="487523" y="259248"/>
                  </a:lnTo>
                  <a:lnTo>
                    <a:pt x="486977" y="259093"/>
                  </a:lnTo>
                  <a:lnTo>
                    <a:pt x="473888" y="256876"/>
                  </a:lnTo>
                  <a:lnTo>
                    <a:pt x="550554" y="151353"/>
                  </a:lnTo>
                  <a:lnTo>
                    <a:pt x="537706" y="130387"/>
                  </a:lnTo>
                  <a:cubicBezTo>
                    <a:pt x="536068" y="120045"/>
                    <a:pt x="538375" y="109078"/>
                    <a:pt x="545016" y="99937"/>
                  </a:cubicBezTo>
                  <a:cubicBezTo>
                    <a:pt x="551657" y="90797"/>
                    <a:pt x="561375" y="85213"/>
                    <a:pt x="571717" y="83576"/>
                  </a:cubicBezTo>
                  <a:close/>
                  <a:moveTo>
                    <a:pt x="140958" y="30892"/>
                  </a:moveTo>
                  <a:cubicBezTo>
                    <a:pt x="156902" y="31038"/>
                    <a:pt x="171970" y="40556"/>
                    <a:pt x="178428" y="56224"/>
                  </a:cubicBezTo>
                  <a:cubicBezTo>
                    <a:pt x="182733" y="66670"/>
                    <a:pt x="182398" y="77872"/>
                    <a:pt x="178373" y="87539"/>
                  </a:cubicBezTo>
                  <a:lnTo>
                    <a:pt x="160955" y="104898"/>
                  </a:lnTo>
                  <a:lnTo>
                    <a:pt x="218478" y="244458"/>
                  </a:lnTo>
                  <a:lnTo>
                    <a:pt x="205914" y="246586"/>
                  </a:lnTo>
                  <a:lnTo>
                    <a:pt x="149466" y="109632"/>
                  </a:lnTo>
                  <a:lnTo>
                    <a:pt x="124877" y="109589"/>
                  </a:lnTo>
                  <a:cubicBezTo>
                    <a:pt x="115210" y="105565"/>
                    <a:pt x="107078" y="97853"/>
                    <a:pt x="102772" y="87407"/>
                  </a:cubicBezTo>
                  <a:cubicBezTo>
                    <a:pt x="94162" y="66516"/>
                    <a:pt x="104117" y="42599"/>
                    <a:pt x="125009" y="33988"/>
                  </a:cubicBezTo>
                  <a:cubicBezTo>
                    <a:pt x="130232" y="31835"/>
                    <a:pt x="135644" y="30843"/>
                    <a:pt x="140958" y="30892"/>
                  </a:cubicBezTo>
                  <a:close/>
                  <a:moveTo>
                    <a:pt x="476384" y="27964"/>
                  </a:moveTo>
                  <a:cubicBezTo>
                    <a:pt x="481697" y="27823"/>
                    <a:pt x="487126" y="28721"/>
                    <a:pt x="492385" y="30782"/>
                  </a:cubicBezTo>
                  <a:cubicBezTo>
                    <a:pt x="513424" y="39027"/>
                    <a:pt x="523796" y="62766"/>
                    <a:pt x="515551" y="83805"/>
                  </a:cubicBezTo>
                  <a:cubicBezTo>
                    <a:pt x="511428" y="94324"/>
                    <a:pt x="503432" y="102177"/>
                    <a:pt x="493837" y="106369"/>
                  </a:cubicBezTo>
                  <a:lnTo>
                    <a:pt x="469251" y="106842"/>
                  </a:lnTo>
                  <a:lnTo>
                    <a:pt x="414400" y="246802"/>
                  </a:lnTo>
                  <a:lnTo>
                    <a:pt x="401885" y="244683"/>
                  </a:lnTo>
                  <a:lnTo>
                    <a:pt x="457681" y="102307"/>
                  </a:lnTo>
                  <a:lnTo>
                    <a:pt x="439964" y="85257"/>
                  </a:lnTo>
                  <a:cubicBezTo>
                    <a:pt x="435771" y="75661"/>
                    <a:pt x="435240" y="64467"/>
                    <a:pt x="439362" y="53947"/>
                  </a:cubicBezTo>
                  <a:cubicBezTo>
                    <a:pt x="445546" y="38168"/>
                    <a:pt x="460446" y="28389"/>
                    <a:pt x="476384" y="27964"/>
                  </a:cubicBezTo>
                  <a:close/>
                  <a:moveTo>
                    <a:pt x="245846" y="1385"/>
                  </a:moveTo>
                  <a:cubicBezTo>
                    <a:pt x="268233" y="-1683"/>
                    <a:pt x="288868" y="13981"/>
                    <a:pt x="291935" y="36368"/>
                  </a:cubicBezTo>
                  <a:cubicBezTo>
                    <a:pt x="293468" y="47562"/>
                    <a:pt x="290320" y="58318"/>
                    <a:pt x="283989" y="66658"/>
                  </a:cubicBezTo>
                  <a:lnTo>
                    <a:pt x="262757" y="79065"/>
                  </a:lnTo>
                  <a:lnTo>
                    <a:pt x="284888" y="240623"/>
                  </a:lnTo>
                  <a:lnTo>
                    <a:pt x="272441" y="241320"/>
                  </a:lnTo>
                  <a:lnTo>
                    <a:pt x="250446" y="80750"/>
                  </a:lnTo>
                  <a:lnTo>
                    <a:pt x="226661" y="74510"/>
                  </a:lnTo>
                  <a:cubicBezTo>
                    <a:pt x="218321" y="68180"/>
                    <a:pt x="212395" y="58667"/>
                    <a:pt x="210862" y="47473"/>
                  </a:cubicBezTo>
                  <a:cubicBezTo>
                    <a:pt x="207796" y="25086"/>
                    <a:pt x="223458" y="4451"/>
                    <a:pt x="245846" y="1385"/>
                  </a:cubicBezTo>
                  <a:close/>
                  <a:moveTo>
                    <a:pt x="370998" y="292"/>
                  </a:moveTo>
                  <a:cubicBezTo>
                    <a:pt x="393436" y="2967"/>
                    <a:pt x="409456" y="23326"/>
                    <a:pt x="406780" y="45764"/>
                  </a:cubicBezTo>
                  <a:cubicBezTo>
                    <a:pt x="405443" y="56982"/>
                    <a:pt x="399685" y="66597"/>
                    <a:pt x="391455" y="73072"/>
                  </a:cubicBezTo>
                  <a:lnTo>
                    <a:pt x="367782" y="79727"/>
                  </a:lnTo>
                  <a:lnTo>
                    <a:pt x="348500" y="241427"/>
                  </a:lnTo>
                  <a:lnTo>
                    <a:pt x="336070" y="240731"/>
                  </a:lnTo>
                  <a:lnTo>
                    <a:pt x="355443" y="78255"/>
                  </a:lnTo>
                  <a:lnTo>
                    <a:pt x="334000" y="66221"/>
                  </a:lnTo>
                  <a:cubicBezTo>
                    <a:pt x="327525" y="57993"/>
                    <a:pt x="324189" y="47293"/>
                    <a:pt x="325526" y="36074"/>
                  </a:cubicBezTo>
                  <a:cubicBezTo>
                    <a:pt x="328201" y="13637"/>
                    <a:pt x="348560" y="-2383"/>
                    <a:pt x="370998" y="2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0" name="矩形: 圆角 29"/>
            <p:cNvSpPr/>
            <p:nvPr/>
          </p:nvSpPr>
          <p:spPr>
            <a:xfrm>
              <a:off x="3576785" y="2454813"/>
              <a:ext cx="1990431" cy="1013346"/>
            </a:xfrm>
            <a:prstGeom prst="roundRect">
              <a:avLst/>
            </a:prstGeom>
            <a:ln w="57150">
              <a:solidFill>
                <a:srgbClr val="FFFFFF"/>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请输入文本</a:t>
              </a:r>
              <a:endParaRPr lang="zh-CN" altLang="en-US" sz="1600" dirty="0">
                <a:cs typeface="+mn-ea"/>
                <a:sym typeface="+mn-lt"/>
              </a:endParaRPr>
            </a:p>
          </p:txBody>
        </p:sp>
      </p:grpSp>
      <p:grpSp>
        <p:nvGrpSpPr>
          <p:cNvPr id="4" name="组合 3"/>
          <p:cNvGrpSpPr/>
          <p:nvPr/>
        </p:nvGrpSpPr>
        <p:grpSpPr>
          <a:xfrm>
            <a:off x="6197155" y="1074939"/>
            <a:ext cx="1990431" cy="2393220"/>
            <a:chOff x="6197155" y="1074939"/>
            <a:chExt cx="1990431" cy="2393220"/>
          </a:xfrm>
        </p:grpSpPr>
        <p:sp>
          <p:nvSpPr>
            <p:cNvPr id="31" name="同心圆 3"/>
            <p:cNvSpPr/>
            <p:nvPr/>
          </p:nvSpPr>
          <p:spPr>
            <a:xfrm>
              <a:off x="6763066" y="1074939"/>
              <a:ext cx="858609" cy="858610"/>
            </a:xfrm>
            <a:prstGeom prst="donut">
              <a:avLst>
                <a:gd name="adj" fmla="val 273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accent1"/>
                  </a:solidFill>
                  <a:cs typeface="+mn-ea"/>
                  <a:sym typeface="+mn-lt"/>
                </a:rPr>
                <a:t>C</a:t>
              </a:r>
              <a:endParaRPr lang="zh-CN" altLang="en-US" sz="1600" dirty="0">
                <a:solidFill>
                  <a:schemeClr val="accent1"/>
                </a:solidFill>
                <a:cs typeface="+mn-ea"/>
                <a:sym typeface="+mn-lt"/>
              </a:endParaRPr>
            </a:p>
          </p:txBody>
        </p:sp>
        <p:sp>
          <p:nvSpPr>
            <p:cNvPr id="32" name="任意多边形 4"/>
            <p:cNvSpPr/>
            <p:nvPr/>
          </p:nvSpPr>
          <p:spPr>
            <a:xfrm>
              <a:off x="6631864" y="2038294"/>
              <a:ext cx="1121012" cy="469473"/>
            </a:xfrm>
            <a:custGeom>
              <a:avLst/>
              <a:gdLst>
                <a:gd name="connsiteX0" fmla="*/ 46611 w 619034"/>
                <a:gd name="connsiteY0" fmla="*/ 88158 h 259248"/>
                <a:gd name="connsiteX1" fmla="*/ 73593 w 619034"/>
                <a:gd name="connsiteY1" fmla="*/ 104051 h 259248"/>
                <a:gd name="connsiteX2" fmla="*/ 81433 w 619034"/>
                <a:gd name="connsiteY2" fmla="*/ 134369 h 259248"/>
                <a:gd name="connsiteX3" fmla="*/ 68953 w 619034"/>
                <a:gd name="connsiteY3" fmla="*/ 155557 h 259248"/>
                <a:gd name="connsiteX4" fmla="*/ 145285 w 619034"/>
                <a:gd name="connsiteY4" fmla="*/ 256853 h 259248"/>
                <a:gd name="connsiteX5" fmla="*/ 132060 w 619034"/>
                <a:gd name="connsiteY5" fmla="*/ 259093 h 259248"/>
                <a:gd name="connsiteX6" fmla="*/ 131527 w 619034"/>
                <a:gd name="connsiteY6" fmla="*/ 259245 h 259248"/>
                <a:gd name="connsiteX7" fmla="*/ 59028 w 619034"/>
                <a:gd name="connsiteY7" fmla="*/ 163035 h 259248"/>
                <a:gd name="connsiteX8" fmla="*/ 35222 w 619034"/>
                <a:gd name="connsiteY8" fmla="*/ 169191 h 259248"/>
                <a:gd name="connsiteX9" fmla="*/ 8240 w 619034"/>
                <a:gd name="connsiteY9" fmla="*/ 153298 h 259248"/>
                <a:gd name="connsiteX10" fmla="*/ 16293 w 619034"/>
                <a:gd name="connsiteY10" fmla="*/ 95998 h 259248"/>
                <a:gd name="connsiteX11" fmla="*/ 46611 w 619034"/>
                <a:gd name="connsiteY11" fmla="*/ 88158 h 259248"/>
                <a:gd name="connsiteX12" fmla="*/ 571717 w 619034"/>
                <a:gd name="connsiteY12" fmla="*/ 83576 h 259248"/>
                <a:gd name="connsiteX13" fmla="*/ 602166 w 619034"/>
                <a:gd name="connsiteY13" fmla="*/ 90886 h 259248"/>
                <a:gd name="connsiteX14" fmla="*/ 611218 w 619034"/>
                <a:gd name="connsiteY14" fmla="*/ 148036 h 259248"/>
                <a:gd name="connsiteX15" fmla="*/ 584518 w 619034"/>
                <a:gd name="connsiteY15" fmla="*/ 164398 h 259248"/>
                <a:gd name="connsiteX16" fmla="*/ 560606 w 619034"/>
                <a:gd name="connsiteY16" fmla="*/ 158657 h 259248"/>
                <a:gd name="connsiteX17" fmla="*/ 487523 w 619034"/>
                <a:gd name="connsiteY17" fmla="*/ 259248 h 259248"/>
                <a:gd name="connsiteX18" fmla="*/ 486977 w 619034"/>
                <a:gd name="connsiteY18" fmla="*/ 259093 h 259248"/>
                <a:gd name="connsiteX19" fmla="*/ 473888 w 619034"/>
                <a:gd name="connsiteY19" fmla="*/ 256876 h 259248"/>
                <a:gd name="connsiteX20" fmla="*/ 550554 w 619034"/>
                <a:gd name="connsiteY20" fmla="*/ 151353 h 259248"/>
                <a:gd name="connsiteX21" fmla="*/ 537706 w 619034"/>
                <a:gd name="connsiteY21" fmla="*/ 130387 h 259248"/>
                <a:gd name="connsiteX22" fmla="*/ 545016 w 619034"/>
                <a:gd name="connsiteY22" fmla="*/ 99937 h 259248"/>
                <a:gd name="connsiteX23" fmla="*/ 571717 w 619034"/>
                <a:gd name="connsiteY23" fmla="*/ 83576 h 259248"/>
                <a:gd name="connsiteX24" fmla="*/ 140958 w 619034"/>
                <a:gd name="connsiteY24" fmla="*/ 30892 h 259248"/>
                <a:gd name="connsiteX25" fmla="*/ 178428 w 619034"/>
                <a:gd name="connsiteY25" fmla="*/ 56224 h 259248"/>
                <a:gd name="connsiteX26" fmla="*/ 178373 w 619034"/>
                <a:gd name="connsiteY26" fmla="*/ 87539 h 259248"/>
                <a:gd name="connsiteX27" fmla="*/ 160955 w 619034"/>
                <a:gd name="connsiteY27" fmla="*/ 104898 h 259248"/>
                <a:gd name="connsiteX28" fmla="*/ 218478 w 619034"/>
                <a:gd name="connsiteY28" fmla="*/ 244458 h 259248"/>
                <a:gd name="connsiteX29" fmla="*/ 205914 w 619034"/>
                <a:gd name="connsiteY29" fmla="*/ 246586 h 259248"/>
                <a:gd name="connsiteX30" fmla="*/ 149466 w 619034"/>
                <a:gd name="connsiteY30" fmla="*/ 109632 h 259248"/>
                <a:gd name="connsiteX31" fmla="*/ 124877 w 619034"/>
                <a:gd name="connsiteY31" fmla="*/ 109589 h 259248"/>
                <a:gd name="connsiteX32" fmla="*/ 102772 w 619034"/>
                <a:gd name="connsiteY32" fmla="*/ 87407 h 259248"/>
                <a:gd name="connsiteX33" fmla="*/ 125009 w 619034"/>
                <a:gd name="connsiteY33" fmla="*/ 33988 h 259248"/>
                <a:gd name="connsiteX34" fmla="*/ 140958 w 619034"/>
                <a:gd name="connsiteY34" fmla="*/ 30892 h 259248"/>
                <a:gd name="connsiteX35" fmla="*/ 476384 w 619034"/>
                <a:gd name="connsiteY35" fmla="*/ 27964 h 259248"/>
                <a:gd name="connsiteX36" fmla="*/ 492385 w 619034"/>
                <a:gd name="connsiteY36" fmla="*/ 30782 h 259248"/>
                <a:gd name="connsiteX37" fmla="*/ 515551 w 619034"/>
                <a:gd name="connsiteY37" fmla="*/ 83805 h 259248"/>
                <a:gd name="connsiteX38" fmla="*/ 493837 w 619034"/>
                <a:gd name="connsiteY38" fmla="*/ 106369 h 259248"/>
                <a:gd name="connsiteX39" fmla="*/ 469251 w 619034"/>
                <a:gd name="connsiteY39" fmla="*/ 106842 h 259248"/>
                <a:gd name="connsiteX40" fmla="*/ 414400 w 619034"/>
                <a:gd name="connsiteY40" fmla="*/ 246802 h 259248"/>
                <a:gd name="connsiteX41" fmla="*/ 401885 w 619034"/>
                <a:gd name="connsiteY41" fmla="*/ 244683 h 259248"/>
                <a:gd name="connsiteX42" fmla="*/ 457681 w 619034"/>
                <a:gd name="connsiteY42" fmla="*/ 102307 h 259248"/>
                <a:gd name="connsiteX43" fmla="*/ 439964 w 619034"/>
                <a:gd name="connsiteY43" fmla="*/ 85257 h 259248"/>
                <a:gd name="connsiteX44" fmla="*/ 439362 w 619034"/>
                <a:gd name="connsiteY44" fmla="*/ 53947 h 259248"/>
                <a:gd name="connsiteX45" fmla="*/ 476384 w 619034"/>
                <a:gd name="connsiteY45" fmla="*/ 27964 h 259248"/>
                <a:gd name="connsiteX46" fmla="*/ 245846 w 619034"/>
                <a:gd name="connsiteY46" fmla="*/ 1385 h 259248"/>
                <a:gd name="connsiteX47" fmla="*/ 291935 w 619034"/>
                <a:gd name="connsiteY47" fmla="*/ 36368 h 259248"/>
                <a:gd name="connsiteX48" fmla="*/ 283989 w 619034"/>
                <a:gd name="connsiteY48" fmla="*/ 66658 h 259248"/>
                <a:gd name="connsiteX49" fmla="*/ 262757 w 619034"/>
                <a:gd name="connsiteY49" fmla="*/ 79065 h 259248"/>
                <a:gd name="connsiteX50" fmla="*/ 284888 w 619034"/>
                <a:gd name="connsiteY50" fmla="*/ 240623 h 259248"/>
                <a:gd name="connsiteX51" fmla="*/ 272441 w 619034"/>
                <a:gd name="connsiteY51" fmla="*/ 241320 h 259248"/>
                <a:gd name="connsiteX52" fmla="*/ 250446 w 619034"/>
                <a:gd name="connsiteY52" fmla="*/ 80750 h 259248"/>
                <a:gd name="connsiteX53" fmla="*/ 226661 w 619034"/>
                <a:gd name="connsiteY53" fmla="*/ 74510 h 259248"/>
                <a:gd name="connsiteX54" fmla="*/ 210862 w 619034"/>
                <a:gd name="connsiteY54" fmla="*/ 47473 h 259248"/>
                <a:gd name="connsiteX55" fmla="*/ 245846 w 619034"/>
                <a:gd name="connsiteY55" fmla="*/ 1385 h 259248"/>
                <a:gd name="connsiteX56" fmla="*/ 370998 w 619034"/>
                <a:gd name="connsiteY56" fmla="*/ 292 h 259248"/>
                <a:gd name="connsiteX57" fmla="*/ 406780 w 619034"/>
                <a:gd name="connsiteY57" fmla="*/ 45764 h 259248"/>
                <a:gd name="connsiteX58" fmla="*/ 391455 w 619034"/>
                <a:gd name="connsiteY58" fmla="*/ 73072 h 259248"/>
                <a:gd name="connsiteX59" fmla="*/ 367782 w 619034"/>
                <a:gd name="connsiteY59" fmla="*/ 79727 h 259248"/>
                <a:gd name="connsiteX60" fmla="*/ 348500 w 619034"/>
                <a:gd name="connsiteY60" fmla="*/ 241427 h 259248"/>
                <a:gd name="connsiteX61" fmla="*/ 336070 w 619034"/>
                <a:gd name="connsiteY61" fmla="*/ 240731 h 259248"/>
                <a:gd name="connsiteX62" fmla="*/ 355443 w 619034"/>
                <a:gd name="connsiteY62" fmla="*/ 78255 h 259248"/>
                <a:gd name="connsiteX63" fmla="*/ 334000 w 619034"/>
                <a:gd name="connsiteY63" fmla="*/ 66221 h 259248"/>
                <a:gd name="connsiteX64" fmla="*/ 325526 w 619034"/>
                <a:gd name="connsiteY64" fmla="*/ 36074 h 259248"/>
                <a:gd name="connsiteX65" fmla="*/ 370998 w 619034"/>
                <a:gd name="connsiteY65" fmla="*/ 292 h 2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19034" h="259248">
                  <a:moveTo>
                    <a:pt x="46611" y="88158"/>
                  </a:moveTo>
                  <a:cubicBezTo>
                    <a:pt x="56980" y="89615"/>
                    <a:pt x="66793" y="95028"/>
                    <a:pt x="73593" y="104051"/>
                  </a:cubicBezTo>
                  <a:cubicBezTo>
                    <a:pt x="80392" y="113074"/>
                    <a:pt x="82891" y="123999"/>
                    <a:pt x="81433" y="134369"/>
                  </a:cubicBezTo>
                  <a:lnTo>
                    <a:pt x="68953" y="155557"/>
                  </a:lnTo>
                  <a:lnTo>
                    <a:pt x="145285" y="256853"/>
                  </a:lnTo>
                  <a:lnTo>
                    <a:pt x="132060" y="259093"/>
                  </a:lnTo>
                  <a:lnTo>
                    <a:pt x="131527" y="259245"/>
                  </a:lnTo>
                  <a:lnTo>
                    <a:pt x="59028" y="163035"/>
                  </a:lnTo>
                  <a:lnTo>
                    <a:pt x="35222" y="169191"/>
                  </a:lnTo>
                  <a:cubicBezTo>
                    <a:pt x="24853" y="167734"/>
                    <a:pt x="15040" y="162321"/>
                    <a:pt x="8240" y="153298"/>
                  </a:cubicBezTo>
                  <a:cubicBezTo>
                    <a:pt x="-5359" y="135251"/>
                    <a:pt x="-1753" y="109597"/>
                    <a:pt x="16293" y="95998"/>
                  </a:cubicBezTo>
                  <a:cubicBezTo>
                    <a:pt x="25316" y="89199"/>
                    <a:pt x="36242" y="86700"/>
                    <a:pt x="46611" y="88158"/>
                  </a:cubicBezTo>
                  <a:close/>
                  <a:moveTo>
                    <a:pt x="571717" y="83576"/>
                  </a:moveTo>
                  <a:cubicBezTo>
                    <a:pt x="582059" y="81938"/>
                    <a:pt x="593026" y="84245"/>
                    <a:pt x="602166" y="90886"/>
                  </a:cubicBezTo>
                  <a:cubicBezTo>
                    <a:pt x="620447" y="104168"/>
                    <a:pt x="624500" y="129755"/>
                    <a:pt x="611218" y="148036"/>
                  </a:cubicBezTo>
                  <a:cubicBezTo>
                    <a:pt x="604577" y="157177"/>
                    <a:pt x="594860" y="162760"/>
                    <a:pt x="584518" y="164398"/>
                  </a:cubicBezTo>
                  <a:lnTo>
                    <a:pt x="560606" y="158657"/>
                  </a:lnTo>
                  <a:lnTo>
                    <a:pt x="487523" y="259248"/>
                  </a:lnTo>
                  <a:lnTo>
                    <a:pt x="486977" y="259093"/>
                  </a:lnTo>
                  <a:lnTo>
                    <a:pt x="473888" y="256876"/>
                  </a:lnTo>
                  <a:lnTo>
                    <a:pt x="550554" y="151353"/>
                  </a:lnTo>
                  <a:lnTo>
                    <a:pt x="537706" y="130387"/>
                  </a:lnTo>
                  <a:cubicBezTo>
                    <a:pt x="536068" y="120045"/>
                    <a:pt x="538375" y="109078"/>
                    <a:pt x="545016" y="99937"/>
                  </a:cubicBezTo>
                  <a:cubicBezTo>
                    <a:pt x="551657" y="90797"/>
                    <a:pt x="561375" y="85213"/>
                    <a:pt x="571717" y="83576"/>
                  </a:cubicBezTo>
                  <a:close/>
                  <a:moveTo>
                    <a:pt x="140958" y="30892"/>
                  </a:moveTo>
                  <a:cubicBezTo>
                    <a:pt x="156902" y="31038"/>
                    <a:pt x="171970" y="40556"/>
                    <a:pt x="178428" y="56224"/>
                  </a:cubicBezTo>
                  <a:cubicBezTo>
                    <a:pt x="182733" y="66670"/>
                    <a:pt x="182398" y="77872"/>
                    <a:pt x="178373" y="87539"/>
                  </a:cubicBezTo>
                  <a:lnTo>
                    <a:pt x="160955" y="104898"/>
                  </a:lnTo>
                  <a:lnTo>
                    <a:pt x="218478" y="244458"/>
                  </a:lnTo>
                  <a:lnTo>
                    <a:pt x="205914" y="246586"/>
                  </a:lnTo>
                  <a:lnTo>
                    <a:pt x="149466" y="109632"/>
                  </a:lnTo>
                  <a:lnTo>
                    <a:pt x="124877" y="109589"/>
                  </a:lnTo>
                  <a:cubicBezTo>
                    <a:pt x="115210" y="105565"/>
                    <a:pt x="107078" y="97853"/>
                    <a:pt x="102772" y="87407"/>
                  </a:cubicBezTo>
                  <a:cubicBezTo>
                    <a:pt x="94162" y="66516"/>
                    <a:pt x="104117" y="42599"/>
                    <a:pt x="125009" y="33988"/>
                  </a:cubicBezTo>
                  <a:cubicBezTo>
                    <a:pt x="130232" y="31835"/>
                    <a:pt x="135644" y="30843"/>
                    <a:pt x="140958" y="30892"/>
                  </a:cubicBezTo>
                  <a:close/>
                  <a:moveTo>
                    <a:pt x="476384" y="27964"/>
                  </a:moveTo>
                  <a:cubicBezTo>
                    <a:pt x="481697" y="27823"/>
                    <a:pt x="487126" y="28721"/>
                    <a:pt x="492385" y="30782"/>
                  </a:cubicBezTo>
                  <a:cubicBezTo>
                    <a:pt x="513424" y="39027"/>
                    <a:pt x="523796" y="62766"/>
                    <a:pt x="515551" y="83805"/>
                  </a:cubicBezTo>
                  <a:cubicBezTo>
                    <a:pt x="511428" y="94324"/>
                    <a:pt x="503432" y="102177"/>
                    <a:pt x="493837" y="106369"/>
                  </a:cubicBezTo>
                  <a:lnTo>
                    <a:pt x="469251" y="106842"/>
                  </a:lnTo>
                  <a:lnTo>
                    <a:pt x="414400" y="246802"/>
                  </a:lnTo>
                  <a:lnTo>
                    <a:pt x="401885" y="244683"/>
                  </a:lnTo>
                  <a:lnTo>
                    <a:pt x="457681" y="102307"/>
                  </a:lnTo>
                  <a:lnTo>
                    <a:pt x="439964" y="85257"/>
                  </a:lnTo>
                  <a:cubicBezTo>
                    <a:pt x="435771" y="75661"/>
                    <a:pt x="435240" y="64467"/>
                    <a:pt x="439362" y="53947"/>
                  </a:cubicBezTo>
                  <a:cubicBezTo>
                    <a:pt x="445546" y="38168"/>
                    <a:pt x="460446" y="28389"/>
                    <a:pt x="476384" y="27964"/>
                  </a:cubicBezTo>
                  <a:close/>
                  <a:moveTo>
                    <a:pt x="245846" y="1385"/>
                  </a:moveTo>
                  <a:cubicBezTo>
                    <a:pt x="268233" y="-1683"/>
                    <a:pt x="288868" y="13981"/>
                    <a:pt x="291935" y="36368"/>
                  </a:cubicBezTo>
                  <a:cubicBezTo>
                    <a:pt x="293468" y="47562"/>
                    <a:pt x="290320" y="58318"/>
                    <a:pt x="283989" y="66658"/>
                  </a:cubicBezTo>
                  <a:lnTo>
                    <a:pt x="262757" y="79065"/>
                  </a:lnTo>
                  <a:lnTo>
                    <a:pt x="284888" y="240623"/>
                  </a:lnTo>
                  <a:lnTo>
                    <a:pt x="272441" y="241320"/>
                  </a:lnTo>
                  <a:lnTo>
                    <a:pt x="250446" y="80750"/>
                  </a:lnTo>
                  <a:lnTo>
                    <a:pt x="226661" y="74510"/>
                  </a:lnTo>
                  <a:cubicBezTo>
                    <a:pt x="218321" y="68180"/>
                    <a:pt x="212395" y="58667"/>
                    <a:pt x="210862" y="47473"/>
                  </a:cubicBezTo>
                  <a:cubicBezTo>
                    <a:pt x="207796" y="25086"/>
                    <a:pt x="223458" y="4451"/>
                    <a:pt x="245846" y="1385"/>
                  </a:cubicBezTo>
                  <a:close/>
                  <a:moveTo>
                    <a:pt x="370998" y="292"/>
                  </a:moveTo>
                  <a:cubicBezTo>
                    <a:pt x="393436" y="2967"/>
                    <a:pt x="409456" y="23326"/>
                    <a:pt x="406780" y="45764"/>
                  </a:cubicBezTo>
                  <a:cubicBezTo>
                    <a:pt x="405443" y="56982"/>
                    <a:pt x="399685" y="66597"/>
                    <a:pt x="391455" y="73072"/>
                  </a:cubicBezTo>
                  <a:lnTo>
                    <a:pt x="367782" y="79727"/>
                  </a:lnTo>
                  <a:lnTo>
                    <a:pt x="348500" y="241427"/>
                  </a:lnTo>
                  <a:lnTo>
                    <a:pt x="336070" y="240731"/>
                  </a:lnTo>
                  <a:lnTo>
                    <a:pt x="355443" y="78255"/>
                  </a:lnTo>
                  <a:lnTo>
                    <a:pt x="334000" y="66221"/>
                  </a:lnTo>
                  <a:cubicBezTo>
                    <a:pt x="327525" y="57993"/>
                    <a:pt x="324189" y="47293"/>
                    <a:pt x="325526" y="36074"/>
                  </a:cubicBezTo>
                  <a:cubicBezTo>
                    <a:pt x="328201" y="13637"/>
                    <a:pt x="348560" y="-2383"/>
                    <a:pt x="370998" y="2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3" name="矩形: 圆角 32"/>
            <p:cNvSpPr/>
            <p:nvPr/>
          </p:nvSpPr>
          <p:spPr>
            <a:xfrm>
              <a:off x="6197155" y="2454813"/>
              <a:ext cx="1990431" cy="1013346"/>
            </a:xfrm>
            <a:prstGeom prst="roundRect">
              <a:avLst/>
            </a:prstGeom>
            <a:ln w="57150">
              <a:solidFill>
                <a:srgbClr val="FFFFFF"/>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请输入文本</a:t>
              </a:r>
              <a:endParaRPr lang="zh-CN" altLang="en-US" sz="1600" dirty="0">
                <a:cs typeface="+mn-ea"/>
                <a:sym typeface="+mn-lt"/>
              </a:endParaRPr>
            </a:p>
          </p:txBody>
        </p:sp>
      </p:grpSp>
      <p:sp>
        <p:nvSpPr>
          <p:cNvPr id="34" name="矩形 33"/>
          <p:cNvSpPr/>
          <p:nvPr/>
        </p:nvSpPr>
        <p:spPr>
          <a:xfrm>
            <a:off x="852097" y="3562065"/>
            <a:ext cx="7439807" cy="1448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请输入文本请输入文本请输入文本请输入文本请输入文本请输入文本请输入文本请输入文本请输亮亮图文旗舰店  https://liangliangtuwen.tmall.com</a:t>
            </a:r>
            <a:endParaRPr lang="zh-CN" altLang="en-US" dirty="0">
              <a:solidFill>
                <a:schemeClr val="tx1"/>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83724" y="1459583"/>
            <a:ext cx="1925786" cy="2185626"/>
            <a:chOff x="421824" y="1688183"/>
            <a:chExt cx="1925786" cy="2185626"/>
          </a:xfrm>
        </p:grpSpPr>
        <p:sp>
          <p:nvSpPr>
            <p:cNvPr id="21" name="KSO_Shape"/>
            <p:cNvSpPr/>
            <p:nvPr/>
          </p:nvSpPr>
          <p:spPr>
            <a:xfrm rot="20932375">
              <a:off x="1213655"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5">
                <a:solidFill>
                  <a:srgbClr val="FFFFFF"/>
                </a:solidFill>
                <a:cs typeface="+mn-ea"/>
                <a:sym typeface="+mn-lt"/>
              </a:endParaRPr>
            </a:p>
          </p:txBody>
        </p:sp>
        <p:sp>
          <p:nvSpPr>
            <p:cNvPr id="14" name="矩形: 圆角 13"/>
            <p:cNvSpPr/>
            <p:nvPr/>
          </p:nvSpPr>
          <p:spPr>
            <a:xfrm>
              <a:off x="421824"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4" name="组合 3"/>
          <p:cNvGrpSpPr/>
          <p:nvPr/>
        </p:nvGrpSpPr>
        <p:grpSpPr>
          <a:xfrm>
            <a:off x="2508580" y="1459583"/>
            <a:ext cx="1925786" cy="2185626"/>
            <a:chOff x="2546680" y="1688183"/>
            <a:chExt cx="1925786" cy="2185626"/>
          </a:xfrm>
        </p:grpSpPr>
        <p:sp>
          <p:nvSpPr>
            <p:cNvPr id="26" name="KSO_Shape"/>
            <p:cNvSpPr/>
            <p:nvPr/>
          </p:nvSpPr>
          <p:spPr>
            <a:xfrm rot="20932375">
              <a:off x="3338511"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5">
                <a:solidFill>
                  <a:srgbClr val="FFFFFF"/>
                </a:solidFill>
                <a:cs typeface="+mn-ea"/>
                <a:sym typeface="+mn-lt"/>
              </a:endParaRPr>
            </a:p>
          </p:txBody>
        </p:sp>
        <p:sp>
          <p:nvSpPr>
            <p:cNvPr id="27" name="矩形: 圆角 26"/>
            <p:cNvSpPr/>
            <p:nvPr/>
          </p:nvSpPr>
          <p:spPr>
            <a:xfrm>
              <a:off x="2546680"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5" name="组合 4"/>
          <p:cNvGrpSpPr/>
          <p:nvPr/>
        </p:nvGrpSpPr>
        <p:grpSpPr>
          <a:xfrm>
            <a:off x="4633435" y="1459583"/>
            <a:ext cx="1925786" cy="2185626"/>
            <a:chOff x="4671535" y="1688183"/>
            <a:chExt cx="1925786" cy="2185626"/>
          </a:xfrm>
        </p:grpSpPr>
        <p:sp>
          <p:nvSpPr>
            <p:cNvPr id="29" name="KSO_Shape"/>
            <p:cNvSpPr/>
            <p:nvPr/>
          </p:nvSpPr>
          <p:spPr>
            <a:xfrm rot="20932375">
              <a:off x="5463367"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5">
                <a:solidFill>
                  <a:srgbClr val="FFFFFF"/>
                </a:solidFill>
                <a:cs typeface="+mn-ea"/>
                <a:sym typeface="+mn-lt"/>
              </a:endParaRPr>
            </a:p>
          </p:txBody>
        </p:sp>
        <p:sp>
          <p:nvSpPr>
            <p:cNvPr id="30" name="矩形: 圆角 29"/>
            <p:cNvSpPr/>
            <p:nvPr/>
          </p:nvSpPr>
          <p:spPr>
            <a:xfrm>
              <a:off x="4671535"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6" name="组合 5"/>
          <p:cNvGrpSpPr/>
          <p:nvPr/>
        </p:nvGrpSpPr>
        <p:grpSpPr>
          <a:xfrm>
            <a:off x="6758291" y="1459583"/>
            <a:ext cx="1925786" cy="2185626"/>
            <a:chOff x="6796391" y="1688183"/>
            <a:chExt cx="1925786" cy="2185626"/>
          </a:xfrm>
        </p:grpSpPr>
        <p:sp>
          <p:nvSpPr>
            <p:cNvPr id="32" name="KSO_Shape"/>
            <p:cNvSpPr/>
            <p:nvPr/>
          </p:nvSpPr>
          <p:spPr>
            <a:xfrm rot="20932375">
              <a:off x="7588222"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5">
                <a:solidFill>
                  <a:srgbClr val="FFFFFF"/>
                </a:solidFill>
                <a:cs typeface="+mn-ea"/>
                <a:sym typeface="+mn-lt"/>
              </a:endParaRPr>
            </a:p>
          </p:txBody>
        </p:sp>
        <p:sp>
          <p:nvSpPr>
            <p:cNvPr id="33" name="矩形: 圆角 32"/>
            <p:cNvSpPr/>
            <p:nvPr/>
          </p:nvSpPr>
          <p:spPr>
            <a:xfrm>
              <a:off x="6796391"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7" name="组合 6"/>
          <p:cNvGrpSpPr/>
          <p:nvPr/>
        </p:nvGrpSpPr>
        <p:grpSpPr>
          <a:xfrm>
            <a:off x="771412" y="3971835"/>
            <a:ext cx="7524977" cy="436496"/>
            <a:chOff x="809512" y="4200435"/>
            <a:chExt cx="7524977" cy="436496"/>
          </a:xfrm>
        </p:grpSpPr>
        <p:sp>
          <p:nvSpPr>
            <p:cNvPr id="25" name="矩形 24"/>
            <p:cNvSpPr/>
            <p:nvPr/>
          </p:nvSpPr>
          <p:spPr>
            <a:xfrm>
              <a:off x="809512"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2015</a:t>
              </a:r>
              <a:endParaRPr lang="zh-CN" altLang="zh-CN" sz="2400" dirty="0">
                <a:solidFill>
                  <a:schemeClr val="tx1"/>
                </a:solidFill>
                <a:cs typeface="+mn-ea"/>
                <a:sym typeface="+mn-lt"/>
              </a:endParaRPr>
            </a:p>
          </p:txBody>
        </p:sp>
        <p:sp>
          <p:nvSpPr>
            <p:cNvPr id="28" name="矩形 27"/>
            <p:cNvSpPr/>
            <p:nvPr/>
          </p:nvSpPr>
          <p:spPr>
            <a:xfrm>
              <a:off x="2934368"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2016</a:t>
              </a:r>
              <a:endParaRPr lang="zh-CN" altLang="zh-CN" sz="2400" dirty="0">
                <a:solidFill>
                  <a:schemeClr val="tx1"/>
                </a:solidFill>
                <a:cs typeface="+mn-ea"/>
                <a:sym typeface="+mn-lt"/>
              </a:endParaRPr>
            </a:p>
          </p:txBody>
        </p:sp>
        <p:sp>
          <p:nvSpPr>
            <p:cNvPr id="31" name="矩形 30"/>
            <p:cNvSpPr/>
            <p:nvPr/>
          </p:nvSpPr>
          <p:spPr>
            <a:xfrm>
              <a:off x="5059223"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2017</a:t>
              </a:r>
              <a:endParaRPr lang="zh-CN" altLang="zh-CN" sz="2400" dirty="0">
                <a:solidFill>
                  <a:schemeClr val="tx1"/>
                </a:solidFill>
                <a:cs typeface="+mn-ea"/>
                <a:sym typeface="+mn-lt"/>
              </a:endParaRPr>
            </a:p>
          </p:txBody>
        </p:sp>
        <p:sp>
          <p:nvSpPr>
            <p:cNvPr id="34" name="矩形 33"/>
            <p:cNvSpPr/>
            <p:nvPr/>
          </p:nvSpPr>
          <p:spPr>
            <a:xfrm>
              <a:off x="7184079"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2018</a:t>
              </a:r>
              <a:endParaRPr lang="zh-CN" altLang="zh-CN" sz="2400" dirty="0">
                <a:solidFill>
                  <a:schemeClr val="tx1"/>
                </a:solidFill>
                <a:cs typeface="+mn-ea"/>
                <a:sym typeface="+mn-lt"/>
              </a:endParaRPr>
            </a:p>
          </p:txBody>
        </p:sp>
        <p:sp>
          <p:nvSpPr>
            <p:cNvPr id="35" name="AutoShape 8"/>
            <p:cNvSpPr>
              <a:spLocks noChangeArrowheads="1"/>
            </p:cNvSpPr>
            <p:nvPr/>
          </p:nvSpPr>
          <p:spPr bwMode="auto">
            <a:xfrm rot="21599018">
              <a:off x="2355574" y="4290662"/>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36" name="AutoShape 8"/>
            <p:cNvSpPr>
              <a:spLocks noChangeArrowheads="1"/>
            </p:cNvSpPr>
            <p:nvPr/>
          </p:nvSpPr>
          <p:spPr bwMode="auto">
            <a:xfrm rot="21599018">
              <a:off x="4480430" y="4290662"/>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37" name="AutoShape 8"/>
            <p:cNvSpPr>
              <a:spLocks noChangeArrowheads="1"/>
            </p:cNvSpPr>
            <p:nvPr/>
          </p:nvSpPr>
          <p:spPr bwMode="auto">
            <a:xfrm rot="21599018">
              <a:off x="6605285" y="4290662"/>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Scale>
                                      <p:cBhvr>
                                        <p:cTn id="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3"/>
                                        </p:tgtEl>
                                        <p:attrNameLst>
                                          <p:attrName>ppt_x</p:attrName>
                                          <p:attrName>ppt_y</p:attrName>
                                        </p:attrNameLst>
                                      </p:cBhvr>
                                    </p:animMotion>
                                    <p:animEffect transition="in" filter="fade">
                                      <p:cBhvr>
                                        <p:cTn id="9" dur="1000"/>
                                        <p:tgtEl>
                                          <p:spTgt spid="3"/>
                                        </p:tgtEl>
                                      </p:cBhvr>
                                    </p:animEffect>
                                  </p:childTnLst>
                                </p:cTn>
                              </p:par>
                              <p:par>
                                <p:cTn id="10" presetID="52" presetClass="entr" presetSubtype="0" fill="hold" nodeType="withEffect">
                                  <p:stCondLst>
                                    <p:cond delay="300"/>
                                  </p:stCondLst>
                                  <p:childTnLst>
                                    <p:set>
                                      <p:cBhvr>
                                        <p:cTn id="11" dur="1" fill="hold">
                                          <p:stCondLst>
                                            <p:cond delay="0"/>
                                          </p:stCondLst>
                                        </p:cTn>
                                        <p:tgtEl>
                                          <p:spTgt spid="4"/>
                                        </p:tgtEl>
                                        <p:attrNameLst>
                                          <p:attrName>style.visibility</p:attrName>
                                        </p:attrNameLst>
                                      </p:cBhvr>
                                      <p:to>
                                        <p:strVal val="visible"/>
                                      </p:to>
                                    </p:set>
                                    <p:animScale>
                                      <p:cBhvr>
                                        <p:cTn id="12"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4"/>
                                        </p:tgtEl>
                                        <p:attrNameLst>
                                          <p:attrName>ppt_x</p:attrName>
                                          <p:attrName>ppt_y</p:attrName>
                                        </p:attrNameLst>
                                      </p:cBhvr>
                                    </p:animMotion>
                                    <p:animEffect transition="in" filter="fade">
                                      <p:cBhvr>
                                        <p:cTn id="14" dur="1000"/>
                                        <p:tgtEl>
                                          <p:spTgt spid="4"/>
                                        </p:tgtEl>
                                      </p:cBhvr>
                                    </p:animEffect>
                                  </p:childTnLst>
                                </p:cTn>
                              </p:par>
                              <p:par>
                                <p:cTn id="15" presetID="52" presetClass="entr" presetSubtype="0" fill="hold" nodeType="withEffect">
                                  <p:stCondLst>
                                    <p:cond delay="600"/>
                                  </p:stCondLst>
                                  <p:childTnLst>
                                    <p:set>
                                      <p:cBhvr>
                                        <p:cTn id="16" dur="1" fill="hold">
                                          <p:stCondLst>
                                            <p:cond delay="0"/>
                                          </p:stCondLst>
                                        </p:cTn>
                                        <p:tgtEl>
                                          <p:spTgt spid="5"/>
                                        </p:tgtEl>
                                        <p:attrNameLst>
                                          <p:attrName>style.visibility</p:attrName>
                                        </p:attrNameLst>
                                      </p:cBhvr>
                                      <p:to>
                                        <p:strVal val="visible"/>
                                      </p:to>
                                    </p:set>
                                    <p:animScale>
                                      <p:cBhvr>
                                        <p:cTn id="1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5"/>
                                        </p:tgtEl>
                                        <p:attrNameLst>
                                          <p:attrName>ppt_x</p:attrName>
                                          <p:attrName>ppt_y</p:attrName>
                                        </p:attrNameLst>
                                      </p:cBhvr>
                                    </p:animMotion>
                                    <p:animEffect transition="in" filter="fade">
                                      <p:cBhvr>
                                        <p:cTn id="19" dur="1000"/>
                                        <p:tgtEl>
                                          <p:spTgt spid="5"/>
                                        </p:tgtEl>
                                      </p:cBhvr>
                                    </p:animEffect>
                                  </p:childTnLst>
                                </p:cTn>
                              </p:par>
                              <p:par>
                                <p:cTn id="20" presetID="52" presetClass="entr" presetSubtype="0" fill="hold" nodeType="withEffect">
                                  <p:stCondLst>
                                    <p:cond delay="900"/>
                                  </p:stCondLst>
                                  <p:childTnLst>
                                    <p:set>
                                      <p:cBhvr>
                                        <p:cTn id="21" dur="1" fill="hold">
                                          <p:stCondLst>
                                            <p:cond delay="0"/>
                                          </p:stCondLst>
                                        </p:cTn>
                                        <p:tgtEl>
                                          <p:spTgt spid="6"/>
                                        </p:tgtEl>
                                        <p:attrNameLst>
                                          <p:attrName>style.visibility</p:attrName>
                                        </p:attrNameLst>
                                      </p:cBhvr>
                                      <p:to>
                                        <p:strVal val="visible"/>
                                      </p:to>
                                    </p:set>
                                    <p:animScale>
                                      <p:cBhvr>
                                        <p:cTn id="2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6"/>
                                        </p:tgtEl>
                                        <p:attrNameLst>
                                          <p:attrName>ppt_x</p:attrName>
                                          <p:attrName>ppt_y</p:attrName>
                                        </p:attrNameLst>
                                      </p:cBhvr>
                                    </p:animMotion>
                                    <p:animEffect transition="in" filter="fade">
                                      <p:cBhvr>
                                        <p:cTn id="24" dur="1000"/>
                                        <p:tgtEl>
                                          <p:spTgt spid="6"/>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39598" y="1849191"/>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sp>
        <p:nvSpPr>
          <p:cNvPr id="21" name="矩形 20"/>
          <p:cNvSpPr/>
          <p:nvPr/>
        </p:nvSpPr>
        <p:spPr>
          <a:xfrm>
            <a:off x="6627778" y="1849191"/>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亮亮图文旗舰店  https://liangliangtuwen.tmall.com</a:t>
            </a:r>
            <a:endParaRPr lang="zh-CN" altLang="en-US" dirty="0">
              <a:solidFill>
                <a:schemeClr val="tx1"/>
              </a:solidFill>
              <a:cs typeface="+mn-ea"/>
              <a:sym typeface="+mn-lt"/>
            </a:endParaRPr>
          </a:p>
        </p:txBody>
      </p:sp>
      <p:sp>
        <p:nvSpPr>
          <p:cNvPr id="22" name="矩形 21"/>
          <p:cNvSpPr/>
          <p:nvPr/>
        </p:nvSpPr>
        <p:spPr>
          <a:xfrm>
            <a:off x="639598" y="3414934"/>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sp>
        <p:nvSpPr>
          <p:cNvPr id="23" name="矩形 22"/>
          <p:cNvSpPr/>
          <p:nvPr/>
        </p:nvSpPr>
        <p:spPr>
          <a:xfrm>
            <a:off x="6627778" y="3414934"/>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nvGrpSpPr>
          <p:cNvPr id="5" name="组合 4"/>
          <p:cNvGrpSpPr/>
          <p:nvPr/>
        </p:nvGrpSpPr>
        <p:grpSpPr>
          <a:xfrm>
            <a:off x="4685370" y="3277312"/>
            <a:ext cx="1306475" cy="1306475"/>
            <a:chOff x="4690536" y="3277312"/>
            <a:chExt cx="1306475" cy="1306475"/>
          </a:xfrm>
        </p:grpSpPr>
        <p:sp>
          <p:nvSpPr>
            <p:cNvPr id="14" name="矩形 13"/>
            <p:cNvSpPr/>
            <p:nvPr/>
          </p:nvSpPr>
          <p:spPr>
            <a:xfrm>
              <a:off x="4690536" y="3277312"/>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24" name="KSO_Shape"/>
            <p:cNvSpPr/>
            <p:nvPr/>
          </p:nvSpPr>
          <p:spPr bwMode="auto">
            <a:xfrm flipH="1">
              <a:off x="4921560" y="3591372"/>
              <a:ext cx="844427" cy="678356"/>
            </a:xfrm>
            <a:custGeom>
              <a:avLst/>
              <a:gdLst>
                <a:gd name="T0" fmla="*/ 2147483646 w 288"/>
                <a:gd name="T1" fmla="*/ 0 h 232"/>
                <a:gd name="T2" fmla="*/ 0 w 288"/>
                <a:gd name="T3" fmla="*/ 2147483646 h 232"/>
                <a:gd name="T4" fmla="*/ 2147483646 w 288"/>
                <a:gd name="T5" fmla="*/ 2147483646 h 232"/>
                <a:gd name="T6" fmla="*/ 2147483646 w 288"/>
                <a:gd name="T7" fmla="*/ 2147483646 h 232"/>
                <a:gd name="T8" fmla="*/ 2147483646 w 288"/>
                <a:gd name="T9" fmla="*/ 2147483646 h 232"/>
                <a:gd name="T10" fmla="*/ 2147483646 w 288"/>
                <a:gd name="T11" fmla="*/ 2147483646 h 232"/>
                <a:gd name="T12" fmla="*/ 2147483646 w 288"/>
                <a:gd name="T13" fmla="*/ 2147483646 h 232"/>
                <a:gd name="T14" fmla="*/ 2147483646 w 288"/>
                <a:gd name="T15" fmla="*/ 0 h 232"/>
                <a:gd name="T16" fmla="*/ 2147483646 w 288"/>
                <a:gd name="T17" fmla="*/ 2147483646 h 232"/>
                <a:gd name="T18" fmla="*/ 2147483646 w 288"/>
                <a:gd name="T19" fmla="*/ 2147483646 h 232"/>
                <a:gd name="T20" fmla="*/ 2147483646 w 288"/>
                <a:gd name="T21" fmla="*/ 2147483646 h 232"/>
                <a:gd name="T22" fmla="*/ 2147483646 w 288"/>
                <a:gd name="T23" fmla="*/ 2147483646 h 232"/>
                <a:gd name="T24" fmla="*/ 2147483646 w 288"/>
                <a:gd name="T25" fmla="*/ 2147483646 h 232"/>
                <a:gd name="T26" fmla="*/ 2147483646 w 288"/>
                <a:gd name="T27" fmla="*/ 2147483646 h 232"/>
                <a:gd name="T28" fmla="*/ 2147483646 w 288"/>
                <a:gd name="T29" fmla="*/ 2147483646 h 232"/>
                <a:gd name="T30" fmla="*/ 2147483646 w 288"/>
                <a:gd name="T31" fmla="*/ 2147483646 h 232"/>
                <a:gd name="T32" fmla="*/ 2147483646 w 288"/>
                <a:gd name="T33" fmla="*/ 2147483646 h 232"/>
                <a:gd name="T34" fmla="*/ 2147483646 w 288"/>
                <a:gd name="T35" fmla="*/ 2147483646 h 232"/>
                <a:gd name="T36" fmla="*/ 2147483646 w 288"/>
                <a:gd name="T37" fmla="*/ 2147483646 h 232"/>
                <a:gd name="T38" fmla="*/ 2147483646 w 288"/>
                <a:gd name="T39" fmla="*/ 2147483646 h 232"/>
                <a:gd name="T40" fmla="*/ 2147483646 w 288"/>
                <a:gd name="T41" fmla="*/ 2147483646 h 232"/>
                <a:gd name="T42" fmla="*/ 2147483646 w 288"/>
                <a:gd name="T43" fmla="*/ 2147483646 h 232"/>
                <a:gd name="T44" fmla="*/ 2147483646 w 288"/>
                <a:gd name="T45" fmla="*/ 2147483646 h 232"/>
                <a:gd name="T46" fmla="*/ 2147483646 w 288"/>
                <a:gd name="T47" fmla="*/ 2147483646 h 232"/>
                <a:gd name="T48" fmla="*/ 2147483646 w 288"/>
                <a:gd name="T49" fmla="*/ 2147483646 h 232"/>
                <a:gd name="T50" fmla="*/ 2147483646 w 288"/>
                <a:gd name="T51" fmla="*/ 2147483646 h 232"/>
                <a:gd name="T52" fmla="*/ 2147483646 w 288"/>
                <a:gd name="T53" fmla="*/ 2147483646 h 232"/>
                <a:gd name="T54" fmla="*/ 2147483646 w 288"/>
                <a:gd name="T55" fmla="*/ 2147483646 h 232"/>
                <a:gd name="T56" fmla="*/ 2147483646 w 288"/>
                <a:gd name="T57" fmla="*/ 2147483646 h 232"/>
                <a:gd name="T58" fmla="*/ 2147483646 w 288"/>
                <a:gd name="T59" fmla="*/ 2147483646 h 232"/>
                <a:gd name="T60" fmla="*/ 2147483646 w 288"/>
                <a:gd name="T61" fmla="*/ 2147483646 h 232"/>
                <a:gd name="T62" fmla="*/ 2147483646 w 288"/>
                <a:gd name="T63" fmla="*/ 2147483646 h 232"/>
                <a:gd name="T64" fmla="*/ 2147483646 w 288"/>
                <a:gd name="T65" fmla="*/ 2147483646 h 232"/>
                <a:gd name="T66" fmla="*/ 2147483646 w 288"/>
                <a:gd name="T67" fmla="*/ 2147483646 h 232"/>
                <a:gd name="T68" fmla="*/ 2147483646 w 288"/>
                <a:gd name="T69" fmla="*/ 2147483646 h 232"/>
                <a:gd name="T70" fmla="*/ 2147483646 w 288"/>
                <a:gd name="T71" fmla="*/ 2147483646 h 232"/>
                <a:gd name="T72" fmla="*/ 2147483646 w 288"/>
                <a:gd name="T73" fmla="*/ 2147483646 h 232"/>
                <a:gd name="T74" fmla="*/ 2147483646 w 288"/>
                <a:gd name="T75" fmla="*/ 2147483646 h 23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8" h="232">
                  <a:moveTo>
                    <a:pt x="144" y="0"/>
                  </a:moveTo>
                  <a:cubicBezTo>
                    <a:pt x="64" y="0"/>
                    <a:pt x="0" y="52"/>
                    <a:pt x="0" y="116"/>
                  </a:cubicBezTo>
                  <a:cubicBezTo>
                    <a:pt x="0" y="152"/>
                    <a:pt x="14" y="160"/>
                    <a:pt x="33" y="160"/>
                  </a:cubicBezTo>
                  <a:cubicBezTo>
                    <a:pt x="49" y="160"/>
                    <a:pt x="67" y="154"/>
                    <a:pt x="84" y="154"/>
                  </a:cubicBezTo>
                  <a:cubicBezTo>
                    <a:pt x="95" y="154"/>
                    <a:pt x="105" y="157"/>
                    <a:pt x="112" y="165"/>
                  </a:cubicBezTo>
                  <a:cubicBezTo>
                    <a:pt x="135" y="189"/>
                    <a:pt x="64" y="232"/>
                    <a:pt x="144" y="232"/>
                  </a:cubicBezTo>
                  <a:cubicBezTo>
                    <a:pt x="224" y="232"/>
                    <a:pt x="288" y="180"/>
                    <a:pt x="288" y="116"/>
                  </a:cubicBezTo>
                  <a:cubicBezTo>
                    <a:pt x="288" y="52"/>
                    <a:pt x="224" y="0"/>
                    <a:pt x="144" y="0"/>
                  </a:cubicBezTo>
                  <a:close/>
                  <a:moveTo>
                    <a:pt x="60" y="104"/>
                  </a:moveTo>
                  <a:cubicBezTo>
                    <a:pt x="49" y="104"/>
                    <a:pt x="40" y="95"/>
                    <a:pt x="40" y="84"/>
                  </a:cubicBezTo>
                  <a:cubicBezTo>
                    <a:pt x="40" y="73"/>
                    <a:pt x="49" y="64"/>
                    <a:pt x="60" y="64"/>
                  </a:cubicBezTo>
                  <a:cubicBezTo>
                    <a:pt x="71" y="64"/>
                    <a:pt x="80" y="73"/>
                    <a:pt x="80" y="84"/>
                  </a:cubicBezTo>
                  <a:cubicBezTo>
                    <a:pt x="80" y="95"/>
                    <a:pt x="71" y="104"/>
                    <a:pt x="60" y="104"/>
                  </a:cubicBezTo>
                  <a:close/>
                  <a:moveTo>
                    <a:pt x="116" y="64"/>
                  </a:moveTo>
                  <a:cubicBezTo>
                    <a:pt x="105" y="64"/>
                    <a:pt x="96" y="55"/>
                    <a:pt x="96" y="44"/>
                  </a:cubicBezTo>
                  <a:cubicBezTo>
                    <a:pt x="96" y="33"/>
                    <a:pt x="105" y="24"/>
                    <a:pt x="116" y="24"/>
                  </a:cubicBezTo>
                  <a:cubicBezTo>
                    <a:pt x="127" y="24"/>
                    <a:pt x="136" y="33"/>
                    <a:pt x="136" y="44"/>
                  </a:cubicBezTo>
                  <a:cubicBezTo>
                    <a:pt x="136" y="55"/>
                    <a:pt x="127" y="64"/>
                    <a:pt x="116" y="64"/>
                  </a:cubicBezTo>
                  <a:close/>
                  <a:moveTo>
                    <a:pt x="164" y="216"/>
                  </a:moveTo>
                  <a:cubicBezTo>
                    <a:pt x="149" y="216"/>
                    <a:pt x="136" y="207"/>
                    <a:pt x="136" y="196"/>
                  </a:cubicBezTo>
                  <a:cubicBezTo>
                    <a:pt x="136" y="185"/>
                    <a:pt x="149" y="176"/>
                    <a:pt x="164" y="176"/>
                  </a:cubicBezTo>
                  <a:cubicBezTo>
                    <a:pt x="179" y="176"/>
                    <a:pt x="192" y="185"/>
                    <a:pt x="192" y="196"/>
                  </a:cubicBezTo>
                  <a:cubicBezTo>
                    <a:pt x="192" y="207"/>
                    <a:pt x="179" y="216"/>
                    <a:pt x="164" y="216"/>
                  </a:cubicBezTo>
                  <a:close/>
                  <a:moveTo>
                    <a:pt x="172" y="64"/>
                  </a:moveTo>
                  <a:cubicBezTo>
                    <a:pt x="161" y="64"/>
                    <a:pt x="152" y="55"/>
                    <a:pt x="152" y="44"/>
                  </a:cubicBezTo>
                  <a:cubicBezTo>
                    <a:pt x="152" y="33"/>
                    <a:pt x="161" y="24"/>
                    <a:pt x="172" y="24"/>
                  </a:cubicBezTo>
                  <a:cubicBezTo>
                    <a:pt x="183" y="24"/>
                    <a:pt x="192" y="33"/>
                    <a:pt x="192" y="44"/>
                  </a:cubicBezTo>
                  <a:cubicBezTo>
                    <a:pt x="192" y="55"/>
                    <a:pt x="183" y="64"/>
                    <a:pt x="172" y="64"/>
                  </a:cubicBezTo>
                  <a:close/>
                  <a:moveTo>
                    <a:pt x="208" y="76"/>
                  </a:moveTo>
                  <a:cubicBezTo>
                    <a:pt x="208" y="65"/>
                    <a:pt x="217" y="56"/>
                    <a:pt x="228" y="56"/>
                  </a:cubicBezTo>
                  <a:cubicBezTo>
                    <a:pt x="239" y="56"/>
                    <a:pt x="248" y="65"/>
                    <a:pt x="248" y="76"/>
                  </a:cubicBezTo>
                  <a:cubicBezTo>
                    <a:pt x="248" y="87"/>
                    <a:pt x="239" y="96"/>
                    <a:pt x="228" y="96"/>
                  </a:cubicBezTo>
                  <a:cubicBezTo>
                    <a:pt x="217" y="96"/>
                    <a:pt x="208" y="87"/>
                    <a:pt x="208" y="76"/>
                  </a:cubicBezTo>
                  <a:close/>
                  <a:moveTo>
                    <a:pt x="264" y="132"/>
                  </a:moveTo>
                  <a:cubicBezTo>
                    <a:pt x="264" y="143"/>
                    <a:pt x="255" y="152"/>
                    <a:pt x="244" y="152"/>
                  </a:cubicBezTo>
                  <a:cubicBezTo>
                    <a:pt x="233" y="152"/>
                    <a:pt x="224" y="143"/>
                    <a:pt x="224" y="132"/>
                  </a:cubicBezTo>
                  <a:cubicBezTo>
                    <a:pt x="224" y="121"/>
                    <a:pt x="233" y="112"/>
                    <a:pt x="244" y="112"/>
                  </a:cubicBezTo>
                  <a:cubicBezTo>
                    <a:pt x="255" y="112"/>
                    <a:pt x="264" y="121"/>
                    <a:pt x="264" y="13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015">
                <a:cs typeface="+mn-ea"/>
                <a:sym typeface="+mn-lt"/>
              </a:endParaRPr>
            </a:p>
          </p:txBody>
        </p:sp>
      </p:grpSp>
      <p:grpSp>
        <p:nvGrpSpPr>
          <p:cNvPr id="3" name="组合 2"/>
          <p:cNvGrpSpPr/>
          <p:nvPr/>
        </p:nvGrpSpPr>
        <p:grpSpPr>
          <a:xfrm>
            <a:off x="3141824" y="1711570"/>
            <a:ext cx="1306475" cy="1306475"/>
            <a:chOff x="3146990" y="1711570"/>
            <a:chExt cx="1306475" cy="1306475"/>
          </a:xfrm>
        </p:grpSpPr>
        <p:sp>
          <p:nvSpPr>
            <p:cNvPr id="16" name="矩形 15"/>
            <p:cNvSpPr/>
            <p:nvPr/>
          </p:nvSpPr>
          <p:spPr>
            <a:xfrm>
              <a:off x="3146990" y="1711570"/>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25" name="KSO_Shape"/>
            <p:cNvSpPr/>
            <p:nvPr/>
          </p:nvSpPr>
          <p:spPr bwMode="auto">
            <a:xfrm>
              <a:off x="3445924" y="1966713"/>
              <a:ext cx="708608" cy="796190"/>
            </a:xfrm>
            <a:custGeom>
              <a:avLst/>
              <a:gdLst>
                <a:gd name="T0" fmla="*/ 2147483646 w 89"/>
                <a:gd name="T1" fmla="*/ 2147483646 h 100"/>
                <a:gd name="T2" fmla="*/ 2147483646 w 89"/>
                <a:gd name="T3" fmla="*/ 2147483646 h 100"/>
                <a:gd name="T4" fmla="*/ 2147483646 w 89"/>
                <a:gd name="T5" fmla="*/ 0 h 100"/>
                <a:gd name="T6" fmla="*/ 2147483646 w 89"/>
                <a:gd name="T7" fmla="*/ 2147483646 h 100"/>
                <a:gd name="T8" fmla="*/ 2147483646 w 89"/>
                <a:gd name="T9" fmla="*/ 2147483646 h 100"/>
                <a:gd name="T10" fmla="*/ 2147483646 w 89"/>
                <a:gd name="T11" fmla="*/ 2147483646 h 100"/>
                <a:gd name="T12" fmla="*/ 2147483646 w 89"/>
                <a:gd name="T13" fmla="*/ 2147483646 h 100"/>
                <a:gd name="T14" fmla="*/ 2147483646 w 89"/>
                <a:gd name="T15" fmla="*/ 2147483646 h 100"/>
                <a:gd name="T16" fmla="*/ 2147483646 w 89"/>
                <a:gd name="T17" fmla="*/ 2147483646 h 100"/>
                <a:gd name="T18" fmla="*/ 2147483646 w 89"/>
                <a:gd name="T19" fmla="*/ 2147483646 h 100"/>
                <a:gd name="T20" fmla="*/ 0 w 89"/>
                <a:gd name="T21" fmla="*/ 2147483646 h 100"/>
                <a:gd name="T22" fmla="*/ 2147483646 w 89"/>
                <a:gd name="T23" fmla="*/ 2147483646 h 1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9" h="100">
                  <a:moveTo>
                    <a:pt x="23" y="53"/>
                  </a:moveTo>
                  <a:cubicBezTo>
                    <a:pt x="26" y="53"/>
                    <a:pt x="29" y="54"/>
                    <a:pt x="31" y="54"/>
                  </a:cubicBezTo>
                  <a:cubicBezTo>
                    <a:pt x="31" y="0"/>
                    <a:pt x="31" y="0"/>
                    <a:pt x="31" y="0"/>
                  </a:cubicBezTo>
                  <a:cubicBezTo>
                    <a:pt x="31" y="0"/>
                    <a:pt x="77" y="15"/>
                    <a:pt x="83" y="29"/>
                  </a:cubicBezTo>
                  <a:cubicBezTo>
                    <a:pt x="89" y="43"/>
                    <a:pt x="70" y="65"/>
                    <a:pt x="70" y="65"/>
                  </a:cubicBezTo>
                  <a:cubicBezTo>
                    <a:pt x="66" y="63"/>
                    <a:pt x="66" y="63"/>
                    <a:pt x="66" y="63"/>
                  </a:cubicBezTo>
                  <a:cubicBezTo>
                    <a:pt x="66" y="63"/>
                    <a:pt x="74" y="46"/>
                    <a:pt x="66" y="37"/>
                  </a:cubicBezTo>
                  <a:cubicBezTo>
                    <a:pt x="62" y="31"/>
                    <a:pt x="53" y="30"/>
                    <a:pt x="47" y="30"/>
                  </a:cubicBezTo>
                  <a:cubicBezTo>
                    <a:pt x="47" y="76"/>
                    <a:pt x="47" y="76"/>
                    <a:pt x="47" y="76"/>
                  </a:cubicBezTo>
                  <a:cubicBezTo>
                    <a:pt x="47" y="89"/>
                    <a:pt x="36" y="100"/>
                    <a:pt x="23" y="100"/>
                  </a:cubicBezTo>
                  <a:cubicBezTo>
                    <a:pt x="10" y="100"/>
                    <a:pt x="0" y="89"/>
                    <a:pt x="0" y="76"/>
                  </a:cubicBezTo>
                  <a:cubicBezTo>
                    <a:pt x="0" y="63"/>
                    <a:pt x="10" y="53"/>
                    <a:pt x="23" y="53"/>
                  </a:cubicBezTo>
                  <a:close/>
                </a:path>
              </a:pathLst>
            </a:custGeom>
            <a:solidFill>
              <a:srgbClr val="F9FCFB"/>
            </a:solidFill>
            <a:ln>
              <a:noFill/>
            </a:ln>
            <a:effectLst/>
          </p:spPr>
          <p:txBody>
            <a:bodyPr/>
            <a:lstStyle/>
            <a:p>
              <a:endParaRPr lang="zh-CN" altLang="en-US" sz="3300">
                <a:cs typeface="+mn-ea"/>
                <a:sym typeface="+mn-lt"/>
              </a:endParaRPr>
            </a:p>
          </p:txBody>
        </p:sp>
      </p:grpSp>
      <p:grpSp>
        <p:nvGrpSpPr>
          <p:cNvPr id="4" name="组合 3"/>
          <p:cNvGrpSpPr/>
          <p:nvPr/>
        </p:nvGrpSpPr>
        <p:grpSpPr>
          <a:xfrm>
            <a:off x="4685370" y="1711570"/>
            <a:ext cx="1306475" cy="1306475"/>
            <a:chOff x="4690536" y="1711570"/>
            <a:chExt cx="1306475" cy="1306475"/>
          </a:xfrm>
        </p:grpSpPr>
        <p:sp>
          <p:nvSpPr>
            <p:cNvPr id="12" name="矩形 11"/>
            <p:cNvSpPr/>
            <p:nvPr/>
          </p:nvSpPr>
          <p:spPr>
            <a:xfrm>
              <a:off x="4690536" y="1711570"/>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26" name="KSO_Shape"/>
            <p:cNvSpPr/>
            <p:nvPr/>
          </p:nvSpPr>
          <p:spPr bwMode="auto">
            <a:xfrm>
              <a:off x="5048086" y="1995524"/>
              <a:ext cx="591374" cy="738567"/>
            </a:xfrm>
            <a:custGeom>
              <a:avLst/>
              <a:gdLst>
                <a:gd name="T0" fmla="*/ 123184 w 2623"/>
                <a:gd name="T1" fmla="*/ 1800397 h 3273"/>
                <a:gd name="T2" fmla="*/ 0 w 2623"/>
                <a:gd name="T3" fmla="*/ 112765 h 3273"/>
                <a:gd name="T4" fmla="*/ 1329723 w 2623"/>
                <a:gd name="T5" fmla="*/ 0 h 3273"/>
                <a:gd name="T6" fmla="*/ 1442458 w 2623"/>
                <a:gd name="T7" fmla="*/ 1688182 h 3273"/>
                <a:gd name="T8" fmla="*/ 973920 w 2623"/>
                <a:gd name="T9" fmla="*/ 1623823 h 3273"/>
                <a:gd name="T10" fmla="*/ 1190592 w 2623"/>
                <a:gd name="T11" fmla="*/ 1695883 h 3273"/>
                <a:gd name="T12" fmla="*/ 1262632 w 2623"/>
                <a:gd name="T13" fmla="*/ 1479703 h 3273"/>
                <a:gd name="T14" fmla="*/ 1046511 w 2623"/>
                <a:gd name="T15" fmla="*/ 1407643 h 3273"/>
                <a:gd name="T16" fmla="*/ 973920 w 2623"/>
                <a:gd name="T17" fmla="*/ 1623823 h 3273"/>
                <a:gd name="T18" fmla="*/ 1046511 w 2623"/>
                <a:gd name="T19" fmla="*/ 1299278 h 3273"/>
                <a:gd name="T20" fmla="*/ 1262632 w 2623"/>
                <a:gd name="T21" fmla="*/ 1227218 h 3273"/>
                <a:gd name="T22" fmla="*/ 1190592 w 2623"/>
                <a:gd name="T23" fmla="*/ 1010489 h 3273"/>
                <a:gd name="T24" fmla="*/ 973920 w 2623"/>
                <a:gd name="T25" fmla="*/ 1082549 h 3273"/>
                <a:gd name="T26" fmla="*/ 973920 w 2623"/>
                <a:gd name="T27" fmla="*/ 830064 h 3273"/>
                <a:gd name="T28" fmla="*/ 1190592 w 2623"/>
                <a:gd name="T29" fmla="*/ 902124 h 3273"/>
                <a:gd name="T30" fmla="*/ 1262632 w 2623"/>
                <a:gd name="T31" fmla="*/ 685944 h 3273"/>
                <a:gd name="T32" fmla="*/ 1046511 w 2623"/>
                <a:gd name="T33" fmla="*/ 613884 h 3273"/>
                <a:gd name="T34" fmla="*/ 973920 w 2623"/>
                <a:gd name="T35" fmla="*/ 830064 h 3273"/>
                <a:gd name="T36" fmla="*/ 649464 w 2623"/>
                <a:gd name="T37" fmla="*/ 1695883 h 3273"/>
                <a:gd name="T38" fmla="*/ 866135 w 2623"/>
                <a:gd name="T39" fmla="*/ 1623823 h 3273"/>
                <a:gd name="T40" fmla="*/ 794094 w 2623"/>
                <a:gd name="T41" fmla="*/ 1407643 h 3273"/>
                <a:gd name="T42" fmla="*/ 577423 w 2623"/>
                <a:gd name="T43" fmla="*/ 1479703 h 3273"/>
                <a:gd name="T44" fmla="*/ 577423 w 2623"/>
                <a:gd name="T45" fmla="*/ 1227218 h 3273"/>
                <a:gd name="T46" fmla="*/ 794094 w 2623"/>
                <a:gd name="T47" fmla="*/ 1299278 h 3273"/>
                <a:gd name="T48" fmla="*/ 866135 w 2623"/>
                <a:gd name="T49" fmla="*/ 1082549 h 3273"/>
                <a:gd name="T50" fmla="*/ 649464 w 2623"/>
                <a:gd name="T51" fmla="*/ 1010489 h 3273"/>
                <a:gd name="T52" fmla="*/ 577423 w 2623"/>
                <a:gd name="T53" fmla="*/ 1227218 h 3273"/>
                <a:gd name="T54" fmla="*/ 649464 w 2623"/>
                <a:gd name="T55" fmla="*/ 902124 h 3273"/>
                <a:gd name="T56" fmla="*/ 866135 w 2623"/>
                <a:gd name="T57" fmla="*/ 830064 h 3273"/>
                <a:gd name="T58" fmla="*/ 794094 w 2623"/>
                <a:gd name="T59" fmla="*/ 613884 h 3273"/>
                <a:gd name="T60" fmla="*/ 577423 w 2623"/>
                <a:gd name="T61" fmla="*/ 685944 h 3273"/>
                <a:gd name="T62" fmla="*/ 180376 w 2623"/>
                <a:gd name="T63" fmla="*/ 1623823 h 3273"/>
                <a:gd name="T64" fmla="*/ 397047 w 2623"/>
                <a:gd name="T65" fmla="*/ 1695883 h 3273"/>
                <a:gd name="T66" fmla="*/ 469088 w 2623"/>
                <a:gd name="T67" fmla="*/ 1479703 h 3273"/>
                <a:gd name="T68" fmla="*/ 252966 w 2623"/>
                <a:gd name="T69" fmla="*/ 1407643 h 3273"/>
                <a:gd name="T70" fmla="*/ 180376 w 2623"/>
                <a:gd name="T71" fmla="*/ 1623823 h 3273"/>
                <a:gd name="T72" fmla="*/ 252966 w 2623"/>
                <a:gd name="T73" fmla="*/ 1299278 h 3273"/>
                <a:gd name="T74" fmla="*/ 469088 w 2623"/>
                <a:gd name="T75" fmla="*/ 1227218 h 3273"/>
                <a:gd name="T76" fmla="*/ 397047 w 2623"/>
                <a:gd name="T77" fmla="*/ 1010489 h 3273"/>
                <a:gd name="T78" fmla="*/ 180376 w 2623"/>
                <a:gd name="T79" fmla="*/ 1082549 h 3273"/>
                <a:gd name="T80" fmla="*/ 180376 w 2623"/>
                <a:gd name="T81" fmla="*/ 830064 h 3273"/>
                <a:gd name="T82" fmla="*/ 397047 w 2623"/>
                <a:gd name="T83" fmla="*/ 902124 h 3273"/>
                <a:gd name="T84" fmla="*/ 469088 w 2623"/>
                <a:gd name="T85" fmla="*/ 685944 h 3273"/>
                <a:gd name="T86" fmla="*/ 252966 w 2623"/>
                <a:gd name="T87" fmla="*/ 613884 h 3273"/>
                <a:gd name="T88" fmla="*/ 180376 w 2623"/>
                <a:gd name="T89" fmla="*/ 830064 h 3273"/>
                <a:gd name="T90" fmla="*/ 179276 w 2623"/>
                <a:gd name="T91" fmla="*/ 179325 h 3273"/>
                <a:gd name="T92" fmla="*/ 1263182 w 2623"/>
                <a:gd name="T93" fmla="*/ 470865 h 327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623" h="3273">
                  <a:moveTo>
                    <a:pt x="2418" y="3273"/>
                  </a:moveTo>
                  <a:cubicBezTo>
                    <a:pt x="224" y="3273"/>
                    <a:pt x="224" y="3273"/>
                    <a:pt x="224" y="3273"/>
                  </a:cubicBezTo>
                  <a:cubicBezTo>
                    <a:pt x="111" y="3273"/>
                    <a:pt x="0" y="3181"/>
                    <a:pt x="0" y="3069"/>
                  </a:cubicBezTo>
                  <a:cubicBezTo>
                    <a:pt x="0" y="205"/>
                    <a:pt x="0" y="205"/>
                    <a:pt x="0" y="205"/>
                  </a:cubicBezTo>
                  <a:cubicBezTo>
                    <a:pt x="0" y="92"/>
                    <a:pt x="92" y="0"/>
                    <a:pt x="205" y="0"/>
                  </a:cubicBezTo>
                  <a:cubicBezTo>
                    <a:pt x="2418" y="0"/>
                    <a:pt x="2418" y="0"/>
                    <a:pt x="2418" y="0"/>
                  </a:cubicBezTo>
                  <a:cubicBezTo>
                    <a:pt x="2531" y="0"/>
                    <a:pt x="2623" y="92"/>
                    <a:pt x="2623" y="205"/>
                  </a:cubicBezTo>
                  <a:cubicBezTo>
                    <a:pt x="2623" y="3069"/>
                    <a:pt x="2623" y="3069"/>
                    <a:pt x="2623" y="3069"/>
                  </a:cubicBezTo>
                  <a:cubicBezTo>
                    <a:pt x="2623" y="3181"/>
                    <a:pt x="2531" y="3273"/>
                    <a:pt x="2418" y="3273"/>
                  </a:cubicBezTo>
                  <a:close/>
                  <a:moveTo>
                    <a:pt x="1771" y="2952"/>
                  </a:moveTo>
                  <a:cubicBezTo>
                    <a:pt x="1771" y="3024"/>
                    <a:pt x="1830" y="3083"/>
                    <a:pt x="1903" y="3083"/>
                  </a:cubicBezTo>
                  <a:cubicBezTo>
                    <a:pt x="2165" y="3083"/>
                    <a:pt x="2165" y="3083"/>
                    <a:pt x="2165" y="3083"/>
                  </a:cubicBezTo>
                  <a:cubicBezTo>
                    <a:pt x="2237" y="3083"/>
                    <a:pt x="2296" y="3024"/>
                    <a:pt x="2296" y="2952"/>
                  </a:cubicBezTo>
                  <a:cubicBezTo>
                    <a:pt x="2296" y="2690"/>
                    <a:pt x="2296" y="2690"/>
                    <a:pt x="2296" y="2690"/>
                  </a:cubicBezTo>
                  <a:cubicBezTo>
                    <a:pt x="2296" y="2617"/>
                    <a:pt x="2237" y="2559"/>
                    <a:pt x="2165" y="2559"/>
                  </a:cubicBezTo>
                  <a:cubicBezTo>
                    <a:pt x="1903" y="2559"/>
                    <a:pt x="1903" y="2559"/>
                    <a:pt x="1903" y="2559"/>
                  </a:cubicBezTo>
                  <a:cubicBezTo>
                    <a:pt x="1830" y="2559"/>
                    <a:pt x="1771" y="2617"/>
                    <a:pt x="1771" y="2690"/>
                  </a:cubicBezTo>
                  <a:lnTo>
                    <a:pt x="1771" y="2952"/>
                  </a:lnTo>
                  <a:close/>
                  <a:moveTo>
                    <a:pt x="1771" y="2231"/>
                  </a:moveTo>
                  <a:cubicBezTo>
                    <a:pt x="1771" y="2303"/>
                    <a:pt x="1830" y="2362"/>
                    <a:pt x="1903" y="2362"/>
                  </a:cubicBezTo>
                  <a:cubicBezTo>
                    <a:pt x="2165" y="2362"/>
                    <a:pt x="2165" y="2362"/>
                    <a:pt x="2165" y="2362"/>
                  </a:cubicBezTo>
                  <a:cubicBezTo>
                    <a:pt x="2237" y="2362"/>
                    <a:pt x="2296" y="2303"/>
                    <a:pt x="2296" y="2231"/>
                  </a:cubicBezTo>
                  <a:cubicBezTo>
                    <a:pt x="2296" y="1968"/>
                    <a:pt x="2296" y="1968"/>
                    <a:pt x="2296" y="1968"/>
                  </a:cubicBezTo>
                  <a:cubicBezTo>
                    <a:pt x="2296" y="1896"/>
                    <a:pt x="2237" y="1837"/>
                    <a:pt x="2165" y="1837"/>
                  </a:cubicBezTo>
                  <a:cubicBezTo>
                    <a:pt x="1903" y="1837"/>
                    <a:pt x="1903" y="1837"/>
                    <a:pt x="1903" y="1837"/>
                  </a:cubicBezTo>
                  <a:cubicBezTo>
                    <a:pt x="1830" y="1837"/>
                    <a:pt x="1771" y="1896"/>
                    <a:pt x="1771" y="1968"/>
                  </a:cubicBezTo>
                  <a:lnTo>
                    <a:pt x="1771" y="2231"/>
                  </a:lnTo>
                  <a:close/>
                  <a:moveTo>
                    <a:pt x="1771" y="1509"/>
                  </a:moveTo>
                  <a:cubicBezTo>
                    <a:pt x="1771" y="1581"/>
                    <a:pt x="1830" y="1640"/>
                    <a:pt x="1903" y="1640"/>
                  </a:cubicBezTo>
                  <a:cubicBezTo>
                    <a:pt x="2165" y="1640"/>
                    <a:pt x="2165" y="1640"/>
                    <a:pt x="2165" y="1640"/>
                  </a:cubicBezTo>
                  <a:cubicBezTo>
                    <a:pt x="2237" y="1640"/>
                    <a:pt x="2296" y="1581"/>
                    <a:pt x="2296" y="1509"/>
                  </a:cubicBezTo>
                  <a:cubicBezTo>
                    <a:pt x="2296" y="1247"/>
                    <a:pt x="2296" y="1247"/>
                    <a:pt x="2296" y="1247"/>
                  </a:cubicBezTo>
                  <a:cubicBezTo>
                    <a:pt x="2296" y="1174"/>
                    <a:pt x="2237" y="1116"/>
                    <a:pt x="2165" y="1116"/>
                  </a:cubicBezTo>
                  <a:cubicBezTo>
                    <a:pt x="1903" y="1116"/>
                    <a:pt x="1903" y="1116"/>
                    <a:pt x="1903" y="1116"/>
                  </a:cubicBezTo>
                  <a:cubicBezTo>
                    <a:pt x="1830" y="1116"/>
                    <a:pt x="1771" y="1174"/>
                    <a:pt x="1771" y="1247"/>
                  </a:cubicBezTo>
                  <a:lnTo>
                    <a:pt x="1771" y="1509"/>
                  </a:lnTo>
                  <a:close/>
                  <a:moveTo>
                    <a:pt x="1050" y="2952"/>
                  </a:moveTo>
                  <a:cubicBezTo>
                    <a:pt x="1050" y="3024"/>
                    <a:pt x="1109" y="3083"/>
                    <a:pt x="1181" y="3083"/>
                  </a:cubicBezTo>
                  <a:cubicBezTo>
                    <a:pt x="1444" y="3083"/>
                    <a:pt x="1444" y="3083"/>
                    <a:pt x="1444" y="3083"/>
                  </a:cubicBezTo>
                  <a:cubicBezTo>
                    <a:pt x="1516" y="3083"/>
                    <a:pt x="1575" y="3024"/>
                    <a:pt x="1575" y="2952"/>
                  </a:cubicBezTo>
                  <a:cubicBezTo>
                    <a:pt x="1575" y="2690"/>
                    <a:pt x="1575" y="2690"/>
                    <a:pt x="1575" y="2690"/>
                  </a:cubicBezTo>
                  <a:cubicBezTo>
                    <a:pt x="1575" y="2617"/>
                    <a:pt x="1516" y="2559"/>
                    <a:pt x="1444" y="2559"/>
                  </a:cubicBezTo>
                  <a:cubicBezTo>
                    <a:pt x="1181" y="2559"/>
                    <a:pt x="1181" y="2559"/>
                    <a:pt x="1181" y="2559"/>
                  </a:cubicBezTo>
                  <a:cubicBezTo>
                    <a:pt x="1109" y="2559"/>
                    <a:pt x="1050" y="2617"/>
                    <a:pt x="1050" y="2690"/>
                  </a:cubicBezTo>
                  <a:lnTo>
                    <a:pt x="1050" y="2952"/>
                  </a:lnTo>
                  <a:close/>
                  <a:moveTo>
                    <a:pt x="1050" y="2231"/>
                  </a:moveTo>
                  <a:cubicBezTo>
                    <a:pt x="1050" y="2303"/>
                    <a:pt x="1109" y="2362"/>
                    <a:pt x="1181" y="2362"/>
                  </a:cubicBezTo>
                  <a:cubicBezTo>
                    <a:pt x="1444" y="2362"/>
                    <a:pt x="1444" y="2362"/>
                    <a:pt x="1444" y="2362"/>
                  </a:cubicBezTo>
                  <a:cubicBezTo>
                    <a:pt x="1516" y="2362"/>
                    <a:pt x="1575" y="2303"/>
                    <a:pt x="1575" y="2231"/>
                  </a:cubicBezTo>
                  <a:cubicBezTo>
                    <a:pt x="1575" y="1968"/>
                    <a:pt x="1575" y="1968"/>
                    <a:pt x="1575" y="1968"/>
                  </a:cubicBezTo>
                  <a:cubicBezTo>
                    <a:pt x="1575" y="1896"/>
                    <a:pt x="1516" y="1837"/>
                    <a:pt x="1444" y="1837"/>
                  </a:cubicBezTo>
                  <a:cubicBezTo>
                    <a:pt x="1181" y="1837"/>
                    <a:pt x="1181" y="1837"/>
                    <a:pt x="1181" y="1837"/>
                  </a:cubicBezTo>
                  <a:cubicBezTo>
                    <a:pt x="1109" y="1837"/>
                    <a:pt x="1050" y="1896"/>
                    <a:pt x="1050" y="1968"/>
                  </a:cubicBezTo>
                  <a:lnTo>
                    <a:pt x="1050" y="2231"/>
                  </a:lnTo>
                  <a:close/>
                  <a:moveTo>
                    <a:pt x="1050" y="1509"/>
                  </a:moveTo>
                  <a:cubicBezTo>
                    <a:pt x="1050" y="1581"/>
                    <a:pt x="1109" y="1640"/>
                    <a:pt x="1181" y="1640"/>
                  </a:cubicBezTo>
                  <a:cubicBezTo>
                    <a:pt x="1444" y="1640"/>
                    <a:pt x="1444" y="1640"/>
                    <a:pt x="1444" y="1640"/>
                  </a:cubicBezTo>
                  <a:cubicBezTo>
                    <a:pt x="1516" y="1640"/>
                    <a:pt x="1575" y="1581"/>
                    <a:pt x="1575" y="1509"/>
                  </a:cubicBezTo>
                  <a:cubicBezTo>
                    <a:pt x="1575" y="1247"/>
                    <a:pt x="1575" y="1247"/>
                    <a:pt x="1575" y="1247"/>
                  </a:cubicBezTo>
                  <a:cubicBezTo>
                    <a:pt x="1575" y="1174"/>
                    <a:pt x="1516" y="1116"/>
                    <a:pt x="1444" y="1116"/>
                  </a:cubicBezTo>
                  <a:cubicBezTo>
                    <a:pt x="1181" y="1116"/>
                    <a:pt x="1181" y="1116"/>
                    <a:pt x="1181" y="1116"/>
                  </a:cubicBezTo>
                  <a:cubicBezTo>
                    <a:pt x="1109" y="1116"/>
                    <a:pt x="1050" y="1174"/>
                    <a:pt x="1050" y="1247"/>
                  </a:cubicBezTo>
                  <a:lnTo>
                    <a:pt x="1050" y="1509"/>
                  </a:lnTo>
                  <a:close/>
                  <a:moveTo>
                    <a:pt x="328" y="2952"/>
                  </a:moveTo>
                  <a:cubicBezTo>
                    <a:pt x="328" y="3024"/>
                    <a:pt x="387" y="3083"/>
                    <a:pt x="460" y="3083"/>
                  </a:cubicBezTo>
                  <a:cubicBezTo>
                    <a:pt x="722" y="3083"/>
                    <a:pt x="722" y="3083"/>
                    <a:pt x="722" y="3083"/>
                  </a:cubicBezTo>
                  <a:cubicBezTo>
                    <a:pt x="794" y="3083"/>
                    <a:pt x="853" y="3024"/>
                    <a:pt x="853" y="2952"/>
                  </a:cubicBezTo>
                  <a:cubicBezTo>
                    <a:pt x="853" y="2690"/>
                    <a:pt x="853" y="2690"/>
                    <a:pt x="853" y="2690"/>
                  </a:cubicBezTo>
                  <a:cubicBezTo>
                    <a:pt x="853" y="2617"/>
                    <a:pt x="794" y="2559"/>
                    <a:pt x="722" y="2559"/>
                  </a:cubicBezTo>
                  <a:cubicBezTo>
                    <a:pt x="460" y="2559"/>
                    <a:pt x="460" y="2559"/>
                    <a:pt x="460" y="2559"/>
                  </a:cubicBezTo>
                  <a:cubicBezTo>
                    <a:pt x="387" y="2559"/>
                    <a:pt x="328" y="2617"/>
                    <a:pt x="328" y="2690"/>
                  </a:cubicBezTo>
                  <a:lnTo>
                    <a:pt x="328" y="2952"/>
                  </a:lnTo>
                  <a:close/>
                  <a:moveTo>
                    <a:pt x="328" y="2231"/>
                  </a:moveTo>
                  <a:cubicBezTo>
                    <a:pt x="328" y="2303"/>
                    <a:pt x="387" y="2362"/>
                    <a:pt x="460" y="2362"/>
                  </a:cubicBezTo>
                  <a:cubicBezTo>
                    <a:pt x="722" y="2362"/>
                    <a:pt x="722" y="2362"/>
                    <a:pt x="722" y="2362"/>
                  </a:cubicBezTo>
                  <a:cubicBezTo>
                    <a:pt x="794" y="2362"/>
                    <a:pt x="853" y="2303"/>
                    <a:pt x="853" y="2231"/>
                  </a:cubicBezTo>
                  <a:cubicBezTo>
                    <a:pt x="853" y="1968"/>
                    <a:pt x="853" y="1968"/>
                    <a:pt x="853" y="1968"/>
                  </a:cubicBezTo>
                  <a:cubicBezTo>
                    <a:pt x="853" y="1896"/>
                    <a:pt x="794" y="1837"/>
                    <a:pt x="722" y="1837"/>
                  </a:cubicBezTo>
                  <a:cubicBezTo>
                    <a:pt x="460" y="1837"/>
                    <a:pt x="460" y="1837"/>
                    <a:pt x="460" y="1837"/>
                  </a:cubicBezTo>
                  <a:cubicBezTo>
                    <a:pt x="387" y="1837"/>
                    <a:pt x="328" y="1896"/>
                    <a:pt x="328" y="1968"/>
                  </a:cubicBezTo>
                  <a:lnTo>
                    <a:pt x="328" y="2231"/>
                  </a:lnTo>
                  <a:close/>
                  <a:moveTo>
                    <a:pt x="328" y="1509"/>
                  </a:moveTo>
                  <a:cubicBezTo>
                    <a:pt x="328" y="1581"/>
                    <a:pt x="387" y="1640"/>
                    <a:pt x="460" y="1640"/>
                  </a:cubicBezTo>
                  <a:cubicBezTo>
                    <a:pt x="722" y="1640"/>
                    <a:pt x="722" y="1640"/>
                    <a:pt x="722" y="1640"/>
                  </a:cubicBezTo>
                  <a:cubicBezTo>
                    <a:pt x="794" y="1640"/>
                    <a:pt x="853" y="1581"/>
                    <a:pt x="853" y="1509"/>
                  </a:cubicBezTo>
                  <a:cubicBezTo>
                    <a:pt x="853" y="1247"/>
                    <a:pt x="853" y="1247"/>
                    <a:pt x="853" y="1247"/>
                  </a:cubicBezTo>
                  <a:cubicBezTo>
                    <a:pt x="853" y="1174"/>
                    <a:pt x="794" y="1116"/>
                    <a:pt x="722" y="1116"/>
                  </a:cubicBezTo>
                  <a:cubicBezTo>
                    <a:pt x="460" y="1116"/>
                    <a:pt x="460" y="1116"/>
                    <a:pt x="460" y="1116"/>
                  </a:cubicBezTo>
                  <a:cubicBezTo>
                    <a:pt x="387" y="1116"/>
                    <a:pt x="328" y="1174"/>
                    <a:pt x="328" y="1247"/>
                  </a:cubicBezTo>
                  <a:lnTo>
                    <a:pt x="328" y="1509"/>
                  </a:lnTo>
                  <a:close/>
                  <a:moveTo>
                    <a:pt x="2297" y="326"/>
                  </a:moveTo>
                  <a:cubicBezTo>
                    <a:pt x="326" y="326"/>
                    <a:pt x="326" y="326"/>
                    <a:pt x="326" y="326"/>
                  </a:cubicBezTo>
                  <a:cubicBezTo>
                    <a:pt x="326" y="856"/>
                    <a:pt x="326" y="856"/>
                    <a:pt x="326" y="856"/>
                  </a:cubicBezTo>
                  <a:cubicBezTo>
                    <a:pt x="2297" y="856"/>
                    <a:pt x="2297" y="856"/>
                    <a:pt x="2297" y="856"/>
                  </a:cubicBezTo>
                  <a:lnTo>
                    <a:pt x="2297" y="326"/>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5">
                <a:solidFill>
                  <a:srgbClr val="FFFFFF"/>
                </a:solidFill>
                <a:cs typeface="+mn-ea"/>
                <a:sym typeface="+mn-lt"/>
              </a:endParaRPr>
            </a:p>
          </p:txBody>
        </p:sp>
      </p:grpSp>
      <p:grpSp>
        <p:nvGrpSpPr>
          <p:cNvPr id="6" name="组合 5"/>
          <p:cNvGrpSpPr/>
          <p:nvPr/>
        </p:nvGrpSpPr>
        <p:grpSpPr>
          <a:xfrm>
            <a:off x="3146990" y="3277312"/>
            <a:ext cx="1306475" cy="1306475"/>
            <a:chOff x="3146990" y="3277312"/>
            <a:chExt cx="1306475" cy="1306475"/>
          </a:xfrm>
        </p:grpSpPr>
        <p:sp>
          <p:nvSpPr>
            <p:cNvPr id="17" name="矩形 16"/>
            <p:cNvSpPr/>
            <p:nvPr/>
          </p:nvSpPr>
          <p:spPr>
            <a:xfrm>
              <a:off x="3146990" y="3277312"/>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31" name="KSO_Shape"/>
            <p:cNvSpPr/>
            <p:nvPr/>
          </p:nvSpPr>
          <p:spPr bwMode="auto">
            <a:xfrm>
              <a:off x="3412065" y="3542387"/>
              <a:ext cx="776326" cy="776326"/>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F9FCFB"/>
            </a:solidFill>
            <a:ln>
              <a:noFill/>
            </a:ln>
          </p:spPr>
          <p:txBody>
            <a:bodyPr vert="horz" wrap="square" lIns="68580" tIns="34290" rIns="68580" bIns="34290" numCol="1" anchor="t" anchorCtr="0" compatLnSpc="1"/>
            <a:lstStyle/>
            <a:p>
              <a:endParaRPr lang="zh-CN" altLang="en-US" sz="1015">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p:tgtEl>
                                          <p:spTgt spid="20"/>
                                        </p:tgtEl>
                                        <p:attrNameLst>
                                          <p:attrName>ppt_y</p:attrName>
                                        </p:attrNameLst>
                                      </p:cBhvr>
                                      <p:tavLst>
                                        <p:tav tm="0">
                                          <p:val>
                                            <p:strVal val="#ppt_y+#ppt_h*1.125000"/>
                                          </p:val>
                                        </p:tav>
                                        <p:tav tm="100000">
                                          <p:val>
                                            <p:strVal val="#ppt_y"/>
                                          </p:val>
                                        </p:tav>
                                      </p:tavLst>
                                    </p:anim>
                                    <p:animEffect transition="in" filter="wipe(up)">
                                      <p:cBhvr>
                                        <p:cTn id="24" dur="500"/>
                                        <p:tgtEl>
                                          <p:spTgt spid="20"/>
                                        </p:tgtEl>
                                      </p:cBhvr>
                                    </p:animEffect>
                                  </p:childTnLst>
                                </p:cTn>
                              </p:par>
                            </p:childTnLst>
                          </p:cTn>
                        </p:par>
                        <p:par>
                          <p:cTn id="25" fill="hold">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500"/>
                                        <p:tgtEl>
                                          <p:spTgt spid="21"/>
                                        </p:tgtEl>
                                        <p:attrNameLst>
                                          <p:attrName>ppt_y</p:attrName>
                                        </p:attrNameLst>
                                      </p:cBhvr>
                                      <p:tavLst>
                                        <p:tav tm="0">
                                          <p:val>
                                            <p:strVal val="#ppt_y+#ppt_h*1.125000"/>
                                          </p:val>
                                        </p:tav>
                                        <p:tav tm="100000">
                                          <p:val>
                                            <p:strVal val="#ppt_y"/>
                                          </p:val>
                                        </p:tav>
                                      </p:tavLst>
                                    </p:anim>
                                    <p:animEffect transition="in" filter="wipe(up)">
                                      <p:cBhvr>
                                        <p:cTn id="29" dur="500"/>
                                        <p:tgtEl>
                                          <p:spTgt spid="21"/>
                                        </p:tgtEl>
                                      </p:cBhvr>
                                    </p:animEffect>
                                  </p:childTnLst>
                                </p:cTn>
                              </p:par>
                            </p:childTnLst>
                          </p:cTn>
                        </p:par>
                        <p:par>
                          <p:cTn id="30" fill="hold">
                            <p:stCondLst>
                              <p:cond delay="3000"/>
                            </p:stCondLst>
                            <p:childTnLst>
                              <p:par>
                                <p:cTn id="31" presetID="12" presetClass="entr" presetSubtype="4"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p:tgtEl>
                                          <p:spTgt spid="23"/>
                                        </p:tgtEl>
                                        <p:attrNameLst>
                                          <p:attrName>ppt_y</p:attrName>
                                        </p:attrNameLst>
                                      </p:cBhvr>
                                      <p:tavLst>
                                        <p:tav tm="0">
                                          <p:val>
                                            <p:strVal val="#ppt_y+#ppt_h*1.125000"/>
                                          </p:val>
                                        </p:tav>
                                        <p:tav tm="100000">
                                          <p:val>
                                            <p:strVal val="#ppt_y"/>
                                          </p:val>
                                        </p:tav>
                                      </p:tavLst>
                                    </p:anim>
                                    <p:animEffect transition="in" filter="wipe(up)">
                                      <p:cBhvr>
                                        <p:cTn id="34" dur="500"/>
                                        <p:tgtEl>
                                          <p:spTgt spid="23"/>
                                        </p:tgtEl>
                                      </p:cBhvr>
                                    </p:animEffect>
                                  </p:childTnLst>
                                </p:cTn>
                              </p:par>
                            </p:childTnLst>
                          </p:cTn>
                        </p:par>
                        <p:par>
                          <p:cTn id="35" fill="hold">
                            <p:stCondLst>
                              <p:cond delay="3500"/>
                            </p:stCondLst>
                            <p:childTnLst>
                              <p:par>
                                <p:cTn id="36" presetID="12" presetClass="entr" presetSubtype="4" fill="hold" grpId="0" nodeType="after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p:tgtEl>
                                          <p:spTgt spid="22"/>
                                        </p:tgtEl>
                                        <p:attrNameLst>
                                          <p:attrName>ppt_y</p:attrName>
                                        </p:attrNameLst>
                                      </p:cBhvr>
                                      <p:tavLst>
                                        <p:tav tm="0">
                                          <p:val>
                                            <p:strVal val="#ppt_y+#ppt_h*1.125000"/>
                                          </p:val>
                                        </p:tav>
                                        <p:tav tm="100000">
                                          <p:val>
                                            <p:strVal val="#ppt_y"/>
                                          </p:val>
                                        </p:tav>
                                      </p:tavLst>
                                    </p:anim>
                                    <p:animEffect transition="in" filter="wipe(up)">
                                      <p:cBhvr>
                                        <p:cTn id="3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zh-CN" altLang="en-US" dirty="0">
              <a:latin typeface="+mn-lt"/>
              <a:ea typeface="+mn-ea"/>
              <a:cs typeface="+mn-ea"/>
              <a:sym typeface="+mn-lt"/>
            </a:endParaRPr>
          </a:p>
        </p:txBody>
      </p:sp>
      <p:graphicFrame>
        <p:nvGraphicFramePr>
          <p:cNvPr id="13" name="图表 12"/>
          <p:cNvGraphicFramePr/>
          <p:nvPr/>
        </p:nvGraphicFramePr>
        <p:xfrm>
          <a:off x="493068" y="1459116"/>
          <a:ext cx="2628292" cy="1944216"/>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4" name="图表 13"/>
          <p:cNvGraphicFramePr/>
          <p:nvPr/>
        </p:nvGraphicFramePr>
        <p:xfrm>
          <a:off x="5641640" y="1459116"/>
          <a:ext cx="2628292" cy="19442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图表 14"/>
          <p:cNvGraphicFramePr/>
          <p:nvPr/>
        </p:nvGraphicFramePr>
        <p:xfrm>
          <a:off x="3085356" y="1459116"/>
          <a:ext cx="2628292" cy="1944216"/>
        </p:xfrm>
        <a:graphic>
          <a:graphicData uri="http://schemas.openxmlformats.org/drawingml/2006/chart">
            <c:chart xmlns:c="http://schemas.openxmlformats.org/drawingml/2006/chart" xmlns:r="http://schemas.openxmlformats.org/officeDocument/2006/relationships" r:id="rId3"/>
          </a:graphicData>
        </a:graphic>
      </p:graphicFrame>
      <p:sp>
        <p:nvSpPr>
          <p:cNvPr id="16" name="文本框 13"/>
          <p:cNvSpPr txBox="1"/>
          <p:nvPr/>
        </p:nvSpPr>
        <p:spPr>
          <a:xfrm>
            <a:off x="961120" y="2172881"/>
            <a:ext cx="1728192" cy="584775"/>
          </a:xfrm>
          <a:prstGeom prst="rect">
            <a:avLst/>
          </a:prstGeom>
          <a:noFill/>
        </p:spPr>
        <p:txBody>
          <a:bodyPr wrap="square" rtlCol="0">
            <a:spAutoFit/>
          </a:bodyPr>
          <a:lstStyle/>
          <a:p>
            <a:pPr algn="ctr"/>
            <a:r>
              <a:rPr lang="en-US" altLang="zh-CN" sz="3200" b="0" dirty="0" smtClean="0">
                <a:latin typeface="Calibri Light" panose="020F0302020204030204" pitchFamily="34" charset="0"/>
              </a:rPr>
              <a:t>75%</a:t>
            </a:r>
            <a:endParaRPr lang="zh-CN" altLang="en-US" sz="3200" b="0" dirty="0">
              <a:latin typeface="Calibri Light" panose="020F0302020204030204" pitchFamily="34" charset="0"/>
            </a:endParaRPr>
          </a:p>
        </p:txBody>
      </p:sp>
      <p:sp>
        <p:nvSpPr>
          <p:cNvPr id="17" name="文本框 14"/>
          <p:cNvSpPr txBox="1"/>
          <p:nvPr/>
        </p:nvSpPr>
        <p:spPr>
          <a:xfrm>
            <a:off x="3607414" y="2182039"/>
            <a:ext cx="1728192" cy="584775"/>
          </a:xfrm>
          <a:prstGeom prst="rect">
            <a:avLst/>
          </a:prstGeom>
          <a:noFill/>
        </p:spPr>
        <p:txBody>
          <a:bodyPr wrap="square" rtlCol="0">
            <a:spAutoFit/>
          </a:bodyPr>
          <a:lstStyle/>
          <a:p>
            <a:pPr algn="ctr"/>
            <a:r>
              <a:rPr lang="en-US" altLang="zh-CN" sz="3200" b="0" dirty="0" smtClean="0">
                <a:latin typeface="Calibri Light" panose="020F0302020204030204" pitchFamily="34" charset="0"/>
              </a:rPr>
              <a:t>50%</a:t>
            </a:r>
            <a:endParaRPr lang="zh-CN" altLang="en-US" sz="3200" b="0" dirty="0">
              <a:latin typeface="Calibri Light" panose="020F0302020204030204" pitchFamily="34" charset="0"/>
            </a:endParaRPr>
          </a:p>
        </p:txBody>
      </p:sp>
      <p:sp>
        <p:nvSpPr>
          <p:cNvPr id="18" name="文本框 15"/>
          <p:cNvSpPr txBox="1"/>
          <p:nvPr/>
        </p:nvSpPr>
        <p:spPr>
          <a:xfrm>
            <a:off x="6109692" y="2182039"/>
            <a:ext cx="1728192" cy="584775"/>
          </a:xfrm>
          <a:prstGeom prst="rect">
            <a:avLst/>
          </a:prstGeom>
          <a:noFill/>
        </p:spPr>
        <p:txBody>
          <a:bodyPr wrap="square" rtlCol="0">
            <a:spAutoFit/>
          </a:bodyPr>
          <a:lstStyle/>
          <a:p>
            <a:pPr algn="ctr"/>
            <a:r>
              <a:rPr lang="en-US" altLang="zh-CN" sz="3200" b="0" dirty="0" smtClean="0">
                <a:latin typeface="Calibri Light" panose="020F0302020204030204" pitchFamily="34" charset="0"/>
              </a:rPr>
              <a:t>25%</a:t>
            </a:r>
            <a:endParaRPr lang="zh-CN" altLang="en-US" sz="3200" b="0" dirty="0">
              <a:latin typeface="Calibri Light" panose="020F0302020204030204" pitchFamily="34" charset="0"/>
            </a:endParaRPr>
          </a:p>
        </p:txBody>
      </p:sp>
      <p:sp>
        <p:nvSpPr>
          <p:cNvPr id="19" name="文本框 7"/>
          <p:cNvSpPr txBox="1">
            <a:spLocks noChangeArrowheads="1"/>
          </p:cNvSpPr>
          <p:nvPr/>
        </p:nvSpPr>
        <p:spPr bwMode="auto">
          <a:xfrm>
            <a:off x="925116" y="3414886"/>
            <a:ext cx="1811483"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anose="020B0503020204020204" pitchFamily="34" charset="-122"/>
              </a:defRPr>
            </a:lvl1pPr>
            <a:lvl2pPr>
              <a:defRPr sz="2800">
                <a:solidFill>
                  <a:schemeClr val="tx1"/>
                </a:solidFill>
                <a:latin typeface="Arial Narrow" pitchFamily="34" charset="0"/>
                <a:ea typeface="微软雅黑" panose="020B0503020204020204" pitchFamily="34" charset="-122"/>
              </a:defRPr>
            </a:lvl2pPr>
            <a:lvl3pPr>
              <a:defRPr sz="2400">
                <a:solidFill>
                  <a:schemeClr val="tx1"/>
                </a:solidFill>
                <a:latin typeface="Arial Narrow" pitchFamily="34" charset="0"/>
                <a:ea typeface="微软雅黑" panose="020B0503020204020204" pitchFamily="34" charset="-122"/>
              </a:defRPr>
            </a:lvl3pPr>
            <a:lvl4pPr>
              <a:defRPr sz="2000">
                <a:solidFill>
                  <a:schemeClr val="tx1"/>
                </a:solidFill>
                <a:latin typeface="Arial Narrow" pitchFamily="34" charset="0"/>
                <a:ea typeface="微软雅黑" panose="020B0503020204020204" pitchFamily="34" charset="-122"/>
              </a:defRPr>
            </a:lvl4pPr>
            <a:lvl5pPr>
              <a:defRPr sz="2000">
                <a:solidFill>
                  <a:schemeClr val="tx1"/>
                </a:solidFill>
                <a:latin typeface="Arial Narrow" pitchFamily="34" charset="0"/>
                <a:ea typeface="微软雅黑" panose="020B0503020204020204" pitchFamily="34" charset="-122"/>
              </a:defRPr>
            </a:lvl5pPr>
            <a:lvl6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6pPr>
            <a:lvl7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7pPr>
            <a:lvl8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8pPr>
            <a:lvl9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9pPr>
          </a:lstStyle>
          <a:p>
            <a:pPr algn="ctr" eaLnBrk="1" hangingPunct="1"/>
            <a:r>
              <a:rPr lang="zh-CN" altLang="en-US" sz="1400" b="0" dirty="0" smtClean="0">
                <a:solidFill>
                  <a:schemeClr val="tx1">
                    <a:lumMod val="85000"/>
                    <a:lumOff val="15000"/>
                  </a:schemeClr>
                </a:solidFill>
                <a:latin typeface="微软雅黑" panose="020B0503020204020204" pitchFamily="34" charset="-122"/>
              </a:rPr>
              <a:t>添加文本信息</a:t>
            </a:r>
            <a:endParaRPr lang="en-US" altLang="zh-CN" sz="1400" b="0" dirty="0" smtClean="0">
              <a:solidFill>
                <a:schemeClr val="tx1">
                  <a:lumMod val="85000"/>
                  <a:lumOff val="15000"/>
                </a:schemeClr>
              </a:solidFill>
              <a:latin typeface="微软雅黑" panose="020B0503020204020204" pitchFamily="34" charset="-122"/>
            </a:endParaRPr>
          </a:p>
          <a:p>
            <a:pPr algn="ctr">
              <a:lnSpc>
                <a:spcPct val="150000"/>
              </a:lnSpc>
              <a:spcBef>
                <a:spcPts val="300"/>
              </a:spcBef>
            </a:pPr>
            <a:r>
              <a:rPr lang="zh-CN" altLang="en-US" sz="1200" b="0" dirty="0">
                <a:solidFill>
                  <a:schemeClr val="tx1">
                    <a:lumMod val="85000"/>
                    <a:lumOff val="15000"/>
                  </a:schemeClr>
                </a:solidFill>
                <a:latin typeface="微软雅黑" panose="020B0503020204020204" pitchFamily="34" charset="-122"/>
              </a:rPr>
              <a:t>此处</a:t>
            </a:r>
            <a:r>
              <a:rPr lang="zh-CN" altLang="en-US" sz="1200" b="0" dirty="0" smtClean="0">
                <a:solidFill>
                  <a:schemeClr val="tx1">
                    <a:lumMod val="85000"/>
                    <a:lumOff val="15000"/>
                  </a:schemeClr>
                </a:solidFill>
                <a:latin typeface="微软雅黑" panose="020B0503020204020204" pitchFamily="34" charset="-122"/>
              </a:rPr>
              <a:t>添加说明文字添加</a:t>
            </a:r>
            <a:r>
              <a:rPr lang="zh-CN" altLang="en-US" sz="1200" b="0" dirty="0">
                <a:solidFill>
                  <a:schemeClr val="tx1">
                    <a:lumMod val="85000"/>
                    <a:lumOff val="15000"/>
                  </a:schemeClr>
                </a:solidFill>
                <a:latin typeface="微软雅黑" panose="020B0503020204020204" pitchFamily="34" charset="-122"/>
              </a:rPr>
              <a:t>说明文字添加说明</a:t>
            </a:r>
            <a:r>
              <a:rPr lang="zh-CN" altLang="en-US" sz="1200" b="0" dirty="0" smtClean="0">
                <a:solidFill>
                  <a:schemeClr val="tx1">
                    <a:lumMod val="85000"/>
                    <a:lumOff val="15000"/>
                  </a:schemeClr>
                </a:solidFill>
                <a:latin typeface="微软雅黑" panose="020B0503020204020204" pitchFamily="34" charset="-122"/>
              </a:rPr>
              <a:t>文字</a:t>
            </a:r>
            <a:endParaRPr lang="zh-CN" altLang="en-US" sz="1200" b="0" dirty="0">
              <a:solidFill>
                <a:schemeClr val="tx1">
                  <a:lumMod val="85000"/>
                  <a:lumOff val="15000"/>
                </a:schemeClr>
              </a:solidFill>
              <a:latin typeface="微软雅黑" panose="020B0503020204020204" pitchFamily="34" charset="-122"/>
            </a:endParaRPr>
          </a:p>
        </p:txBody>
      </p:sp>
      <p:sp>
        <p:nvSpPr>
          <p:cNvPr id="20" name="文本框 7"/>
          <p:cNvSpPr txBox="1">
            <a:spLocks noChangeArrowheads="1"/>
          </p:cNvSpPr>
          <p:nvPr/>
        </p:nvSpPr>
        <p:spPr bwMode="auto">
          <a:xfrm>
            <a:off x="3493761" y="3414886"/>
            <a:ext cx="1811483"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anose="020B0503020204020204" pitchFamily="34" charset="-122"/>
              </a:defRPr>
            </a:lvl1pPr>
            <a:lvl2pPr>
              <a:defRPr sz="2800">
                <a:solidFill>
                  <a:schemeClr val="tx1"/>
                </a:solidFill>
                <a:latin typeface="Arial Narrow" pitchFamily="34" charset="0"/>
                <a:ea typeface="微软雅黑" panose="020B0503020204020204" pitchFamily="34" charset="-122"/>
              </a:defRPr>
            </a:lvl2pPr>
            <a:lvl3pPr>
              <a:defRPr sz="2400">
                <a:solidFill>
                  <a:schemeClr val="tx1"/>
                </a:solidFill>
                <a:latin typeface="Arial Narrow" pitchFamily="34" charset="0"/>
                <a:ea typeface="微软雅黑" panose="020B0503020204020204" pitchFamily="34" charset="-122"/>
              </a:defRPr>
            </a:lvl3pPr>
            <a:lvl4pPr>
              <a:defRPr sz="2000">
                <a:solidFill>
                  <a:schemeClr val="tx1"/>
                </a:solidFill>
                <a:latin typeface="Arial Narrow" pitchFamily="34" charset="0"/>
                <a:ea typeface="微软雅黑" panose="020B0503020204020204" pitchFamily="34" charset="-122"/>
              </a:defRPr>
            </a:lvl4pPr>
            <a:lvl5pPr>
              <a:defRPr sz="2000">
                <a:solidFill>
                  <a:schemeClr val="tx1"/>
                </a:solidFill>
                <a:latin typeface="Arial Narrow" pitchFamily="34" charset="0"/>
                <a:ea typeface="微软雅黑" panose="020B0503020204020204" pitchFamily="34" charset="-122"/>
              </a:defRPr>
            </a:lvl5pPr>
            <a:lvl6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6pPr>
            <a:lvl7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7pPr>
            <a:lvl8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8pPr>
            <a:lvl9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9pPr>
          </a:lstStyle>
          <a:p>
            <a:pPr algn="ctr" eaLnBrk="1" hangingPunct="1"/>
            <a:r>
              <a:rPr lang="zh-CN" altLang="en-US" sz="1400" b="0" dirty="0" smtClean="0">
                <a:solidFill>
                  <a:schemeClr val="tx1">
                    <a:lumMod val="85000"/>
                    <a:lumOff val="15000"/>
                  </a:schemeClr>
                </a:solidFill>
                <a:latin typeface="微软雅黑" panose="020B0503020204020204" pitchFamily="34" charset="-122"/>
              </a:rPr>
              <a:t>添加文本信息</a:t>
            </a:r>
            <a:endParaRPr lang="en-US" altLang="zh-CN" sz="1400" b="0" dirty="0" smtClean="0">
              <a:solidFill>
                <a:schemeClr val="tx1">
                  <a:lumMod val="85000"/>
                  <a:lumOff val="15000"/>
                </a:schemeClr>
              </a:solidFill>
              <a:latin typeface="微软雅黑" panose="020B0503020204020204" pitchFamily="34" charset="-122"/>
            </a:endParaRPr>
          </a:p>
          <a:p>
            <a:pPr algn="ctr">
              <a:lnSpc>
                <a:spcPct val="150000"/>
              </a:lnSpc>
              <a:spcBef>
                <a:spcPts val="300"/>
              </a:spcBef>
            </a:pPr>
            <a:r>
              <a:rPr lang="zh-CN" altLang="en-US" sz="1200" b="0" dirty="0">
                <a:solidFill>
                  <a:schemeClr val="tx1">
                    <a:lumMod val="85000"/>
                    <a:lumOff val="15000"/>
                  </a:schemeClr>
                </a:solidFill>
                <a:latin typeface="微软雅黑" panose="020B0503020204020204" pitchFamily="34" charset="-122"/>
              </a:rPr>
              <a:t>此处添加说明文字添加说明文字添加说明文字</a:t>
            </a:r>
            <a:endParaRPr lang="zh-CN" altLang="en-US" sz="1200" b="0" dirty="0">
              <a:solidFill>
                <a:schemeClr val="tx1">
                  <a:lumMod val="85000"/>
                  <a:lumOff val="15000"/>
                </a:schemeClr>
              </a:solidFill>
              <a:latin typeface="微软雅黑" panose="020B0503020204020204" pitchFamily="34" charset="-122"/>
            </a:endParaRPr>
          </a:p>
        </p:txBody>
      </p:sp>
      <p:sp>
        <p:nvSpPr>
          <p:cNvPr id="21" name="文本框 7"/>
          <p:cNvSpPr txBox="1">
            <a:spLocks noChangeArrowheads="1"/>
          </p:cNvSpPr>
          <p:nvPr/>
        </p:nvSpPr>
        <p:spPr bwMode="auto">
          <a:xfrm>
            <a:off x="6050045" y="3414886"/>
            <a:ext cx="1811483"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anose="020B0503020204020204" pitchFamily="34" charset="-122"/>
              </a:defRPr>
            </a:lvl1pPr>
            <a:lvl2pPr>
              <a:defRPr sz="2800">
                <a:solidFill>
                  <a:schemeClr val="tx1"/>
                </a:solidFill>
                <a:latin typeface="Arial Narrow" pitchFamily="34" charset="0"/>
                <a:ea typeface="微软雅黑" panose="020B0503020204020204" pitchFamily="34" charset="-122"/>
              </a:defRPr>
            </a:lvl2pPr>
            <a:lvl3pPr>
              <a:defRPr sz="2400">
                <a:solidFill>
                  <a:schemeClr val="tx1"/>
                </a:solidFill>
                <a:latin typeface="Arial Narrow" pitchFamily="34" charset="0"/>
                <a:ea typeface="微软雅黑" panose="020B0503020204020204" pitchFamily="34" charset="-122"/>
              </a:defRPr>
            </a:lvl3pPr>
            <a:lvl4pPr>
              <a:defRPr sz="2000">
                <a:solidFill>
                  <a:schemeClr val="tx1"/>
                </a:solidFill>
                <a:latin typeface="Arial Narrow" pitchFamily="34" charset="0"/>
                <a:ea typeface="微软雅黑" panose="020B0503020204020204" pitchFamily="34" charset="-122"/>
              </a:defRPr>
            </a:lvl4pPr>
            <a:lvl5pPr>
              <a:defRPr sz="2000">
                <a:solidFill>
                  <a:schemeClr val="tx1"/>
                </a:solidFill>
                <a:latin typeface="Arial Narrow" pitchFamily="34" charset="0"/>
                <a:ea typeface="微软雅黑" panose="020B0503020204020204" pitchFamily="34" charset="-122"/>
              </a:defRPr>
            </a:lvl5pPr>
            <a:lvl6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6pPr>
            <a:lvl7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7pPr>
            <a:lvl8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8pPr>
            <a:lvl9pPr eaLnBrk="0" fontAlgn="base" hangingPunct="0">
              <a:spcAft>
                <a:spcPct val="0"/>
              </a:spcAft>
              <a:buFont typeface="Arial" panose="020B0604020202020204" pitchFamily="34" charset="0"/>
              <a:buChar char="»"/>
              <a:defRPr sz="2000">
                <a:solidFill>
                  <a:schemeClr val="tx1"/>
                </a:solidFill>
                <a:latin typeface="Arial Narrow" pitchFamily="34" charset="0"/>
                <a:ea typeface="微软雅黑" panose="020B0503020204020204" pitchFamily="34" charset="-122"/>
              </a:defRPr>
            </a:lvl9pPr>
          </a:lstStyle>
          <a:p>
            <a:pPr algn="ctr" eaLnBrk="1" hangingPunct="1"/>
            <a:r>
              <a:rPr lang="zh-CN" altLang="en-US" sz="1400" b="0" dirty="0" smtClean="0">
                <a:solidFill>
                  <a:schemeClr val="tx1">
                    <a:lumMod val="85000"/>
                    <a:lumOff val="15000"/>
                  </a:schemeClr>
                </a:solidFill>
                <a:latin typeface="微软雅黑" panose="020B0503020204020204" pitchFamily="34" charset="-122"/>
              </a:rPr>
              <a:t>添加文本信息</a:t>
            </a:r>
            <a:endParaRPr lang="en-US" altLang="zh-CN" sz="1400" b="0" dirty="0" smtClean="0">
              <a:solidFill>
                <a:schemeClr val="tx1">
                  <a:lumMod val="85000"/>
                  <a:lumOff val="15000"/>
                </a:schemeClr>
              </a:solidFill>
              <a:latin typeface="微软雅黑" panose="020B0503020204020204" pitchFamily="34" charset="-122"/>
            </a:endParaRPr>
          </a:p>
          <a:p>
            <a:pPr algn="ctr">
              <a:lnSpc>
                <a:spcPct val="150000"/>
              </a:lnSpc>
              <a:spcBef>
                <a:spcPts val="300"/>
              </a:spcBef>
            </a:pPr>
            <a:r>
              <a:rPr lang="zh-CN" altLang="en-US" sz="1200" b="0" dirty="0">
                <a:solidFill>
                  <a:schemeClr val="tx1">
                    <a:lumMod val="85000"/>
                    <a:lumOff val="15000"/>
                  </a:schemeClr>
                </a:solidFill>
                <a:latin typeface="微软雅黑" panose="020B0503020204020204" pitchFamily="34" charset="-122"/>
              </a:rPr>
              <a:t>此处添加说明文字添加说明文字添加说明文字</a:t>
            </a:r>
            <a:endParaRPr lang="zh-CN" altLang="en-US" sz="1200" b="0" dirty="0">
              <a:solidFill>
                <a:schemeClr val="tx1">
                  <a:lumMod val="85000"/>
                  <a:lumOff val="15000"/>
                </a:schemeClr>
              </a:solidFill>
              <a:latin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45"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anim calcmode="lin" valueType="num">
                                      <p:cBhvr>
                                        <p:cTn id="14" dur="500" fill="hold"/>
                                        <p:tgtEl>
                                          <p:spTgt spid="16"/>
                                        </p:tgtEl>
                                        <p:attrNameLst>
                                          <p:attrName>ppt_w</p:attrName>
                                        </p:attrNameLst>
                                      </p:cBhvr>
                                      <p:tavLst>
                                        <p:tav tm="0" fmla="#ppt_w*sin(2.5*pi*$)">
                                          <p:val>
                                            <p:fltVal val="0"/>
                                          </p:val>
                                        </p:tav>
                                        <p:tav tm="100000">
                                          <p:val>
                                            <p:fltVal val="1"/>
                                          </p:val>
                                        </p:tav>
                                      </p:tavLst>
                                    </p:anim>
                                    <p:anim calcmode="lin" valueType="num">
                                      <p:cBhvr>
                                        <p:cTn id="15" dur="500" fill="hold"/>
                                        <p:tgtEl>
                                          <p:spTgt spid="16"/>
                                        </p:tgtEl>
                                        <p:attrNameLst>
                                          <p:attrName>ppt_h</p:attrName>
                                        </p:attrNameLst>
                                      </p:cBhvr>
                                      <p:tavLst>
                                        <p:tav tm="0">
                                          <p:val>
                                            <p:strVal val="#ppt_h"/>
                                          </p:val>
                                        </p:tav>
                                        <p:tav tm="100000">
                                          <p:val>
                                            <p:strVal val="#ppt_h"/>
                                          </p:val>
                                        </p:tav>
                                      </p:tavLst>
                                    </p:anim>
                                  </p:childTnLst>
                                </p:cTn>
                              </p:par>
                            </p:childTnLst>
                          </p:cTn>
                        </p:par>
                        <p:par>
                          <p:cTn id="16" fill="hold">
                            <p:stCondLst>
                              <p:cond delay="1000"/>
                            </p:stCondLst>
                            <p:childTnLst>
                              <p:par>
                                <p:cTn id="17" presetID="22" presetClass="entr" presetSubtype="1"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childTnLst>
                          </p:cTn>
                        </p:par>
                        <p:par>
                          <p:cTn id="25" fill="hold">
                            <p:stCondLst>
                              <p:cond delay="1500"/>
                            </p:stCondLst>
                            <p:childTnLst>
                              <p:par>
                                <p:cTn id="26" presetID="45"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ppt_w</p:attrName>
                                        </p:attrNameLst>
                                      </p:cBhvr>
                                      <p:tavLst>
                                        <p:tav tm="0" fmla="#ppt_w*sin(2.5*pi*$)">
                                          <p:val>
                                            <p:fltVal val="0"/>
                                          </p:val>
                                        </p:tav>
                                        <p:tav tm="100000">
                                          <p:val>
                                            <p:fltVal val="1"/>
                                          </p:val>
                                        </p:tav>
                                      </p:tavLst>
                                    </p:anim>
                                    <p:anim calcmode="lin" valueType="num">
                                      <p:cBhvr>
                                        <p:cTn id="30" dur="500" fill="hold"/>
                                        <p:tgtEl>
                                          <p:spTgt spid="17"/>
                                        </p:tgtEl>
                                        <p:attrNameLst>
                                          <p:attrName>ppt_h</p:attrName>
                                        </p:attrNameLst>
                                      </p:cBhvr>
                                      <p:tavLst>
                                        <p:tav tm="0">
                                          <p:val>
                                            <p:strVal val="#ppt_h"/>
                                          </p:val>
                                        </p:tav>
                                        <p:tav tm="100000">
                                          <p:val>
                                            <p:strVal val="#ppt_h"/>
                                          </p:val>
                                        </p:tav>
                                      </p:tavLst>
                                    </p:anim>
                                  </p:childTnLst>
                                </p:cTn>
                              </p:par>
                            </p:childTnLst>
                          </p:cTn>
                        </p:par>
                        <p:par>
                          <p:cTn id="31" fill="hold">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par>
                          <p:cTn id="40" fill="hold">
                            <p:stCondLst>
                              <p:cond delay="2500"/>
                            </p:stCondLst>
                            <p:childTnLst>
                              <p:par>
                                <p:cTn id="41" presetID="45" presetClass="entr" presetSubtype="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anim calcmode="lin" valueType="num">
                                      <p:cBhvr>
                                        <p:cTn id="44" dur="500" fill="hold"/>
                                        <p:tgtEl>
                                          <p:spTgt spid="18"/>
                                        </p:tgtEl>
                                        <p:attrNameLst>
                                          <p:attrName>ppt_w</p:attrName>
                                        </p:attrNameLst>
                                      </p:cBhvr>
                                      <p:tavLst>
                                        <p:tav tm="0" fmla="#ppt_w*sin(2.5*pi*$)">
                                          <p:val>
                                            <p:fltVal val="0"/>
                                          </p:val>
                                        </p:tav>
                                        <p:tav tm="100000">
                                          <p:val>
                                            <p:fltVal val="1"/>
                                          </p:val>
                                        </p:tav>
                                      </p:tavLst>
                                    </p:anim>
                                    <p:anim calcmode="lin" valueType="num">
                                      <p:cBhvr>
                                        <p:cTn id="45" dur="500" fill="hold"/>
                                        <p:tgtEl>
                                          <p:spTgt spid="18"/>
                                        </p:tgtEl>
                                        <p:attrNameLst>
                                          <p:attrName>ppt_h</p:attrName>
                                        </p:attrNameLst>
                                      </p:cBhvr>
                                      <p:tavLst>
                                        <p:tav tm="0">
                                          <p:val>
                                            <p:strVal val="#ppt_h"/>
                                          </p:val>
                                        </p:tav>
                                        <p:tav tm="100000">
                                          <p:val>
                                            <p:strVal val="#ppt_h"/>
                                          </p:val>
                                        </p:tav>
                                      </p:tavLst>
                                    </p:anim>
                                  </p:childTnLst>
                                </p:cTn>
                              </p:par>
                            </p:childTnLst>
                          </p:cTn>
                        </p:par>
                        <p:par>
                          <p:cTn id="46" fill="hold">
                            <p:stCondLst>
                              <p:cond delay="3000"/>
                            </p:stCondLst>
                            <p:childTnLst>
                              <p:par>
                                <p:cTn id="47" presetID="22" presetClass="entr" presetSubtype="1" fill="hold" grpId="0"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Graphic spid="14" grpId="0">
        <p:bldAsOne/>
      </p:bldGraphic>
      <p:bldGraphic spid="15" grpId="0">
        <p:bldAsOne/>
      </p:bldGraphic>
      <p:bldP spid="16" grpId="0"/>
      <p:bldP spid="17" grpId="0"/>
      <p:bldP spid="18"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240" y="1523656"/>
            <a:ext cx="2522379" cy="1221147"/>
            <a:chOff x="1630240" y="1523656"/>
            <a:chExt cx="2522379" cy="1221147"/>
          </a:xfrm>
        </p:grpSpPr>
        <p:sp>
          <p:nvSpPr>
            <p:cNvPr id="35" name="圆角矩形 22"/>
            <p:cNvSpPr/>
            <p:nvPr/>
          </p:nvSpPr>
          <p:spPr>
            <a:xfrm>
              <a:off x="1787402" y="1586805"/>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36" name="Oval 15"/>
            <p:cNvSpPr>
              <a:spLocks noChangeArrowheads="1"/>
            </p:cNvSpPr>
            <p:nvPr/>
          </p:nvSpPr>
          <p:spPr bwMode="auto">
            <a:xfrm>
              <a:off x="1630240" y="1523656"/>
              <a:ext cx="437536" cy="444977"/>
            </a:xfrm>
            <a:prstGeom prst="ellipse">
              <a:avLst/>
            </a:prstGeom>
            <a:solidFill>
              <a:schemeClr val="accent1"/>
            </a:solidFill>
            <a:ln w="38100">
              <a:solidFill>
                <a:schemeClr val="accent1">
                  <a:lumMod val="20000"/>
                  <a:lumOff val="80000"/>
                </a:schemeClr>
              </a:solidFill>
              <a:round/>
            </a:ln>
          </p:spPr>
          <p:txBody>
            <a:bodyPr/>
            <a:lstStyle/>
            <a:p>
              <a:endParaRPr lang="zh-CN" altLang="en-US" sz="1015">
                <a:cs typeface="+mn-ea"/>
                <a:sym typeface="+mn-lt"/>
              </a:endParaRPr>
            </a:p>
          </p:txBody>
        </p:sp>
        <p:sp>
          <p:nvSpPr>
            <p:cNvPr id="37" name="KSO_Shape"/>
            <p:cNvSpPr/>
            <p:nvPr/>
          </p:nvSpPr>
          <p:spPr bwMode="auto">
            <a:xfrm>
              <a:off x="1770133" y="1678969"/>
              <a:ext cx="157751" cy="134351"/>
            </a:xfrm>
            <a:custGeom>
              <a:avLst/>
              <a:gdLst/>
              <a:ahLst/>
              <a:cxnLst/>
              <a:rect l="0" t="0" r="r" b="b"/>
              <a:pathLst>
                <a:path w="4999037" h="4260141">
                  <a:moveTo>
                    <a:pt x="1900345" y="3557911"/>
                  </a:moveTo>
                  <a:lnTo>
                    <a:pt x="3097730" y="3557911"/>
                  </a:lnTo>
                  <a:lnTo>
                    <a:pt x="3102535" y="3590573"/>
                  </a:lnTo>
                  <a:lnTo>
                    <a:pt x="3107340" y="3623235"/>
                  </a:lnTo>
                  <a:lnTo>
                    <a:pt x="3113106" y="3656858"/>
                  </a:lnTo>
                  <a:lnTo>
                    <a:pt x="3119833" y="3691441"/>
                  </a:lnTo>
                  <a:lnTo>
                    <a:pt x="3126560" y="3717378"/>
                  </a:lnTo>
                  <a:lnTo>
                    <a:pt x="3134248" y="3744276"/>
                  </a:lnTo>
                  <a:lnTo>
                    <a:pt x="3140975" y="3769253"/>
                  </a:lnTo>
                  <a:lnTo>
                    <a:pt x="3148663" y="3795190"/>
                  </a:lnTo>
                  <a:lnTo>
                    <a:pt x="3158272" y="3821127"/>
                  </a:lnTo>
                  <a:lnTo>
                    <a:pt x="3166921" y="3846104"/>
                  </a:lnTo>
                  <a:lnTo>
                    <a:pt x="3177492" y="3871081"/>
                  </a:lnTo>
                  <a:lnTo>
                    <a:pt x="3189024" y="3895097"/>
                  </a:lnTo>
                  <a:lnTo>
                    <a:pt x="3200556" y="3919113"/>
                  </a:lnTo>
                  <a:lnTo>
                    <a:pt x="3213048" y="3941208"/>
                  </a:lnTo>
                  <a:lnTo>
                    <a:pt x="3226502" y="3964263"/>
                  </a:lnTo>
                  <a:lnTo>
                    <a:pt x="3240917" y="3984437"/>
                  </a:lnTo>
                  <a:lnTo>
                    <a:pt x="3256293" y="4004610"/>
                  </a:lnTo>
                  <a:lnTo>
                    <a:pt x="3271668" y="4024784"/>
                  </a:lnTo>
                  <a:lnTo>
                    <a:pt x="3288966" y="4042075"/>
                  </a:lnTo>
                  <a:lnTo>
                    <a:pt x="3306264" y="4058406"/>
                  </a:lnTo>
                  <a:lnTo>
                    <a:pt x="3318757" y="4069934"/>
                  </a:lnTo>
                  <a:lnTo>
                    <a:pt x="3331249" y="4079540"/>
                  </a:lnTo>
                  <a:lnTo>
                    <a:pt x="3344703" y="4089147"/>
                  </a:lnTo>
                  <a:lnTo>
                    <a:pt x="3358157" y="4097793"/>
                  </a:lnTo>
                  <a:lnTo>
                    <a:pt x="3372572" y="4106438"/>
                  </a:lnTo>
                  <a:lnTo>
                    <a:pt x="3386026" y="4114123"/>
                  </a:lnTo>
                  <a:lnTo>
                    <a:pt x="3402362" y="4121809"/>
                  </a:lnTo>
                  <a:lnTo>
                    <a:pt x="3417738" y="4127573"/>
                  </a:lnTo>
                  <a:lnTo>
                    <a:pt x="3433114" y="4133336"/>
                  </a:lnTo>
                  <a:lnTo>
                    <a:pt x="3450411" y="4138140"/>
                  </a:lnTo>
                  <a:lnTo>
                    <a:pt x="3467709" y="4142943"/>
                  </a:lnTo>
                  <a:lnTo>
                    <a:pt x="3485007" y="4145825"/>
                  </a:lnTo>
                  <a:lnTo>
                    <a:pt x="3504227" y="4148707"/>
                  </a:lnTo>
                  <a:lnTo>
                    <a:pt x="3523446" y="4151589"/>
                  </a:lnTo>
                  <a:lnTo>
                    <a:pt x="3543627" y="4152549"/>
                  </a:lnTo>
                  <a:lnTo>
                    <a:pt x="3564769" y="4152549"/>
                  </a:lnTo>
                  <a:lnTo>
                    <a:pt x="3564769" y="4260141"/>
                  </a:lnTo>
                  <a:lnTo>
                    <a:pt x="1434268" y="4260141"/>
                  </a:lnTo>
                  <a:lnTo>
                    <a:pt x="1434268" y="4152549"/>
                  </a:lnTo>
                  <a:lnTo>
                    <a:pt x="1455409" y="4152549"/>
                  </a:lnTo>
                  <a:lnTo>
                    <a:pt x="1474629" y="4151589"/>
                  </a:lnTo>
                  <a:lnTo>
                    <a:pt x="1493849" y="4148707"/>
                  </a:lnTo>
                  <a:lnTo>
                    <a:pt x="1513068" y="4145825"/>
                  </a:lnTo>
                  <a:lnTo>
                    <a:pt x="1530366" y="4142943"/>
                  </a:lnTo>
                  <a:lnTo>
                    <a:pt x="1547664" y="4138140"/>
                  </a:lnTo>
                  <a:lnTo>
                    <a:pt x="1564962" y="4133336"/>
                  </a:lnTo>
                  <a:lnTo>
                    <a:pt x="1581298" y="4127573"/>
                  </a:lnTo>
                  <a:lnTo>
                    <a:pt x="1596674" y="4121809"/>
                  </a:lnTo>
                  <a:lnTo>
                    <a:pt x="1612050" y="4114123"/>
                  </a:lnTo>
                  <a:lnTo>
                    <a:pt x="1626465" y="4106438"/>
                  </a:lnTo>
                  <a:lnTo>
                    <a:pt x="1639918" y="4097793"/>
                  </a:lnTo>
                  <a:lnTo>
                    <a:pt x="1653372" y="4089147"/>
                  </a:lnTo>
                  <a:lnTo>
                    <a:pt x="1666826" y="4079540"/>
                  </a:lnTo>
                  <a:lnTo>
                    <a:pt x="1679319" y="4069934"/>
                  </a:lnTo>
                  <a:lnTo>
                    <a:pt x="1691811" y="4058406"/>
                  </a:lnTo>
                  <a:lnTo>
                    <a:pt x="1703343" y="4047839"/>
                  </a:lnTo>
                  <a:lnTo>
                    <a:pt x="1715836" y="4036311"/>
                  </a:lnTo>
                  <a:lnTo>
                    <a:pt x="1726407" y="4024784"/>
                  </a:lnTo>
                  <a:lnTo>
                    <a:pt x="1736978" y="4012295"/>
                  </a:lnTo>
                  <a:lnTo>
                    <a:pt x="1757158" y="3985397"/>
                  </a:lnTo>
                  <a:lnTo>
                    <a:pt x="1776378" y="3956578"/>
                  </a:lnTo>
                  <a:lnTo>
                    <a:pt x="1793676" y="3926798"/>
                  </a:lnTo>
                  <a:lnTo>
                    <a:pt x="1809052" y="3895097"/>
                  </a:lnTo>
                  <a:lnTo>
                    <a:pt x="1824427" y="3863396"/>
                  </a:lnTo>
                  <a:lnTo>
                    <a:pt x="1837881" y="3829773"/>
                  </a:lnTo>
                  <a:lnTo>
                    <a:pt x="1849413" y="3795190"/>
                  </a:lnTo>
                  <a:lnTo>
                    <a:pt x="1859984" y="3761568"/>
                  </a:lnTo>
                  <a:lnTo>
                    <a:pt x="1868632" y="3726984"/>
                  </a:lnTo>
                  <a:lnTo>
                    <a:pt x="1878242" y="3692401"/>
                  </a:lnTo>
                  <a:lnTo>
                    <a:pt x="1884969" y="3657818"/>
                  </a:lnTo>
                  <a:lnTo>
                    <a:pt x="1890735" y="3623235"/>
                  </a:lnTo>
                  <a:lnTo>
                    <a:pt x="1896501" y="3590573"/>
                  </a:lnTo>
                  <a:lnTo>
                    <a:pt x="1900345" y="3557911"/>
                  </a:lnTo>
                  <a:close/>
                  <a:moveTo>
                    <a:pt x="344993" y="345832"/>
                  </a:moveTo>
                  <a:lnTo>
                    <a:pt x="344993" y="3036592"/>
                  </a:lnTo>
                  <a:lnTo>
                    <a:pt x="4655005" y="3036592"/>
                  </a:lnTo>
                  <a:lnTo>
                    <a:pt x="4655005" y="345832"/>
                  </a:lnTo>
                  <a:lnTo>
                    <a:pt x="344993" y="345832"/>
                  </a:lnTo>
                  <a:close/>
                  <a:moveTo>
                    <a:pt x="142226" y="0"/>
                  </a:moveTo>
                  <a:lnTo>
                    <a:pt x="4857773" y="0"/>
                  </a:lnTo>
                  <a:lnTo>
                    <a:pt x="4872187" y="961"/>
                  </a:lnTo>
                  <a:lnTo>
                    <a:pt x="4885641" y="2882"/>
                  </a:lnTo>
                  <a:lnTo>
                    <a:pt x="4899095" y="6725"/>
                  </a:lnTo>
                  <a:lnTo>
                    <a:pt x="4913510" y="10567"/>
                  </a:lnTo>
                  <a:lnTo>
                    <a:pt x="4925042" y="17292"/>
                  </a:lnTo>
                  <a:lnTo>
                    <a:pt x="4936573" y="24016"/>
                  </a:lnTo>
                  <a:lnTo>
                    <a:pt x="4947144" y="32662"/>
                  </a:lnTo>
                  <a:lnTo>
                    <a:pt x="4957715" y="42268"/>
                  </a:lnTo>
                  <a:lnTo>
                    <a:pt x="4967325" y="51875"/>
                  </a:lnTo>
                  <a:lnTo>
                    <a:pt x="4975974" y="62442"/>
                  </a:lnTo>
                  <a:lnTo>
                    <a:pt x="4982701" y="73970"/>
                  </a:lnTo>
                  <a:lnTo>
                    <a:pt x="4988466" y="87419"/>
                  </a:lnTo>
                  <a:lnTo>
                    <a:pt x="4993271" y="99907"/>
                  </a:lnTo>
                  <a:lnTo>
                    <a:pt x="4996154" y="113356"/>
                  </a:lnTo>
                  <a:lnTo>
                    <a:pt x="4999037" y="127766"/>
                  </a:lnTo>
                  <a:lnTo>
                    <a:pt x="4999037" y="142175"/>
                  </a:lnTo>
                  <a:lnTo>
                    <a:pt x="4999037" y="3238327"/>
                  </a:lnTo>
                  <a:lnTo>
                    <a:pt x="4999037" y="3253697"/>
                  </a:lnTo>
                  <a:lnTo>
                    <a:pt x="4996154" y="3268106"/>
                  </a:lnTo>
                  <a:lnTo>
                    <a:pt x="4993271" y="3281555"/>
                  </a:lnTo>
                  <a:lnTo>
                    <a:pt x="4988466" y="3295004"/>
                  </a:lnTo>
                  <a:lnTo>
                    <a:pt x="4982701" y="3307493"/>
                  </a:lnTo>
                  <a:lnTo>
                    <a:pt x="4975974" y="3319021"/>
                  </a:lnTo>
                  <a:lnTo>
                    <a:pt x="4967325" y="3329588"/>
                  </a:lnTo>
                  <a:lnTo>
                    <a:pt x="4957715" y="3339194"/>
                  </a:lnTo>
                  <a:lnTo>
                    <a:pt x="4947144" y="3349761"/>
                  </a:lnTo>
                  <a:lnTo>
                    <a:pt x="4936573" y="3357446"/>
                  </a:lnTo>
                  <a:lnTo>
                    <a:pt x="4925042" y="3364171"/>
                  </a:lnTo>
                  <a:lnTo>
                    <a:pt x="4913510" y="3369935"/>
                  </a:lnTo>
                  <a:lnTo>
                    <a:pt x="4899095" y="3374738"/>
                  </a:lnTo>
                  <a:lnTo>
                    <a:pt x="4885641" y="3378580"/>
                  </a:lnTo>
                  <a:lnTo>
                    <a:pt x="4872187" y="3380502"/>
                  </a:lnTo>
                  <a:lnTo>
                    <a:pt x="4857773" y="3381462"/>
                  </a:lnTo>
                  <a:lnTo>
                    <a:pt x="142226" y="3381462"/>
                  </a:lnTo>
                  <a:lnTo>
                    <a:pt x="127811" y="3380502"/>
                  </a:lnTo>
                  <a:lnTo>
                    <a:pt x="113396" y="3378580"/>
                  </a:lnTo>
                  <a:lnTo>
                    <a:pt x="99942" y="3374738"/>
                  </a:lnTo>
                  <a:lnTo>
                    <a:pt x="86489" y="3369935"/>
                  </a:lnTo>
                  <a:lnTo>
                    <a:pt x="73996" y="3364171"/>
                  </a:lnTo>
                  <a:lnTo>
                    <a:pt x="62464" y="3357446"/>
                  </a:lnTo>
                  <a:lnTo>
                    <a:pt x="51893" y="3349761"/>
                  </a:lnTo>
                  <a:lnTo>
                    <a:pt x="42283" y="3339194"/>
                  </a:lnTo>
                  <a:lnTo>
                    <a:pt x="31713" y="3329588"/>
                  </a:lnTo>
                  <a:lnTo>
                    <a:pt x="24025" y="3319021"/>
                  </a:lnTo>
                  <a:lnTo>
                    <a:pt x="17298" y="3307493"/>
                  </a:lnTo>
                  <a:lnTo>
                    <a:pt x="11532" y="3295004"/>
                  </a:lnTo>
                  <a:lnTo>
                    <a:pt x="6727" y="3281555"/>
                  </a:lnTo>
                  <a:lnTo>
                    <a:pt x="2883" y="3268106"/>
                  </a:lnTo>
                  <a:lnTo>
                    <a:pt x="961" y="3253697"/>
                  </a:lnTo>
                  <a:lnTo>
                    <a:pt x="0" y="3238327"/>
                  </a:lnTo>
                  <a:lnTo>
                    <a:pt x="0" y="142175"/>
                  </a:lnTo>
                  <a:lnTo>
                    <a:pt x="961" y="127766"/>
                  </a:lnTo>
                  <a:lnTo>
                    <a:pt x="2883" y="113356"/>
                  </a:lnTo>
                  <a:lnTo>
                    <a:pt x="6727" y="99907"/>
                  </a:lnTo>
                  <a:lnTo>
                    <a:pt x="11532" y="87419"/>
                  </a:lnTo>
                  <a:lnTo>
                    <a:pt x="17298" y="73970"/>
                  </a:lnTo>
                  <a:lnTo>
                    <a:pt x="24025" y="62442"/>
                  </a:lnTo>
                  <a:lnTo>
                    <a:pt x="31713" y="51875"/>
                  </a:lnTo>
                  <a:lnTo>
                    <a:pt x="42283" y="42268"/>
                  </a:lnTo>
                  <a:lnTo>
                    <a:pt x="51893" y="32662"/>
                  </a:lnTo>
                  <a:lnTo>
                    <a:pt x="62464" y="24016"/>
                  </a:lnTo>
                  <a:lnTo>
                    <a:pt x="73996" y="17292"/>
                  </a:lnTo>
                  <a:lnTo>
                    <a:pt x="86489" y="10567"/>
                  </a:lnTo>
                  <a:lnTo>
                    <a:pt x="99942" y="6725"/>
                  </a:lnTo>
                  <a:lnTo>
                    <a:pt x="113396" y="2882"/>
                  </a:lnTo>
                  <a:lnTo>
                    <a:pt x="127811" y="961"/>
                  </a:lnTo>
                  <a:lnTo>
                    <a:pt x="142226" y="0"/>
                  </a:lnTo>
                  <a:close/>
                </a:path>
              </a:pathLst>
            </a:custGeom>
            <a:solidFill>
              <a:srgbClr val="FFFFFF"/>
            </a:solidFill>
            <a:ln>
              <a:noFill/>
            </a:ln>
          </p:spPr>
          <p:txBody>
            <a:bodyPr/>
            <a:lstStyle/>
            <a:p>
              <a:endParaRPr lang="zh-CN" altLang="en-US" sz="1015" dirty="0">
                <a:cs typeface="+mn-ea"/>
                <a:sym typeface="+mn-lt"/>
              </a:endParaRPr>
            </a:p>
          </p:txBody>
        </p:sp>
        <p:sp>
          <p:nvSpPr>
            <p:cNvPr id="43" name="矩形 42"/>
            <p:cNvSpPr/>
            <p:nvPr/>
          </p:nvSpPr>
          <p:spPr>
            <a:xfrm>
              <a:off x="1712090" y="2006335"/>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5" name="组合 4"/>
          <p:cNvGrpSpPr/>
          <p:nvPr/>
        </p:nvGrpSpPr>
        <p:grpSpPr>
          <a:xfrm>
            <a:off x="1630240" y="3098612"/>
            <a:ext cx="2522379" cy="1229412"/>
            <a:chOff x="1630240" y="3098612"/>
            <a:chExt cx="2522379" cy="1229412"/>
          </a:xfrm>
        </p:grpSpPr>
        <p:sp>
          <p:nvSpPr>
            <p:cNvPr id="32" name="圆角矩形 20"/>
            <p:cNvSpPr/>
            <p:nvPr/>
          </p:nvSpPr>
          <p:spPr>
            <a:xfrm>
              <a:off x="1787402" y="3172718"/>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39" name="Oval 15"/>
            <p:cNvSpPr>
              <a:spLocks noChangeArrowheads="1"/>
            </p:cNvSpPr>
            <p:nvPr/>
          </p:nvSpPr>
          <p:spPr bwMode="auto">
            <a:xfrm>
              <a:off x="1630240" y="3098612"/>
              <a:ext cx="437536" cy="444977"/>
            </a:xfrm>
            <a:prstGeom prst="ellipse">
              <a:avLst/>
            </a:prstGeom>
            <a:solidFill>
              <a:schemeClr val="accent1"/>
            </a:solidFill>
            <a:ln w="38100">
              <a:solidFill>
                <a:schemeClr val="accent1">
                  <a:lumMod val="20000"/>
                  <a:lumOff val="80000"/>
                </a:schemeClr>
              </a:solidFill>
              <a:round/>
            </a:ln>
          </p:spPr>
          <p:txBody>
            <a:bodyPr/>
            <a:lstStyle/>
            <a:p>
              <a:endParaRPr lang="zh-CN" altLang="en-US" sz="1015">
                <a:cs typeface="+mn-ea"/>
                <a:sym typeface="+mn-lt"/>
              </a:endParaRPr>
            </a:p>
          </p:txBody>
        </p:sp>
        <p:sp>
          <p:nvSpPr>
            <p:cNvPr id="40" name="KSO_Shape"/>
            <p:cNvSpPr/>
            <p:nvPr/>
          </p:nvSpPr>
          <p:spPr bwMode="auto">
            <a:xfrm>
              <a:off x="1726377" y="3218908"/>
              <a:ext cx="245261" cy="204384"/>
            </a:xfrm>
            <a:custGeom>
              <a:avLst/>
              <a:gdLst/>
              <a:ahLst/>
              <a:cxnLst/>
              <a:rect l="0" t="0" r="r" b="b"/>
              <a:pathLst>
                <a:path w="1804988" h="1503362">
                  <a:moveTo>
                    <a:pt x="754063" y="989012"/>
                  </a:moveTo>
                  <a:lnTo>
                    <a:pt x="760413" y="990167"/>
                  </a:lnTo>
                  <a:lnTo>
                    <a:pt x="757348" y="992187"/>
                  </a:lnTo>
                  <a:lnTo>
                    <a:pt x="754063" y="989012"/>
                  </a:lnTo>
                  <a:close/>
                  <a:moveTo>
                    <a:pt x="112032" y="983614"/>
                  </a:moveTo>
                  <a:lnTo>
                    <a:pt x="108857" y="984976"/>
                  </a:lnTo>
                  <a:lnTo>
                    <a:pt x="105909" y="986111"/>
                  </a:lnTo>
                  <a:lnTo>
                    <a:pt x="99786" y="989516"/>
                  </a:lnTo>
                  <a:lnTo>
                    <a:pt x="93436" y="993601"/>
                  </a:lnTo>
                  <a:lnTo>
                    <a:pt x="87313" y="997914"/>
                  </a:lnTo>
                  <a:lnTo>
                    <a:pt x="81416" y="1003361"/>
                  </a:lnTo>
                  <a:lnTo>
                    <a:pt x="75293" y="1009262"/>
                  </a:lnTo>
                  <a:lnTo>
                    <a:pt x="69623" y="1015617"/>
                  </a:lnTo>
                  <a:lnTo>
                    <a:pt x="63954" y="1022653"/>
                  </a:lnTo>
                  <a:lnTo>
                    <a:pt x="58511" y="1029917"/>
                  </a:lnTo>
                  <a:lnTo>
                    <a:pt x="53522" y="1038088"/>
                  </a:lnTo>
                  <a:lnTo>
                    <a:pt x="48532" y="1046712"/>
                  </a:lnTo>
                  <a:lnTo>
                    <a:pt x="44223" y="1055564"/>
                  </a:lnTo>
                  <a:lnTo>
                    <a:pt x="40141" y="1065324"/>
                  </a:lnTo>
                  <a:lnTo>
                    <a:pt x="36513" y="1075311"/>
                  </a:lnTo>
                  <a:lnTo>
                    <a:pt x="33111" y="1085525"/>
                  </a:lnTo>
                  <a:lnTo>
                    <a:pt x="30616" y="1096419"/>
                  </a:lnTo>
                  <a:lnTo>
                    <a:pt x="29482" y="1101867"/>
                  </a:lnTo>
                  <a:lnTo>
                    <a:pt x="28575" y="1107541"/>
                  </a:lnTo>
                  <a:lnTo>
                    <a:pt x="27668" y="1113442"/>
                  </a:lnTo>
                  <a:lnTo>
                    <a:pt x="26761" y="1119343"/>
                  </a:lnTo>
                  <a:lnTo>
                    <a:pt x="26307" y="1125245"/>
                  </a:lnTo>
                  <a:lnTo>
                    <a:pt x="26080" y="1131146"/>
                  </a:lnTo>
                  <a:lnTo>
                    <a:pt x="25854" y="1137274"/>
                  </a:lnTo>
                  <a:lnTo>
                    <a:pt x="25854" y="1143402"/>
                  </a:lnTo>
                  <a:lnTo>
                    <a:pt x="25854" y="1149758"/>
                  </a:lnTo>
                  <a:lnTo>
                    <a:pt x="26080" y="1156113"/>
                  </a:lnTo>
                  <a:lnTo>
                    <a:pt x="26534" y="1162695"/>
                  </a:lnTo>
                  <a:lnTo>
                    <a:pt x="26988" y="1169050"/>
                  </a:lnTo>
                  <a:lnTo>
                    <a:pt x="28122" y="1175632"/>
                  </a:lnTo>
                  <a:lnTo>
                    <a:pt x="29029" y="1182215"/>
                  </a:lnTo>
                  <a:lnTo>
                    <a:pt x="30163" y="1189024"/>
                  </a:lnTo>
                  <a:lnTo>
                    <a:pt x="31750" y="1195606"/>
                  </a:lnTo>
                  <a:lnTo>
                    <a:pt x="33111" y="1202642"/>
                  </a:lnTo>
                  <a:lnTo>
                    <a:pt x="35379" y="1209224"/>
                  </a:lnTo>
                  <a:lnTo>
                    <a:pt x="37420" y="1216260"/>
                  </a:lnTo>
                  <a:lnTo>
                    <a:pt x="39688" y="1223296"/>
                  </a:lnTo>
                  <a:lnTo>
                    <a:pt x="41955" y="1230333"/>
                  </a:lnTo>
                  <a:lnTo>
                    <a:pt x="44677" y="1237369"/>
                  </a:lnTo>
                  <a:lnTo>
                    <a:pt x="47852" y="1244632"/>
                  </a:lnTo>
                  <a:lnTo>
                    <a:pt x="51027" y="1251895"/>
                  </a:lnTo>
                  <a:lnTo>
                    <a:pt x="54429" y="1258931"/>
                  </a:lnTo>
                  <a:lnTo>
                    <a:pt x="58284" y="1266194"/>
                  </a:lnTo>
                  <a:lnTo>
                    <a:pt x="62139" y="1273684"/>
                  </a:lnTo>
                  <a:lnTo>
                    <a:pt x="66448" y="1280720"/>
                  </a:lnTo>
                  <a:lnTo>
                    <a:pt x="70757" y="1288210"/>
                  </a:lnTo>
                  <a:lnTo>
                    <a:pt x="75747" y="1295700"/>
                  </a:lnTo>
                  <a:lnTo>
                    <a:pt x="80736" y="1302964"/>
                  </a:lnTo>
                  <a:lnTo>
                    <a:pt x="86179" y="1310454"/>
                  </a:lnTo>
                  <a:lnTo>
                    <a:pt x="81870" y="1297743"/>
                  </a:lnTo>
                  <a:lnTo>
                    <a:pt x="78014" y="1284806"/>
                  </a:lnTo>
                  <a:lnTo>
                    <a:pt x="74386" y="1272549"/>
                  </a:lnTo>
                  <a:lnTo>
                    <a:pt x="70984" y="1260066"/>
                  </a:lnTo>
                  <a:lnTo>
                    <a:pt x="68036" y="1247809"/>
                  </a:lnTo>
                  <a:lnTo>
                    <a:pt x="65314" y="1235780"/>
                  </a:lnTo>
                  <a:lnTo>
                    <a:pt x="62820" y="1223977"/>
                  </a:lnTo>
                  <a:lnTo>
                    <a:pt x="60552" y="1211948"/>
                  </a:lnTo>
                  <a:lnTo>
                    <a:pt x="58738" y="1200372"/>
                  </a:lnTo>
                  <a:lnTo>
                    <a:pt x="57377" y="1188797"/>
                  </a:lnTo>
                  <a:lnTo>
                    <a:pt x="56016" y="1177448"/>
                  </a:lnTo>
                  <a:lnTo>
                    <a:pt x="55336" y="1166327"/>
                  </a:lnTo>
                  <a:lnTo>
                    <a:pt x="54655" y="1155205"/>
                  </a:lnTo>
                  <a:lnTo>
                    <a:pt x="54429" y="1144537"/>
                  </a:lnTo>
                  <a:lnTo>
                    <a:pt x="54429" y="1134097"/>
                  </a:lnTo>
                  <a:lnTo>
                    <a:pt x="54882" y="1123429"/>
                  </a:lnTo>
                  <a:lnTo>
                    <a:pt x="55789" y="1113215"/>
                  </a:lnTo>
                  <a:lnTo>
                    <a:pt x="56697" y="1103001"/>
                  </a:lnTo>
                  <a:lnTo>
                    <a:pt x="58284" y="1093242"/>
                  </a:lnTo>
                  <a:lnTo>
                    <a:pt x="60098" y="1083482"/>
                  </a:lnTo>
                  <a:lnTo>
                    <a:pt x="62366" y="1073949"/>
                  </a:lnTo>
                  <a:lnTo>
                    <a:pt x="64861" y="1064643"/>
                  </a:lnTo>
                  <a:lnTo>
                    <a:pt x="68036" y="1055564"/>
                  </a:lnTo>
                  <a:lnTo>
                    <a:pt x="71438" y="1046712"/>
                  </a:lnTo>
                  <a:lnTo>
                    <a:pt x="74839" y="1037861"/>
                  </a:lnTo>
                  <a:lnTo>
                    <a:pt x="78922" y="1029463"/>
                  </a:lnTo>
                  <a:lnTo>
                    <a:pt x="83684" y="1021292"/>
                  </a:lnTo>
                  <a:lnTo>
                    <a:pt x="88447" y="1013348"/>
                  </a:lnTo>
                  <a:lnTo>
                    <a:pt x="93889" y="1005631"/>
                  </a:lnTo>
                  <a:lnTo>
                    <a:pt x="99559" y="997914"/>
                  </a:lnTo>
                  <a:lnTo>
                    <a:pt x="105682" y="990877"/>
                  </a:lnTo>
                  <a:lnTo>
                    <a:pt x="112032" y="983614"/>
                  </a:lnTo>
                  <a:close/>
                  <a:moveTo>
                    <a:pt x="126093" y="928687"/>
                  </a:moveTo>
                  <a:lnTo>
                    <a:pt x="131536" y="947072"/>
                  </a:lnTo>
                  <a:lnTo>
                    <a:pt x="137432" y="965457"/>
                  </a:lnTo>
                  <a:lnTo>
                    <a:pt x="143555" y="983614"/>
                  </a:lnTo>
                  <a:lnTo>
                    <a:pt x="150132" y="1001999"/>
                  </a:lnTo>
                  <a:lnTo>
                    <a:pt x="157389" y="1020611"/>
                  </a:lnTo>
                  <a:lnTo>
                    <a:pt x="165100" y="1038995"/>
                  </a:lnTo>
                  <a:lnTo>
                    <a:pt x="172811" y="1057153"/>
                  </a:lnTo>
                  <a:lnTo>
                    <a:pt x="181656" y="1075538"/>
                  </a:lnTo>
                  <a:lnTo>
                    <a:pt x="190500" y="1093696"/>
                  </a:lnTo>
                  <a:lnTo>
                    <a:pt x="200025" y="1111853"/>
                  </a:lnTo>
                  <a:lnTo>
                    <a:pt x="209777" y="1130238"/>
                  </a:lnTo>
                  <a:lnTo>
                    <a:pt x="220209" y="1148396"/>
                  </a:lnTo>
                  <a:lnTo>
                    <a:pt x="231095" y="1166327"/>
                  </a:lnTo>
                  <a:lnTo>
                    <a:pt x="242434" y="1184030"/>
                  </a:lnTo>
                  <a:lnTo>
                    <a:pt x="254000" y="1201507"/>
                  </a:lnTo>
                  <a:lnTo>
                    <a:pt x="266247" y="1219211"/>
                  </a:lnTo>
                  <a:lnTo>
                    <a:pt x="277359" y="1234418"/>
                  </a:lnTo>
                  <a:lnTo>
                    <a:pt x="288472" y="1249171"/>
                  </a:lnTo>
                  <a:lnTo>
                    <a:pt x="299811" y="1263924"/>
                  </a:lnTo>
                  <a:lnTo>
                    <a:pt x="311604" y="1278224"/>
                  </a:lnTo>
                  <a:lnTo>
                    <a:pt x="323397" y="1292069"/>
                  </a:lnTo>
                  <a:lnTo>
                    <a:pt x="335416" y="1305687"/>
                  </a:lnTo>
                  <a:lnTo>
                    <a:pt x="347436" y="1318852"/>
                  </a:lnTo>
                  <a:lnTo>
                    <a:pt x="359682" y="1332016"/>
                  </a:lnTo>
                  <a:lnTo>
                    <a:pt x="372156" y="1344499"/>
                  </a:lnTo>
                  <a:lnTo>
                    <a:pt x="384856" y="1356756"/>
                  </a:lnTo>
                  <a:lnTo>
                    <a:pt x="397556" y="1368785"/>
                  </a:lnTo>
                  <a:lnTo>
                    <a:pt x="410709" y="1380588"/>
                  </a:lnTo>
                  <a:lnTo>
                    <a:pt x="423636" y="1391936"/>
                  </a:lnTo>
                  <a:lnTo>
                    <a:pt x="436790" y="1403285"/>
                  </a:lnTo>
                  <a:lnTo>
                    <a:pt x="449943" y="1413953"/>
                  </a:lnTo>
                  <a:lnTo>
                    <a:pt x="463550" y="1424166"/>
                  </a:lnTo>
                  <a:lnTo>
                    <a:pt x="456973" y="1430295"/>
                  </a:lnTo>
                  <a:lnTo>
                    <a:pt x="449943" y="1435969"/>
                  </a:lnTo>
                  <a:lnTo>
                    <a:pt x="442913" y="1441416"/>
                  </a:lnTo>
                  <a:lnTo>
                    <a:pt x="435656" y="1446410"/>
                  </a:lnTo>
                  <a:lnTo>
                    <a:pt x="429986" y="1450041"/>
                  </a:lnTo>
                  <a:lnTo>
                    <a:pt x="424770" y="1453446"/>
                  </a:lnTo>
                  <a:lnTo>
                    <a:pt x="419100" y="1456396"/>
                  </a:lnTo>
                  <a:lnTo>
                    <a:pt x="413431" y="1459574"/>
                  </a:lnTo>
                  <a:lnTo>
                    <a:pt x="407534" y="1462298"/>
                  </a:lnTo>
                  <a:lnTo>
                    <a:pt x="401865" y="1464794"/>
                  </a:lnTo>
                  <a:lnTo>
                    <a:pt x="395968" y="1467518"/>
                  </a:lnTo>
                  <a:lnTo>
                    <a:pt x="390072" y="1469561"/>
                  </a:lnTo>
                  <a:lnTo>
                    <a:pt x="384175" y="1471604"/>
                  </a:lnTo>
                  <a:lnTo>
                    <a:pt x="378052" y="1473646"/>
                  </a:lnTo>
                  <a:lnTo>
                    <a:pt x="371929" y="1475235"/>
                  </a:lnTo>
                  <a:lnTo>
                    <a:pt x="366032" y="1476597"/>
                  </a:lnTo>
                  <a:lnTo>
                    <a:pt x="359909" y="1478186"/>
                  </a:lnTo>
                  <a:lnTo>
                    <a:pt x="353559" y="1479321"/>
                  </a:lnTo>
                  <a:lnTo>
                    <a:pt x="347436" y="1480228"/>
                  </a:lnTo>
                  <a:lnTo>
                    <a:pt x="341313" y="1481136"/>
                  </a:lnTo>
                  <a:lnTo>
                    <a:pt x="334963" y="1481817"/>
                  </a:lnTo>
                  <a:lnTo>
                    <a:pt x="328386" y="1482271"/>
                  </a:lnTo>
                  <a:lnTo>
                    <a:pt x="322263" y="1482498"/>
                  </a:lnTo>
                  <a:lnTo>
                    <a:pt x="315913" y="1482725"/>
                  </a:lnTo>
                  <a:lnTo>
                    <a:pt x="309563" y="1482498"/>
                  </a:lnTo>
                  <a:lnTo>
                    <a:pt x="303213" y="1482498"/>
                  </a:lnTo>
                  <a:lnTo>
                    <a:pt x="296863" y="1482044"/>
                  </a:lnTo>
                  <a:lnTo>
                    <a:pt x="290286" y="1481590"/>
                  </a:lnTo>
                  <a:lnTo>
                    <a:pt x="283936" y="1481136"/>
                  </a:lnTo>
                  <a:lnTo>
                    <a:pt x="277359" y="1480001"/>
                  </a:lnTo>
                  <a:lnTo>
                    <a:pt x="271009" y="1479094"/>
                  </a:lnTo>
                  <a:lnTo>
                    <a:pt x="264432" y="1477959"/>
                  </a:lnTo>
                  <a:lnTo>
                    <a:pt x="258082" y="1476370"/>
                  </a:lnTo>
                  <a:lnTo>
                    <a:pt x="251732" y="1475235"/>
                  </a:lnTo>
                  <a:lnTo>
                    <a:pt x="245382" y="1473419"/>
                  </a:lnTo>
                  <a:lnTo>
                    <a:pt x="239032" y="1471604"/>
                  </a:lnTo>
                  <a:lnTo>
                    <a:pt x="232456" y="1469561"/>
                  </a:lnTo>
                  <a:lnTo>
                    <a:pt x="226106" y="1467518"/>
                  </a:lnTo>
                  <a:lnTo>
                    <a:pt x="219756" y="1465248"/>
                  </a:lnTo>
                  <a:lnTo>
                    <a:pt x="213632" y="1462525"/>
                  </a:lnTo>
                  <a:lnTo>
                    <a:pt x="207282" y="1460028"/>
                  </a:lnTo>
                  <a:lnTo>
                    <a:pt x="201159" y="1457304"/>
                  </a:lnTo>
                  <a:lnTo>
                    <a:pt x="188459" y="1451403"/>
                  </a:lnTo>
                  <a:lnTo>
                    <a:pt x="176213" y="1444594"/>
                  </a:lnTo>
                  <a:lnTo>
                    <a:pt x="164193" y="1437558"/>
                  </a:lnTo>
                  <a:lnTo>
                    <a:pt x="152400" y="1429841"/>
                  </a:lnTo>
                  <a:lnTo>
                    <a:pt x="140834" y="1421443"/>
                  </a:lnTo>
                  <a:lnTo>
                    <a:pt x="135164" y="1416903"/>
                  </a:lnTo>
                  <a:lnTo>
                    <a:pt x="129495" y="1412591"/>
                  </a:lnTo>
                  <a:lnTo>
                    <a:pt x="123825" y="1407824"/>
                  </a:lnTo>
                  <a:lnTo>
                    <a:pt x="118382" y="1403285"/>
                  </a:lnTo>
                  <a:lnTo>
                    <a:pt x="112939" y="1398065"/>
                  </a:lnTo>
                  <a:lnTo>
                    <a:pt x="107723" y="1392844"/>
                  </a:lnTo>
                  <a:lnTo>
                    <a:pt x="102280" y="1387851"/>
                  </a:lnTo>
                  <a:lnTo>
                    <a:pt x="97291" y="1382404"/>
                  </a:lnTo>
                  <a:lnTo>
                    <a:pt x="92075" y="1376729"/>
                  </a:lnTo>
                  <a:lnTo>
                    <a:pt x="87313" y="1371055"/>
                  </a:lnTo>
                  <a:lnTo>
                    <a:pt x="82097" y="1365608"/>
                  </a:lnTo>
                  <a:lnTo>
                    <a:pt x="77561" y="1359706"/>
                  </a:lnTo>
                  <a:lnTo>
                    <a:pt x="72572" y="1353578"/>
                  </a:lnTo>
                  <a:lnTo>
                    <a:pt x="68036" y="1347450"/>
                  </a:lnTo>
                  <a:lnTo>
                    <a:pt x="63500" y="1340868"/>
                  </a:lnTo>
                  <a:lnTo>
                    <a:pt x="58964" y="1334513"/>
                  </a:lnTo>
                  <a:lnTo>
                    <a:pt x="54882" y="1327930"/>
                  </a:lnTo>
                  <a:lnTo>
                    <a:pt x="50573" y="1321575"/>
                  </a:lnTo>
                  <a:lnTo>
                    <a:pt x="46718" y="1314766"/>
                  </a:lnTo>
                  <a:lnTo>
                    <a:pt x="42863" y="1308184"/>
                  </a:lnTo>
                  <a:lnTo>
                    <a:pt x="39461" y="1301148"/>
                  </a:lnTo>
                  <a:lnTo>
                    <a:pt x="36059" y="1294566"/>
                  </a:lnTo>
                  <a:lnTo>
                    <a:pt x="32657" y="1287983"/>
                  </a:lnTo>
                  <a:lnTo>
                    <a:pt x="29482" y="1280947"/>
                  </a:lnTo>
                  <a:lnTo>
                    <a:pt x="26534" y="1274138"/>
                  </a:lnTo>
                  <a:lnTo>
                    <a:pt x="23813" y="1267102"/>
                  </a:lnTo>
                  <a:lnTo>
                    <a:pt x="20864" y="1260293"/>
                  </a:lnTo>
                  <a:lnTo>
                    <a:pt x="18597" y="1253257"/>
                  </a:lnTo>
                  <a:lnTo>
                    <a:pt x="16329" y="1246448"/>
                  </a:lnTo>
                  <a:lnTo>
                    <a:pt x="14061" y="1239411"/>
                  </a:lnTo>
                  <a:lnTo>
                    <a:pt x="12020" y="1232602"/>
                  </a:lnTo>
                  <a:lnTo>
                    <a:pt x="10205" y="1225793"/>
                  </a:lnTo>
                  <a:lnTo>
                    <a:pt x="6804" y="1211948"/>
                  </a:lnTo>
                  <a:lnTo>
                    <a:pt x="4309" y="1197876"/>
                  </a:lnTo>
                  <a:lnTo>
                    <a:pt x="2268" y="1184030"/>
                  </a:lnTo>
                  <a:lnTo>
                    <a:pt x="680" y="1170185"/>
                  </a:lnTo>
                  <a:lnTo>
                    <a:pt x="0" y="1156340"/>
                  </a:lnTo>
                  <a:lnTo>
                    <a:pt x="0" y="1149531"/>
                  </a:lnTo>
                  <a:lnTo>
                    <a:pt x="0" y="1142721"/>
                  </a:lnTo>
                  <a:lnTo>
                    <a:pt x="0" y="1136139"/>
                  </a:lnTo>
                  <a:lnTo>
                    <a:pt x="454" y="1129103"/>
                  </a:lnTo>
                  <a:lnTo>
                    <a:pt x="680" y="1122521"/>
                  </a:lnTo>
                  <a:lnTo>
                    <a:pt x="1588" y="1115712"/>
                  </a:lnTo>
                  <a:lnTo>
                    <a:pt x="2268" y="1109130"/>
                  </a:lnTo>
                  <a:lnTo>
                    <a:pt x="2948" y="1102774"/>
                  </a:lnTo>
                  <a:lnTo>
                    <a:pt x="4309" y="1096192"/>
                  </a:lnTo>
                  <a:lnTo>
                    <a:pt x="5443" y="1089610"/>
                  </a:lnTo>
                  <a:lnTo>
                    <a:pt x="6804" y="1083255"/>
                  </a:lnTo>
                  <a:lnTo>
                    <a:pt x="8391" y="1076900"/>
                  </a:lnTo>
                  <a:lnTo>
                    <a:pt x="9979" y="1070771"/>
                  </a:lnTo>
                  <a:lnTo>
                    <a:pt x="11793" y="1064643"/>
                  </a:lnTo>
                  <a:lnTo>
                    <a:pt x="13834" y="1058515"/>
                  </a:lnTo>
                  <a:lnTo>
                    <a:pt x="15875" y="1052387"/>
                  </a:lnTo>
                  <a:lnTo>
                    <a:pt x="18143" y="1046032"/>
                  </a:lnTo>
                  <a:lnTo>
                    <a:pt x="20638" y="1040357"/>
                  </a:lnTo>
                  <a:lnTo>
                    <a:pt x="23132" y="1034683"/>
                  </a:lnTo>
                  <a:lnTo>
                    <a:pt x="25854" y="1028782"/>
                  </a:lnTo>
                  <a:lnTo>
                    <a:pt x="28575" y="1023107"/>
                  </a:lnTo>
                  <a:lnTo>
                    <a:pt x="31750" y="1017433"/>
                  </a:lnTo>
                  <a:lnTo>
                    <a:pt x="34925" y="1011986"/>
                  </a:lnTo>
                  <a:lnTo>
                    <a:pt x="38327" y="1006765"/>
                  </a:lnTo>
                  <a:lnTo>
                    <a:pt x="41729" y="1001545"/>
                  </a:lnTo>
                  <a:lnTo>
                    <a:pt x="45357" y="996098"/>
                  </a:lnTo>
                  <a:lnTo>
                    <a:pt x="48986" y="991331"/>
                  </a:lnTo>
                  <a:lnTo>
                    <a:pt x="52841" y="986111"/>
                  </a:lnTo>
                  <a:lnTo>
                    <a:pt x="56923" y="981345"/>
                  </a:lnTo>
                  <a:lnTo>
                    <a:pt x="61005" y="976805"/>
                  </a:lnTo>
                  <a:lnTo>
                    <a:pt x="65541" y="972039"/>
                  </a:lnTo>
                  <a:lnTo>
                    <a:pt x="69850" y="967499"/>
                  </a:lnTo>
                  <a:lnTo>
                    <a:pt x="74386" y="963187"/>
                  </a:lnTo>
                  <a:lnTo>
                    <a:pt x="79375" y="959101"/>
                  </a:lnTo>
                  <a:lnTo>
                    <a:pt x="84138" y="955016"/>
                  </a:lnTo>
                  <a:lnTo>
                    <a:pt x="89354" y="950930"/>
                  </a:lnTo>
                  <a:lnTo>
                    <a:pt x="94343" y="947072"/>
                  </a:lnTo>
                  <a:lnTo>
                    <a:pt x="99786" y="943440"/>
                  </a:lnTo>
                  <a:lnTo>
                    <a:pt x="106136" y="939355"/>
                  </a:lnTo>
                  <a:lnTo>
                    <a:pt x="112713" y="935496"/>
                  </a:lnTo>
                  <a:lnTo>
                    <a:pt x="119516" y="931865"/>
                  </a:lnTo>
                  <a:lnTo>
                    <a:pt x="126093" y="928687"/>
                  </a:lnTo>
                  <a:close/>
                  <a:moveTo>
                    <a:pt x="418991" y="400883"/>
                  </a:moveTo>
                  <a:lnTo>
                    <a:pt x="418121" y="401410"/>
                  </a:lnTo>
                  <a:lnTo>
                    <a:pt x="410633" y="406173"/>
                  </a:lnTo>
                  <a:lnTo>
                    <a:pt x="403598" y="410935"/>
                  </a:lnTo>
                  <a:lnTo>
                    <a:pt x="395429" y="417058"/>
                  </a:lnTo>
                  <a:lnTo>
                    <a:pt x="387487" y="423635"/>
                  </a:lnTo>
                  <a:lnTo>
                    <a:pt x="379771" y="429985"/>
                  </a:lnTo>
                  <a:lnTo>
                    <a:pt x="372283" y="436789"/>
                  </a:lnTo>
                  <a:lnTo>
                    <a:pt x="364794" y="444046"/>
                  </a:lnTo>
                  <a:lnTo>
                    <a:pt x="357987" y="451530"/>
                  </a:lnTo>
                  <a:lnTo>
                    <a:pt x="351179" y="458787"/>
                  </a:lnTo>
                  <a:lnTo>
                    <a:pt x="344825" y="466724"/>
                  </a:lnTo>
                  <a:lnTo>
                    <a:pt x="338925" y="474662"/>
                  </a:lnTo>
                  <a:lnTo>
                    <a:pt x="333025" y="483053"/>
                  </a:lnTo>
                  <a:lnTo>
                    <a:pt x="327579" y="491444"/>
                  </a:lnTo>
                  <a:lnTo>
                    <a:pt x="322133" y="500062"/>
                  </a:lnTo>
                  <a:lnTo>
                    <a:pt x="316914" y="508680"/>
                  </a:lnTo>
                  <a:lnTo>
                    <a:pt x="312149" y="517978"/>
                  </a:lnTo>
                  <a:lnTo>
                    <a:pt x="307610" y="527276"/>
                  </a:lnTo>
                  <a:lnTo>
                    <a:pt x="303526" y="536348"/>
                  </a:lnTo>
                  <a:lnTo>
                    <a:pt x="299214" y="546099"/>
                  </a:lnTo>
                  <a:lnTo>
                    <a:pt x="295583" y="555851"/>
                  </a:lnTo>
                  <a:lnTo>
                    <a:pt x="292180" y="565830"/>
                  </a:lnTo>
                  <a:lnTo>
                    <a:pt x="288776" y="575808"/>
                  </a:lnTo>
                  <a:lnTo>
                    <a:pt x="285826" y="586014"/>
                  </a:lnTo>
                  <a:lnTo>
                    <a:pt x="283103" y="596673"/>
                  </a:lnTo>
                  <a:lnTo>
                    <a:pt x="280607" y="607105"/>
                  </a:lnTo>
                  <a:lnTo>
                    <a:pt x="278564" y="617764"/>
                  </a:lnTo>
                  <a:lnTo>
                    <a:pt x="276522" y="628649"/>
                  </a:lnTo>
                  <a:lnTo>
                    <a:pt x="274934" y="639535"/>
                  </a:lnTo>
                  <a:lnTo>
                    <a:pt x="273572" y="650648"/>
                  </a:lnTo>
                  <a:lnTo>
                    <a:pt x="272437" y="661760"/>
                  </a:lnTo>
                  <a:lnTo>
                    <a:pt x="271303" y="673099"/>
                  </a:lnTo>
                  <a:lnTo>
                    <a:pt x="270849" y="684665"/>
                  </a:lnTo>
                  <a:lnTo>
                    <a:pt x="270622" y="696005"/>
                  </a:lnTo>
                  <a:lnTo>
                    <a:pt x="270395" y="707571"/>
                  </a:lnTo>
                  <a:lnTo>
                    <a:pt x="270622" y="719364"/>
                  </a:lnTo>
                  <a:lnTo>
                    <a:pt x="271076" y="731157"/>
                  </a:lnTo>
                  <a:lnTo>
                    <a:pt x="271757" y="743176"/>
                  </a:lnTo>
                  <a:lnTo>
                    <a:pt x="272664" y="754969"/>
                  </a:lnTo>
                  <a:lnTo>
                    <a:pt x="274026" y="766989"/>
                  </a:lnTo>
                  <a:lnTo>
                    <a:pt x="275614" y="779008"/>
                  </a:lnTo>
                  <a:lnTo>
                    <a:pt x="277203" y="791255"/>
                  </a:lnTo>
                  <a:lnTo>
                    <a:pt x="279245" y="803501"/>
                  </a:lnTo>
                  <a:lnTo>
                    <a:pt x="281287" y="815521"/>
                  </a:lnTo>
                  <a:lnTo>
                    <a:pt x="284010" y="827994"/>
                  </a:lnTo>
                  <a:lnTo>
                    <a:pt x="286733" y="840467"/>
                  </a:lnTo>
                  <a:lnTo>
                    <a:pt x="289910" y="852714"/>
                  </a:lnTo>
                  <a:lnTo>
                    <a:pt x="293087" y="864960"/>
                  </a:lnTo>
                  <a:lnTo>
                    <a:pt x="296718" y="877660"/>
                  </a:lnTo>
                  <a:lnTo>
                    <a:pt x="300576" y="889906"/>
                  </a:lnTo>
                  <a:lnTo>
                    <a:pt x="304660" y="902380"/>
                  </a:lnTo>
                  <a:lnTo>
                    <a:pt x="308972" y="914853"/>
                  </a:lnTo>
                  <a:lnTo>
                    <a:pt x="313964" y="927099"/>
                  </a:lnTo>
                  <a:lnTo>
                    <a:pt x="318729" y="939800"/>
                  </a:lnTo>
                  <a:lnTo>
                    <a:pt x="323949" y="952046"/>
                  </a:lnTo>
                  <a:lnTo>
                    <a:pt x="329168" y="964519"/>
                  </a:lnTo>
                  <a:lnTo>
                    <a:pt x="334841" y="976766"/>
                  </a:lnTo>
                  <a:lnTo>
                    <a:pt x="340741" y="989466"/>
                  </a:lnTo>
                  <a:lnTo>
                    <a:pt x="347095" y="1001712"/>
                  </a:lnTo>
                  <a:lnTo>
                    <a:pt x="353675" y="1013959"/>
                  </a:lnTo>
                  <a:lnTo>
                    <a:pt x="360256" y="1026205"/>
                  </a:lnTo>
                  <a:lnTo>
                    <a:pt x="367518" y="1038225"/>
                  </a:lnTo>
                  <a:lnTo>
                    <a:pt x="374552" y="1050471"/>
                  </a:lnTo>
                  <a:lnTo>
                    <a:pt x="382041" y="1062491"/>
                  </a:lnTo>
                  <a:lnTo>
                    <a:pt x="389983" y="1074510"/>
                  </a:lnTo>
                  <a:lnTo>
                    <a:pt x="397925" y="1086757"/>
                  </a:lnTo>
                  <a:lnTo>
                    <a:pt x="406321" y="1098323"/>
                  </a:lnTo>
                  <a:lnTo>
                    <a:pt x="414717" y="1110116"/>
                  </a:lnTo>
                  <a:lnTo>
                    <a:pt x="423567" y="1121682"/>
                  </a:lnTo>
                  <a:lnTo>
                    <a:pt x="432190" y="1133021"/>
                  </a:lnTo>
                  <a:lnTo>
                    <a:pt x="441040" y="1143907"/>
                  </a:lnTo>
                  <a:lnTo>
                    <a:pt x="450344" y="1155019"/>
                  </a:lnTo>
                  <a:lnTo>
                    <a:pt x="459648" y="1165451"/>
                  </a:lnTo>
                  <a:lnTo>
                    <a:pt x="468951" y="1175884"/>
                  </a:lnTo>
                  <a:lnTo>
                    <a:pt x="478482" y="1185862"/>
                  </a:lnTo>
                  <a:lnTo>
                    <a:pt x="488013" y="1195841"/>
                  </a:lnTo>
                  <a:lnTo>
                    <a:pt x="497770" y="1205593"/>
                  </a:lnTo>
                  <a:lnTo>
                    <a:pt x="507755" y="1214891"/>
                  </a:lnTo>
                  <a:lnTo>
                    <a:pt x="517740" y="1223962"/>
                  </a:lnTo>
                  <a:lnTo>
                    <a:pt x="527724" y="1233034"/>
                  </a:lnTo>
                  <a:lnTo>
                    <a:pt x="537936" y="1241651"/>
                  </a:lnTo>
                  <a:lnTo>
                    <a:pt x="548147" y="1250269"/>
                  </a:lnTo>
                  <a:lnTo>
                    <a:pt x="558358" y="1258434"/>
                  </a:lnTo>
                  <a:lnTo>
                    <a:pt x="568797" y="1266371"/>
                  </a:lnTo>
                  <a:lnTo>
                    <a:pt x="579462" y="1274082"/>
                  </a:lnTo>
                  <a:lnTo>
                    <a:pt x="589901" y="1281339"/>
                  </a:lnTo>
                  <a:lnTo>
                    <a:pt x="600566" y="1288823"/>
                  </a:lnTo>
                  <a:lnTo>
                    <a:pt x="611231" y="1295626"/>
                  </a:lnTo>
                  <a:lnTo>
                    <a:pt x="621896" y="1302430"/>
                  </a:lnTo>
                  <a:lnTo>
                    <a:pt x="622512" y="1302797"/>
                  </a:lnTo>
                  <a:lnTo>
                    <a:pt x="612180" y="1296195"/>
                  </a:lnTo>
                  <a:lnTo>
                    <a:pt x="601518" y="1289382"/>
                  </a:lnTo>
                  <a:lnTo>
                    <a:pt x="590856" y="1281888"/>
                  </a:lnTo>
                  <a:lnTo>
                    <a:pt x="580422" y="1274621"/>
                  </a:lnTo>
                  <a:lnTo>
                    <a:pt x="569760" y="1266900"/>
                  </a:lnTo>
                  <a:lnTo>
                    <a:pt x="559325" y="1258952"/>
                  </a:lnTo>
                  <a:lnTo>
                    <a:pt x="549118" y="1250777"/>
                  </a:lnTo>
                  <a:lnTo>
                    <a:pt x="538910" y="1242148"/>
                  </a:lnTo>
                  <a:lnTo>
                    <a:pt x="528702" y="1233519"/>
                  </a:lnTo>
                  <a:lnTo>
                    <a:pt x="518721" y="1224435"/>
                  </a:lnTo>
                  <a:lnTo>
                    <a:pt x="508740" y="1215352"/>
                  </a:lnTo>
                  <a:lnTo>
                    <a:pt x="498759" y="1206041"/>
                  </a:lnTo>
                  <a:lnTo>
                    <a:pt x="489005" y="1196276"/>
                  </a:lnTo>
                  <a:lnTo>
                    <a:pt x="479477" y="1186284"/>
                  </a:lnTo>
                  <a:lnTo>
                    <a:pt x="469950" y="1176293"/>
                  </a:lnTo>
                  <a:lnTo>
                    <a:pt x="460649" y="1165847"/>
                  </a:lnTo>
                  <a:lnTo>
                    <a:pt x="451349" y="1155401"/>
                  </a:lnTo>
                  <a:lnTo>
                    <a:pt x="442048" y="1144273"/>
                  </a:lnTo>
                  <a:lnTo>
                    <a:pt x="433201" y="1133373"/>
                  </a:lnTo>
                  <a:lnTo>
                    <a:pt x="424581" y="1122019"/>
                  </a:lnTo>
                  <a:lnTo>
                    <a:pt x="415735" y="1110437"/>
                  </a:lnTo>
                  <a:lnTo>
                    <a:pt x="407341" y="1098629"/>
                  </a:lnTo>
                  <a:lnTo>
                    <a:pt x="398948" y="1087047"/>
                  </a:lnTo>
                  <a:lnTo>
                    <a:pt x="391009" y="1074785"/>
                  </a:lnTo>
                  <a:lnTo>
                    <a:pt x="383069" y="1062749"/>
                  </a:lnTo>
                  <a:lnTo>
                    <a:pt x="375584" y="1050714"/>
                  </a:lnTo>
                  <a:lnTo>
                    <a:pt x="368552" y="1038451"/>
                  </a:lnTo>
                  <a:lnTo>
                    <a:pt x="361293" y="1026415"/>
                  </a:lnTo>
                  <a:lnTo>
                    <a:pt x="354714" y="1014153"/>
                  </a:lnTo>
                  <a:lnTo>
                    <a:pt x="348136" y="1001890"/>
                  </a:lnTo>
                  <a:lnTo>
                    <a:pt x="341784" y="989627"/>
                  </a:lnTo>
                  <a:lnTo>
                    <a:pt x="335886" y="976910"/>
                  </a:lnTo>
                  <a:lnTo>
                    <a:pt x="330215" y="964648"/>
                  </a:lnTo>
                  <a:lnTo>
                    <a:pt x="324998" y="952158"/>
                  </a:lnTo>
                  <a:lnTo>
                    <a:pt x="319781" y="939895"/>
                  </a:lnTo>
                  <a:lnTo>
                    <a:pt x="315017" y="927178"/>
                  </a:lnTo>
                  <a:lnTo>
                    <a:pt x="310026" y="914915"/>
                  </a:lnTo>
                  <a:lnTo>
                    <a:pt x="305716" y="902425"/>
                  </a:lnTo>
                  <a:lnTo>
                    <a:pt x="301633" y="889936"/>
                  </a:lnTo>
                  <a:lnTo>
                    <a:pt x="297777" y="877673"/>
                  </a:lnTo>
                  <a:lnTo>
                    <a:pt x="294147" y="864956"/>
                  </a:lnTo>
                  <a:lnTo>
                    <a:pt x="290972" y="852693"/>
                  </a:lnTo>
                  <a:lnTo>
                    <a:pt x="287796" y="840431"/>
                  </a:lnTo>
                  <a:lnTo>
                    <a:pt x="285074" y="827941"/>
                  </a:lnTo>
                  <a:lnTo>
                    <a:pt x="282352" y="815451"/>
                  </a:lnTo>
                  <a:lnTo>
                    <a:pt x="280310" y="803415"/>
                  </a:lnTo>
                  <a:lnTo>
                    <a:pt x="278269" y="791153"/>
                  </a:lnTo>
                  <a:lnTo>
                    <a:pt x="276681" y="778890"/>
                  </a:lnTo>
                  <a:lnTo>
                    <a:pt x="275093" y="766854"/>
                  </a:lnTo>
                  <a:lnTo>
                    <a:pt x="273732" y="754819"/>
                  </a:lnTo>
                  <a:lnTo>
                    <a:pt x="272824" y="743010"/>
                  </a:lnTo>
                  <a:lnTo>
                    <a:pt x="272144" y="730975"/>
                  </a:lnTo>
                  <a:lnTo>
                    <a:pt x="271690" y="719166"/>
                  </a:lnTo>
                  <a:lnTo>
                    <a:pt x="271463" y="707358"/>
                  </a:lnTo>
                  <a:lnTo>
                    <a:pt x="271690" y="695776"/>
                  </a:lnTo>
                  <a:lnTo>
                    <a:pt x="271917" y="684422"/>
                  </a:lnTo>
                  <a:lnTo>
                    <a:pt x="272371" y="672840"/>
                  </a:lnTo>
                  <a:lnTo>
                    <a:pt x="273505" y="661486"/>
                  </a:lnTo>
                  <a:lnTo>
                    <a:pt x="274639" y="650359"/>
                  </a:lnTo>
                  <a:lnTo>
                    <a:pt x="276000" y="639232"/>
                  </a:lnTo>
                  <a:lnTo>
                    <a:pt x="277588" y="628331"/>
                  </a:lnTo>
                  <a:lnTo>
                    <a:pt x="279630" y="617431"/>
                  </a:lnTo>
                  <a:lnTo>
                    <a:pt x="281671" y="606758"/>
                  </a:lnTo>
                  <a:lnTo>
                    <a:pt x="284166" y="596312"/>
                  </a:lnTo>
                  <a:lnTo>
                    <a:pt x="286888" y="585639"/>
                  </a:lnTo>
                  <a:lnTo>
                    <a:pt x="289837" y="575420"/>
                  </a:lnTo>
                  <a:lnTo>
                    <a:pt x="293240" y="565428"/>
                  </a:lnTo>
                  <a:lnTo>
                    <a:pt x="296643" y="555436"/>
                  </a:lnTo>
                  <a:lnTo>
                    <a:pt x="300272" y="545672"/>
                  </a:lnTo>
                  <a:lnTo>
                    <a:pt x="304582" y="535907"/>
                  </a:lnTo>
                  <a:lnTo>
                    <a:pt x="308665" y="526823"/>
                  </a:lnTo>
                  <a:lnTo>
                    <a:pt x="313202" y="517513"/>
                  </a:lnTo>
                  <a:lnTo>
                    <a:pt x="317966" y="508202"/>
                  </a:lnTo>
                  <a:lnTo>
                    <a:pt x="323183" y="499573"/>
                  </a:lnTo>
                  <a:lnTo>
                    <a:pt x="328627" y="490944"/>
                  </a:lnTo>
                  <a:lnTo>
                    <a:pt x="334072" y="482542"/>
                  </a:lnTo>
                  <a:lnTo>
                    <a:pt x="339969" y="474139"/>
                  </a:lnTo>
                  <a:lnTo>
                    <a:pt x="345867" y="466191"/>
                  </a:lnTo>
                  <a:lnTo>
                    <a:pt x="352219" y="458243"/>
                  </a:lnTo>
                  <a:lnTo>
                    <a:pt x="359024" y="450976"/>
                  </a:lnTo>
                  <a:lnTo>
                    <a:pt x="365829" y="443483"/>
                  </a:lnTo>
                  <a:lnTo>
                    <a:pt x="373315" y="436216"/>
                  </a:lnTo>
                  <a:lnTo>
                    <a:pt x="380801" y="429403"/>
                  </a:lnTo>
                  <a:lnTo>
                    <a:pt x="388514" y="423045"/>
                  </a:lnTo>
                  <a:lnTo>
                    <a:pt x="396453" y="416459"/>
                  </a:lnTo>
                  <a:lnTo>
                    <a:pt x="404619" y="410328"/>
                  </a:lnTo>
                  <a:lnTo>
                    <a:pt x="411651" y="405559"/>
                  </a:lnTo>
                  <a:lnTo>
                    <a:pt x="418991" y="400883"/>
                  </a:lnTo>
                  <a:close/>
                  <a:moveTo>
                    <a:pt x="1336999" y="252412"/>
                  </a:moveTo>
                  <a:lnTo>
                    <a:pt x="1344943" y="252638"/>
                  </a:lnTo>
                  <a:lnTo>
                    <a:pt x="1352660" y="253092"/>
                  </a:lnTo>
                  <a:lnTo>
                    <a:pt x="1360603" y="254224"/>
                  </a:lnTo>
                  <a:lnTo>
                    <a:pt x="1368547" y="255357"/>
                  </a:lnTo>
                  <a:lnTo>
                    <a:pt x="1376264" y="256943"/>
                  </a:lnTo>
                  <a:lnTo>
                    <a:pt x="1383981" y="258982"/>
                  </a:lnTo>
                  <a:lnTo>
                    <a:pt x="1391243" y="261475"/>
                  </a:lnTo>
                  <a:lnTo>
                    <a:pt x="1398733" y="264420"/>
                  </a:lnTo>
                  <a:lnTo>
                    <a:pt x="1406223" y="267365"/>
                  </a:lnTo>
                  <a:lnTo>
                    <a:pt x="1413259" y="270990"/>
                  </a:lnTo>
                  <a:lnTo>
                    <a:pt x="1420295" y="274842"/>
                  </a:lnTo>
                  <a:lnTo>
                    <a:pt x="1427104" y="279147"/>
                  </a:lnTo>
                  <a:lnTo>
                    <a:pt x="1433913" y="283905"/>
                  </a:lnTo>
                  <a:lnTo>
                    <a:pt x="1440268" y="288663"/>
                  </a:lnTo>
                  <a:lnTo>
                    <a:pt x="1446396" y="293874"/>
                  </a:lnTo>
                  <a:lnTo>
                    <a:pt x="1452524" y="299764"/>
                  </a:lnTo>
                  <a:lnTo>
                    <a:pt x="1458425" y="305428"/>
                  </a:lnTo>
                  <a:lnTo>
                    <a:pt x="1463872" y="311999"/>
                  </a:lnTo>
                  <a:lnTo>
                    <a:pt x="1469092" y="318569"/>
                  </a:lnTo>
                  <a:lnTo>
                    <a:pt x="1474086" y="325593"/>
                  </a:lnTo>
                  <a:lnTo>
                    <a:pt x="1478398" y="332390"/>
                  </a:lnTo>
                  <a:lnTo>
                    <a:pt x="1482483" y="339867"/>
                  </a:lnTo>
                  <a:lnTo>
                    <a:pt x="1486342" y="346890"/>
                  </a:lnTo>
                  <a:lnTo>
                    <a:pt x="1489746" y="354593"/>
                  </a:lnTo>
                  <a:lnTo>
                    <a:pt x="1492470" y="362070"/>
                  </a:lnTo>
                  <a:lnTo>
                    <a:pt x="1494966" y="369773"/>
                  </a:lnTo>
                  <a:lnTo>
                    <a:pt x="1497009" y="377703"/>
                  </a:lnTo>
                  <a:lnTo>
                    <a:pt x="1498825" y="385407"/>
                  </a:lnTo>
                  <a:lnTo>
                    <a:pt x="1500186" y="393336"/>
                  </a:lnTo>
                  <a:lnTo>
                    <a:pt x="1500867" y="401266"/>
                  </a:lnTo>
                  <a:lnTo>
                    <a:pt x="1501775" y="409196"/>
                  </a:lnTo>
                  <a:lnTo>
                    <a:pt x="1501775" y="416899"/>
                  </a:lnTo>
                  <a:lnTo>
                    <a:pt x="1501775" y="424829"/>
                  </a:lnTo>
                  <a:lnTo>
                    <a:pt x="1500867" y="432532"/>
                  </a:lnTo>
                  <a:lnTo>
                    <a:pt x="1500186" y="440462"/>
                  </a:lnTo>
                  <a:lnTo>
                    <a:pt x="1498598" y="448165"/>
                  </a:lnTo>
                  <a:lnTo>
                    <a:pt x="1497009" y="456095"/>
                  </a:lnTo>
                  <a:lnTo>
                    <a:pt x="1494966" y="463572"/>
                  </a:lnTo>
                  <a:lnTo>
                    <a:pt x="1492470" y="471275"/>
                  </a:lnTo>
                  <a:lnTo>
                    <a:pt x="1489746" y="478525"/>
                  </a:lnTo>
                  <a:lnTo>
                    <a:pt x="1486569" y="485776"/>
                  </a:lnTo>
                  <a:lnTo>
                    <a:pt x="1482937" y="493026"/>
                  </a:lnTo>
                  <a:lnTo>
                    <a:pt x="1479079" y="500049"/>
                  </a:lnTo>
                  <a:lnTo>
                    <a:pt x="1474993" y="506846"/>
                  </a:lnTo>
                  <a:lnTo>
                    <a:pt x="1470454" y="513417"/>
                  </a:lnTo>
                  <a:lnTo>
                    <a:pt x="1465234" y="519987"/>
                  </a:lnTo>
                  <a:lnTo>
                    <a:pt x="1460241" y="526104"/>
                  </a:lnTo>
                  <a:lnTo>
                    <a:pt x="1454567" y="532222"/>
                  </a:lnTo>
                  <a:lnTo>
                    <a:pt x="1448439" y="537886"/>
                  </a:lnTo>
                  <a:lnTo>
                    <a:pt x="1442311" y="543550"/>
                  </a:lnTo>
                  <a:lnTo>
                    <a:pt x="1435502" y="548761"/>
                  </a:lnTo>
                  <a:lnTo>
                    <a:pt x="1430508" y="552160"/>
                  </a:lnTo>
                  <a:lnTo>
                    <a:pt x="1425515" y="555558"/>
                  </a:lnTo>
                  <a:lnTo>
                    <a:pt x="1420522" y="558730"/>
                  </a:lnTo>
                  <a:lnTo>
                    <a:pt x="1415075" y="561675"/>
                  </a:lnTo>
                  <a:lnTo>
                    <a:pt x="1410082" y="564168"/>
                  </a:lnTo>
                  <a:lnTo>
                    <a:pt x="1404634" y="566886"/>
                  </a:lnTo>
                  <a:lnTo>
                    <a:pt x="1399187" y="569152"/>
                  </a:lnTo>
                  <a:lnTo>
                    <a:pt x="1393967" y="571191"/>
                  </a:lnTo>
                  <a:lnTo>
                    <a:pt x="1388293" y="573230"/>
                  </a:lnTo>
                  <a:lnTo>
                    <a:pt x="1382846" y="575043"/>
                  </a:lnTo>
                  <a:lnTo>
                    <a:pt x="1377172" y="576402"/>
                  </a:lnTo>
                  <a:lnTo>
                    <a:pt x="1371498" y="577762"/>
                  </a:lnTo>
                  <a:lnTo>
                    <a:pt x="1366050" y="578894"/>
                  </a:lnTo>
                  <a:lnTo>
                    <a:pt x="1360376" y="579574"/>
                  </a:lnTo>
                  <a:lnTo>
                    <a:pt x="1354702" y="580480"/>
                  </a:lnTo>
                  <a:lnTo>
                    <a:pt x="1349028" y="580934"/>
                  </a:lnTo>
                  <a:lnTo>
                    <a:pt x="1343354" y="581160"/>
                  </a:lnTo>
                  <a:lnTo>
                    <a:pt x="1337680" y="581387"/>
                  </a:lnTo>
                  <a:lnTo>
                    <a:pt x="1332006" y="581387"/>
                  </a:lnTo>
                  <a:lnTo>
                    <a:pt x="1326332" y="580934"/>
                  </a:lnTo>
                  <a:lnTo>
                    <a:pt x="1320658" y="580707"/>
                  </a:lnTo>
                  <a:lnTo>
                    <a:pt x="1314983" y="579801"/>
                  </a:lnTo>
                  <a:lnTo>
                    <a:pt x="1309309" y="579121"/>
                  </a:lnTo>
                  <a:lnTo>
                    <a:pt x="1304089" y="577988"/>
                  </a:lnTo>
                  <a:lnTo>
                    <a:pt x="1298415" y="576855"/>
                  </a:lnTo>
                  <a:lnTo>
                    <a:pt x="1292968" y="575269"/>
                  </a:lnTo>
                  <a:lnTo>
                    <a:pt x="1287294" y="573683"/>
                  </a:lnTo>
                  <a:lnTo>
                    <a:pt x="1282074" y="571871"/>
                  </a:lnTo>
                  <a:lnTo>
                    <a:pt x="1276626" y="569832"/>
                  </a:lnTo>
                  <a:lnTo>
                    <a:pt x="1271406" y="567793"/>
                  </a:lnTo>
                  <a:lnTo>
                    <a:pt x="1266413" y="565527"/>
                  </a:lnTo>
                  <a:lnTo>
                    <a:pt x="1261193" y="563035"/>
                  </a:lnTo>
                  <a:lnTo>
                    <a:pt x="753246" y="941401"/>
                  </a:lnTo>
                  <a:lnTo>
                    <a:pt x="750296" y="943667"/>
                  </a:lnTo>
                  <a:lnTo>
                    <a:pt x="747118" y="945480"/>
                  </a:lnTo>
                  <a:lnTo>
                    <a:pt x="743941" y="947292"/>
                  </a:lnTo>
                  <a:lnTo>
                    <a:pt x="740990" y="949105"/>
                  </a:lnTo>
                  <a:lnTo>
                    <a:pt x="737586" y="950238"/>
                  </a:lnTo>
                  <a:lnTo>
                    <a:pt x="734181" y="951597"/>
                  </a:lnTo>
                  <a:lnTo>
                    <a:pt x="731004" y="952956"/>
                  </a:lnTo>
                  <a:lnTo>
                    <a:pt x="727599" y="953636"/>
                  </a:lnTo>
                  <a:lnTo>
                    <a:pt x="723968" y="954316"/>
                  </a:lnTo>
                  <a:lnTo>
                    <a:pt x="720790" y="954995"/>
                  </a:lnTo>
                  <a:lnTo>
                    <a:pt x="717159" y="955449"/>
                  </a:lnTo>
                  <a:lnTo>
                    <a:pt x="713754" y="955675"/>
                  </a:lnTo>
                  <a:lnTo>
                    <a:pt x="710123" y="955675"/>
                  </a:lnTo>
                  <a:lnTo>
                    <a:pt x="706945" y="955675"/>
                  </a:lnTo>
                  <a:lnTo>
                    <a:pt x="703314" y="955449"/>
                  </a:lnTo>
                  <a:lnTo>
                    <a:pt x="699910" y="954995"/>
                  </a:lnTo>
                  <a:lnTo>
                    <a:pt x="696505" y="954316"/>
                  </a:lnTo>
                  <a:lnTo>
                    <a:pt x="693101" y="953636"/>
                  </a:lnTo>
                  <a:lnTo>
                    <a:pt x="689696" y="952956"/>
                  </a:lnTo>
                  <a:lnTo>
                    <a:pt x="686519" y="951824"/>
                  </a:lnTo>
                  <a:lnTo>
                    <a:pt x="683341" y="950691"/>
                  </a:lnTo>
                  <a:lnTo>
                    <a:pt x="679937" y="949105"/>
                  </a:lnTo>
                  <a:lnTo>
                    <a:pt x="676986" y="947519"/>
                  </a:lnTo>
                  <a:lnTo>
                    <a:pt x="673809" y="945933"/>
                  </a:lnTo>
                  <a:lnTo>
                    <a:pt x="671085" y="944120"/>
                  </a:lnTo>
                  <a:lnTo>
                    <a:pt x="667908" y="942081"/>
                  </a:lnTo>
                  <a:lnTo>
                    <a:pt x="665184" y="939815"/>
                  </a:lnTo>
                  <a:lnTo>
                    <a:pt x="662460" y="937550"/>
                  </a:lnTo>
                  <a:lnTo>
                    <a:pt x="659737" y="935284"/>
                  </a:lnTo>
                  <a:lnTo>
                    <a:pt x="657240" y="932792"/>
                  </a:lnTo>
                  <a:lnTo>
                    <a:pt x="654971" y="929847"/>
                  </a:lnTo>
                  <a:lnTo>
                    <a:pt x="652474" y="926901"/>
                  </a:lnTo>
                  <a:lnTo>
                    <a:pt x="650431" y="923956"/>
                  </a:lnTo>
                  <a:lnTo>
                    <a:pt x="648389" y="921010"/>
                  </a:lnTo>
                  <a:lnTo>
                    <a:pt x="646573" y="917612"/>
                  </a:lnTo>
                  <a:lnTo>
                    <a:pt x="645211" y="914440"/>
                  </a:lnTo>
                  <a:lnTo>
                    <a:pt x="643622" y="911268"/>
                  </a:lnTo>
                  <a:lnTo>
                    <a:pt x="642261" y="907869"/>
                  </a:lnTo>
                  <a:lnTo>
                    <a:pt x="641353" y="904471"/>
                  </a:lnTo>
                  <a:lnTo>
                    <a:pt x="640218" y="901299"/>
                  </a:lnTo>
                  <a:lnTo>
                    <a:pt x="639537" y="897674"/>
                  </a:lnTo>
                  <a:lnTo>
                    <a:pt x="639083" y="894275"/>
                  </a:lnTo>
                  <a:lnTo>
                    <a:pt x="638629" y="890877"/>
                  </a:lnTo>
                  <a:lnTo>
                    <a:pt x="638402" y="887478"/>
                  </a:lnTo>
                  <a:lnTo>
                    <a:pt x="638175" y="883853"/>
                  </a:lnTo>
                  <a:lnTo>
                    <a:pt x="638402" y="880455"/>
                  </a:lnTo>
                  <a:lnTo>
                    <a:pt x="638629" y="877056"/>
                  </a:lnTo>
                  <a:lnTo>
                    <a:pt x="639083" y="873658"/>
                  </a:lnTo>
                  <a:lnTo>
                    <a:pt x="639764" y="870259"/>
                  </a:lnTo>
                  <a:lnTo>
                    <a:pt x="640218" y="867087"/>
                  </a:lnTo>
                  <a:lnTo>
                    <a:pt x="641353" y="863689"/>
                  </a:lnTo>
                  <a:lnTo>
                    <a:pt x="642261" y="860290"/>
                  </a:lnTo>
                  <a:lnTo>
                    <a:pt x="643622" y="857118"/>
                  </a:lnTo>
                  <a:lnTo>
                    <a:pt x="644984" y="853946"/>
                  </a:lnTo>
                  <a:lnTo>
                    <a:pt x="646346" y="850548"/>
                  </a:lnTo>
                  <a:lnTo>
                    <a:pt x="648162" y="847603"/>
                  </a:lnTo>
                  <a:lnTo>
                    <a:pt x="649977" y="844657"/>
                  </a:lnTo>
                  <a:lnTo>
                    <a:pt x="652020" y="841712"/>
                  </a:lnTo>
                  <a:lnTo>
                    <a:pt x="654063" y="838766"/>
                  </a:lnTo>
                  <a:lnTo>
                    <a:pt x="656332" y="836274"/>
                  </a:lnTo>
                  <a:lnTo>
                    <a:pt x="659056" y="833555"/>
                  </a:lnTo>
                  <a:lnTo>
                    <a:pt x="661553" y="831290"/>
                  </a:lnTo>
                  <a:lnTo>
                    <a:pt x="664276" y="828571"/>
                  </a:lnTo>
                  <a:lnTo>
                    <a:pt x="667227" y="826305"/>
                  </a:lnTo>
                  <a:lnTo>
                    <a:pt x="1174946" y="447939"/>
                  </a:lnTo>
                  <a:lnTo>
                    <a:pt x="1174265" y="442275"/>
                  </a:lnTo>
                  <a:lnTo>
                    <a:pt x="1173358" y="436611"/>
                  </a:lnTo>
                  <a:lnTo>
                    <a:pt x="1172677" y="431173"/>
                  </a:lnTo>
                  <a:lnTo>
                    <a:pt x="1172450" y="425282"/>
                  </a:lnTo>
                  <a:lnTo>
                    <a:pt x="1172223" y="419618"/>
                  </a:lnTo>
                  <a:lnTo>
                    <a:pt x="1172223" y="413954"/>
                  </a:lnTo>
                  <a:lnTo>
                    <a:pt x="1172450" y="408290"/>
                  </a:lnTo>
                  <a:lnTo>
                    <a:pt x="1172677" y="402626"/>
                  </a:lnTo>
                  <a:lnTo>
                    <a:pt x="1173358" y="396961"/>
                  </a:lnTo>
                  <a:lnTo>
                    <a:pt x="1174265" y="391524"/>
                  </a:lnTo>
                  <a:lnTo>
                    <a:pt x="1175173" y="385860"/>
                  </a:lnTo>
                  <a:lnTo>
                    <a:pt x="1176308" y="380195"/>
                  </a:lnTo>
                  <a:lnTo>
                    <a:pt x="1177443" y="374758"/>
                  </a:lnTo>
                  <a:lnTo>
                    <a:pt x="1179032" y="369094"/>
                  </a:lnTo>
                  <a:lnTo>
                    <a:pt x="1180847" y="363883"/>
                  </a:lnTo>
                  <a:lnTo>
                    <a:pt x="1182890" y="358445"/>
                  </a:lnTo>
                  <a:lnTo>
                    <a:pt x="1184933" y="353461"/>
                  </a:lnTo>
                  <a:lnTo>
                    <a:pt x="1187202" y="348023"/>
                  </a:lnTo>
                  <a:lnTo>
                    <a:pt x="1189699" y="342812"/>
                  </a:lnTo>
                  <a:lnTo>
                    <a:pt x="1192423" y="337828"/>
                  </a:lnTo>
                  <a:lnTo>
                    <a:pt x="1195146" y="332843"/>
                  </a:lnTo>
                  <a:lnTo>
                    <a:pt x="1198324" y="328085"/>
                  </a:lnTo>
                  <a:lnTo>
                    <a:pt x="1201274" y="323101"/>
                  </a:lnTo>
                  <a:lnTo>
                    <a:pt x="1204906" y="318569"/>
                  </a:lnTo>
                  <a:lnTo>
                    <a:pt x="1208537" y="314038"/>
                  </a:lnTo>
                  <a:lnTo>
                    <a:pt x="1212168" y="309280"/>
                  </a:lnTo>
                  <a:lnTo>
                    <a:pt x="1216254" y="304975"/>
                  </a:lnTo>
                  <a:lnTo>
                    <a:pt x="1220339" y="300671"/>
                  </a:lnTo>
                  <a:lnTo>
                    <a:pt x="1224425" y="296592"/>
                  </a:lnTo>
                  <a:lnTo>
                    <a:pt x="1228964" y="292514"/>
                  </a:lnTo>
                  <a:lnTo>
                    <a:pt x="1233503" y="288663"/>
                  </a:lnTo>
                  <a:lnTo>
                    <a:pt x="1238496" y="285037"/>
                  </a:lnTo>
                  <a:lnTo>
                    <a:pt x="1245305" y="280280"/>
                  </a:lnTo>
                  <a:lnTo>
                    <a:pt x="1252341" y="275522"/>
                  </a:lnTo>
                  <a:lnTo>
                    <a:pt x="1259604" y="271443"/>
                  </a:lnTo>
                  <a:lnTo>
                    <a:pt x="1266867" y="268045"/>
                  </a:lnTo>
                  <a:lnTo>
                    <a:pt x="1274584" y="264646"/>
                  </a:lnTo>
                  <a:lnTo>
                    <a:pt x="1282074" y="261475"/>
                  </a:lnTo>
                  <a:lnTo>
                    <a:pt x="1289563" y="259209"/>
                  </a:lnTo>
                  <a:lnTo>
                    <a:pt x="1297507" y="256943"/>
                  </a:lnTo>
                  <a:lnTo>
                    <a:pt x="1305224" y="255357"/>
                  </a:lnTo>
                  <a:lnTo>
                    <a:pt x="1313168" y="253998"/>
                  </a:lnTo>
                  <a:lnTo>
                    <a:pt x="1321111" y="253092"/>
                  </a:lnTo>
                  <a:lnTo>
                    <a:pt x="1329055" y="252638"/>
                  </a:lnTo>
                  <a:lnTo>
                    <a:pt x="1336999" y="252412"/>
                  </a:lnTo>
                  <a:close/>
                  <a:moveTo>
                    <a:pt x="545651" y="233362"/>
                  </a:moveTo>
                  <a:lnTo>
                    <a:pt x="557224" y="233589"/>
                  </a:lnTo>
                  <a:lnTo>
                    <a:pt x="568797" y="234042"/>
                  </a:lnTo>
                  <a:lnTo>
                    <a:pt x="580370" y="234723"/>
                  </a:lnTo>
                  <a:lnTo>
                    <a:pt x="592170" y="235403"/>
                  </a:lnTo>
                  <a:lnTo>
                    <a:pt x="603970" y="236764"/>
                  </a:lnTo>
                  <a:lnTo>
                    <a:pt x="615770" y="238351"/>
                  </a:lnTo>
                  <a:lnTo>
                    <a:pt x="627796" y="240165"/>
                  </a:lnTo>
                  <a:lnTo>
                    <a:pt x="639596" y="242207"/>
                  </a:lnTo>
                  <a:lnTo>
                    <a:pt x="651623" y="244701"/>
                  </a:lnTo>
                  <a:lnTo>
                    <a:pt x="663650" y="247196"/>
                  </a:lnTo>
                  <a:lnTo>
                    <a:pt x="675450" y="250144"/>
                  </a:lnTo>
                  <a:lnTo>
                    <a:pt x="687477" y="253319"/>
                  </a:lnTo>
                  <a:lnTo>
                    <a:pt x="699504" y="256721"/>
                  </a:lnTo>
                  <a:lnTo>
                    <a:pt x="711530" y="260576"/>
                  </a:lnTo>
                  <a:lnTo>
                    <a:pt x="723557" y="264658"/>
                  </a:lnTo>
                  <a:lnTo>
                    <a:pt x="735584" y="268740"/>
                  </a:lnTo>
                  <a:lnTo>
                    <a:pt x="747611" y="273276"/>
                  </a:lnTo>
                  <a:lnTo>
                    <a:pt x="759638" y="278265"/>
                  </a:lnTo>
                  <a:lnTo>
                    <a:pt x="771665" y="283255"/>
                  </a:lnTo>
                  <a:lnTo>
                    <a:pt x="783691" y="288471"/>
                  </a:lnTo>
                  <a:lnTo>
                    <a:pt x="795718" y="294140"/>
                  </a:lnTo>
                  <a:lnTo>
                    <a:pt x="807745" y="300037"/>
                  </a:lnTo>
                  <a:lnTo>
                    <a:pt x="819545" y="306160"/>
                  </a:lnTo>
                  <a:lnTo>
                    <a:pt x="831572" y="312510"/>
                  </a:lnTo>
                  <a:lnTo>
                    <a:pt x="843372" y="319087"/>
                  </a:lnTo>
                  <a:lnTo>
                    <a:pt x="855172" y="326117"/>
                  </a:lnTo>
                  <a:lnTo>
                    <a:pt x="866972" y="333148"/>
                  </a:lnTo>
                  <a:lnTo>
                    <a:pt x="878772" y="340405"/>
                  </a:lnTo>
                  <a:lnTo>
                    <a:pt x="890571" y="348115"/>
                  </a:lnTo>
                  <a:lnTo>
                    <a:pt x="901918" y="356053"/>
                  </a:lnTo>
                  <a:lnTo>
                    <a:pt x="913491" y="364217"/>
                  </a:lnTo>
                  <a:lnTo>
                    <a:pt x="925064" y="372382"/>
                  </a:lnTo>
                  <a:lnTo>
                    <a:pt x="936637" y="380999"/>
                  </a:lnTo>
                  <a:lnTo>
                    <a:pt x="947756" y="390071"/>
                  </a:lnTo>
                  <a:lnTo>
                    <a:pt x="959102" y="398915"/>
                  </a:lnTo>
                  <a:lnTo>
                    <a:pt x="970448" y="408440"/>
                  </a:lnTo>
                  <a:lnTo>
                    <a:pt x="981340" y="417965"/>
                  </a:lnTo>
                  <a:lnTo>
                    <a:pt x="992459" y="427717"/>
                  </a:lnTo>
                  <a:lnTo>
                    <a:pt x="1003351" y="437696"/>
                  </a:lnTo>
                  <a:lnTo>
                    <a:pt x="1014017" y="448128"/>
                  </a:lnTo>
                  <a:lnTo>
                    <a:pt x="1024909" y="458560"/>
                  </a:lnTo>
                  <a:lnTo>
                    <a:pt x="1035347" y="469446"/>
                  </a:lnTo>
                  <a:lnTo>
                    <a:pt x="1045786" y="480105"/>
                  </a:lnTo>
                  <a:lnTo>
                    <a:pt x="968447" y="537849"/>
                  </a:lnTo>
                  <a:lnTo>
                    <a:pt x="968548" y="537951"/>
                  </a:lnTo>
                  <a:lnTo>
                    <a:pt x="706546" y="733927"/>
                  </a:lnTo>
                  <a:lnTo>
                    <a:pt x="764164" y="550895"/>
                  </a:lnTo>
                  <a:lnTo>
                    <a:pt x="764617" y="545899"/>
                  </a:lnTo>
                  <a:lnTo>
                    <a:pt x="764617" y="541130"/>
                  </a:lnTo>
                  <a:lnTo>
                    <a:pt x="764164" y="536134"/>
                  </a:lnTo>
                  <a:lnTo>
                    <a:pt x="763256" y="531365"/>
                  </a:lnTo>
                  <a:lnTo>
                    <a:pt x="762122" y="526823"/>
                  </a:lnTo>
                  <a:lnTo>
                    <a:pt x="760534" y="522055"/>
                  </a:lnTo>
                  <a:lnTo>
                    <a:pt x="758493" y="517740"/>
                  </a:lnTo>
                  <a:lnTo>
                    <a:pt x="756224" y="513425"/>
                  </a:lnTo>
                  <a:lnTo>
                    <a:pt x="753729" y="509338"/>
                  </a:lnTo>
                  <a:lnTo>
                    <a:pt x="750553" y="505477"/>
                  </a:lnTo>
                  <a:lnTo>
                    <a:pt x="747377" y="502071"/>
                  </a:lnTo>
                  <a:lnTo>
                    <a:pt x="743975" y="498892"/>
                  </a:lnTo>
                  <a:lnTo>
                    <a:pt x="740345" y="495713"/>
                  </a:lnTo>
                  <a:lnTo>
                    <a:pt x="736489" y="493215"/>
                  </a:lnTo>
                  <a:lnTo>
                    <a:pt x="732406" y="491171"/>
                  </a:lnTo>
                  <a:lnTo>
                    <a:pt x="728096" y="489354"/>
                  </a:lnTo>
                  <a:lnTo>
                    <a:pt x="724013" y="487992"/>
                  </a:lnTo>
                  <a:lnTo>
                    <a:pt x="719929" y="487310"/>
                  </a:lnTo>
                  <a:lnTo>
                    <a:pt x="715846" y="487083"/>
                  </a:lnTo>
                  <a:lnTo>
                    <a:pt x="711990" y="487083"/>
                  </a:lnTo>
                  <a:lnTo>
                    <a:pt x="708134" y="487765"/>
                  </a:lnTo>
                  <a:lnTo>
                    <a:pt x="704504" y="488900"/>
                  </a:lnTo>
                  <a:lnTo>
                    <a:pt x="701102" y="490262"/>
                  </a:lnTo>
                  <a:lnTo>
                    <a:pt x="697926" y="492079"/>
                  </a:lnTo>
                  <a:lnTo>
                    <a:pt x="694977" y="494577"/>
                  </a:lnTo>
                  <a:lnTo>
                    <a:pt x="692255" y="497302"/>
                  </a:lnTo>
                  <a:lnTo>
                    <a:pt x="689986" y="500254"/>
                  </a:lnTo>
                  <a:lnTo>
                    <a:pt x="687945" y="503661"/>
                  </a:lnTo>
                  <a:lnTo>
                    <a:pt x="685903" y="507521"/>
                  </a:lnTo>
                  <a:lnTo>
                    <a:pt x="684542" y="511609"/>
                  </a:lnTo>
                  <a:lnTo>
                    <a:pt x="683181" y="515923"/>
                  </a:lnTo>
                  <a:lnTo>
                    <a:pt x="682501" y="520692"/>
                  </a:lnTo>
                  <a:lnTo>
                    <a:pt x="591310" y="808866"/>
                  </a:lnTo>
                  <a:lnTo>
                    <a:pt x="531651" y="534544"/>
                  </a:lnTo>
                  <a:lnTo>
                    <a:pt x="529156" y="529776"/>
                  </a:lnTo>
                  <a:lnTo>
                    <a:pt x="526433" y="525688"/>
                  </a:lnTo>
                  <a:lnTo>
                    <a:pt x="523258" y="521828"/>
                  </a:lnTo>
                  <a:lnTo>
                    <a:pt x="519855" y="518648"/>
                  </a:lnTo>
                  <a:lnTo>
                    <a:pt x="516452" y="515696"/>
                  </a:lnTo>
                  <a:lnTo>
                    <a:pt x="512823" y="513198"/>
                  </a:lnTo>
                  <a:lnTo>
                    <a:pt x="508967" y="510927"/>
                  </a:lnTo>
                  <a:lnTo>
                    <a:pt x="505110" y="509338"/>
                  </a:lnTo>
                  <a:lnTo>
                    <a:pt x="501481" y="507975"/>
                  </a:lnTo>
                  <a:lnTo>
                    <a:pt x="497624" y="507067"/>
                  </a:lnTo>
                  <a:lnTo>
                    <a:pt x="493768" y="506840"/>
                  </a:lnTo>
                  <a:lnTo>
                    <a:pt x="489912" y="506840"/>
                  </a:lnTo>
                  <a:lnTo>
                    <a:pt x="486509" y="507294"/>
                  </a:lnTo>
                  <a:lnTo>
                    <a:pt x="482880" y="507975"/>
                  </a:lnTo>
                  <a:lnTo>
                    <a:pt x="479477" y="509565"/>
                  </a:lnTo>
                  <a:lnTo>
                    <a:pt x="476301" y="511609"/>
                  </a:lnTo>
                  <a:lnTo>
                    <a:pt x="473352" y="513880"/>
                  </a:lnTo>
                  <a:lnTo>
                    <a:pt x="470857" y="516832"/>
                  </a:lnTo>
                  <a:lnTo>
                    <a:pt x="468589" y="519784"/>
                  </a:lnTo>
                  <a:lnTo>
                    <a:pt x="466774" y="523417"/>
                  </a:lnTo>
                  <a:lnTo>
                    <a:pt x="465186" y="527051"/>
                  </a:lnTo>
                  <a:lnTo>
                    <a:pt x="463825" y="531138"/>
                  </a:lnTo>
                  <a:lnTo>
                    <a:pt x="462918" y="535453"/>
                  </a:lnTo>
                  <a:lnTo>
                    <a:pt x="462464" y="539767"/>
                  </a:lnTo>
                  <a:lnTo>
                    <a:pt x="462010" y="544536"/>
                  </a:lnTo>
                  <a:lnTo>
                    <a:pt x="462464" y="549305"/>
                  </a:lnTo>
                  <a:lnTo>
                    <a:pt x="462691" y="554074"/>
                  </a:lnTo>
                  <a:lnTo>
                    <a:pt x="463371" y="559070"/>
                  </a:lnTo>
                  <a:lnTo>
                    <a:pt x="464506" y="564066"/>
                  </a:lnTo>
                  <a:lnTo>
                    <a:pt x="465867" y="569289"/>
                  </a:lnTo>
                  <a:lnTo>
                    <a:pt x="467455" y="574058"/>
                  </a:lnTo>
                  <a:lnTo>
                    <a:pt x="469496" y="579281"/>
                  </a:lnTo>
                  <a:lnTo>
                    <a:pt x="526207" y="858598"/>
                  </a:lnTo>
                  <a:lnTo>
                    <a:pt x="392143" y="734835"/>
                  </a:lnTo>
                  <a:lnTo>
                    <a:pt x="389194" y="732791"/>
                  </a:lnTo>
                  <a:lnTo>
                    <a:pt x="386018" y="731202"/>
                  </a:lnTo>
                  <a:lnTo>
                    <a:pt x="383069" y="730066"/>
                  </a:lnTo>
                  <a:lnTo>
                    <a:pt x="380120" y="729612"/>
                  </a:lnTo>
                  <a:lnTo>
                    <a:pt x="377398" y="729612"/>
                  </a:lnTo>
                  <a:lnTo>
                    <a:pt x="374676" y="730293"/>
                  </a:lnTo>
                  <a:lnTo>
                    <a:pt x="371954" y="731202"/>
                  </a:lnTo>
                  <a:lnTo>
                    <a:pt x="369459" y="732791"/>
                  </a:lnTo>
                  <a:lnTo>
                    <a:pt x="367190" y="734835"/>
                  </a:lnTo>
                  <a:lnTo>
                    <a:pt x="365149" y="737333"/>
                  </a:lnTo>
                  <a:lnTo>
                    <a:pt x="363107" y="740285"/>
                  </a:lnTo>
                  <a:lnTo>
                    <a:pt x="361293" y="743919"/>
                  </a:lnTo>
                  <a:lnTo>
                    <a:pt x="359932" y="747552"/>
                  </a:lnTo>
                  <a:lnTo>
                    <a:pt x="358797" y="751640"/>
                  </a:lnTo>
                  <a:lnTo>
                    <a:pt x="357663" y="756408"/>
                  </a:lnTo>
                  <a:lnTo>
                    <a:pt x="357209" y="761404"/>
                  </a:lnTo>
                  <a:lnTo>
                    <a:pt x="356756" y="766627"/>
                  </a:lnTo>
                  <a:lnTo>
                    <a:pt x="356756" y="772077"/>
                  </a:lnTo>
                  <a:lnTo>
                    <a:pt x="356983" y="777300"/>
                  </a:lnTo>
                  <a:lnTo>
                    <a:pt x="357436" y="782751"/>
                  </a:lnTo>
                  <a:lnTo>
                    <a:pt x="358117" y="788201"/>
                  </a:lnTo>
                  <a:lnTo>
                    <a:pt x="359251" y="793197"/>
                  </a:lnTo>
                  <a:lnTo>
                    <a:pt x="360612" y="798647"/>
                  </a:lnTo>
                  <a:lnTo>
                    <a:pt x="361746" y="803870"/>
                  </a:lnTo>
                  <a:lnTo>
                    <a:pt x="363561" y="808638"/>
                  </a:lnTo>
                  <a:lnTo>
                    <a:pt x="365376" y="813407"/>
                  </a:lnTo>
                  <a:lnTo>
                    <a:pt x="367417" y="817949"/>
                  </a:lnTo>
                  <a:lnTo>
                    <a:pt x="369686" y="822264"/>
                  </a:lnTo>
                  <a:lnTo>
                    <a:pt x="371954" y="826124"/>
                  </a:lnTo>
                  <a:lnTo>
                    <a:pt x="374676" y="829758"/>
                  </a:lnTo>
                  <a:lnTo>
                    <a:pt x="377172" y="832710"/>
                  </a:lnTo>
                  <a:lnTo>
                    <a:pt x="379667" y="835435"/>
                  </a:lnTo>
                  <a:lnTo>
                    <a:pt x="518267" y="953747"/>
                  </a:lnTo>
                  <a:lnTo>
                    <a:pt x="427077" y="1028686"/>
                  </a:lnTo>
                  <a:lnTo>
                    <a:pt x="425489" y="1030276"/>
                  </a:lnTo>
                  <a:lnTo>
                    <a:pt x="424581" y="1032319"/>
                  </a:lnTo>
                  <a:lnTo>
                    <a:pt x="423447" y="1034590"/>
                  </a:lnTo>
                  <a:lnTo>
                    <a:pt x="422994" y="1037315"/>
                  </a:lnTo>
                  <a:lnTo>
                    <a:pt x="422767" y="1040040"/>
                  </a:lnTo>
                  <a:lnTo>
                    <a:pt x="422994" y="1043220"/>
                  </a:lnTo>
                  <a:lnTo>
                    <a:pt x="423447" y="1046399"/>
                  </a:lnTo>
                  <a:lnTo>
                    <a:pt x="423901" y="1050032"/>
                  </a:lnTo>
                  <a:lnTo>
                    <a:pt x="425262" y="1053893"/>
                  </a:lnTo>
                  <a:lnTo>
                    <a:pt x="426623" y="1057753"/>
                  </a:lnTo>
                  <a:lnTo>
                    <a:pt x="427984" y="1061614"/>
                  </a:lnTo>
                  <a:lnTo>
                    <a:pt x="430026" y="1065701"/>
                  </a:lnTo>
                  <a:lnTo>
                    <a:pt x="432521" y="1069789"/>
                  </a:lnTo>
                  <a:lnTo>
                    <a:pt x="435016" y="1073876"/>
                  </a:lnTo>
                  <a:lnTo>
                    <a:pt x="437738" y="1077964"/>
                  </a:lnTo>
                  <a:lnTo>
                    <a:pt x="440914" y="1082052"/>
                  </a:lnTo>
                  <a:lnTo>
                    <a:pt x="444544" y="1085912"/>
                  </a:lnTo>
                  <a:lnTo>
                    <a:pt x="447719" y="1089773"/>
                  </a:lnTo>
                  <a:lnTo>
                    <a:pt x="451349" y="1093179"/>
                  </a:lnTo>
                  <a:lnTo>
                    <a:pt x="454978" y="1096131"/>
                  </a:lnTo>
                  <a:lnTo>
                    <a:pt x="458608" y="1098629"/>
                  </a:lnTo>
                  <a:lnTo>
                    <a:pt x="462010" y="1101354"/>
                  </a:lnTo>
                  <a:lnTo>
                    <a:pt x="465640" y="1103398"/>
                  </a:lnTo>
                  <a:lnTo>
                    <a:pt x="469042" y="1105214"/>
                  </a:lnTo>
                  <a:lnTo>
                    <a:pt x="472672" y="1106577"/>
                  </a:lnTo>
                  <a:lnTo>
                    <a:pt x="475621" y="1107712"/>
                  </a:lnTo>
                  <a:lnTo>
                    <a:pt x="478797" y="1108394"/>
                  </a:lnTo>
                  <a:lnTo>
                    <a:pt x="481746" y="1108621"/>
                  </a:lnTo>
                  <a:lnTo>
                    <a:pt x="484695" y="1108621"/>
                  </a:lnTo>
                  <a:lnTo>
                    <a:pt x="486963" y="1108394"/>
                  </a:lnTo>
                  <a:lnTo>
                    <a:pt x="489231" y="1107485"/>
                  </a:lnTo>
                  <a:lnTo>
                    <a:pt x="491273" y="1106350"/>
                  </a:lnTo>
                  <a:lnTo>
                    <a:pt x="585185" y="1028913"/>
                  </a:lnTo>
                  <a:lnTo>
                    <a:pt x="670478" y="1199001"/>
                  </a:lnTo>
                  <a:lnTo>
                    <a:pt x="672066" y="1202862"/>
                  </a:lnTo>
                  <a:lnTo>
                    <a:pt x="673881" y="1206495"/>
                  </a:lnTo>
                  <a:lnTo>
                    <a:pt x="676149" y="1210129"/>
                  </a:lnTo>
                  <a:lnTo>
                    <a:pt x="678644" y="1213989"/>
                  </a:lnTo>
                  <a:lnTo>
                    <a:pt x="681366" y="1217850"/>
                  </a:lnTo>
                  <a:lnTo>
                    <a:pt x="684769" y="1221483"/>
                  </a:lnTo>
                  <a:lnTo>
                    <a:pt x="688172" y="1225116"/>
                  </a:lnTo>
                  <a:lnTo>
                    <a:pt x="692028" y="1228296"/>
                  </a:lnTo>
                  <a:lnTo>
                    <a:pt x="695884" y="1231702"/>
                  </a:lnTo>
                  <a:lnTo>
                    <a:pt x="699967" y="1234881"/>
                  </a:lnTo>
                  <a:lnTo>
                    <a:pt x="704051" y="1237606"/>
                  </a:lnTo>
                  <a:lnTo>
                    <a:pt x="708361" y="1240331"/>
                  </a:lnTo>
                  <a:lnTo>
                    <a:pt x="712897" y="1242829"/>
                  </a:lnTo>
                  <a:lnTo>
                    <a:pt x="717434" y="1244873"/>
                  </a:lnTo>
                  <a:lnTo>
                    <a:pt x="722198" y="1246917"/>
                  </a:lnTo>
                  <a:lnTo>
                    <a:pt x="726735" y="1248052"/>
                  </a:lnTo>
                  <a:lnTo>
                    <a:pt x="731272" y="1249415"/>
                  </a:lnTo>
                  <a:lnTo>
                    <a:pt x="735808" y="1249869"/>
                  </a:lnTo>
                  <a:lnTo>
                    <a:pt x="739892" y="1250096"/>
                  </a:lnTo>
                  <a:lnTo>
                    <a:pt x="743748" y="1249869"/>
                  </a:lnTo>
                  <a:lnTo>
                    <a:pt x="747377" y="1249188"/>
                  </a:lnTo>
                  <a:lnTo>
                    <a:pt x="750780" y="1248052"/>
                  </a:lnTo>
                  <a:lnTo>
                    <a:pt x="754183" y="1246690"/>
                  </a:lnTo>
                  <a:lnTo>
                    <a:pt x="756905" y="1244873"/>
                  </a:lnTo>
                  <a:lnTo>
                    <a:pt x="759400" y="1242829"/>
                  </a:lnTo>
                  <a:lnTo>
                    <a:pt x="761668" y="1240104"/>
                  </a:lnTo>
                  <a:lnTo>
                    <a:pt x="763256" y="1237379"/>
                  </a:lnTo>
                  <a:lnTo>
                    <a:pt x="764844" y="1233973"/>
                  </a:lnTo>
                  <a:lnTo>
                    <a:pt x="765751" y="1230794"/>
                  </a:lnTo>
                  <a:lnTo>
                    <a:pt x="766205" y="1227160"/>
                  </a:lnTo>
                  <a:lnTo>
                    <a:pt x="766432" y="1223073"/>
                  </a:lnTo>
                  <a:lnTo>
                    <a:pt x="765978" y="1218985"/>
                  </a:lnTo>
                  <a:lnTo>
                    <a:pt x="688172" y="1040495"/>
                  </a:lnTo>
                  <a:lnTo>
                    <a:pt x="924314" y="1204224"/>
                  </a:lnTo>
                  <a:lnTo>
                    <a:pt x="927490" y="1208312"/>
                  </a:lnTo>
                  <a:lnTo>
                    <a:pt x="930892" y="1212172"/>
                  </a:lnTo>
                  <a:lnTo>
                    <a:pt x="934522" y="1215806"/>
                  </a:lnTo>
                  <a:lnTo>
                    <a:pt x="938378" y="1218985"/>
                  </a:lnTo>
                  <a:lnTo>
                    <a:pt x="942461" y="1221710"/>
                  </a:lnTo>
                  <a:lnTo>
                    <a:pt x="946318" y="1224208"/>
                  </a:lnTo>
                  <a:lnTo>
                    <a:pt x="950401" y="1226252"/>
                  </a:lnTo>
                  <a:lnTo>
                    <a:pt x="954484" y="1227841"/>
                  </a:lnTo>
                  <a:lnTo>
                    <a:pt x="958567" y="1229204"/>
                  </a:lnTo>
                  <a:lnTo>
                    <a:pt x="962423" y="1229885"/>
                  </a:lnTo>
                  <a:lnTo>
                    <a:pt x="966506" y="1230112"/>
                  </a:lnTo>
                  <a:lnTo>
                    <a:pt x="970363" y="1230112"/>
                  </a:lnTo>
                  <a:lnTo>
                    <a:pt x="973992" y="1229658"/>
                  </a:lnTo>
                  <a:lnTo>
                    <a:pt x="977622" y="1228750"/>
                  </a:lnTo>
                  <a:lnTo>
                    <a:pt x="980797" y="1227387"/>
                  </a:lnTo>
                  <a:lnTo>
                    <a:pt x="984200" y="1225343"/>
                  </a:lnTo>
                  <a:lnTo>
                    <a:pt x="986922" y="1223073"/>
                  </a:lnTo>
                  <a:lnTo>
                    <a:pt x="989644" y="1220120"/>
                  </a:lnTo>
                  <a:lnTo>
                    <a:pt x="991686" y="1217168"/>
                  </a:lnTo>
                  <a:lnTo>
                    <a:pt x="993501" y="1213762"/>
                  </a:lnTo>
                  <a:lnTo>
                    <a:pt x="994635" y="1210129"/>
                  </a:lnTo>
                  <a:lnTo>
                    <a:pt x="995769" y="1206268"/>
                  </a:lnTo>
                  <a:lnTo>
                    <a:pt x="996223" y="1202181"/>
                  </a:lnTo>
                  <a:lnTo>
                    <a:pt x="996223" y="1198093"/>
                  </a:lnTo>
                  <a:lnTo>
                    <a:pt x="996223" y="1193778"/>
                  </a:lnTo>
                  <a:lnTo>
                    <a:pt x="995542" y="1189464"/>
                  </a:lnTo>
                  <a:lnTo>
                    <a:pt x="994408" y="1184922"/>
                  </a:lnTo>
                  <a:lnTo>
                    <a:pt x="993274" y="1180380"/>
                  </a:lnTo>
                  <a:lnTo>
                    <a:pt x="991459" y="1175838"/>
                  </a:lnTo>
                  <a:lnTo>
                    <a:pt x="989417" y="1171297"/>
                  </a:lnTo>
                  <a:lnTo>
                    <a:pt x="986695" y="1166982"/>
                  </a:lnTo>
                  <a:lnTo>
                    <a:pt x="983973" y="1162440"/>
                  </a:lnTo>
                  <a:lnTo>
                    <a:pt x="757812" y="992352"/>
                  </a:lnTo>
                  <a:lnTo>
                    <a:pt x="760988" y="990763"/>
                  </a:lnTo>
                  <a:lnTo>
                    <a:pt x="1045901" y="1023690"/>
                  </a:lnTo>
                  <a:lnTo>
                    <a:pt x="1050211" y="1024826"/>
                  </a:lnTo>
                  <a:lnTo>
                    <a:pt x="1054294" y="1025734"/>
                  </a:lnTo>
                  <a:lnTo>
                    <a:pt x="1058377" y="1025961"/>
                  </a:lnTo>
                  <a:lnTo>
                    <a:pt x="1062234" y="1025961"/>
                  </a:lnTo>
                  <a:lnTo>
                    <a:pt x="1066090" y="1025280"/>
                  </a:lnTo>
                  <a:lnTo>
                    <a:pt x="1069493" y="1024144"/>
                  </a:lnTo>
                  <a:lnTo>
                    <a:pt x="1072668" y="1022782"/>
                  </a:lnTo>
                  <a:lnTo>
                    <a:pt x="1075617" y="1020965"/>
                  </a:lnTo>
                  <a:lnTo>
                    <a:pt x="1078339" y="1018694"/>
                  </a:lnTo>
                  <a:lnTo>
                    <a:pt x="1080608" y="1016196"/>
                  </a:lnTo>
                  <a:lnTo>
                    <a:pt x="1083103" y="1013244"/>
                  </a:lnTo>
                  <a:lnTo>
                    <a:pt x="1084464" y="1010065"/>
                  </a:lnTo>
                  <a:lnTo>
                    <a:pt x="1086052" y="1006432"/>
                  </a:lnTo>
                  <a:lnTo>
                    <a:pt x="1087186" y="1002344"/>
                  </a:lnTo>
                  <a:lnTo>
                    <a:pt x="1087640" y="998256"/>
                  </a:lnTo>
                  <a:lnTo>
                    <a:pt x="1087867" y="993715"/>
                  </a:lnTo>
                  <a:lnTo>
                    <a:pt x="1087640" y="988946"/>
                  </a:lnTo>
                  <a:lnTo>
                    <a:pt x="1086733" y="984404"/>
                  </a:lnTo>
                  <a:lnTo>
                    <a:pt x="1085825" y="979862"/>
                  </a:lnTo>
                  <a:lnTo>
                    <a:pt x="1084464" y="975548"/>
                  </a:lnTo>
                  <a:lnTo>
                    <a:pt x="1082423" y="970779"/>
                  </a:lnTo>
                  <a:lnTo>
                    <a:pt x="1080381" y="966464"/>
                  </a:lnTo>
                  <a:lnTo>
                    <a:pt x="1077886" y="962150"/>
                  </a:lnTo>
                  <a:lnTo>
                    <a:pt x="1075164" y="958062"/>
                  </a:lnTo>
                  <a:lnTo>
                    <a:pt x="1071988" y="954202"/>
                  </a:lnTo>
                  <a:lnTo>
                    <a:pt x="1068585" y="950568"/>
                  </a:lnTo>
                  <a:lnTo>
                    <a:pt x="1065183" y="947389"/>
                  </a:lnTo>
                  <a:lnTo>
                    <a:pt x="1061553" y="944210"/>
                  </a:lnTo>
                  <a:lnTo>
                    <a:pt x="1057470" y="941485"/>
                  </a:lnTo>
                  <a:lnTo>
                    <a:pt x="1053387" y="938760"/>
                  </a:lnTo>
                  <a:lnTo>
                    <a:pt x="1048850" y="936716"/>
                  </a:lnTo>
                  <a:lnTo>
                    <a:pt x="1044313" y="934899"/>
                  </a:lnTo>
                  <a:lnTo>
                    <a:pt x="860118" y="918549"/>
                  </a:lnTo>
                  <a:lnTo>
                    <a:pt x="1109698" y="731671"/>
                  </a:lnTo>
                  <a:lnTo>
                    <a:pt x="1109551" y="731383"/>
                  </a:lnTo>
                  <a:lnTo>
                    <a:pt x="1187385" y="673553"/>
                  </a:lnTo>
                  <a:lnTo>
                    <a:pt x="1194873" y="687387"/>
                  </a:lnTo>
                  <a:lnTo>
                    <a:pt x="1202362" y="701221"/>
                  </a:lnTo>
                  <a:lnTo>
                    <a:pt x="1209169" y="715055"/>
                  </a:lnTo>
                  <a:lnTo>
                    <a:pt x="1216204" y="728889"/>
                  </a:lnTo>
                  <a:lnTo>
                    <a:pt x="1222558" y="742723"/>
                  </a:lnTo>
                  <a:lnTo>
                    <a:pt x="1228684" y="756783"/>
                  </a:lnTo>
                  <a:lnTo>
                    <a:pt x="1234811" y="770617"/>
                  </a:lnTo>
                  <a:lnTo>
                    <a:pt x="1240484" y="784678"/>
                  </a:lnTo>
                  <a:lnTo>
                    <a:pt x="1245703" y="798512"/>
                  </a:lnTo>
                  <a:lnTo>
                    <a:pt x="1250923" y="812573"/>
                  </a:lnTo>
                  <a:lnTo>
                    <a:pt x="1255688" y="826406"/>
                  </a:lnTo>
                  <a:lnTo>
                    <a:pt x="1260680" y="840467"/>
                  </a:lnTo>
                  <a:lnTo>
                    <a:pt x="1264992" y="854301"/>
                  </a:lnTo>
                  <a:lnTo>
                    <a:pt x="1269076" y="868362"/>
                  </a:lnTo>
                  <a:lnTo>
                    <a:pt x="1272934" y="882196"/>
                  </a:lnTo>
                  <a:lnTo>
                    <a:pt x="1276338" y="896030"/>
                  </a:lnTo>
                  <a:lnTo>
                    <a:pt x="1279515" y="910090"/>
                  </a:lnTo>
                  <a:lnTo>
                    <a:pt x="1282692" y="923924"/>
                  </a:lnTo>
                  <a:lnTo>
                    <a:pt x="1285415" y="937759"/>
                  </a:lnTo>
                  <a:lnTo>
                    <a:pt x="1288138" y="951366"/>
                  </a:lnTo>
                  <a:lnTo>
                    <a:pt x="1290180" y="964973"/>
                  </a:lnTo>
                  <a:lnTo>
                    <a:pt x="1292222" y="978580"/>
                  </a:lnTo>
                  <a:lnTo>
                    <a:pt x="1294038" y="992187"/>
                  </a:lnTo>
                  <a:lnTo>
                    <a:pt x="1295172" y="1005794"/>
                  </a:lnTo>
                  <a:lnTo>
                    <a:pt x="1296534" y="1019175"/>
                  </a:lnTo>
                  <a:lnTo>
                    <a:pt x="1297215" y="1032555"/>
                  </a:lnTo>
                  <a:lnTo>
                    <a:pt x="1298122" y="1045709"/>
                  </a:lnTo>
                  <a:lnTo>
                    <a:pt x="1298349" y="1059089"/>
                  </a:lnTo>
                  <a:lnTo>
                    <a:pt x="1298576" y="1072016"/>
                  </a:lnTo>
                  <a:lnTo>
                    <a:pt x="1298349" y="1085169"/>
                  </a:lnTo>
                  <a:lnTo>
                    <a:pt x="1297669" y="1098096"/>
                  </a:lnTo>
                  <a:lnTo>
                    <a:pt x="1296988" y="1111023"/>
                  </a:lnTo>
                  <a:lnTo>
                    <a:pt x="1296307" y="1123496"/>
                  </a:lnTo>
                  <a:lnTo>
                    <a:pt x="1294945" y="1135969"/>
                  </a:lnTo>
                  <a:lnTo>
                    <a:pt x="1293357" y="1148669"/>
                  </a:lnTo>
                  <a:lnTo>
                    <a:pt x="1291542" y="1160916"/>
                  </a:lnTo>
                  <a:lnTo>
                    <a:pt x="1289499" y="1173162"/>
                  </a:lnTo>
                  <a:lnTo>
                    <a:pt x="1287230" y="1185182"/>
                  </a:lnTo>
                  <a:lnTo>
                    <a:pt x="1284734" y="1197201"/>
                  </a:lnTo>
                  <a:lnTo>
                    <a:pt x="1282011" y="1208994"/>
                  </a:lnTo>
                  <a:lnTo>
                    <a:pt x="1278834" y="1220560"/>
                  </a:lnTo>
                  <a:lnTo>
                    <a:pt x="1275203" y="1231900"/>
                  </a:lnTo>
                  <a:lnTo>
                    <a:pt x="1271573" y="1243239"/>
                  </a:lnTo>
                  <a:lnTo>
                    <a:pt x="1267715" y="1254578"/>
                  </a:lnTo>
                  <a:lnTo>
                    <a:pt x="1263630" y="1265464"/>
                  </a:lnTo>
                  <a:lnTo>
                    <a:pt x="1259092" y="1276350"/>
                  </a:lnTo>
                  <a:lnTo>
                    <a:pt x="1254553" y="1287009"/>
                  </a:lnTo>
                  <a:lnTo>
                    <a:pt x="1249334" y="1297441"/>
                  </a:lnTo>
                  <a:lnTo>
                    <a:pt x="1244342" y="1307646"/>
                  </a:lnTo>
                  <a:lnTo>
                    <a:pt x="1238669" y="1317625"/>
                  </a:lnTo>
                  <a:lnTo>
                    <a:pt x="1232996" y="1327603"/>
                  </a:lnTo>
                  <a:lnTo>
                    <a:pt x="1226869" y="1337128"/>
                  </a:lnTo>
                  <a:lnTo>
                    <a:pt x="1220515" y="1346653"/>
                  </a:lnTo>
                  <a:lnTo>
                    <a:pt x="1214161" y="1355951"/>
                  </a:lnTo>
                  <a:lnTo>
                    <a:pt x="1207127" y="1365023"/>
                  </a:lnTo>
                  <a:lnTo>
                    <a:pt x="1200092" y="1373868"/>
                  </a:lnTo>
                  <a:lnTo>
                    <a:pt x="1192604" y="1382259"/>
                  </a:lnTo>
                  <a:lnTo>
                    <a:pt x="1184889" y="1390650"/>
                  </a:lnTo>
                  <a:lnTo>
                    <a:pt x="1177173" y="1398587"/>
                  </a:lnTo>
                  <a:lnTo>
                    <a:pt x="1169004" y="1406525"/>
                  </a:lnTo>
                  <a:lnTo>
                    <a:pt x="1160381" y="1414235"/>
                  </a:lnTo>
                  <a:lnTo>
                    <a:pt x="1151531" y="1421493"/>
                  </a:lnTo>
                  <a:lnTo>
                    <a:pt x="1142681" y="1428523"/>
                  </a:lnTo>
                  <a:lnTo>
                    <a:pt x="1133377" y="1435553"/>
                  </a:lnTo>
                  <a:lnTo>
                    <a:pt x="1122939" y="1442584"/>
                  </a:lnTo>
                  <a:lnTo>
                    <a:pt x="1112501" y="1449387"/>
                  </a:lnTo>
                  <a:lnTo>
                    <a:pt x="1101381" y="1455737"/>
                  </a:lnTo>
                  <a:lnTo>
                    <a:pt x="1090489" y="1461634"/>
                  </a:lnTo>
                  <a:lnTo>
                    <a:pt x="1079143" y="1467076"/>
                  </a:lnTo>
                  <a:lnTo>
                    <a:pt x="1067797" y="1472293"/>
                  </a:lnTo>
                  <a:lnTo>
                    <a:pt x="1055997" y="1477282"/>
                  </a:lnTo>
                  <a:lnTo>
                    <a:pt x="1044651" y="1481591"/>
                  </a:lnTo>
                  <a:lnTo>
                    <a:pt x="1032624" y="1485446"/>
                  </a:lnTo>
                  <a:lnTo>
                    <a:pt x="1020597" y="1488848"/>
                  </a:lnTo>
                  <a:lnTo>
                    <a:pt x="1008571" y="1492023"/>
                  </a:lnTo>
                  <a:lnTo>
                    <a:pt x="996090" y="1494744"/>
                  </a:lnTo>
                  <a:lnTo>
                    <a:pt x="983609" y="1497239"/>
                  </a:lnTo>
                  <a:lnTo>
                    <a:pt x="971129" y="1499280"/>
                  </a:lnTo>
                  <a:lnTo>
                    <a:pt x="958648" y="1500641"/>
                  </a:lnTo>
                  <a:lnTo>
                    <a:pt x="945713" y="1502001"/>
                  </a:lnTo>
                  <a:lnTo>
                    <a:pt x="933006" y="1502682"/>
                  </a:lnTo>
                  <a:lnTo>
                    <a:pt x="919844" y="1503362"/>
                  </a:lnTo>
                  <a:lnTo>
                    <a:pt x="906910" y="1503362"/>
                  </a:lnTo>
                  <a:lnTo>
                    <a:pt x="893748" y="1502909"/>
                  </a:lnTo>
                  <a:lnTo>
                    <a:pt x="880587" y="1502228"/>
                  </a:lnTo>
                  <a:lnTo>
                    <a:pt x="867199" y="1501321"/>
                  </a:lnTo>
                  <a:lnTo>
                    <a:pt x="853810" y="1499960"/>
                  </a:lnTo>
                  <a:lnTo>
                    <a:pt x="840195" y="1498146"/>
                  </a:lnTo>
                  <a:lnTo>
                    <a:pt x="827033" y="1496105"/>
                  </a:lnTo>
                  <a:lnTo>
                    <a:pt x="813418" y="1493610"/>
                  </a:lnTo>
                  <a:lnTo>
                    <a:pt x="799803" y="1490662"/>
                  </a:lnTo>
                  <a:lnTo>
                    <a:pt x="786188" y="1487487"/>
                  </a:lnTo>
                  <a:lnTo>
                    <a:pt x="772799" y="1483859"/>
                  </a:lnTo>
                  <a:lnTo>
                    <a:pt x="759184" y="1480003"/>
                  </a:lnTo>
                  <a:lnTo>
                    <a:pt x="745342" y="1475694"/>
                  </a:lnTo>
                  <a:lnTo>
                    <a:pt x="731726" y="1470932"/>
                  </a:lnTo>
                  <a:lnTo>
                    <a:pt x="718111" y="1466169"/>
                  </a:lnTo>
                  <a:lnTo>
                    <a:pt x="704269" y="1460726"/>
                  </a:lnTo>
                  <a:lnTo>
                    <a:pt x="690881" y="1455057"/>
                  </a:lnTo>
                  <a:lnTo>
                    <a:pt x="677265" y="1449387"/>
                  </a:lnTo>
                  <a:lnTo>
                    <a:pt x="663650" y="1442810"/>
                  </a:lnTo>
                  <a:lnTo>
                    <a:pt x="650035" y="1436234"/>
                  </a:lnTo>
                  <a:lnTo>
                    <a:pt x="636419" y="1429203"/>
                  </a:lnTo>
                  <a:lnTo>
                    <a:pt x="623031" y="1422173"/>
                  </a:lnTo>
                  <a:lnTo>
                    <a:pt x="609643" y="1414462"/>
                  </a:lnTo>
                  <a:lnTo>
                    <a:pt x="596254" y="1406525"/>
                  </a:lnTo>
                  <a:lnTo>
                    <a:pt x="583093" y="1398134"/>
                  </a:lnTo>
                  <a:lnTo>
                    <a:pt x="569705" y="1389743"/>
                  </a:lnTo>
                  <a:lnTo>
                    <a:pt x="556316" y="1380671"/>
                  </a:lnTo>
                  <a:lnTo>
                    <a:pt x="543382" y="1371373"/>
                  </a:lnTo>
                  <a:lnTo>
                    <a:pt x="530220" y="1361848"/>
                  </a:lnTo>
                  <a:lnTo>
                    <a:pt x="517513" y="1352096"/>
                  </a:lnTo>
                  <a:lnTo>
                    <a:pt x="504578" y="1341891"/>
                  </a:lnTo>
                  <a:lnTo>
                    <a:pt x="491870" y="1331232"/>
                  </a:lnTo>
                  <a:lnTo>
                    <a:pt x="479390" y="1320573"/>
                  </a:lnTo>
                  <a:lnTo>
                    <a:pt x="466682" y="1309460"/>
                  </a:lnTo>
                  <a:lnTo>
                    <a:pt x="454428" y="1298121"/>
                  </a:lnTo>
                  <a:lnTo>
                    <a:pt x="442175" y="1286555"/>
                  </a:lnTo>
                  <a:lnTo>
                    <a:pt x="430148" y="1274535"/>
                  </a:lnTo>
                  <a:lnTo>
                    <a:pt x="418121" y="1262289"/>
                  </a:lnTo>
                  <a:lnTo>
                    <a:pt x="406321" y="1249589"/>
                  </a:lnTo>
                  <a:lnTo>
                    <a:pt x="394748" y="1236889"/>
                  </a:lnTo>
                  <a:lnTo>
                    <a:pt x="383402" y="1223509"/>
                  </a:lnTo>
                  <a:lnTo>
                    <a:pt x="372056" y="1210355"/>
                  </a:lnTo>
                  <a:lnTo>
                    <a:pt x="360937" y="1196521"/>
                  </a:lnTo>
                  <a:lnTo>
                    <a:pt x="350045" y="1182687"/>
                  </a:lnTo>
                  <a:lnTo>
                    <a:pt x="339152" y="1168173"/>
                  </a:lnTo>
                  <a:lnTo>
                    <a:pt x="328714" y="1153659"/>
                  </a:lnTo>
                  <a:lnTo>
                    <a:pt x="318276" y="1139144"/>
                  </a:lnTo>
                  <a:lnTo>
                    <a:pt x="308291" y="1124176"/>
                  </a:lnTo>
                  <a:lnTo>
                    <a:pt x="298760" y="1109209"/>
                  </a:lnTo>
                  <a:lnTo>
                    <a:pt x="289230" y="1094241"/>
                  </a:lnTo>
                  <a:lnTo>
                    <a:pt x="280380" y="1079273"/>
                  </a:lnTo>
                  <a:lnTo>
                    <a:pt x="271757" y="1064078"/>
                  </a:lnTo>
                  <a:lnTo>
                    <a:pt x="263588" y="1048657"/>
                  </a:lnTo>
                  <a:lnTo>
                    <a:pt x="255191" y="1033689"/>
                  </a:lnTo>
                  <a:lnTo>
                    <a:pt x="247703" y="1018268"/>
                  </a:lnTo>
                  <a:lnTo>
                    <a:pt x="240215" y="1003073"/>
                  </a:lnTo>
                  <a:lnTo>
                    <a:pt x="233180" y="987651"/>
                  </a:lnTo>
                  <a:lnTo>
                    <a:pt x="226599" y="972230"/>
                  </a:lnTo>
                  <a:lnTo>
                    <a:pt x="220246" y="956809"/>
                  </a:lnTo>
                  <a:lnTo>
                    <a:pt x="214119" y="941614"/>
                  </a:lnTo>
                  <a:lnTo>
                    <a:pt x="208219" y="925965"/>
                  </a:lnTo>
                  <a:lnTo>
                    <a:pt x="202773" y="910544"/>
                  </a:lnTo>
                  <a:lnTo>
                    <a:pt x="197780" y="895123"/>
                  </a:lnTo>
                  <a:lnTo>
                    <a:pt x="193015" y="879928"/>
                  </a:lnTo>
                  <a:lnTo>
                    <a:pt x="188477" y="864280"/>
                  </a:lnTo>
                  <a:lnTo>
                    <a:pt x="184392" y="848858"/>
                  </a:lnTo>
                  <a:lnTo>
                    <a:pt x="180534" y="833437"/>
                  </a:lnTo>
                  <a:lnTo>
                    <a:pt x="177130" y="818469"/>
                  </a:lnTo>
                  <a:lnTo>
                    <a:pt x="174180" y="803048"/>
                  </a:lnTo>
                  <a:lnTo>
                    <a:pt x="171004" y="788080"/>
                  </a:lnTo>
                  <a:lnTo>
                    <a:pt x="168734" y="772885"/>
                  </a:lnTo>
                  <a:lnTo>
                    <a:pt x="166465" y="757690"/>
                  </a:lnTo>
                  <a:lnTo>
                    <a:pt x="164650" y="742723"/>
                  </a:lnTo>
                  <a:lnTo>
                    <a:pt x="163061" y="727755"/>
                  </a:lnTo>
                  <a:lnTo>
                    <a:pt x="161927" y="713014"/>
                  </a:lnTo>
                  <a:lnTo>
                    <a:pt x="161019" y="698499"/>
                  </a:lnTo>
                  <a:lnTo>
                    <a:pt x="160565" y="683532"/>
                  </a:lnTo>
                  <a:lnTo>
                    <a:pt x="160338" y="669244"/>
                  </a:lnTo>
                  <a:lnTo>
                    <a:pt x="160338" y="654730"/>
                  </a:lnTo>
                  <a:lnTo>
                    <a:pt x="160792" y="640669"/>
                  </a:lnTo>
                  <a:lnTo>
                    <a:pt x="161473" y="626155"/>
                  </a:lnTo>
                  <a:lnTo>
                    <a:pt x="162607" y="612321"/>
                  </a:lnTo>
                  <a:lnTo>
                    <a:pt x="164196" y="598260"/>
                  </a:lnTo>
                  <a:lnTo>
                    <a:pt x="166011" y="584880"/>
                  </a:lnTo>
                  <a:lnTo>
                    <a:pt x="168053" y="571273"/>
                  </a:lnTo>
                  <a:lnTo>
                    <a:pt x="170323" y="557665"/>
                  </a:lnTo>
                  <a:lnTo>
                    <a:pt x="173046" y="544285"/>
                  </a:lnTo>
                  <a:lnTo>
                    <a:pt x="175996" y="531358"/>
                  </a:lnTo>
                  <a:lnTo>
                    <a:pt x="179400" y="518432"/>
                  </a:lnTo>
                  <a:lnTo>
                    <a:pt x="183030" y="505732"/>
                  </a:lnTo>
                  <a:lnTo>
                    <a:pt x="187115" y="493258"/>
                  </a:lnTo>
                  <a:lnTo>
                    <a:pt x="191426" y="480785"/>
                  </a:lnTo>
                  <a:lnTo>
                    <a:pt x="196192" y="468765"/>
                  </a:lnTo>
                  <a:lnTo>
                    <a:pt x="200957" y="456746"/>
                  </a:lnTo>
                  <a:lnTo>
                    <a:pt x="206403" y="445407"/>
                  </a:lnTo>
                  <a:lnTo>
                    <a:pt x="212076" y="433840"/>
                  </a:lnTo>
                  <a:lnTo>
                    <a:pt x="217976" y="422501"/>
                  </a:lnTo>
                  <a:lnTo>
                    <a:pt x="224330" y="411842"/>
                  </a:lnTo>
                  <a:lnTo>
                    <a:pt x="230911" y="400957"/>
                  </a:lnTo>
                  <a:lnTo>
                    <a:pt x="237945" y="390524"/>
                  </a:lnTo>
                  <a:lnTo>
                    <a:pt x="244980" y="380319"/>
                  </a:lnTo>
                  <a:lnTo>
                    <a:pt x="252695" y="370340"/>
                  </a:lnTo>
                  <a:lnTo>
                    <a:pt x="260638" y="360589"/>
                  </a:lnTo>
                  <a:lnTo>
                    <a:pt x="268807" y="351290"/>
                  </a:lnTo>
                  <a:lnTo>
                    <a:pt x="277657" y="342219"/>
                  </a:lnTo>
                  <a:lnTo>
                    <a:pt x="286507" y="333374"/>
                  </a:lnTo>
                  <a:lnTo>
                    <a:pt x="295810" y="324983"/>
                  </a:lnTo>
                  <a:lnTo>
                    <a:pt x="305114" y="316819"/>
                  </a:lnTo>
                  <a:lnTo>
                    <a:pt x="315099" y="308882"/>
                  </a:lnTo>
                  <a:lnTo>
                    <a:pt x="325537" y="301171"/>
                  </a:lnTo>
                  <a:lnTo>
                    <a:pt x="334614" y="294821"/>
                  </a:lnTo>
                  <a:lnTo>
                    <a:pt x="343918" y="288924"/>
                  </a:lnTo>
                  <a:lnTo>
                    <a:pt x="353675" y="283255"/>
                  </a:lnTo>
                  <a:lnTo>
                    <a:pt x="362979" y="278039"/>
                  </a:lnTo>
                  <a:lnTo>
                    <a:pt x="372964" y="272823"/>
                  </a:lnTo>
                  <a:lnTo>
                    <a:pt x="382948" y="268060"/>
                  </a:lnTo>
                  <a:lnTo>
                    <a:pt x="392933" y="263524"/>
                  </a:lnTo>
                  <a:lnTo>
                    <a:pt x="403371" y="259442"/>
                  </a:lnTo>
                  <a:lnTo>
                    <a:pt x="413583" y="255587"/>
                  </a:lnTo>
                  <a:lnTo>
                    <a:pt x="424021" y="252185"/>
                  </a:lnTo>
                  <a:lnTo>
                    <a:pt x="434459" y="248783"/>
                  </a:lnTo>
                  <a:lnTo>
                    <a:pt x="445352" y="246062"/>
                  </a:lnTo>
                  <a:lnTo>
                    <a:pt x="456017" y="243340"/>
                  </a:lnTo>
                  <a:lnTo>
                    <a:pt x="466909" y="241073"/>
                  </a:lnTo>
                  <a:lnTo>
                    <a:pt x="478028" y="239032"/>
                  </a:lnTo>
                  <a:lnTo>
                    <a:pt x="488920" y="237444"/>
                  </a:lnTo>
                  <a:lnTo>
                    <a:pt x="500267" y="236083"/>
                  </a:lnTo>
                  <a:lnTo>
                    <a:pt x="511613" y="234949"/>
                  </a:lnTo>
                  <a:lnTo>
                    <a:pt x="522732" y="234269"/>
                  </a:lnTo>
                  <a:lnTo>
                    <a:pt x="534078" y="233589"/>
                  </a:lnTo>
                  <a:lnTo>
                    <a:pt x="545651" y="233362"/>
                  </a:lnTo>
                  <a:close/>
                  <a:moveTo>
                    <a:pt x="1471613" y="153987"/>
                  </a:moveTo>
                  <a:lnTo>
                    <a:pt x="1475922" y="153987"/>
                  </a:lnTo>
                  <a:lnTo>
                    <a:pt x="1481819" y="154667"/>
                  </a:lnTo>
                  <a:lnTo>
                    <a:pt x="1488849" y="155799"/>
                  </a:lnTo>
                  <a:lnTo>
                    <a:pt x="1497240" y="157839"/>
                  </a:lnTo>
                  <a:lnTo>
                    <a:pt x="1506538" y="160557"/>
                  </a:lnTo>
                  <a:lnTo>
                    <a:pt x="1511301" y="162143"/>
                  </a:lnTo>
                  <a:lnTo>
                    <a:pt x="1516517" y="164182"/>
                  </a:lnTo>
                  <a:lnTo>
                    <a:pt x="1521733" y="166222"/>
                  </a:lnTo>
                  <a:lnTo>
                    <a:pt x="1527176" y="168714"/>
                  </a:lnTo>
                  <a:lnTo>
                    <a:pt x="1532846" y="171433"/>
                  </a:lnTo>
                  <a:lnTo>
                    <a:pt x="1538515" y="174605"/>
                  </a:lnTo>
                  <a:lnTo>
                    <a:pt x="1544185" y="177550"/>
                  </a:lnTo>
                  <a:lnTo>
                    <a:pt x="1549628" y="181175"/>
                  </a:lnTo>
                  <a:lnTo>
                    <a:pt x="1555524" y="185027"/>
                  </a:lnTo>
                  <a:lnTo>
                    <a:pt x="1561194" y="189105"/>
                  </a:lnTo>
                  <a:lnTo>
                    <a:pt x="1567090" y="193636"/>
                  </a:lnTo>
                  <a:lnTo>
                    <a:pt x="1572760" y="198394"/>
                  </a:lnTo>
                  <a:lnTo>
                    <a:pt x="1578430" y="203379"/>
                  </a:lnTo>
                  <a:lnTo>
                    <a:pt x="1583646" y="209043"/>
                  </a:lnTo>
                  <a:lnTo>
                    <a:pt x="1589315" y="214934"/>
                  </a:lnTo>
                  <a:lnTo>
                    <a:pt x="1594531" y="221051"/>
                  </a:lnTo>
                  <a:lnTo>
                    <a:pt x="1599521" y="227622"/>
                  </a:lnTo>
                  <a:lnTo>
                    <a:pt x="1604737" y="234645"/>
                  </a:lnTo>
                  <a:lnTo>
                    <a:pt x="1609273" y="241669"/>
                  </a:lnTo>
                  <a:lnTo>
                    <a:pt x="1613582" y="248919"/>
                  </a:lnTo>
                  <a:lnTo>
                    <a:pt x="1617437" y="256396"/>
                  </a:lnTo>
                  <a:lnTo>
                    <a:pt x="1621065" y="263420"/>
                  </a:lnTo>
                  <a:lnTo>
                    <a:pt x="1624240" y="270670"/>
                  </a:lnTo>
                  <a:lnTo>
                    <a:pt x="1626962" y="277467"/>
                  </a:lnTo>
                  <a:lnTo>
                    <a:pt x="1629230" y="284717"/>
                  </a:lnTo>
                  <a:lnTo>
                    <a:pt x="1631271" y="291514"/>
                  </a:lnTo>
                  <a:lnTo>
                    <a:pt x="1633085" y="298538"/>
                  </a:lnTo>
                  <a:lnTo>
                    <a:pt x="1634673" y="305108"/>
                  </a:lnTo>
                  <a:lnTo>
                    <a:pt x="1636033" y="311905"/>
                  </a:lnTo>
                  <a:lnTo>
                    <a:pt x="1636714" y="318249"/>
                  </a:lnTo>
                  <a:lnTo>
                    <a:pt x="1637394" y="324593"/>
                  </a:lnTo>
                  <a:lnTo>
                    <a:pt x="1638074" y="330711"/>
                  </a:lnTo>
                  <a:lnTo>
                    <a:pt x="1638301" y="336601"/>
                  </a:lnTo>
                  <a:lnTo>
                    <a:pt x="1638301" y="342492"/>
                  </a:lnTo>
                  <a:lnTo>
                    <a:pt x="1638301" y="347930"/>
                  </a:lnTo>
                  <a:lnTo>
                    <a:pt x="1638074" y="352914"/>
                  </a:lnTo>
                  <a:lnTo>
                    <a:pt x="1637167" y="362657"/>
                  </a:lnTo>
                  <a:lnTo>
                    <a:pt x="1636033" y="371040"/>
                  </a:lnTo>
                  <a:lnTo>
                    <a:pt x="1634673" y="378290"/>
                  </a:lnTo>
                  <a:lnTo>
                    <a:pt x="1632858" y="383954"/>
                  </a:lnTo>
                  <a:lnTo>
                    <a:pt x="1631271" y="387806"/>
                  </a:lnTo>
                  <a:lnTo>
                    <a:pt x="1630817" y="388939"/>
                  </a:lnTo>
                  <a:lnTo>
                    <a:pt x="1630137" y="390072"/>
                  </a:lnTo>
                  <a:lnTo>
                    <a:pt x="1629457" y="390525"/>
                  </a:lnTo>
                  <a:lnTo>
                    <a:pt x="1629003" y="390298"/>
                  </a:lnTo>
                  <a:lnTo>
                    <a:pt x="1628549" y="390072"/>
                  </a:lnTo>
                  <a:lnTo>
                    <a:pt x="1628323" y="389619"/>
                  </a:lnTo>
                  <a:lnTo>
                    <a:pt x="1628096" y="386900"/>
                  </a:lnTo>
                  <a:lnTo>
                    <a:pt x="1627869" y="377157"/>
                  </a:lnTo>
                  <a:lnTo>
                    <a:pt x="1627869" y="370360"/>
                  </a:lnTo>
                  <a:lnTo>
                    <a:pt x="1627415" y="362430"/>
                  </a:lnTo>
                  <a:lnTo>
                    <a:pt x="1626962" y="353141"/>
                  </a:lnTo>
                  <a:lnTo>
                    <a:pt x="1626055" y="343172"/>
                  </a:lnTo>
                  <a:lnTo>
                    <a:pt x="1624694" y="332297"/>
                  </a:lnTo>
                  <a:lnTo>
                    <a:pt x="1622653" y="320742"/>
                  </a:lnTo>
                  <a:lnTo>
                    <a:pt x="1621292" y="314851"/>
                  </a:lnTo>
                  <a:lnTo>
                    <a:pt x="1619932" y="308733"/>
                  </a:lnTo>
                  <a:lnTo>
                    <a:pt x="1618117" y="302616"/>
                  </a:lnTo>
                  <a:lnTo>
                    <a:pt x="1616076" y="296272"/>
                  </a:lnTo>
                  <a:lnTo>
                    <a:pt x="1614035" y="289928"/>
                  </a:lnTo>
                  <a:lnTo>
                    <a:pt x="1611314" y="283358"/>
                  </a:lnTo>
                  <a:lnTo>
                    <a:pt x="1608592" y="277014"/>
                  </a:lnTo>
                  <a:lnTo>
                    <a:pt x="1605417" y="270443"/>
                  </a:lnTo>
                  <a:lnTo>
                    <a:pt x="1602242" y="264099"/>
                  </a:lnTo>
                  <a:lnTo>
                    <a:pt x="1598614" y="257302"/>
                  </a:lnTo>
                  <a:lnTo>
                    <a:pt x="1594531" y="250958"/>
                  </a:lnTo>
                  <a:lnTo>
                    <a:pt x="1590223" y="244614"/>
                  </a:lnTo>
                  <a:lnTo>
                    <a:pt x="1585687" y="238271"/>
                  </a:lnTo>
                  <a:lnTo>
                    <a:pt x="1581151" y="232153"/>
                  </a:lnTo>
                  <a:lnTo>
                    <a:pt x="1576615" y="226262"/>
                  </a:lnTo>
                  <a:lnTo>
                    <a:pt x="1571626" y="220825"/>
                  </a:lnTo>
                  <a:lnTo>
                    <a:pt x="1566864" y="215614"/>
                  </a:lnTo>
                  <a:lnTo>
                    <a:pt x="1561647" y="210856"/>
                  </a:lnTo>
                  <a:lnTo>
                    <a:pt x="1556658" y="205871"/>
                  </a:lnTo>
                  <a:lnTo>
                    <a:pt x="1551442" y="201566"/>
                  </a:lnTo>
                  <a:lnTo>
                    <a:pt x="1546453" y="197488"/>
                  </a:lnTo>
                  <a:lnTo>
                    <a:pt x="1541237" y="193636"/>
                  </a:lnTo>
                  <a:lnTo>
                    <a:pt x="1536247" y="190011"/>
                  </a:lnTo>
                  <a:lnTo>
                    <a:pt x="1531031" y="186839"/>
                  </a:lnTo>
                  <a:lnTo>
                    <a:pt x="1521053" y="180722"/>
                  </a:lnTo>
                  <a:lnTo>
                    <a:pt x="1511301" y="175284"/>
                  </a:lnTo>
                  <a:lnTo>
                    <a:pt x="1502456" y="170980"/>
                  </a:lnTo>
                  <a:lnTo>
                    <a:pt x="1494292" y="167128"/>
                  </a:lnTo>
                  <a:lnTo>
                    <a:pt x="1486808" y="163729"/>
                  </a:lnTo>
                  <a:lnTo>
                    <a:pt x="1480458" y="161237"/>
                  </a:lnTo>
                  <a:lnTo>
                    <a:pt x="1475015" y="159198"/>
                  </a:lnTo>
                  <a:lnTo>
                    <a:pt x="1471386" y="157612"/>
                  </a:lnTo>
                  <a:lnTo>
                    <a:pt x="1469119" y="156253"/>
                  </a:lnTo>
                  <a:lnTo>
                    <a:pt x="1468665" y="155799"/>
                  </a:lnTo>
                  <a:lnTo>
                    <a:pt x="1468438" y="155346"/>
                  </a:lnTo>
                  <a:lnTo>
                    <a:pt x="1468665" y="154893"/>
                  </a:lnTo>
                  <a:lnTo>
                    <a:pt x="1469119" y="154667"/>
                  </a:lnTo>
                  <a:lnTo>
                    <a:pt x="1470253" y="154213"/>
                  </a:lnTo>
                  <a:lnTo>
                    <a:pt x="1471613" y="153987"/>
                  </a:lnTo>
                  <a:close/>
                  <a:moveTo>
                    <a:pt x="1488832" y="74612"/>
                  </a:moveTo>
                  <a:lnTo>
                    <a:pt x="1491542" y="74612"/>
                  </a:lnTo>
                  <a:lnTo>
                    <a:pt x="1494705" y="74839"/>
                  </a:lnTo>
                  <a:lnTo>
                    <a:pt x="1498546" y="75066"/>
                  </a:lnTo>
                  <a:lnTo>
                    <a:pt x="1502838" y="75519"/>
                  </a:lnTo>
                  <a:lnTo>
                    <a:pt x="1507356" y="76426"/>
                  </a:lnTo>
                  <a:lnTo>
                    <a:pt x="1512552" y="77107"/>
                  </a:lnTo>
                  <a:lnTo>
                    <a:pt x="1518200" y="78467"/>
                  </a:lnTo>
                  <a:lnTo>
                    <a:pt x="1524074" y="80055"/>
                  </a:lnTo>
                  <a:lnTo>
                    <a:pt x="1530400" y="81642"/>
                  </a:lnTo>
                  <a:lnTo>
                    <a:pt x="1536951" y="83910"/>
                  </a:lnTo>
                  <a:lnTo>
                    <a:pt x="1543954" y="86178"/>
                  </a:lnTo>
                  <a:lnTo>
                    <a:pt x="1550732" y="88673"/>
                  </a:lnTo>
                  <a:lnTo>
                    <a:pt x="1558187" y="91848"/>
                  </a:lnTo>
                  <a:lnTo>
                    <a:pt x="1565642" y="95023"/>
                  </a:lnTo>
                  <a:lnTo>
                    <a:pt x="1573097" y="98878"/>
                  </a:lnTo>
                  <a:lnTo>
                    <a:pt x="1581004" y="102960"/>
                  </a:lnTo>
                  <a:lnTo>
                    <a:pt x="1588911" y="107496"/>
                  </a:lnTo>
                  <a:lnTo>
                    <a:pt x="1596818" y="112485"/>
                  </a:lnTo>
                  <a:lnTo>
                    <a:pt x="1604725" y="117928"/>
                  </a:lnTo>
                  <a:lnTo>
                    <a:pt x="1612632" y="123371"/>
                  </a:lnTo>
                  <a:lnTo>
                    <a:pt x="1620539" y="129721"/>
                  </a:lnTo>
                  <a:lnTo>
                    <a:pt x="1628446" y="136298"/>
                  </a:lnTo>
                  <a:lnTo>
                    <a:pt x="1636127" y="143328"/>
                  </a:lnTo>
                  <a:lnTo>
                    <a:pt x="1643808" y="151039"/>
                  </a:lnTo>
                  <a:lnTo>
                    <a:pt x="1651489" y="159203"/>
                  </a:lnTo>
                  <a:lnTo>
                    <a:pt x="1658493" y="168048"/>
                  </a:lnTo>
                  <a:lnTo>
                    <a:pt x="1665722" y="177119"/>
                  </a:lnTo>
                  <a:lnTo>
                    <a:pt x="1672499" y="186871"/>
                  </a:lnTo>
                  <a:lnTo>
                    <a:pt x="1679051" y="196623"/>
                  </a:lnTo>
                  <a:lnTo>
                    <a:pt x="1685150" y="206601"/>
                  </a:lnTo>
                  <a:lnTo>
                    <a:pt x="1690346" y="216580"/>
                  </a:lnTo>
                  <a:lnTo>
                    <a:pt x="1695316" y="226559"/>
                  </a:lnTo>
                  <a:lnTo>
                    <a:pt x="1699609" y="236537"/>
                  </a:lnTo>
                  <a:lnTo>
                    <a:pt x="1703449" y="246516"/>
                  </a:lnTo>
                  <a:lnTo>
                    <a:pt x="1706838" y="256268"/>
                  </a:lnTo>
                  <a:lnTo>
                    <a:pt x="1709549" y="266019"/>
                  </a:lnTo>
                  <a:lnTo>
                    <a:pt x="1712034" y="275544"/>
                  </a:lnTo>
                  <a:lnTo>
                    <a:pt x="1714067" y="284616"/>
                  </a:lnTo>
                  <a:lnTo>
                    <a:pt x="1715649" y="293914"/>
                  </a:lnTo>
                  <a:lnTo>
                    <a:pt x="1717004" y="302759"/>
                  </a:lnTo>
                  <a:lnTo>
                    <a:pt x="1717908" y="311830"/>
                  </a:lnTo>
                  <a:lnTo>
                    <a:pt x="1718811" y="320221"/>
                  </a:lnTo>
                  <a:lnTo>
                    <a:pt x="1719037" y="328385"/>
                  </a:lnTo>
                  <a:lnTo>
                    <a:pt x="1719263" y="336323"/>
                  </a:lnTo>
                  <a:lnTo>
                    <a:pt x="1719037" y="344034"/>
                  </a:lnTo>
                  <a:lnTo>
                    <a:pt x="1718811" y="351291"/>
                  </a:lnTo>
                  <a:lnTo>
                    <a:pt x="1718134" y="358094"/>
                  </a:lnTo>
                  <a:lnTo>
                    <a:pt x="1717682" y="364444"/>
                  </a:lnTo>
                  <a:lnTo>
                    <a:pt x="1717004" y="370794"/>
                  </a:lnTo>
                  <a:lnTo>
                    <a:pt x="1715875" y="376237"/>
                  </a:lnTo>
                  <a:lnTo>
                    <a:pt x="1714971" y="381453"/>
                  </a:lnTo>
                  <a:lnTo>
                    <a:pt x="1713841" y="385989"/>
                  </a:lnTo>
                  <a:lnTo>
                    <a:pt x="1712938" y="390298"/>
                  </a:lnTo>
                  <a:lnTo>
                    <a:pt x="1711808" y="393927"/>
                  </a:lnTo>
                  <a:lnTo>
                    <a:pt x="1710904" y="397102"/>
                  </a:lnTo>
                  <a:lnTo>
                    <a:pt x="1709775" y="399596"/>
                  </a:lnTo>
                  <a:lnTo>
                    <a:pt x="1708871" y="401411"/>
                  </a:lnTo>
                  <a:lnTo>
                    <a:pt x="1707742" y="402771"/>
                  </a:lnTo>
                  <a:lnTo>
                    <a:pt x="1707064" y="403225"/>
                  </a:lnTo>
                  <a:lnTo>
                    <a:pt x="1706838" y="403225"/>
                  </a:lnTo>
                  <a:lnTo>
                    <a:pt x="1706160" y="403225"/>
                  </a:lnTo>
                  <a:lnTo>
                    <a:pt x="1705708" y="402771"/>
                  </a:lnTo>
                  <a:lnTo>
                    <a:pt x="1705483" y="401864"/>
                  </a:lnTo>
                  <a:lnTo>
                    <a:pt x="1705257" y="400277"/>
                  </a:lnTo>
                  <a:lnTo>
                    <a:pt x="1705031" y="398236"/>
                  </a:lnTo>
                  <a:lnTo>
                    <a:pt x="1704805" y="392339"/>
                  </a:lnTo>
                  <a:lnTo>
                    <a:pt x="1704805" y="384855"/>
                  </a:lnTo>
                  <a:lnTo>
                    <a:pt x="1704353" y="375330"/>
                  </a:lnTo>
                  <a:lnTo>
                    <a:pt x="1704127" y="363991"/>
                  </a:lnTo>
                  <a:lnTo>
                    <a:pt x="1703449" y="351518"/>
                  </a:lnTo>
                  <a:lnTo>
                    <a:pt x="1702094" y="337457"/>
                  </a:lnTo>
                  <a:lnTo>
                    <a:pt x="1701416" y="329973"/>
                  </a:lnTo>
                  <a:lnTo>
                    <a:pt x="1700061" y="322262"/>
                  </a:lnTo>
                  <a:lnTo>
                    <a:pt x="1698931" y="314325"/>
                  </a:lnTo>
                  <a:lnTo>
                    <a:pt x="1697350" y="306387"/>
                  </a:lnTo>
                  <a:lnTo>
                    <a:pt x="1695542" y="297996"/>
                  </a:lnTo>
                  <a:lnTo>
                    <a:pt x="1693509" y="289605"/>
                  </a:lnTo>
                  <a:lnTo>
                    <a:pt x="1691250" y="280760"/>
                  </a:lnTo>
                  <a:lnTo>
                    <a:pt x="1688313" y="272143"/>
                  </a:lnTo>
                  <a:lnTo>
                    <a:pt x="1685376" y="263525"/>
                  </a:lnTo>
                  <a:lnTo>
                    <a:pt x="1681988" y="254453"/>
                  </a:lnTo>
                  <a:lnTo>
                    <a:pt x="1678147" y="245609"/>
                  </a:lnTo>
                  <a:lnTo>
                    <a:pt x="1673855" y="236310"/>
                  </a:lnTo>
                  <a:lnTo>
                    <a:pt x="1669336" y="227466"/>
                  </a:lnTo>
                  <a:lnTo>
                    <a:pt x="1664140" y="218394"/>
                  </a:lnTo>
                  <a:lnTo>
                    <a:pt x="1658944" y="209550"/>
                  </a:lnTo>
                  <a:lnTo>
                    <a:pt x="1652619" y="200478"/>
                  </a:lnTo>
                  <a:lnTo>
                    <a:pt x="1646519" y="191633"/>
                  </a:lnTo>
                  <a:lnTo>
                    <a:pt x="1640194" y="183016"/>
                  </a:lnTo>
                  <a:lnTo>
                    <a:pt x="1633868" y="175078"/>
                  </a:lnTo>
                  <a:lnTo>
                    <a:pt x="1627091" y="167594"/>
                  </a:lnTo>
                  <a:lnTo>
                    <a:pt x="1620313" y="160337"/>
                  </a:lnTo>
                  <a:lnTo>
                    <a:pt x="1613310" y="153307"/>
                  </a:lnTo>
                  <a:lnTo>
                    <a:pt x="1606307" y="146957"/>
                  </a:lnTo>
                  <a:lnTo>
                    <a:pt x="1599303" y="140833"/>
                  </a:lnTo>
                  <a:lnTo>
                    <a:pt x="1592074" y="135164"/>
                  </a:lnTo>
                  <a:lnTo>
                    <a:pt x="1584845" y="129948"/>
                  </a:lnTo>
                  <a:lnTo>
                    <a:pt x="1577841" y="124732"/>
                  </a:lnTo>
                  <a:lnTo>
                    <a:pt x="1570612" y="120196"/>
                  </a:lnTo>
                  <a:lnTo>
                    <a:pt x="1563835" y="115887"/>
                  </a:lnTo>
                  <a:lnTo>
                    <a:pt x="1556831" y="111805"/>
                  </a:lnTo>
                  <a:lnTo>
                    <a:pt x="1550280" y="107949"/>
                  </a:lnTo>
                  <a:lnTo>
                    <a:pt x="1543728" y="104321"/>
                  </a:lnTo>
                  <a:lnTo>
                    <a:pt x="1531077" y="98198"/>
                  </a:lnTo>
                  <a:lnTo>
                    <a:pt x="1519782" y="92755"/>
                  </a:lnTo>
                  <a:lnTo>
                    <a:pt x="1509390" y="88446"/>
                  </a:lnTo>
                  <a:lnTo>
                    <a:pt x="1500579" y="84817"/>
                  </a:lnTo>
                  <a:lnTo>
                    <a:pt x="1493350" y="81642"/>
                  </a:lnTo>
                  <a:lnTo>
                    <a:pt x="1488380" y="79374"/>
                  </a:lnTo>
                  <a:lnTo>
                    <a:pt x="1486346" y="78694"/>
                  </a:lnTo>
                  <a:lnTo>
                    <a:pt x="1484991" y="78014"/>
                  </a:lnTo>
                  <a:lnTo>
                    <a:pt x="1484539" y="77107"/>
                  </a:lnTo>
                  <a:lnTo>
                    <a:pt x="1484313" y="76653"/>
                  </a:lnTo>
                  <a:lnTo>
                    <a:pt x="1484313" y="76199"/>
                  </a:lnTo>
                  <a:lnTo>
                    <a:pt x="1484539" y="75973"/>
                  </a:lnTo>
                  <a:lnTo>
                    <a:pt x="1485217" y="75292"/>
                  </a:lnTo>
                  <a:lnTo>
                    <a:pt x="1486798" y="74839"/>
                  </a:lnTo>
                  <a:lnTo>
                    <a:pt x="1488832" y="74612"/>
                  </a:lnTo>
                  <a:close/>
                  <a:moveTo>
                    <a:pt x="1523085" y="0"/>
                  </a:moveTo>
                  <a:lnTo>
                    <a:pt x="1526481" y="0"/>
                  </a:lnTo>
                  <a:lnTo>
                    <a:pt x="1530330" y="0"/>
                  </a:lnTo>
                  <a:lnTo>
                    <a:pt x="1534859" y="226"/>
                  </a:lnTo>
                  <a:lnTo>
                    <a:pt x="1540293" y="906"/>
                  </a:lnTo>
                  <a:lnTo>
                    <a:pt x="1545954" y="1811"/>
                  </a:lnTo>
                  <a:lnTo>
                    <a:pt x="1552294" y="2943"/>
                  </a:lnTo>
                  <a:lnTo>
                    <a:pt x="1559313" y="4528"/>
                  </a:lnTo>
                  <a:lnTo>
                    <a:pt x="1566332" y="6339"/>
                  </a:lnTo>
                  <a:lnTo>
                    <a:pt x="1574031" y="8377"/>
                  </a:lnTo>
                  <a:lnTo>
                    <a:pt x="1581956" y="10867"/>
                  </a:lnTo>
                  <a:lnTo>
                    <a:pt x="1590334" y="13810"/>
                  </a:lnTo>
                  <a:lnTo>
                    <a:pt x="1599165" y="16980"/>
                  </a:lnTo>
                  <a:lnTo>
                    <a:pt x="1607995" y="20602"/>
                  </a:lnTo>
                  <a:lnTo>
                    <a:pt x="1617279" y="24678"/>
                  </a:lnTo>
                  <a:lnTo>
                    <a:pt x="1626336" y="29432"/>
                  </a:lnTo>
                  <a:lnTo>
                    <a:pt x="1635846" y="34413"/>
                  </a:lnTo>
                  <a:lnTo>
                    <a:pt x="1645582" y="39846"/>
                  </a:lnTo>
                  <a:lnTo>
                    <a:pt x="1655319" y="45959"/>
                  </a:lnTo>
                  <a:lnTo>
                    <a:pt x="1665055" y="52298"/>
                  </a:lnTo>
                  <a:lnTo>
                    <a:pt x="1674565" y="59317"/>
                  </a:lnTo>
                  <a:lnTo>
                    <a:pt x="1684302" y="66788"/>
                  </a:lnTo>
                  <a:lnTo>
                    <a:pt x="1694038" y="75165"/>
                  </a:lnTo>
                  <a:lnTo>
                    <a:pt x="1703548" y="83768"/>
                  </a:lnTo>
                  <a:lnTo>
                    <a:pt x="1712832" y="93051"/>
                  </a:lnTo>
                  <a:lnTo>
                    <a:pt x="1721889" y="103012"/>
                  </a:lnTo>
                  <a:lnTo>
                    <a:pt x="1730946" y="113427"/>
                  </a:lnTo>
                  <a:lnTo>
                    <a:pt x="1735248" y="119087"/>
                  </a:lnTo>
                  <a:lnTo>
                    <a:pt x="1739550" y="124520"/>
                  </a:lnTo>
                  <a:lnTo>
                    <a:pt x="1743626" y="130407"/>
                  </a:lnTo>
                  <a:lnTo>
                    <a:pt x="1747928" y="136293"/>
                  </a:lnTo>
                  <a:lnTo>
                    <a:pt x="1752004" y="142406"/>
                  </a:lnTo>
                  <a:lnTo>
                    <a:pt x="1755853" y="148745"/>
                  </a:lnTo>
                  <a:lnTo>
                    <a:pt x="1759703" y="154405"/>
                  </a:lnTo>
                  <a:lnTo>
                    <a:pt x="1763099" y="160744"/>
                  </a:lnTo>
                  <a:lnTo>
                    <a:pt x="1769665" y="172970"/>
                  </a:lnTo>
                  <a:lnTo>
                    <a:pt x="1775553" y="184969"/>
                  </a:lnTo>
                  <a:lnTo>
                    <a:pt x="1780987" y="197195"/>
                  </a:lnTo>
                  <a:lnTo>
                    <a:pt x="1785515" y="209194"/>
                  </a:lnTo>
                  <a:lnTo>
                    <a:pt x="1789591" y="220967"/>
                  </a:lnTo>
                  <a:lnTo>
                    <a:pt x="1793214" y="232740"/>
                  </a:lnTo>
                  <a:lnTo>
                    <a:pt x="1795931" y="244513"/>
                  </a:lnTo>
                  <a:lnTo>
                    <a:pt x="1798648" y="255606"/>
                  </a:lnTo>
                  <a:lnTo>
                    <a:pt x="1800686" y="266926"/>
                  </a:lnTo>
                  <a:lnTo>
                    <a:pt x="1802045" y="277793"/>
                  </a:lnTo>
                  <a:lnTo>
                    <a:pt x="1803403" y="288661"/>
                  </a:lnTo>
                  <a:lnTo>
                    <a:pt x="1804083" y="298849"/>
                  </a:lnTo>
                  <a:lnTo>
                    <a:pt x="1804762" y="308810"/>
                  </a:lnTo>
                  <a:lnTo>
                    <a:pt x="1804988" y="318546"/>
                  </a:lnTo>
                  <a:lnTo>
                    <a:pt x="1804762" y="327828"/>
                  </a:lnTo>
                  <a:lnTo>
                    <a:pt x="1804535" y="336658"/>
                  </a:lnTo>
                  <a:lnTo>
                    <a:pt x="1803856" y="345034"/>
                  </a:lnTo>
                  <a:lnTo>
                    <a:pt x="1802950" y="352959"/>
                  </a:lnTo>
                  <a:lnTo>
                    <a:pt x="1802045" y="360430"/>
                  </a:lnTo>
                  <a:lnTo>
                    <a:pt x="1800913" y="367222"/>
                  </a:lnTo>
                  <a:lnTo>
                    <a:pt x="1799780" y="373561"/>
                  </a:lnTo>
                  <a:lnTo>
                    <a:pt x="1798648" y="378995"/>
                  </a:lnTo>
                  <a:lnTo>
                    <a:pt x="1797290" y="384202"/>
                  </a:lnTo>
                  <a:lnTo>
                    <a:pt x="1795705" y="388730"/>
                  </a:lnTo>
                  <a:lnTo>
                    <a:pt x="1794573" y="392352"/>
                  </a:lnTo>
                  <a:lnTo>
                    <a:pt x="1793214" y="395522"/>
                  </a:lnTo>
                  <a:lnTo>
                    <a:pt x="1792082" y="397786"/>
                  </a:lnTo>
                  <a:lnTo>
                    <a:pt x="1790950" y="399371"/>
                  </a:lnTo>
                  <a:lnTo>
                    <a:pt x="1790044" y="400050"/>
                  </a:lnTo>
                  <a:lnTo>
                    <a:pt x="1789591" y="400050"/>
                  </a:lnTo>
                  <a:lnTo>
                    <a:pt x="1789138" y="399823"/>
                  </a:lnTo>
                  <a:lnTo>
                    <a:pt x="1788912" y="399823"/>
                  </a:lnTo>
                  <a:lnTo>
                    <a:pt x="1788685" y="399597"/>
                  </a:lnTo>
                  <a:lnTo>
                    <a:pt x="1788006" y="398239"/>
                  </a:lnTo>
                  <a:lnTo>
                    <a:pt x="1787780" y="396427"/>
                  </a:lnTo>
                  <a:lnTo>
                    <a:pt x="1787553" y="393937"/>
                  </a:lnTo>
                  <a:lnTo>
                    <a:pt x="1787327" y="386919"/>
                  </a:lnTo>
                  <a:lnTo>
                    <a:pt x="1787100" y="377636"/>
                  </a:lnTo>
                  <a:lnTo>
                    <a:pt x="1787100" y="365863"/>
                  </a:lnTo>
                  <a:lnTo>
                    <a:pt x="1786648" y="352279"/>
                  </a:lnTo>
                  <a:lnTo>
                    <a:pt x="1785742" y="336884"/>
                  </a:lnTo>
                  <a:lnTo>
                    <a:pt x="1785063" y="328507"/>
                  </a:lnTo>
                  <a:lnTo>
                    <a:pt x="1784157" y="319904"/>
                  </a:lnTo>
                  <a:lnTo>
                    <a:pt x="1783025" y="310848"/>
                  </a:lnTo>
                  <a:lnTo>
                    <a:pt x="1781666" y="301339"/>
                  </a:lnTo>
                  <a:lnTo>
                    <a:pt x="1780081" y="292057"/>
                  </a:lnTo>
                  <a:lnTo>
                    <a:pt x="1778496" y="282095"/>
                  </a:lnTo>
                  <a:lnTo>
                    <a:pt x="1776005" y="272133"/>
                  </a:lnTo>
                  <a:lnTo>
                    <a:pt x="1773515" y="261493"/>
                  </a:lnTo>
                  <a:lnTo>
                    <a:pt x="1770798" y="251078"/>
                  </a:lnTo>
                  <a:lnTo>
                    <a:pt x="1767401" y="240437"/>
                  </a:lnTo>
                  <a:lnTo>
                    <a:pt x="1763552" y="229570"/>
                  </a:lnTo>
                  <a:lnTo>
                    <a:pt x="1759476" y="218929"/>
                  </a:lnTo>
                  <a:lnTo>
                    <a:pt x="1754948" y="207836"/>
                  </a:lnTo>
                  <a:lnTo>
                    <a:pt x="1749513" y="196968"/>
                  </a:lnTo>
                  <a:lnTo>
                    <a:pt x="1743852" y="185875"/>
                  </a:lnTo>
                  <a:lnTo>
                    <a:pt x="1737739" y="175008"/>
                  </a:lnTo>
                  <a:lnTo>
                    <a:pt x="1731172" y="163914"/>
                  </a:lnTo>
                  <a:lnTo>
                    <a:pt x="1723700" y="153047"/>
                  </a:lnTo>
                  <a:lnTo>
                    <a:pt x="1716228" y="142179"/>
                  </a:lnTo>
                  <a:lnTo>
                    <a:pt x="1708303" y="131765"/>
                  </a:lnTo>
                  <a:lnTo>
                    <a:pt x="1700378" y="122030"/>
                  </a:lnTo>
                  <a:lnTo>
                    <a:pt x="1692227" y="112974"/>
                  </a:lnTo>
                  <a:lnTo>
                    <a:pt x="1683849" y="104144"/>
                  </a:lnTo>
                  <a:lnTo>
                    <a:pt x="1675471" y="95767"/>
                  </a:lnTo>
                  <a:lnTo>
                    <a:pt x="1666867" y="87843"/>
                  </a:lnTo>
                  <a:lnTo>
                    <a:pt x="1658036" y="80372"/>
                  </a:lnTo>
                  <a:lnTo>
                    <a:pt x="1649432" y="73580"/>
                  </a:lnTo>
                  <a:lnTo>
                    <a:pt x="1640601" y="67241"/>
                  </a:lnTo>
                  <a:lnTo>
                    <a:pt x="1631997" y="60902"/>
                  </a:lnTo>
                  <a:lnTo>
                    <a:pt x="1623392" y="55015"/>
                  </a:lnTo>
                  <a:lnTo>
                    <a:pt x="1614788" y="49808"/>
                  </a:lnTo>
                  <a:lnTo>
                    <a:pt x="1606410" y="44827"/>
                  </a:lnTo>
                  <a:lnTo>
                    <a:pt x="1598259" y="40299"/>
                  </a:lnTo>
                  <a:lnTo>
                    <a:pt x="1590334" y="35998"/>
                  </a:lnTo>
                  <a:lnTo>
                    <a:pt x="1582409" y="31922"/>
                  </a:lnTo>
                  <a:lnTo>
                    <a:pt x="1574937" y="28300"/>
                  </a:lnTo>
                  <a:lnTo>
                    <a:pt x="1560898" y="21961"/>
                  </a:lnTo>
                  <a:lnTo>
                    <a:pt x="1548445" y="16527"/>
                  </a:lnTo>
                  <a:lnTo>
                    <a:pt x="1537802" y="12226"/>
                  </a:lnTo>
                  <a:lnTo>
                    <a:pt x="1528972" y="8603"/>
                  </a:lnTo>
                  <a:lnTo>
                    <a:pt x="1522405" y="5886"/>
                  </a:lnTo>
                  <a:lnTo>
                    <a:pt x="1520367" y="4754"/>
                  </a:lnTo>
                  <a:lnTo>
                    <a:pt x="1518556" y="3849"/>
                  </a:lnTo>
                  <a:lnTo>
                    <a:pt x="1517877" y="2717"/>
                  </a:lnTo>
                  <a:lnTo>
                    <a:pt x="1517650" y="2490"/>
                  </a:lnTo>
                  <a:lnTo>
                    <a:pt x="1517650" y="2038"/>
                  </a:lnTo>
                  <a:lnTo>
                    <a:pt x="1517650" y="1811"/>
                  </a:lnTo>
                  <a:lnTo>
                    <a:pt x="1517877" y="1132"/>
                  </a:lnTo>
                  <a:lnTo>
                    <a:pt x="1518782" y="679"/>
                  </a:lnTo>
                  <a:lnTo>
                    <a:pt x="1520594" y="226"/>
                  </a:lnTo>
                  <a:lnTo>
                    <a:pt x="1523085" y="0"/>
                  </a:lnTo>
                  <a:close/>
                </a:path>
              </a:pathLst>
            </a:custGeom>
            <a:solidFill>
              <a:srgbClr val="FFFFFF"/>
            </a:solidFill>
            <a:ln>
              <a:noFill/>
            </a:ln>
          </p:spPr>
          <p:txBody>
            <a:bodyPr/>
            <a:lstStyle/>
            <a:p>
              <a:endParaRPr lang="zh-CN" altLang="en-US" sz="1015">
                <a:cs typeface="+mn-ea"/>
                <a:sym typeface="+mn-lt"/>
              </a:endParaRPr>
            </a:p>
          </p:txBody>
        </p:sp>
        <p:sp>
          <p:nvSpPr>
            <p:cNvPr id="45" name="矩形 44"/>
            <p:cNvSpPr/>
            <p:nvPr/>
          </p:nvSpPr>
          <p:spPr>
            <a:xfrm>
              <a:off x="1712090" y="3589556"/>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6" name="组合 5"/>
          <p:cNvGrpSpPr/>
          <p:nvPr/>
        </p:nvGrpSpPr>
        <p:grpSpPr>
          <a:xfrm>
            <a:off x="4588826" y="3098612"/>
            <a:ext cx="2496180" cy="1229412"/>
            <a:chOff x="4588826" y="3098612"/>
            <a:chExt cx="2496180" cy="1229412"/>
          </a:xfrm>
        </p:grpSpPr>
        <p:sp>
          <p:nvSpPr>
            <p:cNvPr id="31" name="圆角矩形 19"/>
            <p:cNvSpPr/>
            <p:nvPr/>
          </p:nvSpPr>
          <p:spPr>
            <a:xfrm>
              <a:off x="4719789" y="3172718"/>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41" name="Oval 23"/>
            <p:cNvSpPr>
              <a:spLocks noChangeArrowheads="1"/>
            </p:cNvSpPr>
            <p:nvPr/>
          </p:nvSpPr>
          <p:spPr bwMode="auto">
            <a:xfrm>
              <a:off x="4588826" y="3098612"/>
              <a:ext cx="440513" cy="444977"/>
            </a:xfrm>
            <a:prstGeom prst="ellipse">
              <a:avLst/>
            </a:prstGeom>
            <a:solidFill>
              <a:schemeClr val="accent1"/>
            </a:solidFill>
            <a:ln w="38100">
              <a:solidFill>
                <a:schemeClr val="accent1">
                  <a:lumMod val="20000"/>
                  <a:lumOff val="80000"/>
                </a:schemeClr>
              </a:solidFill>
              <a:round/>
            </a:ln>
          </p:spPr>
          <p:txBody>
            <a:bodyPr/>
            <a:lstStyle/>
            <a:p>
              <a:endParaRPr lang="zh-CN" altLang="en-US" sz="1015">
                <a:cs typeface="+mn-ea"/>
                <a:sym typeface="+mn-lt"/>
              </a:endParaRPr>
            </a:p>
          </p:txBody>
        </p:sp>
        <p:sp>
          <p:nvSpPr>
            <p:cNvPr id="42" name="KSO_Shape"/>
            <p:cNvSpPr/>
            <p:nvPr/>
          </p:nvSpPr>
          <p:spPr bwMode="auto">
            <a:xfrm>
              <a:off x="4719790" y="3247732"/>
              <a:ext cx="178586" cy="146738"/>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FFFFFF"/>
            </a:solidFill>
            <a:ln>
              <a:noFill/>
            </a:ln>
          </p:spPr>
          <p:txBody>
            <a:bodyPr/>
            <a:lstStyle/>
            <a:p>
              <a:endParaRPr lang="zh-CN" altLang="en-US" sz="1015">
                <a:cs typeface="+mn-ea"/>
                <a:sym typeface="+mn-lt"/>
              </a:endParaRPr>
            </a:p>
          </p:txBody>
        </p:sp>
        <p:sp>
          <p:nvSpPr>
            <p:cNvPr id="46" name="矩形 45"/>
            <p:cNvSpPr/>
            <p:nvPr/>
          </p:nvSpPr>
          <p:spPr>
            <a:xfrm>
              <a:off x="4658765" y="3589556"/>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4" name="组合 3"/>
          <p:cNvGrpSpPr/>
          <p:nvPr/>
        </p:nvGrpSpPr>
        <p:grpSpPr>
          <a:xfrm>
            <a:off x="4588826" y="1523656"/>
            <a:ext cx="2496180" cy="1221147"/>
            <a:chOff x="4588826" y="1523656"/>
            <a:chExt cx="2496180" cy="1221147"/>
          </a:xfrm>
        </p:grpSpPr>
        <p:sp>
          <p:nvSpPr>
            <p:cNvPr id="34" name="圆角矩形 21"/>
            <p:cNvSpPr/>
            <p:nvPr/>
          </p:nvSpPr>
          <p:spPr>
            <a:xfrm>
              <a:off x="4719789" y="1586805"/>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38" name="Oval 23"/>
            <p:cNvSpPr>
              <a:spLocks noChangeArrowheads="1"/>
            </p:cNvSpPr>
            <p:nvPr/>
          </p:nvSpPr>
          <p:spPr bwMode="auto">
            <a:xfrm>
              <a:off x="4588826" y="1523656"/>
              <a:ext cx="440513" cy="444977"/>
            </a:xfrm>
            <a:prstGeom prst="ellipse">
              <a:avLst/>
            </a:prstGeom>
            <a:solidFill>
              <a:schemeClr val="accent1"/>
            </a:solidFill>
            <a:ln w="38100">
              <a:solidFill>
                <a:schemeClr val="accent1">
                  <a:lumMod val="20000"/>
                  <a:lumOff val="80000"/>
                </a:schemeClr>
              </a:solidFill>
              <a:round/>
            </a:ln>
          </p:spPr>
          <p:txBody>
            <a:bodyPr/>
            <a:lstStyle/>
            <a:p>
              <a:endParaRPr lang="zh-CN" altLang="en-US" sz="1015">
                <a:cs typeface="+mn-ea"/>
                <a:sym typeface="+mn-lt"/>
              </a:endParaRPr>
            </a:p>
          </p:txBody>
        </p:sp>
        <p:sp>
          <p:nvSpPr>
            <p:cNvPr id="44" name="矩形 43"/>
            <p:cNvSpPr/>
            <p:nvPr/>
          </p:nvSpPr>
          <p:spPr>
            <a:xfrm>
              <a:off x="4658765" y="2006335"/>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sp>
          <p:nvSpPr>
            <p:cNvPr id="47" name="KSO_Shape"/>
            <p:cNvSpPr/>
            <p:nvPr/>
          </p:nvSpPr>
          <p:spPr>
            <a:xfrm>
              <a:off x="4719790" y="1685277"/>
              <a:ext cx="178586" cy="121736"/>
            </a:xfrm>
            <a:custGeom>
              <a:avLst/>
              <a:gdLst/>
              <a:ahLst/>
              <a:cxnLst/>
              <a:rect l="l" t="t" r="r" b="b"/>
              <a:pathLst>
                <a:path w="1690322" h="1152128">
                  <a:moveTo>
                    <a:pt x="826556" y="1149986"/>
                  </a:moveTo>
                  <a:lnTo>
                    <a:pt x="889752" y="1149986"/>
                  </a:lnTo>
                  <a:cubicBezTo>
                    <a:pt x="889500" y="1150690"/>
                    <a:pt x="889449" y="1151409"/>
                    <a:pt x="889399" y="1152128"/>
                  </a:cubicBezTo>
                  <a:lnTo>
                    <a:pt x="826226" y="1152128"/>
                  </a:lnTo>
                  <a:close/>
                  <a:moveTo>
                    <a:pt x="1243612" y="747450"/>
                  </a:moveTo>
                  <a:cubicBezTo>
                    <a:pt x="1477312" y="740021"/>
                    <a:pt x="1674794" y="919019"/>
                    <a:pt x="1690322" y="1152128"/>
                  </a:cubicBezTo>
                  <a:lnTo>
                    <a:pt x="1626622" y="1152128"/>
                  </a:lnTo>
                  <a:cubicBezTo>
                    <a:pt x="1611628" y="955005"/>
                    <a:pt x="1443876" y="804288"/>
                    <a:pt x="1245620" y="810590"/>
                  </a:cubicBezTo>
                  <a:cubicBezTo>
                    <a:pt x="1189595" y="812371"/>
                    <a:pt x="1136798" y="826511"/>
                    <a:pt x="1090488" y="851592"/>
                  </a:cubicBezTo>
                  <a:cubicBezTo>
                    <a:pt x="1079087" y="833319"/>
                    <a:pt x="1065672" y="816545"/>
                    <a:pt x="1049512" y="802255"/>
                  </a:cubicBezTo>
                  <a:cubicBezTo>
                    <a:pt x="1106685" y="768739"/>
                    <a:pt x="1172955" y="749696"/>
                    <a:pt x="1243612" y="747450"/>
                  </a:cubicBezTo>
                  <a:close/>
                  <a:moveTo>
                    <a:pt x="562417" y="606836"/>
                  </a:moveTo>
                  <a:cubicBezTo>
                    <a:pt x="877321" y="596825"/>
                    <a:pt x="1143423" y="838020"/>
                    <a:pt x="1164346" y="1152128"/>
                  </a:cubicBezTo>
                  <a:lnTo>
                    <a:pt x="1078512" y="1152128"/>
                  </a:lnTo>
                  <a:cubicBezTo>
                    <a:pt x="1058307" y="886510"/>
                    <a:pt x="832267" y="683424"/>
                    <a:pt x="565122" y="691915"/>
                  </a:cubicBezTo>
                  <a:cubicBezTo>
                    <a:pt x="308709" y="700066"/>
                    <a:pt x="102467" y="900340"/>
                    <a:pt x="85124" y="1152128"/>
                  </a:cubicBezTo>
                  <a:lnTo>
                    <a:pt x="0" y="1152128"/>
                  </a:lnTo>
                  <a:cubicBezTo>
                    <a:pt x="17286" y="854342"/>
                    <a:pt x="260044" y="616447"/>
                    <a:pt x="562417" y="606836"/>
                  </a:cubicBezTo>
                  <a:close/>
                  <a:moveTo>
                    <a:pt x="1257403" y="357877"/>
                  </a:moveTo>
                  <a:cubicBezTo>
                    <a:pt x="1175548" y="357877"/>
                    <a:pt x="1109192" y="424234"/>
                    <a:pt x="1109192" y="506089"/>
                  </a:cubicBezTo>
                  <a:cubicBezTo>
                    <a:pt x="1109192" y="587944"/>
                    <a:pt x="1175548" y="654300"/>
                    <a:pt x="1257403" y="654300"/>
                  </a:cubicBezTo>
                  <a:cubicBezTo>
                    <a:pt x="1339258" y="654300"/>
                    <a:pt x="1405614" y="587944"/>
                    <a:pt x="1405614" y="506089"/>
                  </a:cubicBezTo>
                  <a:cubicBezTo>
                    <a:pt x="1405614" y="424234"/>
                    <a:pt x="1339258" y="357877"/>
                    <a:pt x="1257403" y="357877"/>
                  </a:cubicBezTo>
                  <a:close/>
                  <a:moveTo>
                    <a:pt x="1257403" y="297099"/>
                  </a:moveTo>
                  <a:cubicBezTo>
                    <a:pt x="1372825" y="297099"/>
                    <a:pt x="1466393" y="390667"/>
                    <a:pt x="1466393" y="506089"/>
                  </a:cubicBezTo>
                  <a:cubicBezTo>
                    <a:pt x="1466393" y="621511"/>
                    <a:pt x="1372825" y="715079"/>
                    <a:pt x="1257403" y="715079"/>
                  </a:cubicBezTo>
                  <a:cubicBezTo>
                    <a:pt x="1141981" y="715079"/>
                    <a:pt x="1048414" y="621511"/>
                    <a:pt x="1048414" y="506089"/>
                  </a:cubicBezTo>
                  <a:cubicBezTo>
                    <a:pt x="1048414" y="390667"/>
                    <a:pt x="1141981" y="297099"/>
                    <a:pt x="1257403" y="297099"/>
                  </a:cubicBezTo>
                  <a:close/>
                  <a:moveTo>
                    <a:pt x="580999" y="81897"/>
                  </a:moveTo>
                  <a:cubicBezTo>
                    <a:pt x="470702" y="81897"/>
                    <a:pt x="381289" y="171311"/>
                    <a:pt x="381289" y="281608"/>
                  </a:cubicBezTo>
                  <a:cubicBezTo>
                    <a:pt x="381289" y="391906"/>
                    <a:pt x="470702" y="481318"/>
                    <a:pt x="580999" y="481318"/>
                  </a:cubicBezTo>
                  <a:cubicBezTo>
                    <a:pt x="691297" y="481318"/>
                    <a:pt x="780710" y="391906"/>
                    <a:pt x="780710" y="281608"/>
                  </a:cubicBezTo>
                  <a:cubicBezTo>
                    <a:pt x="780710" y="171311"/>
                    <a:pt x="691297" y="81897"/>
                    <a:pt x="580999" y="81897"/>
                  </a:cubicBezTo>
                  <a:close/>
                  <a:moveTo>
                    <a:pt x="580999" y="0"/>
                  </a:moveTo>
                  <a:cubicBezTo>
                    <a:pt x="736527" y="0"/>
                    <a:pt x="862607" y="126080"/>
                    <a:pt x="862607" y="281608"/>
                  </a:cubicBezTo>
                  <a:cubicBezTo>
                    <a:pt x="862607" y="437136"/>
                    <a:pt x="736527" y="563216"/>
                    <a:pt x="580999" y="563216"/>
                  </a:cubicBezTo>
                  <a:cubicBezTo>
                    <a:pt x="425471" y="563216"/>
                    <a:pt x="299392" y="437136"/>
                    <a:pt x="299392" y="281608"/>
                  </a:cubicBezTo>
                  <a:cubicBezTo>
                    <a:pt x="299392" y="126080"/>
                    <a:pt x="425471" y="0"/>
                    <a:pt x="580999" y="0"/>
                  </a:cubicBezTo>
                  <a:close/>
                </a:path>
              </a:pathLst>
            </a:custGeom>
            <a:solidFill>
              <a:srgbClr val="FFFFFF"/>
            </a:solidFill>
            <a:ln>
              <a:noFill/>
            </a:ln>
          </p:spPr>
          <p:txBody>
            <a:bodyPr/>
            <a:lstStyle/>
            <a:p>
              <a:endParaRPr lang="zh-CN" altLang="en-US" sz="1015">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screen"/>
          <a:srcRect/>
          <a:stretch>
            <a:fill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smtClean="0">
                <a:solidFill>
                  <a:schemeClr val="bg1"/>
                </a:solidFill>
                <a:cs typeface="+mn-ea"/>
                <a:sym typeface="+mn-lt"/>
              </a:rPr>
              <a:t>单击此处添加文字标题</a:t>
            </a:r>
            <a:endParaRPr lang="zh-CN" altLang="en-US" sz="3200" b="1" dirty="0">
              <a:solidFill>
                <a:schemeClr val="bg1"/>
              </a:solidFill>
              <a:cs typeface="+mn-ea"/>
              <a:sym typeface="+mn-lt"/>
            </a:endParaRP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smtClean="0">
                <a:solidFill>
                  <a:srgbClr val="FFFFFF"/>
                </a:solidFill>
                <a:cs typeface="+mn-ea"/>
                <a:sym typeface="+mn-lt"/>
              </a:rPr>
              <a:t>3</a:t>
            </a:r>
            <a:endParaRPr lang="en-US" sz="3600" b="1" dirty="0">
              <a:solidFill>
                <a:srgbClr val="FFFFFF"/>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3"/>
          <p:cNvSpPr>
            <a:spLocks noGrp="1"/>
          </p:cNvSpPr>
          <p:nvPr>
            <p:ph type="title" idx="4294967295"/>
          </p:nvPr>
        </p:nvSpPr>
        <p:spPr>
          <a:xfrm>
            <a:off x="628650" y="273844"/>
            <a:ext cx="7886700" cy="994172"/>
          </a:xfrm>
        </p:spPr>
        <p:txBody>
          <a:bodyPr/>
          <a:lstStyle/>
          <a:p>
            <a:pPr eaLnBrk="1" hangingPunct="1"/>
            <a:r>
              <a:rPr lang="zh-CN" altLang="en-US" dirty="0" smtClean="0">
                <a:latin typeface="+mn-lt"/>
                <a:ea typeface="+mn-ea"/>
                <a:cs typeface="+mn-ea"/>
                <a:sym typeface="+mn-lt"/>
              </a:rPr>
              <a:t> </a:t>
            </a:r>
            <a:endParaRPr lang="en-US" altLang="zh-CN" dirty="0">
              <a:latin typeface="+mn-lt"/>
              <a:ea typeface="+mn-ea"/>
              <a:cs typeface="+mn-ea"/>
              <a:sym typeface="+mn-lt"/>
            </a:endParaRPr>
          </a:p>
        </p:txBody>
      </p:sp>
      <p:grpSp>
        <p:nvGrpSpPr>
          <p:cNvPr id="2" name="组合 1"/>
          <p:cNvGrpSpPr/>
          <p:nvPr/>
        </p:nvGrpSpPr>
        <p:grpSpPr>
          <a:xfrm>
            <a:off x="439663" y="3320590"/>
            <a:ext cx="1800119" cy="1300444"/>
            <a:chOff x="439663" y="3320590"/>
            <a:chExt cx="1800119" cy="1300444"/>
          </a:xfrm>
        </p:grpSpPr>
        <p:sp>
          <p:nvSpPr>
            <p:cNvPr id="17" name="Freeform 41"/>
            <p:cNvSpPr/>
            <p:nvPr/>
          </p:nvSpPr>
          <p:spPr bwMode="auto">
            <a:xfrm>
              <a:off x="439663" y="3392113"/>
              <a:ext cx="1756856" cy="1218780"/>
            </a:xfrm>
            <a:custGeom>
              <a:avLst/>
              <a:gdLst>
                <a:gd name="T0" fmla="*/ 2147483647 w 1781"/>
                <a:gd name="T1" fmla="*/ 1872225255 h 1235"/>
                <a:gd name="T2" fmla="*/ 2147483647 w 1781"/>
                <a:gd name="T3" fmla="*/ 2147483647 h 1235"/>
                <a:gd name="T4" fmla="*/ 2147483647 w 1781"/>
                <a:gd name="T5" fmla="*/ 2147483647 h 1235"/>
                <a:gd name="T6" fmla="*/ 2147483647 w 1781"/>
                <a:gd name="T7" fmla="*/ 2147483647 h 1235"/>
                <a:gd name="T8" fmla="*/ 2147483647 w 1781"/>
                <a:gd name="T9" fmla="*/ 2147483647 h 1235"/>
                <a:gd name="T10" fmla="*/ 2147483647 w 1781"/>
                <a:gd name="T11" fmla="*/ 0 h 1235"/>
                <a:gd name="T12" fmla="*/ 2147483647 w 1781"/>
                <a:gd name="T13" fmla="*/ 187222525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chemeClr val="accent1"/>
                </a:gs>
                <a:gs pos="100000">
                  <a:schemeClr val="accent1">
                    <a:lumMod val="60000"/>
                    <a:lumOff val="40000"/>
                  </a:schemeClr>
                </a:gs>
              </a:gsLst>
              <a:lin ang="2700000" scaled="1"/>
            </a:gradFill>
            <a:ln>
              <a:noFill/>
            </a:ln>
          </p:spPr>
          <p:txBody>
            <a:bodyPr>
              <a:noAutofit/>
            </a:bodyPr>
            <a:lstStyle/>
            <a:p>
              <a:endParaRPr lang="zh-CN" altLang="en-US" sz="1015" dirty="0">
                <a:cs typeface="+mn-ea"/>
                <a:sym typeface="+mn-lt"/>
              </a:endParaRPr>
            </a:p>
          </p:txBody>
        </p:sp>
        <p:sp>
          <p:nvSpPr>
            <p:cNvPr id="18" name="Freeform 42"/>
            <p:cNvSpPr/>
            <p:nvPr/>
          </p:nvSpPr>
          <p:spPr bwMode="auto">
            <a:xfrm>
              <a:off x="945293" y="3828793"/>
              <a:ext cx="1294489" cy="792241"/>
            </a:xfrm>
            <a:custGeom>
              <a:avLst/>
              <a:gdLst>
                <a:gd name="T0" fmla="*/ 0 w 1312"/>
                <a:gd name="T1" fmla="*/ 2147483647 h 803"/>
                <a:gd name="T2" fmla="*/ 2147483647 w 1312"/>
                <a:gd name="T3" fmla="*/ 2147483647 h 803"/>
                <a:gd name="T4" fmla="*/ 2147483647 w 1312"/>
                <a:gd name="T5" fmla="*/ 0 h 803"/>
                <a:gd name="T6" fmla="*/ 2147483647 w 1312"/>
                <a:gd name="T7" fmla="*/ 2147483647 h 803"/>
                <a:gd name="T8" fmla="*/ 2147483647 w 1312"/>
                <a:gd name="T9" fmla="*/ 2147483647 h 803"/>
                <a:gd name="T10" fmla="*/ 0 w 1312"/>
                <a:gd name="T11" fmla="*/ 2147483647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5" dirty="0">
                <a:cs typeface="+mn-ea"/>
                <a:sym typeface="+mn-lt"/>
              </a:endParaRPr>
            </a:p>
          </p:txBody>
        </p:sp>
        <p:sp>
          <p:nvSpPr>
            <p:cNvPr id="20" name="Freeform 43"/>
            <p:cNvSpPr/>
            <p:nvPr/>
          </p:nvSpPr>
          <p:spPr bwMode="auto">
            <a:xfrm>
              <a:off x="718166" y="3427939"/>
              <a:ext cx="262954" cy="704364"/>
            </a:xfrm>
            <a:custGeom>
              <a:avLst/>
              <a:gdLst>
                <a:gd name="T0" fmla="*/ 2147483647 w 267"/>
                <a:gd name="T1" fmla="*/ 0 h 714"/>
                <a:gd name="T2" fmla="*/ 2147483647 w 267"/>
                <a:gd name="T3" fmla="*/ 2147483647 h 714"/>
                <a:gd name="T4" fmla="*/ 2147483647 w 267"/>
                <a:gd name="T5" fmla="*/ 2147483647 h 714"/>
                <a:gd name="T6" fmla="*/ 2147483647 w 267"/>
                <a:gd name="T7" fmla="*/ 2147483647 h 714"/>
                <a:gd name="T8" fmla="*/ 2147483647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5" dirty="0">
                <a:cs typeface="+mn-ea"/>
                <a:sym typeface="+mn-lt"/>
              </a:endParaRPr>
            </a:p>
          </p:txBody>
        </p:sp>
        <p:sp>
          <p:nvSpPr>
            <p:cNvPr id="27" name="文本框 26"/>
            <p:cNvSpPr txBox="1"/>
            <p:nvPr/>
          </p:nvSpPr>
          <p:spPr>
            <a:xfrm>
              <a:off x="886685" y="3320590"/>
              <a:ext cx="1200128" cy="600164"/>
            </a:xfrm>
            <a:prstGeom prst="rect">
              <a:avLst/>
            </a:prstGeom>
            <a:noFill/>
          </p:spPr>
          <p:txBody>
            <a:bodyPr wrap="square" rtlCol="0">
              <a:spAutoFit/>
            </a:bodyPr>
            <a:lstStyle/>
            <a:p>
              <a:pPr algn="ctr"/>
              <a:r>
                <a:rPr lang="en-US" altLang="zh-CN" sz="3300" b="1" dirty="0">
                  <a:cs typeface="+mn-ea"/>
                  <a:sym typeface="+mn-lt"/>
                </a:rPr>
                <a:t>96</a:t>
              </a:r>
              <a:r>
                <a:rPr lang="en-US" altLang="zh-CN" sz="1500" dirty="0">
                  <a:cs typeface="+mn-ea"/>
                  <a:sym typeface="+mn-lt"/>
                </a:rPr>
                <a:t>%</a:t>
              </a:r>
              <a:endParaRPr lang="zh-CN" altLang="en-US" sz="3300" dirty="0">
                <a:cs typeface="+mn-ea"/>
                <a:sym typeface="+mn-lt"/>
              </a:endParaRPr>
            </a:p>
          </p:txBody>
        </p:sp>
      </p:grpSp>
      <p:sp>
        <p:nvSpPr>
          <p:cNvPr id="28" name="KSO_Shape"/>
          <p:cNvSpPr/>
          <p:nvPr/>
        </p:nvSpPr>
        <p:spPr>
          <a:xfrm>
            <a:off x="1825043" y="2665430"/>
            <a:ext cx="742950" cy="526256"/>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5">
              <a:solidFill>
                <a:srgbClr val="FFFFFF"/>
              </a:solidFill>
              <a:cs typeface="+mn-ea"/>
              <a:sym typeface="+mn-lt"/>
            </a:endParaRPr>
          </a:p>
        </p:txBody>
      </p:sp>
      <p:sp>
        <p:nvSpPr>
          <p:cNvPr id="29" name="圆角矩形 85"/>
          <p:cNvSpPr/>
          <p:nvPr/>
        </p:nvSpPr>
        <p:spPr>
          <a:xfrm>
            <a:off x="2695723" y="2268810"/>
            <a:ext cx="2016941" cy="33151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rgbClr val="FEFFFF"/>
                </a:solidFill>
                <a:cs typeface="+mn-ea"/>
                <a:sym typeface="+mn-lt"/>
              </a:rPr>
              <a:t>请输入文本</a:t>
            </a:r>
            <a:endParaRPr lang="zh-CN" altLang="zh-CN" dirty="0">
              <a:solidFill>
                <a:srgbClr val="FEFFFF"/>
              </a:solidFill>
              <a:cs typeface="+mn-ea"/>
              <a:sym typeface="+mn-lt"/>
            </a:endParaRPr>
          </a:p>
        </p:txBody>
      </p:sp>
      <p:sp>
        <p:nvSpPr>
          <p:cNvPr id="30" name="矩形 29"/>
          <p:cNvSpPr/>
          <p:nvPr/>
        </p:nvSpPr>
        <p:spPr>
          <a:xfrm>
            <a:off x="2643022" y="1390650"/>
            <a:ext cx="2015563" cy="751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grpSp>
        <p:nvGrpSpPr>
          <p:cNvPr id="3" name="组合 2"/>
          <p:cNvGrpSpPr/>
          <p:nvPr/>
        </p:nvGrpSpPr>
        <p:grpSpPr>
          <a:xfrm>
            <a:off x="4211563" y="3320590"/>
            <a:ext cx="1800119" cy="1300444"/>
            <a:chOff x="4211563" y="3320590"/>
            <a:chExt cx="1800119" cy="1300444"/>
          </a:xfrm>
        </p:grpSpPr>
        <p:sp>
          <p:nvSpPr>
            <p:cNvPr id="31" name="Freeform 41"/>
            <p:cNvSpPr/>
            <p:nvPr/>
          </p:nvSpPr>
          <p:spPr bwMode="auto">
            <a:xfrm>
              <a:off x="4211563" y="3392113"/>
              <a:ext cx="1756856" cy="1218780"/>
            </a:xfrm>
            <a:custGeom>
              <a:avLst/>
              <a:gdLst>
                <a:gd name="T0" fmla="*/ 2147483647 w 1781"/>
                <a:gd name="T1" fmla="*/ 1872225255 h 1235"/>
                <a:gd name="T2" fmla="*/ 2147483647 w 1781"/>
                <a:gd name="T3" fmla="*/ 2147483647 h 1235"/>
                <a:gd name="T4" fmla="*/ 2147483647 w 1781"/>
                <a:gd name="T5" fmla="*/ 2147483647 h 1235"/>
                <a:gd name="T6" fmla="*/ 2147483647 w 1781"/>
                <a:gd name="T7" fmla="*/ 2147483647 h 1235"/>
                <a:gd name="T8" fmla="*/ 2147483647 w 1781"/>
                <a:gd name="T9" fmla="*/ 2147483647 h 1235"/>
                <a:gd name="T10" fmla="*/ 2147483647 w 1781"/>
                <a:gd name="T11" fmla="*/ 0 h 1235"/>
                <a:gd name="T12" fmla="*/ 2147483647 w 1781"/>
                <a:gd name="T13" fmla="*/ 187222525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chemeClr val="accent1"/>
                </a:gs>
                <a:gs pos="100000">
                  <a:schemeClr val="accent1">
                    <a:lumMod val="60000"/>
                    <a:lumOff val="40000"/>
                  </a:schemeClr>
                </a:gs>
              </a:gsLst>
              <a:lin ang="2700000" scaled="1"/>
            </a:gradFill>
            <a:ln>
              <a:noFill/>
            </a:ln>
          </p:spPr>
          <p:txBody>
            <a:bodyPr>
              <a:noAutofit/>
            </a:bodyPr>
            <a:lstStyle/>
            <a:p>
              <a:endParaRPr lang="zh-CN" altLang="en-US" sz="1015" dirty="0">
                <a:cs typeface="+mn-ea"/>
                <a:sym typeface="+mn-lt"/>
              </a:endParaRPr>
            </a:p>
          </p:txBody>
        </p:sp>
        <p:sp>
          <p:nvSpPr>
            <p:cNvPr id="32" name="Freeform 42"/>
            <p:cNvSpPr/>
            <p:nvPr/>
          </p:nvSpPr>
          <p:spPr bwMode="auto">
            <a:xfrm>
              <a:off x="4717193" y="3828793"/>
              <a:ext cx="1294489" cy="792241"/>
            </a:xfrm>
            <a:custGeom>
              <a:avLst/>
              <a:gdLst>
                <a:gd name="T0" fmla="*/ 0 w 1312"/>
                <a:gd name="T1" fmla="*/ 2147483647 h 803"/>
                <a:gd name="T2" fmla="*/ 2147483647 w 1312"/>
                <a:gd name="T3" fmla="*/ 2147483647 h 803"/>
                <a:gd name="T4" fmla="*/ 2147483647 w 1312"/>
                <a:gd name="T5" fmla="*/ 0 h 803"/>
                <a:gd name="T6" fmla="*/ 2147483647 w 1312"/>
                <a:gd name="T7" fmla="*/ 2147483647 h 803"/>
                <a:gd name="T8" fmla="*/ 2147483647 w 1312"/>
                <a:gd name="T9" fmla="*/ 2147483647 h 803"/>
                <a:gd name="T10" fmla="*/ 0 w 1312"/>
                <a:gd name="T11" fmla="*/ 2147483647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5" dirty="0">
                <a:cs typeface="+mn-ea"/>
                <a:sym typeface="+mn-lt"/>
              </a:endParaRPr>
            </a:p>
          </p:txBody>
        </p:sp>
        <p:sp>
          <p:nvSpPr>
            <p:cNvPr id="33" name="Freeform 43"/>
            <p:cNvSpPr/>
            <p:nvPr/>
          </p:nvSpPr>
          <p:spPr bwMode="auto">
            <a:xfrm>
              <a:off x="4490066" y="3427939"/>
              <a:ext cx="262954" cy="704364"/>
            </a:xfrm>
            <a:custGeom>
              <a:avLst/>
              <a:gdLst>
                <a:gd name="T0" fmla="*/ 2147483647 w 267"/>
                <a:gd name="T1" fmla="*/ 0 h 714"/>
                <a:gd name="T2" fmla="*/ 2147483647 w 267"/>
                <a:gd name="T3" fmla="*/ 2147483647 h 714"/>
                <a:gd name="T4" fmla="*/ 2147483647 w 267"/>
                <a:gd name="T5" fmla="*/ 2147483647 h 714"/>
                <a:gd name="T6" fmla="*/ 2147483647 w 267"/>
                <a:gd name="T7" fmla="*/ 2147483647 h 714"/>
                <a:gd name="T8" fmla="*/ 2147483647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5" dirty="0">
                <a:cs typeface="+mn-ea"/>
                <a:sym typeface="+mn-lt"/>
              </a:endParaRPr>
            </a:p>
          </p:txBody>
        </p:sp>
        <p:sp>
          <p:nvSpPr>
            <p:cNvPr id="34" name="文本框 33"/>
            <p:cNvSpPr txBox="1"/>
            <p:nvPr/>
          </p:nvSpPr>
          <p:spPr>
            <a:xfrm>
              <a:off x="4658585" y="3320590"/>
              <a:ext cx="1200128" cy="600164"/>
            </a:xfrm>
            <a:prstGeom prst="rect">
              <a:avLst/>
            </a:prstGeom>
            <a:noFill/>
          </p:spPr>
          <p:txBody>
            <a:bodyPr wrap="square" rtlCol="0">
              <a:spAutoFit/>
            </a:bodyPr>
            <a:lstStyle/>
            <a:p>
              <a:pPr algn="ctr"/>
              <a:r>
                <a:rPr lang="en-US" altLang="zh-CN" sz="3300" b="1" dirty="0">
                  <a:cs typeface="+mn-ea"/>
                  <a:sym typeface="+mn-lt"/>
                </a:rPr>
                <a:t>88</a:t>
              </a:r>
              <a:r>
                <a:rPr lang="en-US" altLang="zh-CN" sz="1500" dirty="0">
                  <a:cs typeface="+mn-ea"/>
                  <a:sym typeface="+mn-lt"/>
                </a:rPr>
                <a:t>%</a:t>
              </a:r>
              <a:endParaRPr lang="zh-CN" altLang="en-US" sz="3300" dirty="0">
                <a:cs typeface="+mn-ea"/>
                <a:sym typeface="+mn-lt"/>
              </a:endParaRPr>
            </a:p>
          </p:txBody>
        </p:sp>
      </p:grpSp>
      <p:sp>
        <p:nvSpPr>
          <p:cNvPr id="35" name="KSO_Shape"/>
          <p:cNvSpPr/>
          <p:nvPr/>
        </p:nvSpPr>
        <p:spPr>
          <a:xfrm>
            <a:off x="5596943" y="2665430"/>
            <a:ext cx="742950" cy="526256"/>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5">
              <a:solidFill>
                <a:srgbClr val="FFFFFF"/>
              </a:solidFill>
              <a:cs typeface="+mn-ea"/>
              <a:sym typeface="+mn-lt"/>
            </a:endParaRPr>
          </a:p>
        </p:txBody>
      </p:sp>
      <p:sp>
        <p:nvSpPr>
          <p:cNvPr id="36" name="圆角矩形 85"/>
          <p:cNvSpPr/>
          <p:nvPr/>
        </p:nvSpPr>
        <p:spPr>
          <a:xfrm>
            <a:off x="6467623" y="2268810"/>
            <a:ext cx="2016941" cy="33151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rgbClr val="FEFFFF"/>
                </a:solidFill>
                <a:cs typeface="+mn-ea"/>
                <a:sym typeface="+mn-lt"/>
              </a:rPr>
              <a:t>请输入文本</a:t>
            </a:r>
            <a:endParaRPr lang="zh-CN" altLang="zh-CN" dirty="0">
              <a:solidFill>
                <a:srgbClr val="FEFFFF"/>
              </a:solidFill>
              <a:cs typeface="+mn-ea"/>
              <a:sym typeface="+mn-lt"/>
            </a:endParaRPr>
          </a:p>
        </p:txBody>
      </p:sp>
      <p:sp>
        <p:nvSpPr>
          <p:cNvPr id="37" name="矩形 36"/>
          <p:cNvSpPr/>
          <p:nvPr/>
        </p:nvSpPr>
        <p:spPr>
          <a:xfrm>
            <a:off x="6467623" y="1390650"/>
            <a:ext cx="2016941" cy="751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childTnLst>
                          </p:cTn>
                        </p:par>
                        <p:par>
                          <p:cTn id="14" fill="hold">
                            <p:stCondLst>
                              <p:cond delay="1500"/>
                            </p:stCondLst>
                            <p:childTnLst>
                              <p:par>
                                <p:cTn id="15" presetID="16" presetClass="entr" presetSubtype="21"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arn(inVertical)">
                                      <p:cBhvr>
                                        <p:cTn id="17" dur="500"/>
                                        <p:tgtEl>
                                          <p:spTgt spid="29"/>
                                        </p:tgtEl>
                                      </p:cBhvr>
                                    </p:animEffect>
                                  </p:childTnLst>
                                </p:cTn>
                              </p:par>
                            </p:childTnLst>
                          </p:cTn>
                        </p:par>
                        <p:par>
                          <p:cTn id="18" fill="hold">
                            <p:stCondLst>
                              <p:cond delay="2000"/>
                            </p:stCondLst>
                            <p:childTnLst>
                              <p:par>
                                <p:cTn id="19" presetID="12" presetClass="entr" presetSubtype="4"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p:tgtEl>
                                          <p:spTgt spid="30"/>
                                        </p:tgtEl>
                                        <p:attrNameLst>
                                          <p:attrName>ppt_y</p:attrName>
                                        </p:attrNameLst>
                                      </p:cBhvr>
                                      <p:tavLst>
                                        <p:tav tm="0">
                                          <p:val>
                                            <p:strVal val="#ppt_y+#ppt_h*1.125000"/>
                                          </p:val>
                                        </p:tav>
                                        <p:tav tm="100000">
                                          <p:val>
                                            <p:strVal val="#ppt_y"/>
                                          </p:val>
                                        </p:tav>
                                      </p:tavLst>
                                    </p:anim>
                                    <p:animEffect transition="in" filter="wipe(up)">
                                      <p:cBhvr>
                                        <p:cTn id="22" dur="500"/>
                                        <p:tgtEl>
                                          <p:spTgt spid="30"/>
                                        </p:tgtEl>
                                      </p:cBhvr>
                                    </p:animEffect>
                                  </p:childTnLst>
                                </p:cTn>
                              </p:par>
                              <p:par>
                                <p:cTn id="23" presetID="42"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childTnLst>
                          </p:cTn>
                        </p:par>
                        <p:par>
                          <p:cTn id="32" fill="hold">
                            <p:stCondLst>
                              <p:cond delay="3000"/>
                            </p:stCondLst>
                            <p:childTnLst>
                              <p:par>
                                <p:cTn id="33" presetID="16" presetClass="entr" presetSubtype="21"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barn(inVertical)">
                                      <p:cBhvr>
                                        <p:cTn id="35" dur="500"/>
                                        <p:tgtEl>
                                          <p:spTgt spid="36"/>
                                        </p:tgtEl>
                                      </p:cBhvr>
                                    </p:animEffect>
                                  </p:childTnLst>
                                </p:cTn>
                              </p:par>
                            </p:childTnLst>
                          </p:cTn>
                        </p:par>
                        <p:par>
                          <p:cTn id="36" fill="hold">
                            <p:stCondLst>
                              <p:cond delay="3500"/>
                            </p:stCondLst>
                            <p:childTnLst>
                              <p:par>
                                <p:cTn id="37" presetID="12" presetClass="entr" presetSubtype="4" fill="hold" grpId="0" nodeType="afterEffect">
                                  <p:stCondLst>
                                    <p:cond delay="0"/>
                                  </p:stCondLst>
                                  <p:childTnLst>
                                    <p:set>
                                      <p:cBhvr>
                                        <p:cTn id="38" dur="1" fill="hold">
                                          <p:stCondLst>
                                            <p:cond delay="0"/>
                                          </p:stCondLst>
                                        </p:cTn>
                                        <p:tgtEl>
                                          <p:spTgt spid="37"/>
                                        </p:tgtEl>
                                        <p:attrNameLst>
                                          <p:attrName>style.visibility</p:attrName>
                                        </p:attrNameLst>
                                      </p:cBhvr>
                                      <p:to>
                                        <p:strVal val="visible"/>
                                      </p:to>
                                    </p:set>
                                    <p:anim calcmode="lin" valueType="num">
                                      <p:cBhvr additive="base">
                                        <p:cTn id="39" dur="500"/>
                                        <p:tgtEl>
                                          <p:spTgt spid="37"/>
                                        </p:tgtEl>
                                        <p:attrNameLst>
                                          <p:attrName>ppt_y</p:attrName>
                                        </p:attrNameLst>
                                      </p:cBhvr>
                                      <p:tavLst>
                                        <p:tav tm="0">
                                          <p:val>
                                            <p:strVal val="#ppt_y+#ppt_h*1.125000"/>
                                          </p:val>
                                        </p:tav>
                                        <p:tav tm="100000">
                                          <p:val>
                                            <p:strVal val="#ppt_y"/>
                                          </p:val>
                                        </p:tav>
                                      </p:tavLst>
                                    </p:anim>
                                    <p:animEffect transition="in" filter="wipe(up)">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p:bldP spid="35" grpId="0" animBg="1"/>
      <p:bldP spid="36" grpId="0" animBg="1"/>
      <p:bldP spid="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zh-CN" altLang="en-US" dirty="0">
              <a:latin typeface="+mn-lt"/>
              <a:ea typeface="+mn-ea"/>
              <a:cs typeface="+mn-ea"/>
              <a:sym typeface="+mn-lt"/>
            </a:endParaRPr>
          </a:p>
        </p:txBody>
      </p:sp>
      <p:sp>
        <p:nvSpPr>
          <p:cNvPr id="32" name="矩形 31"/>
          <p:cNvSpPr/>
          <p:nvPr/>
        </p:nvSpPr>
        <p:spPr>
          <a:xfrm>
            <a:off x="3846492" y="2920396"/>
            <a:ext cx="1986039"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sp>
        <p:nvSpPr>
          <p:cNvPr id="33" name="矩形 32"/>
          <p:cNvSpPr/>
          <p:nvPr/>
        </p:nvSpPr>
        <p:spPr>
          <a:xfrm>
            <a:off x="6389440" y="2897747"/>
            <a:ext cx="1986039"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grpSp>
        <p:nvGrpSpPr>
          <p:cNvPr id="15" name="Group 4"/>
          <p:cNvGrpSpPr>
            <a:grpSpLocks noChangeAspect="1"/>
          </p:cNvGrpSpPr>
          <p:nvPr/>
        </p:nvGrpSpPr>
        <p:grpSpPr bwMode="auto">
          <a:xfrm>
            <a:off x="1092044" y="2566034"/>
            <a:ext cx="911030" cy="2042916"/>
            <a:chOff x="815" y="1510"/>
            <a:chExt cx="891" cy="1998"/>
          </a:xfrm>
          <a:solidFill>
            <a:schemeClr val="accent1"/>
          </a:solidFill>
        </p:grpSpPr>
        <p:sp>
          <p:nvSpPr>
            <p:cNvPr id="23" name="Freeform 5"/>
            <p:cNvSpPr>
              <a:spLocks noEditPoints="1"/>
            </p:cNvSpPr>
            <p:nvPr/>
          </p:nvSpPr>
          <p:spPr bwMode="auto">
            <a:xfrm>
              <a:off x="815" y="1510"/>
              <a:ext cx="891" cy="1998"/>
            </a:xfrm>
            <a:custGeom>
              <a:avLst/>
              <a:gdLst>
                <a:gd name="T0" fmla="*/ 350 w 374"/>
                <a:gd name="T1" fmla="*/ 345 h 843"/>
                <a:gd name="T2" fmla="*/ 300 w 374"/>
                <a:gd name="T3" fmla="*/ 220 h 843"/>
                <a:gd name="T4" fmla="*/ 214 w 374"/>
                <a:gd name="T5" fmla="*/ 65 h 843"/>
                <a:gd name="T6" fmla="*/ 153 w 374"/>
                <a:gd name="T7" fmla="*/ 7 h 843"/>
                <a:gd name="T8" fmla="*/ 61 w 374"/>
                <a:gd name="T9" fmla="*/ 237 h 843"/>
                <a:gd name="T10" fmla="*/ 70 w 374"/>
                <a:gd name="T11" fmla="*/ 384 h 843"/>
                <a:gd name="T12" fmla="*/ 32 w 374"/>
                <a:gd name="T13" fmla="*/ 324 h 843"/>
                <a:gd name="T14" fmla="*/ 11 w 374"/>
                <a:gd name="T15" fmla="*/ 334 h 843"/>
                <a:gd name="T16" fmla="*/ 75 w 374"/>
                <a:gd name="T17" fmla="*/ 473 h 843"/>
                <a:gd name="T18" fmla="*/ 103 w 374"/>
                <a:gd name="T19" fmla="*/ 731 h 843"/>
                <a:gd name="T20" fmla="*/ 70 w 374"/>
                <a:gd name="T21" fmla="*/ 830 h 843"/>
                <a:gd name="T22" fmla="*/ 106 w 374"/>
                <a:gd name="T23" fmla="*/ 834 h 843"/>
                <a:gd name="T24" fmla="*/ 107 w 374"/>
                <a:gd name="T25" fmla="*/ 830 h 843"/>
                <a:gd name="T26" fmla="*/ 187 w 374"/>
                <a:gd name="T27" fmla="*/ 759 h 843"/>
                <a:gd name="T28" fmla="*/ 306 w 374"/>
                <a:gd name="T29" fmla="*/ 830 h 843"/>
                <a:gd name="T30" fmla="*/ 334 w 374"/>
                <a:gd name="T31" fmla="*/ 837 h 843"/>
                <a:gd name="T32" fmla="*/ 315 w 374"/>
                <a:gd name="T33" fmla="*/ 821 h 843"/>
                <a:gd name="T34" fmla="*/ 316 w 374"/>
                <a:gd name="T35" fmla="*/ 691 h 843"/>
                <a:gd name="T36" fmla="*/ 305 w 374"/>
                <a:gd name="T37" fmla="*/ 456 h 843"/>
                <a:gd name="T38" fmla="*/ 355 w 374"/>
                <a:gd name="T39" fmla="*/ 351 h 843"/>
                <a:gd name="T40" fmla="*/ 8 w 374"/>
                <a:gd name="T41" fmla="*/ 318 h 843"/>
                <a:gd name="T42" fmla="*/ 14 w 374"/>
                <a:gd name="T43" fmla="*/ 329 h 843"/>
                <a:gd name="T44" fmla="*/ 77 w 374"/>
                <a:gd name="T45" fmla="*/ 831 h 843"/>
                <a:gd name="T46" fmla="*/ 93 w 374"/>
                <a:gd name="T47" fmla="*/ 833 h 843"/>
                <a:gd name="T48" fmla="*/ 326 w 374"/>
                <a:gd name="T49" fmla="*/ 832 h 843"/>
                <a:gd name="T50" fmla="*/ 110 w 374"/>
                <a:gd name="T51" fmla="*/ 138 h 843"/>
                <a:gd name="T52" fmla="*/ 217 w 374"/>
                <a:gd name="T53" fmla="*/ 86 h 843"/>
                <a:gd name="T54" fmla="*/ 288 w 374"/>
                <a:gd name="T55" fmla="*/ 218 h 843"/>
                <a:gd name="T56" fmla="*/ 210 w 374"/>
                <a:gd name="T57" fmla="*/ 240 h 843"/>
                <a:gd name="T58" fmla="*/ 155 w 374"/>
                <a:gd name="T59" fmla="*/ 241 h 843"/>
                <a:gd name="T60" fmla="*/ 126 w 374"/>
                <a:gd name="T61" fmla="*/ 226 h 843"/>
                <a:gd name="T62" fmla="*/ 68 w 374"/>
                <a:gd name="T63" fmla="*/ 234 h 843"/>
                <a:gd name="T64" fmla="*/ 126 w 374"/>
                <a:gd name="T65" fmla="*/ 735 h 843"/>
                <a:gd name="T66" fmla="*/ 196 w 374"/>
                <a:gd name="T67" fmla="*/ 705 h 843"/>
                <a:gd name="T68" fmla="*/ 309 w 374"/>
                <a:gd name="T69" fmla="*/ 685 h 843"/>
                <a:gd name="T70" fmla="*/ 303 w 374"/>
                <a:gd name="T71" fmla="*/ 699 h 843"/>
                <a:gd name="T72" fmla="*/ 90 w 374"/>
                <a:gd name="T73" fmla="*/ 687 h 843"/>
                <a:gd name="T74" fmla="*/ 308 w 374"/>
                <a:gd name="T75" fmla="*/ 686 h 843"/>
                <a:gd name="T76" fmla="*/ 199 w 374"/>
                <a:gd name="T77" fmla="*/ 679 h 843"/>
                <a:gd name="T78" fmla="*/ 68 w 374"/>
                <a:gd name="T79" fmla="*/ 244 h 843"/>
                <a:gd name="T80" fmla="*/ 184 w 374"/>
                <a:gd name="T81" fmla="*/ 233 h 843"/>
                <a:gd name="T82" fmla="*/ 297 w 374"/>
                <a:gd name="T83" fmla="*/ 459 h 843"/>
                <a:gd name="T84" fmla="*/ 355 w 374"/>
                <a:gd name="T85" fmla="*/ 343 h 843"/>
                <a:gd name="T86" fmla="*/ 339 w 374"/>
                <a:gd name="T87" fmla="*/ 33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4" h="843">
                  <a:moveTo>
                    <a:pt x="345" y="314"/>
                  </a:moveTo>
                  <a:cubicBezTo>
                    <a:pt x="336" y="316"/>
                    <a:pt x="329" y="325"/>
                    <a:pt x="332" y="334"/>
                  </a:cubicBezTo>
                  <a:cubicBezTo>
                    <a:pt x="334" y="342"/>
                    <a:pt x="342" y="347"/>
                    <a:pt x="350" y="345"/>
                  </a:cubicBezTo>
                  <a:cubicBezTo>
                    <a:pt x="347" y="356"/>
                    <a:pt x="344" y="366"/>
                    <a:pt x="336" y="374"/>
                  </a:cubicBezTo>
                  <a:cubicBezTo>
                    <a:pt x="328" y="383"/>
                    <a:pt x="316" y="387"/>
                    <a:pt x="303" y="384"/>
                  </a:cubicBezTo>
                  <a:cubicBezTo>
                    <a:pt x="302" y="329"/>
                    <a:pt x="301" y="275"/>
                    <a:pt x="300" y="220"/>
                  </a:cubicBezTo>
                  <a:cubicBezTo>
                    <a:pt x="300" y="219"/>
                    <a:pt x="299" y="218"/>
                    <a:pt x="299" y="218"/>
                  </a:cubicBezTo>
                  <a:cubicBezTo>
                    <a:pt x="299" y="217"/>
                    <a:pt x="299" y="217"/>
                    <a:pt x="299" y="216"/>
                  </a:cubicBezTo>
                  <a:cubicBezTo>
                    <a:pt x="273" y="165"/>
                    <a:pt x="243" y="115"/>
                    <a:pt x="214" y="65"/>
                  </a:cubicBezTo>
                  <a:cubicBezTo>
                    <a:pt x="207" y="53"/>
                    <a:pt x="200" y="41"/>
                    <a:pt x="193" y="29"/>
                  </a:cubicBezTo>
                  <a:cubicBezTo>
                    <a:pt x="189" y="21"/>
                    <a:pt x="184" y="12"/>
                    <a:pt x="177" y="7"/>
                  </a:cubicBezTo>
                  <a:cubicBezTo>
                    <a:pt x="170" y="1"/>
                    <a:pt x="158" y="0"/>
                    <a:pt x="153" y="7"/>
                  </a:cubicBezTo>
                  <a:cubicBezTo>
                    <a:pt x="152" y="8"/>
                    <a:pt x="151" y="8"/>
                    <a:pt x="151" y="9"/>
                  </a:cubicBezTo>
                  <a:cubicBezTo>
                    <a:pt x="134" y="47"/>
                    <a:pt x="120" y="87"/>
                    <a:pt x="105" y="126"/>
                  </a:cubicBezTo>
                  <a:cubicBezTo>
                    <a:pt x="91" y="163"/>
                    <a:pt x="73" y="200"/>
                    <a:pt x="61" y="237"/>
                  </a:cubicBezTo>
                  <a:cubicBezTo>
                    <a:pt x="61" y="238"/>
                    <a:pt x="61" y="238"/>
                    <a:pt x="61" y="239"/>
                  </a:cubicBezTo>
                  <a:cubicBezTo>
                    <a:pt x="61" y="239"/>
                    <a:pt x="60" y="240"/>
                    <a:pt x="61" y="241"/>
                  </a:cubicBezTo>
                  <a:cubicBezTo>
                    <a:pt x="64" y="288"/>
                    <a:pt x="67" y="336"/>
                    <a:pt x="70" y="384"/>
                  </a:cubicBezTo>
                  <a:cubicBezTo>
                    <a:pt x="57" y="382"/>
                    <a:pt x="45" y="381"/>
                    <a:pt x="34" y="371"/>
                  </a:cubicBezTo>
                  <a:cubicBezTo>
                    <a:pt x="23" y="361"/>
                    <a:pt x="20" y="347"/>
                    <a:pt x="16" y="333"/>
                  </a:cubicBezTo>
                  <a:cubicBezTo>
                    <a:pt x="22" y="336"/>
                    <a:pt x="29" y="330"/>
                    <a:pt x="32" y="324"/>
                  </a:cubicBezTo>
                  <a:cubicBezTo>
                    <a:pt x="35" y="314"/>
                    <a:pt x="31" y="304"/>
                    <a:pt x="21" y="302"/>
                  </a:cubicBezTo>
                  <a:cubicBezTo>
                    <a:pt x="11" y="300"/>
                    <a:pt x="3" y="308"/>
                    <a:pt x="2" y="317"/>
                  </a:cubicBezTo>
                  <a:cubicBezTo>
                    <a:pt x="0" y="323"/>
                    <a:pt x="4" y="333"/>
                    <a:pt x="11" y="334"/>
                  </a:cubicBezTo>
                  <a:cubicBezTo>
                    <a:pt x="11" y="351"/>
                    <a:pt x="19" y="369"/>
                    <a:pt x="33" y="380"/>
                  </a:cubicBezTo>
                  <a:cubicBezTo>
                    <a:pt x="43" y="388"/>
                    <a:pt x="58" y="394"/>
                    <a:pt x="70" y="390"/>
                  </a:cubicBezTo>
                  <a:cubicBezTo>
                    <a:pt x="72" y="417"/>
                    <a:pt x="74" y="445"/>
                    <a:pt x="75" y="473"/>
                  </a:cubicBezTo>
                  <a:cubicBezTo>
                    <a:pt x="79" y="550"/>
                    <a:pt x="79" y="628"/>
                    <a:pt x="86" y="705"/>
                  </a:cubicBezTo>
                  <a:cubicBezTo>
                    <a:pt x="86" y="706"/>
                    <a:pt x="87" y="706"/>
                    <a:pt x="88" y="707"/>
                  </a:cubicBezTo>
                  <a:cubicBezTo>
                    <a:pt x="90" y="716"/>
                    <a:pt x="95" y="724"/>
                    <a:pt x="103" y="731"/>
                  </a:cubicBezTo>
                  <a:cubicBezTo>
                    <a:pt x="107" y="734"/>
                    <a:pt x="112" y="737"/>
                    <a:pt x="116" y="739"/>
                  </a:cubicBezTo>
                  <a:cubicBezTo>
                    <a:pt x="88" y="749"/>
                    <a:pt x="87" y="800"/>
                    <a:pt x="99" y="826"/>
                  </a:cubicBezTo>
                  <a:cubicBezTo>
                    <a:pt x="88" y="821"/>
                    <a:pt x="73" y="819"/>
                    <a:pt x="70" y="830"/>
                  </a:cubicBezTo>
                  <a:cubicBezTo>
                    <a:pt x="69" y="836"/>
                    <a:pt x="74" y="841"/>
                    <a:pt x="79" y="842"/>
                  </a:cubicBezTo>
                  <a:cubicBezTo>
                    <a:pt x="84" y="843"/>
                    <a:pt x="88" y="841"/>
                    <a:pt x="92" y="840"/>
                  </a:cubicBezTo>
                  <a:cubicBezTo>
                    <a:pt x="97" y="838"/>
                    <a:pt x="102" y="837"/>
                    <a:pt x="106" y="834"/>
                  </a:cubicBezTo>
                  <a:cubicBezTo>
                    <a:pt x="107" y="834"/>
                    <a:pt x="107" y="834"/>
                    <a:pt x="107" y="833"/>
                  </a:cubicBezTo>
                  <a:cubicBezTo>
                    <a:pt x="107" y="833"/>
                    <a:pt x="107" y="833"/>
                    <a:pt x="107" y="833"/>
                  </a:cubicBezTo>
                  <a:cubicBezTo>
                    <a:pt x="108" y="832"/>
                    <a:pt x="108" y="831"/>
                    <a:pt x="107" y="830"/>
                  </a:cubicBezTo>
                  <a:cubicBezTo>
                    <a:pt x="107" y="830"/>
                    <a:pt x="107" y="830"/>
                    <a:pt x="107" y="830"/>
                  </a:cubicBezTo>
                  <a:cubicBezTo>
                    <a:pt x="96" y="798"/>
                    <a:pt x="98" y="768"/>
                    <a:pt x="121" y="742"/>
                  </a:cubicBezTo>
                  <a:cubicBezTo>
                    <a:pt x="141" y="752"/>
                    <a:pt x="165" y="758"/>
                    <a:pt x="187" y="759"/>
                  </a:cubicBezTo>
                  <a:cubicBezTo>
                    <a:pt x="217" y="762"/>
                    <a:pt x="254" y="754"/>
                    <a:pt x="281" y="735"/>
                  </a:cubicBezTo>
                  <a:cubicBezTo>
                    <a:pt x="293" y="738"/>
                    <a:pt x="304" y="770"/>
                    <a:pt x="306" y="779"/>
                  </a:cubicBezTo>
                  <a:cubicBezTo>
                    <a:pt x="311" y="796"/>
                    <a:pt x="310" y="813"/>
                    <a:pt x="306" y="830"/>
                  </a:cubicBezTo>
                  <a:cubicBezTo>
                    <a:pt x="305" y="832"/>
                    <a:pt x="307" y="834"/>
                    <a:pt x="309" y="834"/>
                  </a:cubicBezTo>
                  <a:cubicBezTo>
                    <a:pt x="310" y="835"/>
                    <a:pt x="310" y="835"/>
                    <a:pt x="311" y="835"/>
                  </a:cubicBezTo>
                  <a:cubicBezTo>
                    <a:pt x="318" y="839"/>
                    <a:pt x="326" y="839"/>
                    <a:pt x="334" y="837"/>
                  </a:cubicBezTo>
                  <a:cubicBezTo>
                    <a:pt x="340" y="835"/>
                    <a:pt x="349" y="829"/>
                    <a:pt x="347" y="821"/>
                  </a:cubicBezTo>
                  <a:cubicBezTo>
                    <a:pt x="344" y="814"/>
                    <a:pt x="335" y="812"/>
                    <a:pt x="328" y="814"/>
                  </a:cubicBezTo>
                  <a:cubicBezTo>
                    <a:pt x="324" y="815"/>
                    <a:pt x="319" y="818"/>
                    <a:pt x="315" y="821"/>
                  </a:cubicBezTo>
                  <a:cubicBezTo>
                    <a:pt x="319" y="801"/>
                    <a:pt x="317" y="780"/>
                    <a:pt x="309" y="762"/>
                  </a:cubicBezTo>
                  <a:cubicBezTo>
                    <a:pt x="306" y="756"/>
                    <a:pt x="296" y="736"/>
                    <a:pt x="286" y="731"/>
                  </a:cubicBezTo>
                  <a:cubicBezTo>
                    <a:pt x="300" y="721"/>
                    <a:pt x="310" y="707"/>
                    <a:pt x="316" y="691"/>
                  </a:cubicBezTo>
                  <a:cubicBezTo>
                    <a:pt x="316" y="689"/>
                    <a:pt x="315" y="688"/>
                    <a:pt x="314" y="687"/>
                  </a:cubicBezTo>
                  <a:cubicBezTo>
                    <a:pt x="316" y="650"/>
                    <a:pt x="312" y="611"/>
                    <a:pt x="310" y="574"/>
                  </a:cubicBezTo>
                  <a:cubicBezTo>
                    <a:pt x="308" y="534"/>
                    <a:pt x="307" y="495"/>
                    <a:pt x="305" y="456"/>
                  </a:cubicBezTo>
                  <a:cubicBezTo>
                    <a:pt x="305" y="433"/>
                    <a:pt x="304" y="410"/>
                    <a:pt x="303" y="387"/>
                  </a:cubicBezTo>
                  <a:cubicBezTo>
                    <a:pt x="328" y="399"/>
                    <a:pt x="351" y="375"/>
                    <a:pt x="355" y="351"/>
                  </a:cubicBezTo>
                  <a:cubicBezTo>
                    <a:pt x="355" y="351"/>
                    <a:pt x="355" y="351"/>
                    <a:pt x="355" y="351"/>
                  </a:cubicBezTo>
                  <a:cubicBezTo>
                    <a:pt x="374" y="345"/>
                    <a:pt x="364" y="311"/>
                    <a:pt x="345" y="314"/>
                  </a:cubicBezTo>
                  <a:close/>
                  <a:moveTo>
                    <a:pt x="14" y="329"/>
                  </a:moveTo>
                  <a:cubicBezTo>
                    <a:pt x="10" y="327"/>
                    <a:pt x="7" y="323"/>
                    <a:pt x="8" y="318"/>
                  </a:cubicBezTo>
                  <a:cubicBezTo>
                    <a:pt x="9" y="313"/>
                    <a:pt x="13" y="309"/>
                    <a:pt x="18" y="308"/>
                  </a:cubicBezTo>
                  <a:cubicBezTo>
                    <a:pt x="35" y="308"/>
                    <a:pt x="25" y="334"/>
                    <a:pt x="16" y="329"/>
                  </a:cubicBezTo>
                  <a:cubicBezTo>
                    <a:pt x="15" y="328"/>
                    <a:pt x="15" y="328"/>
                    <a:pt x="14" y="329"/>
                  </a:cubicBezTo>
                  <a:close/>
                  <a:moveTo>
                    <a:pt x="93" y="833"/>
                  </a:moveTo>
                  <a:cubicBezTo>
                    <a:pt x="91" y="834"/>
                    <a:pt x="89" y="834"/>
                    <a:pt x="86" y="835"/>
                  </a:cubicBezTo>
                  <a:cubicBezTo>
                    <a:pt x="86" y="835"/>
                    <a:pt x="74" y="837"/>
                    <a:pt x="77" y="831"/>
                  </a:cubicBezTo>
                  <a:cubicBezTo>
                    <a:pt x="79" y="828"/>
                    <a:pt x="88" y="829"/>
                    <a:pt x="91" y="829"/>
                  </a:cubicBezTo>
                  <a:cubicBezTo>
                    <a:pt x="94" y="829"/>
                    <a:pt x="97" y="830"/>
                    <a:pt x="100" y="831"/>
                  </a:cubicBezTo>
                  <a:cubicBezTo>
                    <a:pt x="98" y="832"/>
                    <a:pt x="95" y="832"/>
                    <a:pt x="93" y="833"/>
                  </a:cubicBezTo>
                  <a:close/>
                  <a:moveTo>
                    <a:pt x="324" y="823"/>
                  </a:moveTo>
                  <a:cubicBezTo>
                    <a:pt x="328" y="821"/>
                    <a:pt x="339" y="817"/>
                    <a:pt x="339" y="824"/>
                  </a:cubicBezTo>
                  <a:cubicBezTo>
                    <a:pt x="339" y="829"/>
                    <a:pt x="331" y="832"/>
                    <a:pt x="326" y="832"/>
                  </a:cubicBezTo>
                  <a:cubicBezTo>
                    <a:pt x="322" y="833"/>
                    <a:pt x="319" y="832"/>
                    <a:pt x="315" y="832"/>
                  </a:cubicBezTo>
                  <a:cubicBezTo>
                    <a:pt x="318" y="828"/>
                    <a:pt x="320" y="825"/>
                    <a:pt x="324" y="823"/>
                  </a:cubicBezTo>
                  <a:close/>
                  <a:moveTo>
                    <a:pt x="110" y="138"/>
                  </a:moveTo>
                  <a:cubicBezTo>
                    <a:pt x="116" y="123"/>
                    <a:pt x="122" y="108"/>
                    <a:pt x="128" y="93"/>
                  </a:cubicBezTo>
                  <a:cubicBezTo>
                    <a:pt x="128" y="94"/>
                    <a:pt x="129" y="94"/>
                    <a:pt x="129" y="95"/>
                  </a:cubicBezTo>
                  <a:cubicBezTo>
                    <a:pt x="155" y="112"/>
                    <a:pt x="195" y="107"/>
                    <a:pt x="217" y="86"/>
                  </a:cubicBezTo>
                  <a:cubicBezTo>
                    <a:pt x="222" y="94"/>
                    <a:pt x="227" y="102"/>
                    <a:pt x="231" y="111"/>
                  </a:cubicBezTo>
                  <a:cubicBezTo>
                    <a:pt x="252" y="145"/>
                    <a:pt x="271" y="182"/>
                    <a:pt x="291" y="217"/>
                  </a:cubicBezTo>
                  <a:cubicBezTo>
                    <a:pt x="290" y="216"/>
                    <a:pt x="289" y="217"/>
                    <a:pt x="288" y="218"/>
                  </a:cubicBezTo>
                  <a:cubicBezTo>
                    <a:pt x="277" y="237"/>
                    <a:pt x="257" y="236"/>
                    <a:pt x="242" y="222"/>
                  </a:cubicBezTo>
                  <a:cubicBezTo>
                    <a:pt x="241" y="220"/>
                    <a:pt x="238" y="220"/>
                    <a:pt x="236" y="222"/>
                  </a:cubicBezTo>
                  <a:cubicBezTo>
                    <a:pt x="229" y="231"/>
                    <a:pt x="223" y="240"/>
                    <a:pt x="210" y="240"/>
                  </a:cubicBezTo>
                  <a:cubicBezTo>
                    <a:pt x="199" y="240"/>
                    <a:pt x="191" y="233"/>
                    <a:pt x="185" y="225"/>
                  </a:cubicBezTo>
                  <a:cubicBezTo>
                    <a:pt x="184" y="222"/>
                    <a:pt x="180" y="221"/>
                    <a:pt x="179" y="224"/>
                  </a:cubicBezTo>
                  <a:cubicBezTo>
                    <a:pt x="175" y="236"/>
                    <a:pt x="167" y="241"/>
                    <a:pt x="155" y="241"/>
                  </a:cubicBezTo>
                  <a:cubicBezTo>
                    <a:pt x="145" y="241"/>
                    <a:pt x="134" y="238"/>
                    <a:pt x="132" y="227"/>
                  </a:cubicBezTo>
                  <a:cubicBezTo>
                    <a:pt x="131" y="225"/>
                    <a:pt x="130" y="225"/>
                    <a:pt x="129" y="226"/>
                  </a:cubicBezTo>
                  <a:cubicBezTo>
                    <a:pt x="128" y="225"/>
                    <a:pt x="127" y="225"/>
                    <a:pt x="126" y="226"/>
                  </a:cubicBezTo>
                  <a:cubicBezTo>
                    <a:pt x="118" y="233"/>
                    <a:pt x="114" y="242"/>
                    <a:pt x="102" y="245"/>
                  </a:cubicBezTo>
                  <a:cubicBezTo>
                    <a:pt x="96" y="247"/>
                    <a:pt x="89" y="246"/>
                    <a:pt x="83" y="244"/>
                  </a:cubicBezTo>
                  <a:cubicBezTo>
                    <a:pt x="79" y="243"/>
                    <a:pt x="70" y="239"/>
                    <a:pt x="68" y="234"/>
                  </a:cubicBezTo>
                  <a:cubicBezTo>
                    <a:pt x="88" y="206"/>
                    <a:pt x="98" y="169"/>
                    <a:pt x="110" y="138"/>
                  </a:cubicBezTo>
                  <a:close/>
                  <a:moveTo>
                    <a:pt x="198" y="753"/>
                  </a:moveTo>
                  <a:cubicBezTo>
                    <a:pt x="174" y="753"/>
                    <a:pt x="149" y="746"/>
                    <a:pt x="126" y="735"/>
                  </a:cubicBezTo>
                  <a:cubicBezTo>
                    <a:pt x="112" y="729"/>
                    <a:pt x="99" y="721"/>
                    <a:pt x="94" y="705"/>
                  </a:cubicBezTo>
                  <a:cubicBezTo>
                    <a:pt x="93" y="704"/>
                    <a:pt x="93" y="702"/>
                    <a:pt x="92" y="700"/>
                  </a:cubicBezTo>
                  <a:cubicBezTo>
                    <a:pt x="127" y="704"/>
                    <a:pt x="162" y="704"/>
                    <a:pt x="196" y="705"/>
                  </a:cubicBezTo>
                  <a:cubicBezTo>
                    <a:pt x="231" y="705"/>
                    <a:pt x="266" y="707"/>
                    <a:pt x="300" y="704"/>
                  </a:cubicBezTo>
                  <a:cubicBezTo>
                    <a:pt x="277" y="736"/>
                    <a:pt x="238" y="753"/>
                    <a:pt x="198" y="753"/>
                  </a:cubicBezTo>
                  <a:close/>
                  <a:moveTo>
                    <a:pt x="309" y="685"/>
                  </a:moveTo>
                  <a:cubicBezTo>
                    <a:pt x="309" y="687"/>
                    <a:pt x="309" y="688"/>
                    <a:pt x="309" y="689"/>
                  </a:cubicBezTo>
                  <a:cubicBezTo>
                    <a:pt x="308" y="693"/>
                    <a:pt x="306" y="696"/>
                    <a:pt x="304" y="699"/>
                  </a:cubicBezTo>
                  <a:cubicBezTo>
                    <a:pt x="303" y="699"/>
                    <a:pt x="303" y="699"/>
                    <a:pt x="303" y="699"/>
                  </a:cubicBezTo>
                  <a:cubicBezTo>
                    <a:pt x="267" y="698"/>
                    <a:pt x="232" y="699"/>
                    <a:pt x="196" y="699"/>
                  </a:cubicBezTo>
                  <a:cubicBezTo>
                    <a:pt x="161" y="698"/>
                    <a:pt x="126" y="696"/>
                    <a:pt x="91" y="696"/>
                  </a:cubicBezTo>
                  <a:cubicBezTo>
                    <a:pt x="91" y="693"/>
                    <a:pt x="91" y="690"/>
                    <a:pt x="90" y="687"/>
                  </a:cubicBezTo>
                  <a:cubicBezTo>
                    <a:pt x="90" y="686"/>
                    <a:pt x="90" y="684"/>
                    <a:pt x="90" y="683"/>
                  </a:cubicBezTo>
                  <a:cubicBezTo>
                    <a:pt x="126" y="687"/>
                    <a:pt x="163" y="685"/>
                    <a:pt x="199" y="685"/>
                  </a:cubicBezTo>
                  <a:cubicBezTo>
                    <a:pt x="235" y="685"/>
                    <a:pt x="272" y="685"/>
                    <a:pt x="308" y="686"/>
                  </a:cubicBezTo>
                  <a:cubicBezTo>
                    <a:pt x="308" y="686"/>
                    <a:pt x="309" y="685"/>
                    <a:pt x="309" y="685"/>
                  </a:cubicBezTo>
                  <a:close/>
                  <a:moveTo>
                    <a:pt x="308" y="679"/>
                  </a:moveTo>
                  <a:cubicBezTo>
                    <a:pt x="271" y="679"/>
                    <a:pt x="235" y="679"/>
                    <a:pt x="199" y="679"/>
                  </a:cubicBezTo>
                  <a:cubicBezTo>
                    <a:pt x="163" y="679"/>
                    <a:pt x="126" y="677"/>
                    <a:pt x="90" y="680"/>
                  </a:cubicBezTo>
                  <a:cubicBezTo>
                    <a:pt x="91" y="611"/>
                    <a:pt x="86" y="541"/>
                    <a:pt x="82" y="473"/>
                  </a:cubicBezTo>
                  <a:cubicBezTo>
                    <a:pt x="79" y="396"/>
                    <a:pt x="74" y="320"/>
                    <a:pt x="68" y="244"/>
                  </a:cubicBezTo>
                  <a:cubicBezTo>
                    <a:pt x="76" y="251"/>
                    <a:pt x="90" y="254"/>
                    <a:pt x="96" y="254"/>
                  </a:cubicBezTo>
                  <a:cubicBezTo>
                    <a:pt x="108" y="253"/>
                    <a:pt x="123" y="246"/>
                    <a:pt x="128" y="235"/>
                  </a:cubicBezTo>
                  <a:cubicBezTo>
                    <a:pt x="134" y="255"/>
                    <a:pt x="177" y="254"/>
                    <a:pt x="184" y="233"/>
                  </a:cubicBezTo>
                  <a:cubicBezTo>
                    <a:pt x="195" y="254"/>
                    <a:pt x="233" y="252"/>
                    <a:pt x="241" y="230"/>
                  </a:cubicBezTo>
                  <a:cubicBezTo>
                    <a:pt x="252" y="247"/>
                    <a:pt x="280" y="244"/>
                    <a:pt x="291" y="226"/>
                  </a:cubicBezTo>
                  <a:cubicBezTo>
                    <a:pt x="292" y="304"/>
                    <a:pt x="294" y="381"/>
                    <a:pt x="297" y="459"/>
                  </a:cubicBezTo>
                  <a:cubicBezTo>
                    <a:pt x="299" y="498"/>
                    <a:pt x="300" y="538"/>
                    <a:pt x="302" y="577"/>
                  </a:cubicBezTo>
                  <a:cubicBezTo>
                    <a:pt x="304" y="610"/>
                    <a:pt x="303" y="645"/>
                    <a:pt x="308" y="679"/>
                  </a:cubicBezTo>
                  <a:close/>
                  <a:moveTo>
                    <a:pt x="355" y="343"/>
                  </a:moveTo>
                  <a:cubicBezTo>
                    <a:pt x="355" y="342"/>
                    <a:pt x="354" y="342"/>
                    <a:pt x="354" y="341"/>
                  </a:cubicBezTo>
                  <a:cubicBezTo>
                    <a:pt x="353" y="341"/>
                    <a:pt x="353" y="340"/>
                    <a:pt x="352" y="341"/>
                  </a:cubicBezTo>
                  <a:cubicBezTo>
                    <a:pt x="347" y="341"/>
                    <a:pt x="341" y="339"/>
                    <a:pt x="339" y="334"/>
                  </a:cubicBezTo>
                  <a:cubicBezTo>
                    <a:pt x="336" y="329"/>
                    <a:pt x="340" y="321"/>
                    <a:pt x="347" y="320"/>
                  </a:cubicBezTo>
                  <a:cubicBezTo>
                    <a:pt x="357" y="320"/>
                    <a:pt x="363" y="337"/>
                    <a:pt x="355" y="343"/>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24" name="Freeform 6"/>
            <p:cNvSpPr/>
            <p:nvPr/>
          </p:nvSpPr>
          <p:spPr bwMode="auto">
            <a:xfrm>
              <a:off x="1037" y="2486"/>
              <a:ext cx="107" cy="81"/>
            </a:xfrm>
            <a:custGeom>
              <a:avLst/>
              <a:gdLst>
                <a:gd name="T0" fmla="*/ 17 w 45"/>
                <a:gd name="T1" fmla="*/ 4 h 34"/>
                <a:gd name="T2" fmla="*/ 9 w 45"/>
                <a:gd name="T3" fmla="*/ 32 h 34"/>
                <a:gd name="T4" fmla="*/ 13 w 45"/>
                <a:gd name="T5" fmla="*/ 29 h 34"/>
                <a:gd name="T6" fmla="*/ 20 w 45"/>
                <a:gd name="T7" fmla="*/ 13 h 34"/>
                <a:gd name="T8" fmla="*/ 30 w 45"/>
                <a:gd name="T9" fmla="*/ 15 h 34"/>
                <a:gd name="T10" fmla="*/ 34 w 45"/>
                <a:gd name="T11" fmla="*/ 23 h 34"/>
                <a:gd name="T12" fmla="*/ 43 w 45"/>
                <a:gd name="T13" fmla="*/ 22 h 34"/>
                <a:gd name="T14" fmla="*/ 17 w 45"/>
                <a:gd name="T15" fmla="*/ 4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4">
                  <a:moveTo>
                    <a:pt x="17" y="4"/>
                  </a:moveTo>
                  <a:cubicBezTo>
                    <a:pt x="6" y="7"/>
                    <a:pt x="0" y="23"/>
                    <a:pt x="9" y="32"/>
                  </a:cubicBezTo>
                  <a:cubicBezTo>
                    <a:pt x="11" y="34"/>
                    <a:pt x="14" y="32"/>
                    <a:pt x="13" y="29"/>
                  </a:cubicBezTo>
                  <a:cubicBezTo>
                    <a:pt x="12" y="23"/>
                    <a:pt x="13" y="15"/>
                    <a:pt x="20" y="13"/>
                  </a:cubicBezTo>
                  <a:cubicBezTo>
                    <a:pt x="24" y="12"/>
                    <a:pt x="27" y="13"/>
                    <a:pt x="30" y="15"/>
                  </a:cubicBezTo>
                  <a:cubicBezTo>
                    <a:pt x="32" y="17"/>
                    <a:pt x="33" y="20"/>
                    <a:pt x="34" y="23"/>
                  </a:cubicBezTo>
                  <a:cubicBezTo>
                    <a:pt x="36" y="27"/>
                    <a:pt x="42" y="26"/>
                    <a:pt x="43" y="22"/>
                  </a:cubicBezTo>
                  <a:cubicBezTo>
                    <a:pt x="45" y="9"/>
                    <a:pt x="28" y="0"/>
                    <a:pt x="17" y="4"/>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25" name="Freeform 7"/>
            <p:cNvSpPr/>
            <p:nvPr/>
          </p:nvSpPr>
          <p:spPr bwMode="auto">
            <a:xfrm>
              <a:off x="1342" y="2479"/>
              <a:ext cx="93" cy="73"/>
            </a:xfrm>
            <a:custGeom>
              <a:avLst/>
              <a:gdLst>
                <a:gd name="T0" fmla="*/ 22 w 39"/>
                <a:gd name="T1" fmla="*/ 2 h 31"/>
                <a:gd name="T2" fmla="*/ 2 w 39"/>
                <a:gd name="T3" fmla="*/ 27 h 31"/>
                <a:gd name="T4" fmla="*/ 7 w 39"/>
                <a:gd name="T5" fmla="*/ 27 h 31"/>
                <a:gd name="T6" fmla="*/ 19 w 39"/>
                <a:gd name="T7" fmla="*/ 11 h 31"/>
                <a:gd name="T8" fmla="*/ 25 w 39"/>
                <a:gd name="T9" fmla="*/ 21 h 31"/>
                <a:gd name="T10" fmla="*/ 33 w 39"/>
                <a:gd name="T11" fmla="*/ 26 h 31"/>
                <a:gd name="T12" fmla="*/ 22 w 39"/>
                <a:gd name="T13" fmla="*/ 2 h 31"/>
              </a:gdLst>
              <a:ahLst/>
              <a:cxnLst>
                <a:cxn ang="0">
                  <a:pos x="T0" y="T1"/>
                </a:cxn>
                <a:cxn ang="0">
                  <a:pos x="T2" y="T3"/>
                </a:cxn>
                <a:cxn ang="0">
                  <a:pos x="T4" y="T5"/>
                </a:cxn>
                <a:cxn ang="0">
                  <a:pos x="T6" y="T7"/>
                </a:cxn>
                <a:cxn ang="0">
                  <a:pos x="T8" y="T9"/>
                </a:cxn>
                <a:cxn ang="0">
                  <a:pos x="T10" y="T11"/>
                </a:cxn>
                <a:cxn ang="0">
                  <a:pos x="T12" y="T13"/>
                </a:cxn>
              </a:cxnLst>
              <a:rect l="0" t="0" r="r" b="b"/>
              <a:pathLst>
                <a:path w="39" h="31">
                  <a:moveTo>
                    <a:pt x="22" y="2"/>
                  </a:moveTo>
                  <a:cubicBezTo>
                    <a:pt x="8" y="0"/>
                    <a:pt x="0" y="15"/>
                    <a:pt x="2" y="27"/>
                  </a:cubicBezTo>
                  <a:cubicBezTo>
                    <a:pt x="2" y="30"/>
                    <a:pt x="6" y="29"/>
                    <a:pt x="7" y="27"/>
                  </a:cubicBezTo>
                  <a:cubicBezTo>
                    <a:pt x="9" y="21"/>
                    <a:pt x="11" y="12"/>
                    <a:pt x="19" y="11"/>
                  </a:cubicBezTo>
                  <a:cubicBezTo>
                    <a:pt x="24" y="10"/>
                    <a:pt x="27" y="17"/>
                    <a:pt x="25" y="21"/>
                  </a:cubicBezTo>
                  <a:cubicBezTo>
                    <a:pt x="23" y="27"/>
                    <a:pt x="30" y="31"/>
                    <a:pt x="33" y="26"/>
                  </a:cubicBezTo>
                  <a:cubicBezTo>
                    <a:pt x="39" y="17"/>
                    <a:pt x="32" y="3"/>
                    <a:pt x="22" y="2"/>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26" name="Freeform 8"/>
            <p:cNvSpPr/>
            <p:nvPr/>
          </p:nvSpPr>
          <p:spPr bwMode="auto">
            <a:xfrm>
              <a:off x="1220" y="2571"/>
              <a:ext cx="50" cy="50"/>
            </a:xfrm>
            <a:custGeom>
              <a:avLst/>
              <a:gdLst>
                <a:gd name="T0" fmla="*/ 17 w 21"/>
                <a:gd name="T1" fmla="*/ 4 h 21"/>
                <a:gd name="T2" fmla="*/ 1 w 21"/>
                <a:gd name="T3" fmla="*/ 6 h 21"/>
                <a:gd name="T4" fmla="*/ 2 w 21"/>
                <a:gd name="T5" fmla="*/ 8 h 21"/>
                <a:gd name="T6" fmla="*/ 12 w 21"/>
                <a:gd name="T7" fmla="*/ 8 h 21"/>
                <a:gd name="T8" fmla="*/ 11 w 21"/>
                <a:gd name="T9" fmla="*/ 18 h 21"/>
                <a:gd name="T10" fmla="*/ 13 w 21"/>
                <a:gd name="T11" fmla="*/ 21 h 21"/>
                <a:gd name="T12" fmla="*/ 17 w 21"/>
                <a:gd name="T13" fmla="*/ 4 h 21"/>
              </a:gdLst>
              <a:ahLst/>
              <a:cxnLst>
                <a:cxn ang="0">
                  <a:pos x="T0" y="T1"/>
                </a:cxn>
                <a:cxn ang="0">
                  <a:pos x="T2" y="T3"/>
                </a:cxn>
                <a:cxn ang="0">
                  <a:pos x="T4" y="T5"/>
                </a:cxn>
                <a:cxn ang="0">
                  <a:pos x="T6" y="T7"/>
                </a:cxn>
                <a:cxn ang="0">
                  <a:pos x="T8" y="T9"/>
                </a:cxn>
                <a:cxn ang="0">
                  <a:pos x="T10" y="T11"/>
                </a:cxn>
                <a:cxn ang="0">
                  <a:pos x="T12" y="T13"/>
                </a:cxn>
              </a:cxnLst>
              <a:rect l="0" t="0" r="r" b="b"/>
              <a:pathLst>
                <a:path w="21" h="21">
                  <a:moveTo>
                    <a:pt x="17" y="4"/>
                  </a:moveTo>
                  <a:cubicBezTo>
                    <a:pt x="12" y="0"/>
                    <a:pt x="3" y="0"/>
                    <a:pt x="1" y="6"/>
                  </a:cubicBezTo>
                  <a:cubicBezTo>
                    <a:pt x="0" y="7"/>
                    <a:pt x="1" y="9"/>
                    <a:pt x="2" y="8"/>
                  </a:cubicBezTo>
                  <a:cubicBezTo>
                    <a:pt x="5" y="6"/>
                    <a:pt x="10" y="5"/>
                    <a:pt x="12" y="8"/>
                  </a:cubicBezTo>
                  <a:cubicBezTo>
                    <a:pt x="15" y="11"/>
                    <a:pt x="12" y="14"/>
                    <a:pt x="11" y="18"/>
                  </a:cubicBezTo>
                  <a:cubicBezTo>
                    <a:pt x="10" y="19"/>
                    <a:pt x="12" y="21"/>
                    <a:pt x="13" y="21"/>
                  </a:cubicBezTo>
                  <a:cubicBezTo>
                    <a:pt x="21" y="20"/>
                    <a:pt x="21" y="8"/>
                    <a:pt x="17" y="4"/>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27" name="Freeform 9"/>
            <p:cNvSpPr/>
            <p:nvPr/>
          </p:nvSpPr>
          <p:spPr bwMode="auto">
            <a:xfrm>
              <a:off x="1120" y="2640"/>
              <a:ext cx="258" cy="142"/>
            </a:xfrm>
            <a:custGeom>
              <a:avLst/>
              <a:gdLst>
                <a:gd name="T0" fmla="*/ 100 w 108"/>
                <a:gd name="T1" fmla="*/ 4 h 60"/>
                <a:gd name="T2" fmla="*/ 50 w 108"/>
                <a:gd name="T3" fmla="*/ 16 h 60"/>
                <a:gd name="T4" fmla="*/ 24 w 108"/>
                <a:gd name="T5" fmla="*/ 12 h 60"/>
                <a:gd name="T6" fmla="*/ 4 w 108"/>
                <a:gd name="T7" fmla="*/ 7 h 60"/>
                <a:gd name="T8" fmla="*/ 4 w 108"/>
                <a:gd name="T9" fmla="*/ 7 h 60"/>
                <a:gd name="T10" fmla="*/ 0 w 108"/>
                <a:gd name="T11" fmla="*/ 8 h 60"/>
                <a:gd name="T12" fmla="*/ 108 w 108"/>
                <a:gd name="T13" fmla="*/ 6 h 60"/>
                <a:gd name="T14" fmla="*/ 100 w 108"/>
                <a:gd name="T15" fmla="*/ 4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60">
                  <a:moveTo>
                    <a:pt x="100" y="4"/>
                  </a:moveTo>
                  <a:cubicBezTo>
                    <a:pt x="83" y="10"/>
                    <a:pt x="69" y="17"/>
                    <a:pt x="50" y="16"/>
                  </a:cubicBezTo>
                  <a:cubicBezTo>
                    <a:pt x="41" y="16"/>
                    <a:pt x="32" y="15"/>
                    <a:pt x="24" y="12"/>
                  </a:cubicBezTo>
                  <a:cubicBezTo>
                    <a:pt x="17" y="10"/>
                    <a:pt x="11" y="7"/>
                    <a:pt x="4" y="7"/>
                  </a:cubicBezTo>
                  <a:cubicBezTo>
                    <a:pt x="4" y="7"/>
                    <a:pt x="4" y="7"/>
                    <a:pt x="4" y="7"/>
                  </a:cubicBezTo>
                  <a:cubicBezTo>
                    <a:pt x="3" y="5"/>
                    <a:pt x="0" y="6"/>
                    <a:pt x="0" y="8"/>
                  </a:cubicBezTo>
                  <a:cubicBezTo>
                    <a:pt x="5" y="60"/>
                    <a:pt x="105" y="58"/>
                    <a:pt x="108" y="6"/>
                  </a:cubicBezTo>
                  <a:cubicBezTo>
                    <a:pt x="108" y="1"/>
                    <a:pt x="102" y="0"/>
                    <a:pt x="100" y="4"/>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grpSp>
      <p:grpSp>
        <p:nvGrpSpPr>
          <p:cNvPr id="28" name="Group 4"/>
          <p:cNvGrpSpPr>
            <a:grpSpLocks noChangeAspect="1"/>
          </p:cNvGrpSpPr>
          <p:nvPr/>
        </p:nvGrpSpPr>
        <p:grpSpPr bwMode="auto">
          <a:xfrm>
            <a:off x="2045190" y="1573352"/>
            <a:ext cx="1062139" cy="2381765"/>
            <a:chOff x="815" y="1510"/>
            <a:chExt cx="891" cy="1998"/>
          </a:xfrm>
          <a:solidFill>
            <a:schemeClr val="accent1"/>
          </a:solidFill>
        </p:grpSpPr>
        <p:sp>
          <p:nvSpPr>
            <p:cNvPr id="30" name="Freeform 5"/>
            <p:cNvSpPr>
              <a:spLocks noEditPoints="1"/>
            </p:cNvSpPr>
            <p:nvPr/>
          </p:nvSpPr>
          <p:spPr bwMode="auto">
            <a:xfrm>
              <a:off x="815" y="1510"/>
              <a:ext cx="891" cy="1998"/>
            </a:xfrm>
            <a:custGeom>
              <a:avLst/>
              <a:gdLst>
                <a:gd name="T0" fmla="*/ 350 w 374"/>
                <a:gd name="T1" fmla="*/ 345 h 843"/>
                <a:gd name="T2" fmla="*/ 300 w 374"/>
                <a:gd name="T3" fmla="*/ 220 h 843"/>
                <a:gd name="T4" fmla="*/ 214 w 374"/>
                <a:gd name="T5" fmla="*/ 65 h 843"/>
                <a:gd name="T6" fmla="*/ 153 w 374"/>
                <a:gd name="T7" fmla="*/ 7 h 843"/>
                <a:gd name="T8" fmla="*/ 61 w 374"/>
                <a:gd name="T9" fmla="*/ 237 h 843"/>
                <a:gd name="T10" fmla="*/ 70 w 374"/>
                <a:gd name="T11" fmla="*/ 384 h 843"/>
                <a:gd name="T12" fmla="*/ 32 w 374"/>
                <a:gd name="T13" fmla="*/ 324 h 843"/>
                <a:gd name="T14" fmla="*/ 11 w 374"/>
                <a:gd name="T15" fmla="*/ 334 h 843"/>
                <a:gd name="T16" fmla="*/ 75 w 374"/>
                <a:gd name="T17" fmla="*/ 473 h 843"/>
                <a:gd name="T18" fmla="*/ 103 w 374"/>
                <a:gd name="T19" fmla="*/ 731 h 843"/>
                <a:gd name="T20" fmla="*/ 70 w 374"/>
                <a:gd name="T21" fmla="*/ 830 h 843"/>
                <a:gd name="T22" fmla="*/ 106 w 374"/>
                <a:gd name="T23" fmla="*/ 834 h 843"/>
                <a:gd name="T24" fmla="*/ 107 w 374"/>
                <a:gd name="T25" fmla="*/ 830 h 843"/>
                <a:gd name="T26" fmla="*/ 187 w 374"/>
                <a:gd name="T27" fmla="*/ 759 h 843"/>
                <a:gd name="T28" fmla="*/ 306 w 374"/>
                <a:gd name="T29" fmla="*/ 830 h 843"/>
                <a:gd name="T30" fmla="*/ 334 w 374"/>
                <a:gd name="T31" fmla="*/ 837 h 843"/>
                <a:gd name="T32" fmla="*/ 315 w 374"/>
                <a:gd name="T33" fmla="*/ 821 h 843"/>
                <a:gd name="T34" fmla="*/ 316 w 374"/>
                <a:gd name="T35" fmla="*/ 691 h 843"/>
                <a:gd name="T36" fmla="*/ 305 w 374"/>
                <a:gd name="T37" fmla="*/ 456 h 843"/>
                <a:gd name="T38" fmla="*/ 355 w 374"/>
                <a:gd name="T39" fmla="*/ 351 h 843"/>
                <a:gd name="T40" fmla="*/ 8 w 374"/>
                <a:gd name="T41" fmla="*/ 318 h 843"/>
                <a:gd name="T42" fmla="*/ 14 w 374"/>
                <a:gd name="T43" fmla="*/ 329 h 843"/>
                <a:gd name="T44" fmla="*/ 77 w 374"/>
                <a:gd name="T45" fmla="*/ 831 h 843"/>
                <a:gd name="T46" fmla="*/ 93 w 374"/>
                <a:gd name="T47" fmla="*/ 833 h 843"/>
                <a:gd name="T48" fmla="*/ 326 w 374"/>
                <a:gd name="T49" fmla="*/ 832 h 843"/>
                <a:gd name="T50" fmla="*/ 110 w 374"/>
                <a:gd name="T51" fmla="*/ 138 h 843"/>
                <a:gd name="T52" fmla="*/ 217 w 374"/>
                <a:gd name="T53" fmla="*/ 86 h 843"/>
                <a:gd name="T54" fmla="*/ 288 w 374"/>
                <a:gd name="T55" fmla="*/ 218 h 843"/>
                <a:gd name="T56" fmla="*/ 210 w 374"/>
                <a:gd name="T57" fmla="*/ 240 h 843"/>
                <a:gd name="T58" fmla="*/ 155 w 374"/>
                <a:gd name="T59" fmla="*/ 241 h 843"/>
                <a:gd name="T60" fmla="*/ 126 w 374"/>
                <a:gd name="T61" fmla="*/ 226 h 843"/>
                <a:gd name="T62" fmla="*/ 68 w 374"/>
                <a:gd name="T63" fmla="*/ 234 h 843"/>
                <a:gd name="T64" fmla="*/ 126 w 374"/>
                <a:gd name="T65" fmla="*/ 735 h 843"/>
                <a:gd name="T66" fmla="*/ 196 w 374"/>
                <a:gd name="T67" fmla="*/ 705 h 843"/>
                <a:gd name="T68" fmla="*/ 309 w 374"/>
                <a:gd name="T69" fmla="*/ 685 h 843"/>
                <a:gd name="T70" fmla="*/ 303 w 374"/>
                <a:gd name="T71" fmla="*/ 699 h 843"/>
                <a:gd name="T72" fmla="*/ 90 w 374"/>
                <a:gd name="T73" fmla="*/ 687 h 843"/>
                <a:gd name="T74" fmla="*/ 308 w 374"/>
                <a:gd name="T75" fmla="*/ 686 h 843"/>
                <a:gd name="T76" fmla="*/ 199 w 374"/>
                <a:gd name="T77" fmla="*/ 679 h 843"/>
                <a:gd name="T78" fmla="*/ 68 w 374"/>
                <a:gd name="T79" fmla="*/ 244 h 843"/>
                <a:gd name="T80" fmla="*/ 184 w 374"/>
                <a:gd name="T81" fmla="*/ 233 h 843"/>
                <a:gd name="T82" fmla="*/ 297 w 374"/>
                <a:gd name="T83" fmla="*/ 459 h 843"/>
                <a:gd name="T84" fmla="*/ 355 w 374"/>
                <a:gd name="T85" fmla="*/ 343 h 843"/>
                <a:gd name="T86" fmla="*/ 339 w 374"/>
                <a:gd name="T87" fmla="*/ 33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4" h="843">
                  <a:moveTo>
                    <a:pt x="345" y="314"/>
                  </a:moveTo>
                  <a:cubicBezTo>
                    <a:pt x="336" y="316"/>
                    <a:pt x="329" y="325"/>
                    <a:pt x="332" y="334"/>
                  </a:cubicBezTo>
                  <a:cubicBezTo>
                    <a:pt x="334" y="342"/>
                    <a:pt x="342" y="347"/>
                    <a:pt x="350" y="345"/>
                  </a:cubicBezTo>
                  <a:cubicBezTo>
                    <a:pt x="347" y="356"/>
                    <a:pt x="344" y="366"/>
                    <a:pt x="336" y="374"/>
                  </a:cubicBezTo>
                  <a:cubicBezTo>
                    <a:pt x="328" y="383"/>
                    <a:pt x="316" y="387"/>
                    <a:pt x="303" y="384"/>
                  </a:cubicBezTo>
                  <a:cubicBezTo>
                    <a:pt x="302" y="329"/>
                    <a:pt x="301" y="275"/>
                    <a:pt x="300" y="220"/>
                  </a:cubicBezTo>
                  <a:cubicBezTo>
                    <a:pt x="300" y="219"/>
                    <a:pt x="299" y="218"/>
                    <a:pt x="299" y="218"/>
                  </a:cubicBezTo>
                  <a:cubicBezTo>
                    <a:pt x="299" y="217"/>
                    <a:pt x="299" y="217"/>
                    <a:pt x="299" y="216"/>
                  </a:cubicBezTo>
                  <a:cubicBezTo>
                    <a:pt x="273" y="165"/>
                    <a:pt x="243" y="115"/>
                    <a:pt x="214" y="65"/>
                  </a:cubicBezTo>
                  <a:cubicBezTo>
                    <a:pt x="207" y="53"/>
                    <a:pt x="200" y="41"/>
                    <a:pt x="193" y="29"/>
                  </a:cubicBezTo>
                  <a:cubicBezTo>
                    <a:pt x="189" y="21"/>
                    <a:pt x="184" y="12"/>
                    <a:pt x="177" y="7"/>
                  </a:cubicBezTo>
                  <a:cubicBezTo>
                    <a:pt x="170" y="1"/>
                    <a:pt x="158" y="0"/>
                    <a:pt x="153" y="7"/>
                  </a:cubicBezTo>
                  <a:cubicBezTo>
                    <a:pt x="152" y="8"/>
                    <a:pt x="151" y="8"/>
                    <a:pt x="151" y="9"/>
                  </a:cubicBezTo>
                  <a:cubicBezTo>
                    <a:pt x="134" y="47"/>
                    <a:pt x="120" y="87"/>
                    <a:pt x="105" y="126"/>
                  </a:cubicBezTo>
                  <a:cubicBezTo>
                    <a:pt x="91" y="163"/>
                    <a:pt x="73" y="200"/>
                    <a:pt x="61" y="237"/>
                  </a:cubicBezTo>
                  <a:cubicBezTo>
                    <a:pt x="61" y="238"/>
                    <a:pt x="61" y="238"/>
                    <a:pt x="61" y="239"/>
                  </a:cubicBezTo>
                  <a:cubicBezTo>
                    <a:pt x="61" y="239"/>
                    <a:pt x="60" y="240"/>
                    <a:pt x="61" y="241"/>
                  </a:cubicBezTo>
                  <a:cubicBezTo>
                    <a:pt x="64" y="288"/>
                    <a:pt x="67" y="336"/>
                    <a:pt x="70" y="384"/>
                  </a:cubicBezTo>
                  <a:cubicBezTo>
                    <a:pt x="57" y="382"/>
                    <a:pt x="45" y="381"/>
                    <a:pt x="34" y="371"/>
                  </a:cubicBezTo>
                  <a:cubicBezTo>
                    <a:pt x="23" y="361"/>
                    <a:pt x="20" y="347"/>
                    <a:pt x="16" y="333"/>
                  </a:cubicBezTo>
                  <a:cubicBezTo>
                    <a:pt x="22" y="336"/>
                    <a:pt x="29" y="330"/>
                    <a:pt x="32" y="324"/>
                  </a:cubicBezTo>
                  <a:cubicBezTo>
                    <a:pt x="35" y="314"/>
                    <a:pt x="31" y="304"/>
                    <a:pt x="21" y="302"/>
                  </a:cubicBezTo>
                  <a:cubicBezTo>
                    <a:pt x="11" y="300"/>
                    <a:pt x="3" y="308"/>
                    <a:pt x="2" y="317"/>
                  </a:cubicBezTo>
                  <a:cubicBezTo>
                    <a:pt x="0" y="323"/>
                    <a:pt x="4" y="333"/>
                    <a:pt x="11" y="334"/>
                  </a:cubicBezTo>
                  <a:cubicBezTo>
                    <a:pt x="11" y="351"/>
                    <a:pt x="19" y="369"/>
                    <a:pt x="33" y="380"/>
                  </a:cubicBezTo>
                  <a:cubicBezTo>
                    <a:pt x="43" y="388"/>
                    <a:pt x="58" y="394"/>
                    <a:pt x="70" y="390"/>
                  </a:cubicBezTo>
                  <a:cubicBezTo>
                    <a:pt x="72" y="417"/>
                    <a:pt x="74" y="445"/>
                    <a:pt x="75" y="473"/>
                  </a:cubicBezTo>
                  <a:cubicBezTo>
                    <a:pt x="79" y="550"/>
                    <a:pt x="79" y="628"/>
                    <a:pt x="86" y="705"/>
                  </a:cubicBezTo>
                  <a:cubicBezTo>
                    <a:pt x="86" y="706"/>
                    <a:pt x="87" y="706"/>
                    <a:pt x="88" y="707"/>
                  </a:cubicBezTo>
                  <a:cubicBezTo>
                    <a:pt x="90" y="716"/>
                    <a:pt x="95" y="724"/>
                    <a:pt x="103" y="731"/>
                  </a:cubicBezTo>
                  <a:cubicBezTo>
                    <a:pt x="107" y="734"/>
                    <a:pt x="112" y="737"/>
                    <a:pt x="116" y="739"/>
                  </a:cubicBezTo>
                  <a:cubicBezTo>
                    <a:pt x="88" y="749"/>
                    <a:pt x="87" y="800"/>
                    <a:pt x="99" y="826"/>
                  </a:cubicBezTo>
                  <a:cubicBezTo>
                    <a:pt x="88" y="821"/>
                    <a:pt x="73" y="819"/>
                    <a:pt x="70" y="830"/>
                  </a:cubicBezTo>
                  <a:cubicBezTo>
                    <a:pt x="69" y="836"/>
                    <a:pt x="74" y="841"/>
                    <a:pt x="79" y="842"/>
                  </a:cubicBezTo>
                  <a:cubicBezTo>
                    <a:pt x="84" y="843"/>
                    <a:pt x="88" y="841"/>
                    <a:pt x="92" y="840"/>
                  </a:cubicBezTo>
                  <a:cubicBezTo>
                    <a:pt x="97" y="838"/>
                    <a:pt x="102" y="837"/>
                    <a:pt x="106" y="834"/>
                  </a:cubicBezTo>
                  <a:cubicBezTo>
                    <a:pt x="107" y="834"/>
                    <a:pt x="107" y="834"/>
                    <a:pt x="107" y="833"/>
                  </a:cubicBezTo>
                  <a:cubicBezTo>
                    <a:pt x="107" y="833"/>
                    <a:pt x="107" y="833"/>
                    <a:pt x="107" y="833"/>
                  </a:cubicBezTo>
                  <a:cubicBezTo>
                    <a:pt x="108" y="832"/>
                    <a:pt x="108" y="831"/>
                    <a:pt x="107" y="830"/>
                  </a:cubicBezTo>
                  <a:cubicBezTo>
                    <a:pt x="107" y="830"/>
                    <a:pt x="107" y="830"/>
                    <a:pt x="107" y="830"/>
                  </a:cubicBezTo>
                  <a:cubicBezTo>
                    <a:pt x="96" y="798"/>
                    <a:pt x="98" y="768"/>
                    <a:pt x="121" y="742"/>
                  </a:cubicBezTo>
                  <a:cubicBezTo>
                    <a:pt x="141" y="752"/>
                    <a:pt x="165" y="758"/>
                    <a:pt x="187" y="759"/>
                  </a:cubicBezTo>
                  <a:cubicBezTo>
                    <a:pt x="217" y="762"/>
                    <a:pt x="254" y="754"/>
                    <a:pt x="281" y="735"/>
                  </a:cubicBezTo>
                  <a:cubicBezTo>
                    <a:pt x="293" y="738"/>
                    <a:pt x="304" y="770"/>
                    <a:pt x="306" y="779"/>
                  </a:cubicBezTo>
                  <a:cubicBezTo>
                    <a:pt x="311" y="796"/>
                    <a:pt x="310" y="813"/>
                    <a:pt x="306" y="830"/>
                  </a:cubicBezTo>
                  <a:cubicBezTo>
                    <a:pt x="305" y="832"/>
                    <a:pt x="307" y="834"/>
                    <a:pt x="309" y="834"/>
                  </a:cubicBezTo>
                  <a:cubicBezTo>
                    <a:pt x="310" y="835"/>
                    <a:pt x="310" y="835"/>
                    <a:pt x="311" y="835"/>
                  </a:cubicBezTo>
                  <a:cubicBezTo>
                    <a:pt x="318" y="839"/>
                    <a:pt x="326" y="839"/>
                    <a:pt x="334" y="837"/>
                  </a:cubicBezTo>
                  <a:cubicBezTo>
                    <a:pt x="340" y="835"/>
                    <a:pt x="349" y="829"/>
                    <a:pt x="347" y="821"/>
                  </a:cubicBezTo>
                  <a:cubicBezTo>
                    <a:pt x="344" y="814"/>
                    <a:pt x="335" y="812"/>
                    <a:pt x="328" y="814"/>
                  </a:cubicBezTo>
                  <a:cubicBezTo>
                    <a:pt x="324" y="815"/>
                    <a:pt x="319" y="818"/>
                    <a:pt x="315" y="821"/>
                  </a:cubicBezTo>
                  <a:cubicBezTo>
                    <a:pt x="319" y="801"/>
                    <a:pt x="317" y="780"/>
                    <a:pt x="309" y="762"/>
                  </a:cubicBezTo>
                  <a:cubicBezTo>
                    <a:pt x="306" y="756"/>
                    <a:pt x="296" y="736"/>
                    <a:pt x="286" y="731"/>
                  </a:cubicBezTo>
                  <a:cubicBezTo>
                    <a:pt x="300" y="721"/>
                    <a:pt x="310" y="707"/>
                    <a:pt x="316" y="691"/>
                  </a:cubicBezTo>
                  <a:cubicBezTo>
                    <a:pt x="316" y="689"/>
                    <a:pt x="315" y="688"/>
                    <a:pt x="314" y="687"/>
                  </a:cubicBezTo>
                  <a:cubicBezTo>
                    <a:pt x="316" y="650"/>
                    <a:pt x="312" y="611"/>
                    <a:pt x="310" y="574"/>
                  </a:cubicBezTo>
                  <a:cubicBezTo>
                    <a:pt x="308" y="534"/>
                    <a:pt x="307" y="495"/>
                    <a:pt x="305" y="456"/>
                  </a:cubicBezTo>
                  <a:cubicBezTo>
                    <a:pt x="305" y="433"/>
                    <a:pt x="304" y="410"/>
                    <a:pt x="303" y="387"/>
                  </a:cubicBezTo>
                  <a:cubicBezTo>
                    <a:pt x="328" y="399"/>
                    <a:pt x="351" y="375"/>
                    <a:pt x="355" y="351"/>
                  </a:cubicBezTo>
                  <a:cubicBezTo>
                    <a:pt x="355" y="351"/>
                    <a:pt x="355" y="351"/>
                    <a:pt x="355" y="351"/>
                  </a:cubicBezTo>
                  <a:cubicBezTo>
                    <a:pt x="374" y="345"/>
                    <a:pt x="364" y="311"/>
                    <a:pt x="345" y="314"/>
                  </a:cubicBezTo>
                  <a:close/>
                  <a:moveTo>
                    <a:pt x="14" y="329"/>
                  </a:moveTo>
                  <a:cubicBezTo>
                    <a:pt x="10" y="327"/>
                    <a:pt x="7" y="323"/>
                    <a:pt x="8" y="318"/>
                  </a:cubicBezTo>
                  <a:cubicBezTo>
                    <a:pt x="9" y="313"/>
                    <a:pt x="13" y="309"/>
                    <a:pt x="18" y="308"/>
                  </a:cubicBezTo>
                  <a:cubicBezTo>
                    <a:pt x="35" y="308"/>
                    <a:pt x="25" y="334"/>
                    <a:pt x="16" y="329"/>
                  </a:cubicBezTo>
                  <a:cubicBezTo>
                    <a:pt x="15" y="328"/>
                    <a:pt x="15" y="328"/>
                    <a:pt x="14" y="329"/>
                  </a:cubicBezTo>
                  <a:close/>
                  <a:moveTo>
                    <a:pt x="93" y="833"/>
                  </a:moveTo>
                  <a:cubicBezTo>
                    <a:pt x="91" y="834"/>
                    <a:pt x="89" y="834"/>
                    <a:pt x="86" y="835"/>
                  </a:cubicBezTo>
                  <a:cubicBezTo>
                    <a:pt x="86" y="835"/>
                    <a:pt x="74" y="837"/>
                    <a:pt x="77" y="831"/>
                  </a:cubicBezTo>
                  <a:cubicBezTo>
                    <a:pt x="79" y="828"/>
                    <a:pt x="88" y="829"/>
                    <a:pt x="91" y="829"/>
                  </a:cubicBezTo>
                  <a:cubicBezTo>
                    <a:pt x="94" y="829"/>
                    <a:pt x="97" y="830"/>
                    <a:pt x="100" y="831"/>
                  </a:cubicBezTo>
                  <a:cubicBezTo>
                    <a:pt x="98" y="832"/>
                    <a:pt x="95" y="832"/>
                    <a:pt x="93" y="833"/>
                  </a:cubicBezTo>
                  <a:close/>
                  <a:moveTo>
                    <a:pt x="324" y="823"/>
                  </a:moveTo>
                  <a:cubicBezTo>
                    <a:pt x="328" y="821"/>
                    <a:pt x="339" y="817"/>
                    <a:pt x="339" y="824"/>
                  </a:cubicBezTo>
                  <a:cubicBezTo>
                    <a:pt x="339" y="829"/>
                    <a:pt x="331" y="832"/>
                    <a:pt x="326" y="832"/>
                  </a:cubicBezTo>
                  <a:cubicBezTo>
                    <a:pt x="322" y="833"/>
                    <a:pt x="319" y="832"/>
                    <a:pt x="315" y="832"/>
                  </a:cubicBezTo>
                  <a:cubicBezTo>
                    <a:pt x="318" y="828"/>
                    <a:pt x="320" y="825"/>
                    <a:pt x="324" y="823"/>
                  </a:cubicBezTo>
                  <a:close/>
                  <a:moveTo>
                    <a:pt x="110" y="138"/>
                  </a:moveTo>
                  <a:cubicBezTo>
                    <a:pt x="116" y="123"/>
                    <a:pt x="122" y="108"/>
                    <a:pt x="128" y="93"/>
                  </a:cubicBezTo>
                  <a:cubicBezTo>
                    <a:pt x="128" y="94"/>
                    <a:pt x="129" y="94"/>
                    <a:pt x="129" y="95"/>
                  </a:cubicBezTo>
                  <a:cubicBezTo>
                    <a:pt x="155" y="112"/>
                    <a:pt x="195" y="107"/>
                    <a:pt x="217" y="86"/>
                  </a:cubicBezTo>
                  <a:cubicBezTo>
                    <a:pt x="222" y="94"/>
                    <a:pt x="227" y="102"/>
                    <a:pt x="231" y="111"/>
                  </a:cubicBezTo>
                  <a:cubicBezTo>
                    <a:pt x="252" y="145"/>
                    <a:pt x="271" y="182"/>
                    <a:pt x="291" y="217"/>
                  </a:cubicBezTo>
                  <a:cubicBezTo>
                    <a:pt x="290" y="216"/>
                    <a:pt x="289" y="217"/>
                    <a:pt x="288" y="218"/>
                  </a:cubicBezTo>
                  <a:cubicBezTo>
                    <a:pt x="277" y="237"/>
                    <a:pt x="257" y="236"/>
                    <a:pt x="242" y="222"/>
                  </a:cubicBezTo>
                  <a:cubicBezTo>
                    <a:pt x="241" y="220"/>
                    <a:pt x="238" y="220"/>
                    <a:pt x="236" y="222"/>
                  </a:cubicBezTo>
                  <a:cubicBezTo>
                    <a:pt x="229" y="231"/>
                    <a:pt x="223" y="240"/>
                    <a:pt x="210" y="240"/>
                  </a:cubicBezTo>
                  <a:cubicBezTo>
                    <a:pt x="199" y="240"/>
                    <a:pt x="191" y="233"/>
                    <a:pt x="185" y="225"/>
                  </a:cubicBezTo>
                  <a:cubicBezTo>
                    <a:pt x="184" y="222"/>
                    <a:pt x="180" y="221"/>
                    <a:pt x="179" y="224"/>
                  </a:cubicBezTo>
                  <a:cubicBezTo>
                    <a:pt x="175" y="236"/>
                    <a:pt x="167" y="241"/>
                    <a:pt x="155" y="241"/>
                  </a:cubicBezTo>
                  <a:cubicBezTo>
                    <a:pt x="145" y="241"/>
                    <a:pt x="134" y="238"/>
                    <a:pt x="132" y="227"/>
                  </a:cubicBezTo>
                  <a:cubicBezTo>
                    <a:pt x="131" y="225"/>
                    <a:pt x="130" y="225"/>
                    <a:pt x="129" y="226"/>
                  </a:cubicBezTo>
                  <a:cubicBezTo>
                    <a:pt x="128" y="225"/>
                    <a:pt x="127" y="225"/>
                    <a:pt x="126" y="226"/>
                  </a:cubicBezTo>
                  <a:cubicBezTo>
                    <a:pt x="118" y="233"/>
                    <a:pt x="114" y="242"/>
                    <a:pt x="102" y="245"/>
                  </a:cubicBezTo>
                  <a:cubicBezTo>
                    <a:pt x="96" y="247"/>
                    <a:pt x="89" y="246"/>
                    <a:pt x="83" y="244"/>
                  </a:cubicBezTo>
                  <a:cubicBezTo>
                    <a:pt x="79" y="243"/>
                    <a:pt x="70" y="239"/>
                    <a:pt x="68" y="234"/>
                  </a:cubicBezTo>
                  <a:cubicBezTo>
                    <a:pt x="88" y="206"/>
                    <a:pt x="98" y="169"/>
                    <a:pt x="110" y="138"/>
                  </a:cubicBezTo>
                  <a:close/>
                  <a:moveTo>
                    <a:pt x="198" y="753"/>
                  </a:moveTo>
                  <a:cubicBezTo>
                    <a:pt x="174" y="753"/>
                    <a:pt x="149" y="746"/>
                    <a:pt x="126" y="735"/>
                  </a:cubicBezTo>
                  <a:cubicBezTo>
                    <a:pt x="112" y="729"/>
                    <a:pt x="99" y="721"/>
                    <a:pt x="94" y="705"/>
                  </a:cubicBezTo>
                  <a:cubicBezTo>
                    <a:pt x="93" y="704"/>
                    <a:pt x="93" y="702"/>
                    <a:pt x="92" y="700"/>
                  </a:cubicBezTo>
                  <a:cubicBezTo>
                    <a:pt x="127" y="704"/>
                    <a:pt x="162" y="704"/>
                    <a:pt x="196" y="705"/>
                  </a:cubicBezTo>
                  <a:cubicBezTo>
                    <a:pt x="231" y="705"/>
                    <a:pt x="266" y="707"/>
                    <a:pt x="300" y="704"/>
                  </a:cubicBezTo>
                  <a:cubicBezTo>
                    <a:pt x="277" y="736"/>
                    <a:pt x="238" y="753"/>
                    <a:pt x="198" y="753"/>
                  </a:cubicBezTo>
                  <a:close/>
                  <a:moveTo>
                    <a:pt x="309" y="685"/>
                  </a:moveTo>
                  <a:cubicBezTo>
                    <a:pt x="309" y="687"/>
                    <a:pt x="309" y="688"/>
                    <a:pt x="309" y="689"/>
                  </a:cubicBezTo>
                  <a:cubicBezTo>
                    <a:pt x="308" y="693"/>
                    <a:pt x="306" y="696"/>
                    <a:pt x="304" y="699"/>
                  </a:cubicBezTo>
                  <a:cubicBezTo>
                    <a:pt x="303" y="699"/>
                    <a:pt x="303" y="699"/>
                    <a:pt x="303" y="699"/>
                  </a:cubicBezTo>
                  <a:cubicBezTo>
                    <a:pt x="267" y="698"/>
                    <a:pt x="232" y="699"/>
                    <a:pt x="196" y="699"/>
                  </a:cubicBezTo>
                  <a:cubicBezTo>
                    <a:pt x="161" y="698"/>
                    <a:pt x="126" y="696"/>
                    <a:pt x="91" y="696"/>
                  </a:cubicBezTo>
                  <a:cubicBezTo>
                    <a:pt x="91" y="693"/>
                    <a:pt x="91" y="690"/>
                    <a:pt x="90" y="687"/>
                  </a:cubicBezTo>
                  <a:cubicBezTo>
                    <a:pt x="90" y="686"/>
                    <a:pt x="90" y="684"/>
                    <a:pt x="90" y="683"/>
                  </a:cubicBezTo>
                  <a:cubicBezTo>
                    <a:pt x="126" y="687"/>
                    <a:pt x="163" y="685"/>
                    <a:pt x="199" y="685"/>
                  </a:cubicBezTo>
                  <a:cubicBezTo>
                    <a:pt x="235" y="685"/>
                    <a:pt x="272" y="685"/>
                    <a:pt x="308" y="686"/>
                  </a:cubicBezTo>
                  <a:cubicBezTo>
                    <a:pt x="308" y="686"/>
                    <a:pt x="309" y="685"/>
                    <a:pt x="309" y="685"/>
                  </a:cubicBezTo>
                  <a:close/>
                  <a:moveTo>
                    <a:pt x="308" y="679"/>
                  </a:moveTo>
                  <a:cubicBezTo>
                    <a:pt x="271" y="679"/>
                    <a:pt x="235" y="679"/>
                    <a:pt x="199" y="679"/>
                  </a:cubicBezTo>
                  <a:cubicBezTo>
                    <a:pt x="163" y="679"/>
                    <a:pt x="126" y="677"/>
                    <a:pt x="90" y="680"/>
                  </a:cubicBezTo>
                  <a:cubicBezTo>
                    <a:pt x="91" y="611"/>
                    <a:pt x="86" y="541"/>
                    <a:pt x="82" y="473"/>
                  </a:cubicBezTo>
                  <a:cubicBezTo>
                    <a:pt x="79" y="396"/>
                    <a:pt x="74" y="320"/>
                    <a:pt x="68" y="244"/>
                  </a:cubicBezTo>
                  <a:cubicBezTo>
                    <a:pt x="76" y="251"/>
                    <a:pt x="90" y="254"/>
                    <a:pt x="96" y="254"/>
                  </a:cubicBezTo>
                  <a:cubicBezTo>
                    <a:pt x="108" y="253"/>
                    <a:pt x="123" y="246"/>
                    <a:pt x="128" y="235"/>
                  </a:cubicBezTo>
                  <a:cubicBezTo>
                    <a:pt x="134" y="255"/>
                    <a:pt x="177" y="254"/>
                    <a:pt x="184" y="233"/>
                  </a:cubicBezTo>
                  <a:cubicBezTo>
                    <a:pt x="195" y="254"/>
                    <a:pt x="233" y="252"/>
                    <a:pt x="241" y="230"/>
                  </a:cubicBezTo>
                  <a:cubicBezTo>
                    <a:pt x="252" y="247"/>
                    <a:pt x="280" y="244"/>
                    <a:pt x="291" y="226"/>
                  </a:cubicBezTo>
                  <a:cubicBezTo>
                    <a:pt x="292" y="304"/>
                    <a:pt x="294" y="381"/>
                    <a:pt x="297" y="459"/>
                  </a:cubicBezTo>
                  <a:cubicBezTo>
                    <a:pt x="299" y="498"/>
                    <a:pt x="300" y="538"/>
                    <a:pt x="302" y="577"/>
                  </a:cubicBezTo>
                  <a:cubicBezTo>
                    <a:pt x="304" y="610"/>
                    <a:pt x="303" y="645"/>
                    <a:pt x="308" y="679"/>
                  </a:cubicBezTo>
                  <a:close/>
                  <a:moveTo>
                    <a:pt x="355" y="343"/>
                  </a:moveTo>
                  <a:cubicBezTo>
                    <a:pt x="355" y="342"/>
                    <a:pt x="354" y="342"/>
                    <a:pt x="354" y="341"/>
                  </a:cubicBezTo>
                  <a:cubicBezTo>
                    <a:pt x="353" y="341"/>
                    <a:pt x="353" y="340"/>
                    <a:pt x="352" y="341"/>
                  </a:cubicBezTo>
                  <a:cubicBezTo>
                    <a:pt x="347" y="341"/>
                    <a:pt x="341" y="339"/>
                    <a:pt x="339" y="334"/>
                  </a:cubicBezTo>
                  <a:cubicBezTo>
                    <a:pt x="336" y="329"/>
                    <a:pt x="340" y="321"/>
                    <a:pt x="347" y="320"/>
                  </a:cubicBezTo>
                  <a:cubicBezTo>
                    <a:pt x="357" y="320"/>
                    <a:pt x="363" y="337"/>
                    <a:pt x="355" y="343"/>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31" name="Freeform 6"/>
            <p:cNvSpPr/>
            <p:nvPr/>
          </p:nvSpPr>
          <p:spPr bwMode="auto">
            <a:xfrm>
              <a:off x="1037" y="2486"/>
              <a:ext cx="107" cy="81"/>
            </a:xfrm>
            <a:custGeom>
              <a:avLst/>
              <a:gdLst>
                <a:gd name="T0" fmla="*/ 17 w 45"/>
                <a:gd name="T1" fmla="*/ 4 h 34"/>
                <a:gd name="T2" fmla="*/ 9 w 45"/>
                <a:gd name="T3" fmla="*/ 32 h 34"/>
                <a:gd name="T4" fmla="*/ 13 w 45"/>
                <a:gd name="T5" fmla="*/ 29 h 34"/>
                <a:gd name="T6" fmla="*/ 20 w 45"/>
                <a:gd name="T7" fmla="*/ 13 h 34"/>
                <a:gd name="T8" fmla="*/ 30 w 45"/>
                <a:gd name="T9" fmla="*/ 15 h 34"/>
                <a:gd name="T10" fmla="*/ 34 w 45"/>
                <a:gd name="T11" fmla="*/ 23 h 34"/>
                <a:gd name="T12" fmla="*/ 43 w 45"/>
                <a:gd name="T13" fmla="*/ 22 h 34"/>
                <a:gd name="T14" fmla="*/ 17 w 45"/>
                <a:gd name="T15" fmla="*/ 4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4">
                  <a:moveTo>
                    <a:pt x="17" y="4"/>
                  </a:moveTo>
                  <a:cubicBezTo>
                    <a:pt x="6" y="7"/>
                    <a:pt x="0" y="23"/>
                    <a:pt x="9" y="32"/>
                  </a:cubicBezTo>
                  <a:cubicBezTo>
                    <a:pt x="11" y="34"/>
                    <a:pt x="14" y="32"/>
                    <a:pt x="13" y="29"/>
                  </a:cubicBezTo>
                  <a:cubicBezTo>
                    <a:pt x="12" y="23"/>
                    <a:pt x="13" y="15"/>
                    <a:pt x="20" y="13"/>
                  </a:cubicBezTo>
                  <a:cubicBezTo>
                    <a:pt x="24" y="12"/>
                    <a:pt x="27" y="13"/>
                    <a:pt x="30" y="15"/>
                  </a:cubicBezTo>
                  <a:cubicBezTo>
                    <a:pt x="32" y="17"/>
                    <a:pt x="33" y="20"/>
                    <a:pt x="34" y="23"/>
                  </a:cubicBezTo>
                  <a:cubicBezTo>
                    <a:pt x="36" y="27"/>
                    <a:pt x="42" y="26"/>
                    <a:pt x="43" y="22"/>
                  </a:cubicBezTo>
                  <a:cubicBezTo>
                    <a:pt x="45" y="9"/>
                    <a:pt x="28" y="0"/>
                    <a:pt x="17" y="4"/>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34" name="Freeform 7"/>
            <p:cNvSpPr/>
            <p:nvPr/>
          </p:nvSpPr>
          <p:spPr bwMode="auto">
            <a:xfrm>
              <a:off x="1342" y="2479"/>
              <a:ext cx="93" cy="73"/>
            </a:xfrm>
            <a:custGeom>
              <a:avLst/>
              <a:gdLst>
                <a:gd name="T0" fmla="*/ 22 w 39"/>
                <a:gd name="T1" fmla="*/ 2 h 31"/>
                <a:gd name="T2" fmla="*/ 2 w 39"/>
                <a:gd name="T3" fmla="*/ 27 h 31"/>
                <a:gd name="T4" fmla="*/ 7 w 39"/>
                <a:gd name="T5" fmla="*/ 27 h 31"/>
                <a:gd name="T6" fmla="*/ 19 w 39"/>
                <a:gd name="T7" fmla="*/ 11 h 31"/>
                <a:gd name="T8" fmla="*/ 25 w 39"/>
                <a:gd name="T9" fmla="*/ 21 h 31"/>
                <a:gd name="T10" fmla="*/ 33 w 39"/>
                <a:gd name="T11" fmla="*/ 26 h 31"/>
                <a:gd name="T12" fmla="*/ 22 w 39"/>
                <a:gd name="T13" fmla="*/ 2 h 31"/>
              </a:gdLst>
              <a:ahLst/>
              <a:cxnLst>
                <a:cxn ang="0">
                  <a:pos x="T0" y="T1"/>
                </a:cxn>
                <a:cxn ang="0">
                  <a:pos x="T2" y="T3"/>
                </a:cxn>
                <a:cxn ang="0">
                  <a:pos x="T4" y="T5"/>
                </a:cxn>
                <a:cxn ang="0">
                  <a:pos x="T6" y="T7"/>
                </a:cxn>
                <a:cxn ang="0">
                  <a:pos x="T8" y="T9"/>
                </a:cxn>
                <a:cxn ang="0">
                  <a:pos x="T10" y="T11"/>
                </a:cxn>
                <a:cxn ang="0">
                  <a:pos x="T12" y="T13"/>
                </a:cxn>
              </a:cxnLst>
              <a:rect l="0" t="0" r="r" b="b"/>
              <a:pathLst>
                <a:path w="39" h="31">
                  <a:moveTo>
                    <a:pt x="22" y="2"/>
                  </a:moveTo>
                  <a:cubicBezTo>
                    <a:pt x="8" y="0"/>
                    <a:pt x="0" y="15"/>
                    <a:pt x="2" y="27"/>
                  </a:cubicBezTo>
                  <a:cubicBezTo>
                    <a:pt x="2" y="30"/>
                    <a:pt x="6" y="29"/>
                    <a:pt x="7" y="27"/>
                  </a:cubicBezTo>
                  <a:cubicBezTo>
                    <a:pt x="9" y="21"/>
                    <a:pt x="11" y="12"/>
                    <a:pt x="19" y="11"/>
                  </a:cubicBezTo>
                  <a:cubicBezTo>
                    <a:pt x="24" y="10"/>
                    <a:pt x="27" y="17"/>
                    <a:pt x="25" y="21"/>
                  </a:cubicBezTo>
                  <a:cubicBezTo>
                    <a:pt x="23" y="27"/>
                    <a:pt x="30" y="31"/>
                    <a:pt x="33" y="26"/>
                  </a:cubicBezTo>
                  <a:cubicBezTo>
                    <a:pt x="39" y="17"/>
                    <a:pt x="32" y="3"/>
                    <a:pt x="22" y="2"/>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35" name="Freeform 8"/>
            <p:cNvSpPr/>
            <p:nvPr/>
          </p:nvSpPr>
          <p:spPr bwMode="auto">
            <a:xfrm>
              <a:off x="1220" y="2571"/>
              <a:ext cx="50" cy="50"/>
            </a:xfrm>
            <a:custGeom>
              <a:avLst/>
              <a:gdLst>
                <a:gd name="T0" fmla="*/ 17 w 21"/>
                <a:gd name="T1" fmla="*/ 4 h 21"/>
                <a:gd name="T2" fmla="*/ 1 w 21"/>
                <a:gd name="T3" fmla="*/ 6 h 21"/>
                <a:gd name="T4" fmla="*/ 2 w 21"/>
                <a:gd name="T5" fmla="*/ 8 h 21"/>
                <a:gd name="T6" fmla="*/ 12 w 21"/>
                <a:gd name="T7" fmla="*/ 8 h 21"/>
                <a:gd name="T8" fmla="*/ 11 w 21"/>
                <a:gd name="T9" fmla="*/ 18 h 21"/>
                <a:gd name="T10" fmla="*/ 13 w 21"/>
                <a:gd name="T11" fmla="*/ 21 h 21"/>
                <a:gd name="T12" fmla="*/ 17 w 21"/>
                <a:gd name="T13" fmla="*/ 4 h 21"/>
              </a:gdLst>
              <a:ahLst/>
              <a:cxnLst>
                <a:cxn ang="0">
                  <a:pos x="T0" y="T1"/>
                </a:cxn>
                <a:cxn ang="0">
                  <a:pos x="T2" y="T3"/>
                </a:cxn>
                <a:cxn ang="0">
                  <a:pos x="T4" y="T5"/>
                </a:cxn>
                <a:cxn ang="0">
                  <a:pos x="T6" y="T7"/>
                </a:cxn>
                <a:cxn ang="0">
                  <a:pos x="T8" y="T9"/>
                </a:cxn>
                <a:cxn ang="0">
                  <a:pos x="T10" y="T11"/>
                </a:cxn>
                <a:cxn ang="0">
                  <a:pos x="T12" y="T13"/>
                </a:cxn>
              </a:cxnLst>
              <a:rect l="0" t="0" r="r" b="b"/>
              <a:pathLst>
                <a:path w="21" h="21">
                  <a:moveTo>
                    <a:pt x="17" y="4"/>
                  </a:moveTo>
                  <a:cubicBezTo>
                    <a:pt x="12" y="0"/>
                    <a:pt x="3" y="0"/>
                    <a:pt x="1" y="6"/>
                  </a:cubicBezTo>
                  <a:cubicBezTo>
                    <a:pt x="0" y="7"/>
                    <a:pt x="1" y="9"/>
                    <a:pt x="2" y="8"/>
                  </a:cubicBezTo>
                  <a:cubicBezTo>
                    <a:pt x="5" y="6"/>
                    <a:pt x="10" y="5"/>
                    <a:pt x="12" y="8"/>
                  </a:cubicBezTo>
                  <a:cubicBezTo>
                    <a:pt x="15" y="11"/>
                    <a:pt x="12" y="14"/>
                    <a:pt x="11" y="18"/>
                  </a:cubicBezTo>
                  <a:cubicBezTo>
                    <a:pt x="10" y="19"/>
                    <a:pt x="12" y="21"/>
                    <a:pt x="13" y="21"/>
                  </a:cubicBezTo>
                  <a:cubicBezTo>
                    <a:pt x="21" y="20"/>
                    <a:pt x="21" y="8"/>
                    <a:pt x="17" y="4"/>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sp>
          <p:nvSpPr>
            <p:cNvPr id="36" name="Freeform 9"/>
            <p:cNvSpPr/>
            <p:nvPr/>
          </p:nvSpPr>
          <p:spPr bwMode="auto">
            <a:xfrm>
              <a:off x="1120" y="2640"/>
              <a:ext cx="258" cy="142"/>
            </a:xfrm>
            <a:custGeom>
              <a:avLst/>
              <a:gdLst>
                <a:gd name="T0" fmla="*/ 100 w 108"/>
                <a:gd name="T1" fmla="*/ 4 h 60"/>
                <a:gd name="T2" fmla="*/ 50 w 108"/>
                <a:gd name="T3" fmla="*/ 16 h 60"/>
                <a:gd name="T4" fmla="*/ 24 w 108"/>
                <a:gd name="T5" fmla="*/ 12 h 60"/>
                <a:gd name="T6" fmla="*/ 4 w 108"/>
                <a:gd name="T7" fmla="*/ 7 h 60"/>
                <a:gd name="T8" fmla="*/ 4 w 108"/>
                <a:gd name="T9" fmla="*/ 7 h 60"/>
                <a:gd name="T10" fmla="*/ 0 w 108"/>
                <a:gd name="T11" fmla="*/ 8 h 60"/>
                <a:gd name="T12" fmla="*/ 108 w 108"/>
                <a:gd name="T13" fmla="*/ 6 h 60"/>
                <a:gd name="T14" fmla="*/ 100 w 108"/>
                <a:gd name="T15" fmla="*/ 4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60">
                  <a:moveTo>
                    <a:pt x="100" y="4"/>
                  </a:moveTo>
                  <a:cubicBezTo>
                    <a:pt x="83" y="10"/>
                    <a:pt x="69" y="17"/>
                    <a:pt x="50" y="16"/>
                  </a:cubicBezTo>
                  <a:cubicBezTo>
                    <a:pt x="41" y="16"/>
                    <a:pt x="32" y="15"/>
                    <a:pt x="24" y="12"/>
                  </a:cubicBezTo>
                  <a:cubicBezTo>
                    <a:pt x="17" y="10"/>
                    <a:pt x="11" y="7"/>
                    <a:pt x="4" y="7"/>
                  </a:cubicBezTo>
                  <a:cubicBezTo>
                    <a:pt x="4" y="7"/>
                    <a:pt x="4" y="7"/>
                    <a:pt x="4" y="7"/>
                  </a:cubicBezTo>
                  <a:cubicBezTo>
                    <a:pt x="3" y="5"/>
                    <a:pt x="0" y="6"/>
                    <a:pt x="0" y="8"/>
                  </a:cubicBezTo>
                  <a:cubicBezTo>
                    <a:pt x="5" y="60"/>
                    <a:pt x="105" y="58"/>
                    <a:pt x="108" y="6"/>
                  </a:cubicBezTo>
                  <a:cubicBezTo>
                    <a:pt x="108" y="1"/>
                    <a:pt x="102" y="0"/>
                    <a:pt x="100" y="4"/>
                  </a:cubicBezTo>
                  <a:close/>
                </a:path>
              </a:pathLst>
            </a:custGeom>
            <a:grpFill/>
            <a:ln w="9525">
              <a:solidFill>
                <a:schemeClr val="accent1"/>
              </a:solidFill>
              <a:round/>
            </a:ln>
          </p:spPr>
          <p:txBody>
            <a:bodyPr vert="horz" wrap="square" lIns="68580" tIns="34290" rIns="68580" bIns="34290" numCol="1" anchor="t" anchorCtr="0" compatLnSpc="1"/>
            <a:lstStyle/>
            <a:p>
              <a:endParaRPr lang="zh-CN" altLang="en-US" sz="1015">
                <a:cs typeface="+mn-ea"/>
                <a:sym typeface="+mn-lt"/>
              </a:endParaRPr>
            </a:p>
          </p:txBody>
        </p:sp>
      </p:grpSp>
      <p:grpSp>
        <p:nvGrpSpPr>
          <p:cNvPr id="4" name="组合 3"/>
          <p:cNvGrpSpPr/>
          <p:nvPr/>
        </p:nvGrpSpPr>
        <p:grpSpPr>
          <a:xfrm>
            <a:off x="4122475" y="1336211"/>
            <a:ext cx="1434076" cy="1434076"/>
            <a:chOff x="4605075" y="1573352"/>
            <a:chExt cx="1434076" cy="1434076"/>
          </a:xfrm>
        </p:grpSpPr>
        <p:sp>
          <p:nvSpPr>
            <p:cNvPr id="11" name="Freeform 21"/>
            <p:cNvSpPr/>
            <p:nvPr/>
          </p:nvSpPr>
          <p:spPr bwMode="auto">
            <a:xfrm>
              <a:off x="4605075" y="1573352"/>
              <a:ext cx="1434076" cy="1434076"/>
            </a:xfrm>
            <a:prstGeom prst="ellipse">
              <a:avLst/>
            </a:prstGeom>
            <a:solidFill>
              <a:schemeClr val="accent1"/>
            </a:solidFill>
            <a:ln>
              <a:noFill/>
            </a:ln>
          </p:spPr>
          <p:txBody>
            <a:bodyPr/>
            <a:lstStyle/>
            <a:p>
              <a:endParaRPr lang="zh-CN" altLang="en-US" sz="1015">
                <a:cs typeface="+mn-ea"/>
                <a:sym typeface="+mn-lt"/>
              </a:endParaRPr>
            </a:p>
          </p:txBody>
        </p:sp>
        <p:sp>
          <p:nvSpPr>
            <p:cNvPr id="22" name="KSO_Shape"/>
            <p:cNvSpPr/>
            <p:nvPr/>
          </p:nvSpPr>
          <p:spPr bwMode="auto">
            <a:xfrm>
              <a:off x="4917109" y="1906877"/>
              <a:ext cx="810009" cy="767027"/>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F9FCFB"/>
            </a:solidFill>
            <a:ln>
              <a:noFill/>
            </a:ln>
          </p:spPr>
          <p:txBody>
            <a:bodyPr vert="horz" wrap="square" lIns="91440" tIns="45720" rIns="91440" bIns="45720" numCol="1" anchor="t" anchorCtr="0" compatLnSpc="1"/>
            <a:lstStyle/>
            <a:p>
              <a:endParaRPr lang="zh-CN" altLang="en-US"/>
            </a:p>
          </p:txBody>
        </p:sp>
      </p:grpSp>
      <p:grpSp>
        <p:nvGrpSpPr>
          <p:cNvPr id="3" name="组合 2"/>
          <p:cNvGrpSpPr/>
          <p:nvPr/>
        </p:nvGrpSpPr>
        <p:grpSpPr>
          <a:xfrm>
            <a:off x="6551123" y="1336211"/>
            <a:ext cx="1434076" cy="1434076"/>
            <a:chOff x="6792423" y="1573352"/>
            <a:chExt cx="1434076" cy="1434076"/>
          </a:xfrm>
        </p:grpSpPr>
        <p:sp>
          <p:nvSpPr>
            <p:cNvPr id="21" name="Freeform 21"/>
            <p:cNvSpPr/>
            <p:nvPr/>
          </p:nvSpPr>
          <p:spPr bwMode="auto">
            <a:xfrm>
              <a:off x="6792423" y="1573352"/>
              <a:ext cx="1434076" cy="1434076"/>
            </a:xfrm>
            <a:prstGeom prst="ellipse">
              <a:avLst/>
            </a:prstGeom>
            <a:solidFill>
              <a:schemeClr val="accent1"/>
            </a:solidFill>
            <a:ln>
              <a:noFill/>
            </a:ln>
          </p:spPr>
          <p:txBody>
            <a:bodyPr/>
            <a:lstStyle/>
            <a:p>
              <a:endParaRPr lang="zh-CN" altLang="en-US" sz="1015">
                <a:cs typeface="+mn-ea"/>
                <a:sym typeface="+mn-lt"/>
              </a:endParaRPr>
            </a:p>
          </p:txBody>
        </p:sp>
        <p:sp>
          <p:nvSpPr>
            <p:cNvPr id="37" name="KSO_Shape"/>
            <p:cNvSpPr/>
            <p:nvPr/>
          </p:nvSpPr>
          <p:spPr bwMode="auto">
            <a:xfrm>
              <a:off x="7104454" y="1906877"/>
              <a:ext cx="810009" cy="767027"/>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F9FCFB"/>
            </a:solidFill>
            <a:ln>
              <a:noFill/>
            </a:ln>
          </p:spPr>
          <p:txBody>
            <a:bodyPr vert="horz" wrap="square" lIns="91440" tIns="45720" rIns="91440" bIns="45720" numCol="1" anchor="t" anchorCtr="0" compatLnSpc="1"/>
            <a:lstStyle/>
            <a:p>
              <a:endParaRPr lang="zh-CN" altLang="en-US"/>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40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7" presetClass="entr" presetSubtype="1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22" presetClass="entr" presetSubtype="4"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500"/>
                                        <p:tgtEl>
                                          <p:spTgt spid="32"/>
                                        </p:tgtEl>
                                      </p:cBhvr>
                                    </p:animEffect>
                                  </p:childTnLst>
                                </p:cTn>
                              </p:par>
                            </p:childTnLst>
                          </p:cTn>
                        </p:par>
                        <p:par>
                          <p:cTn id="24" fill="hold">
                            <p:stCondLst>
                              <p:cond delay="2000"/>
                            </p:stCondLst>
                            <p:childTnLst>
                              <p:par>
                                <p:cTn id="25" presetID="17" presetClass="entr" presetSubtype="1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strVal val="#ppt_h"/>
                                          </p:val>
                                        </p:tav>
                                        <p:tav tm="100000">
                                          <p:val>
                                            <p:strVal val="#ppt_h"/>
                                          </p:val>
                                        </p:tav>
                                      </p:tavLst>
                                    </p:anim>
                                  </p:childTnLst>
                                </p:cTn>
                              </p:par>
                            </p:childTnLst>
                          </p:cTn>
                        </p:par>
                        <p:par>
                          <p:cTn id="29" fill="hold">
                            <p:stCondLst>
                              <p:cond delay="2500"/>
                            </p:stCondLst>
                            <p:childTnLst>
                              <p:par>
                                <p:cTn id="30" presetID="22" presetClass="entr" presetSubtype="4"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down)">
                                      <p:cBhvr>
                                        <p:cTn id="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zh-CN" altLang="en-US" dirty="0">
              <a:latin typeface="+mn-lt"/>
              <a:ea typeface="+mn-ea"/>
              <a:cs typeface="+mn-ea"/>
              <a:sym typeface="+mn-lt"/>
            </a:endParaRPr>
          </a:p>
        </p:txBody>
      </p:sp>
      <p:sp>
        <p:nvSpPr>
          <p:cNvPr id="24" name="圆角矩形标注 23"/>
          <p:cNvSpPr/>
          <p:nvPr/>
        </p:nvSpPr>
        <p:spPr>
          <a:xfrm>
            <a:off x="2803737" y="2777285"/>
            <a:ext cx="1610100" cy="528588"/>
          </a:xfrm>
          <a:prstGeom prst="wedgeRoundRectCallout">
            <a:avLst>
              <a:gd name="adj1" fmla="val -20833"/>
              <a:gd name="adj2" fmla="val 101383"/>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50402" rIns="100803" bIns="50402" anchor="ctr"/>
          <a:lstStyle/>
          <a:p>
            <a:pPr algn="ctr">
              <a:defRPr/>
            </a:pPr>
            <a:r>
              <a:rPr lang="zh-CN" altLang="en-US" sz="2200" dirty="0">
                <a:latin typeface="微软雅黑" panose="020B0503020204020204" pitchFamily="34" charset="-122"/>
                <a:ea typeface="微软雅黑" panose="020B0503020204020204" pitchFamily="34" charset="-122"/>
              </a:rPr>
              <a:t>添加文本</a:t>
            </a:r>
            <a:endParaRPr lang="zh-CN" altLang="en-US" sz="2200" dirty="0">
              <a:latin typeface="微软雅黑" panose="020B0503020204020204" pitchFamily="34" charset="-122"/>
              <a:ea typeface="微软雅黑" panose="020B0503020204020204" pitchFamily="34" charset="-122"/>
            </a:endParaRPr>
          </a:p>
        </p:txBody>
      </p:sp>
      <p:sp>
        <p:nvSpPr>
          <p:cNvPr id="44" name="圆角矩形标注 43"/>
          <p:cNvSpPr/>
          <p:nvPr/>
        </p:nvSpPr>
        <p:spPr>
          <a:xfrm>
            <a:off x="6583971" y="2777285"/>
            <a:ext cx="1610100" cy="528588"/>
          </a:xfrm>
          <a:prstGeom prst="wedgeRoundRectCallout">
            <a:avLst>
              <a:gd name="adj1" fmla="val -20833"/>
              <a:gd name="adj2" fmla="val 101383"/>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50402" rIns="100803" bIns="50402" anchor="ctr"/>
          <a:lstStyle/>
          <a:p>
            <a:pPr algn="ctr">
              <a:defRPr/>
            </a:pPr>
            <a:r>
              <a:rPr lang="zh-CN" altLang="en-US" sz="2200" dirty="0">
                <a:latin typeface="微软雅黑" panose="020B0503020204020204" pitchFamily="34" charset="-122"/>
                <a:ea typeface="微软雅黑" panose="020B0503020204020204" pitchFamily="34" charset="-122"/>
              </a:rPr>
              <a:t>添加文本</a:t>
            </a:r>
            <a:endParaRPr lang="zh-CN" altLang="en-US" sz="2200" dirty="0">
              <a:latin typeface="微软雅黑" panose="020B0503020204020204" pitchFamily="34" charset="-122"/>
              <a:ea typeface="微软雅黑" panose="020B0503020204020204" pitchFamily="34" charset="-122"/>
            </a:endParaRPr>
          </a:p>
        </p:txBody>
      </p:sp>
      <p:sp>
        <p:nvSpPr>
          <p:cNvPr id="45" name="任意多边形 44"/>
          <p:cNvSpPr/>
          <p:nvPr/>
        </p:nvSpPr>
        <p:spPr>
          <a:xfrm>
            <a:off x="913620" y="2505989"/>
            <a:ext cx="1610100" cy="799884"/>
          </a:xfrm>
          <a:custGeom>
            <a:avLst/>
            <a:gdLst>
              <a:gd name="connsiteX0" fmla="*/ 425985 w 1460502"/>
              <a:gd name="connsiteY0" fmla="*/ 0 h 725082"/>
              <a:gd name="connsiteX1" fmla="*/ 608543 w 1460502"/>
              <a:gd name="connsiteY1" fmla="*/ 246110 h 725082"/>
              <a:gd name="connsiteX2" fmla="*/ 1380672 w 1460502"/>
              <a:gd name="connsiteY2" fmla="*/ 246110 h 725082"/>
              <a:gd name="connsiteX3" fmla="*/ 1460502 w 1460502"/>
              <a:gd name="connsiteY3" fmla="*/ 325940 h 725082"/>
              <a:gd name="connsiteX4" fmla="*/ 1460502 w 1460502"/>
              <a:gd name="connsiteY4" fmla="*/ 445682 h 725082"/>
              <a:gd name="connsiteX5" fmla="*/ 1460502 w 1460502"/>
              <a:gd name="connsiteY5" fmla="*/ 645252 h 725082"/>
              <a:gd name="connsiteX6" fmla="*/ 1380672 w 1460502"/>
              <a:gd name="connsiteY6" fmla="*/ 725082 h 725082"/>
              <a:gd name="connsiteX7" fmla="*/ 608543 w 1460502"/>
              <a:gd name="connsiteY7" fmla="*/ 725082 h 725082"/>
              <a:gd name="connsiteX8" fmla="*/ 243417 w 1460502"/>
              <a:gd name="connsiteY8" fmla="*/ 725082 h 725082"/>
              <a:gd name="connsiteX9" fmla="*/ 79830 w 1460502"/>
              <a:gd name="connsiteY9" fmla="*/ 725082 h 725082"/>
              <a:gd name="connsiteX10" fmla="*/ 0 w 1460502"/>
              <a:gd name="connsiteY10" fmla="*/ 645252 h 725082"/>
              <a:gd name="connsiteX11" fmla="*/ 0 w 1460502"/>
              <a:gd name="connsiteY11" fmla="*/ 445682 h 725082"/>
              <a:gd name="connsiteX12" fmla="*/ 0 w 1460502"/>
              <a:gd name="connsiteY12" fmla="*/ 325940 h 725082"/>
              <a:gd name="connsiteX13" fmla="*/ 79830 w 1460502"/>
              <a:gd name="connsiteY13" fmla="*/ 246110 h 725082"/>
              <a:gd name="connsiteX14" fmla="*/ 243417 w 1460502"/>
              <a:gd name="connsiteY14" fmla="*/ 246110 h 72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0502" h="725082">
                <a:moveTo>
                  <a:pt x="425985" y="0"/>
                </a:moveTo>
                <a:lnTo>
                  <a:pt x="608543" y="246110"/>
                </a:lnTo>
                <a:lnTo>
                  <a:pt x="1380672" y="246110"/>
                </a:lnTo>
                <a:cubicBezTo>
                  <a:pt x="1424761" y="246110"/>
                  <a:pt x="1460502" y="281851"/>
                  <a:pt x="1460502" y="325940"/>
                </a:cubicBezTo>
                <a:lnTo>
                  <a:pt x="1460502" y="445682"/>
                </a:lnTo>
                <a:lnTo>
                  <a:pt x="1460502" y="645252"/>
                </a:lnTo>
                <a:cubicBezTo>
                  <a:pt x="1460502" y="689341"/>
                  <a:pt x="1424761" y="725082"/>
                  <a:pt x="1380672" y="725082"/>
                </a:cubicBezTo>
                <a:lnTo>
                  <a:pt x="608543" y="725082"/>
                </a:lnTo>
                <a:lnTo>
                  <a:pt x="243417" y="725082"/>
                </a:lnTo>
                <a:lnTo>
                  <a:pt x="79830" y="725082"/>
                </a:lnTo>
                <a:cubicBezTo>
                  <a:pt x="35741" y="725082"/>
                  <a:pt x="0" y="689341"/>
                  <a:pt x="0" y="645252"/>
                </a:cubicBezTo>
                <a:lnTo>
                  <a:pt x="0" y="445682"/>
                </a:lnTo>
                <a:lnTo>
                  <a:pt x="0" y="325940"/>
                </a:lnTo>
                <a:cubicBezTo>
                  <a:pt x="0" y="281851"/>
                  <a:pt x="35741" y="246110"/>
                  <a:pt x="79830" y="246110"/>
                </a:cubicBezTo>
                <a:lnTo>
                  <a:pt x="243417" y="24611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317491" rIns="100803" bIns="50402" anchor="ctr"/>
          <a:lstStyle/>
          <a:p>
            <a:pPr algn="ctr">
              <a:defRPr/>
            </a:pPr>
            <a:r>
              <a:rPr lang="zh-CN" altLang="en-US" sz="2200" dirty="0" smtClean="0">
                <a:latin typeface="微软雅黑" panose="020B0503020204020204" pitchFamily="34" charset="-122"/>
                <a:ea typeface="微软雅黑" panose="020B0503020204020204" pitchFamily="34" charset="-122"/>
              </a:rPr>
              <a:t>添加文本</a:t>
            </a:r>
            <a:endParaRPr lang="zh-CN" altLang="en-US" sz="2200" dirty="0">
              <a:latin typeface="微软雅黑" panose="020B0503020204020204" pitchFamily="34" charset="-122"/>
              <a:ea typeface="微软雅黑" panose="020B0503020204020204" pitchFamily="34" charset="-122"/>
            </a:endParaRPr>
          </a:p>
        </p:txBody>
      </p:sp>
      <p:sp>
        <p:nvSpPr>
          <p:cNvPr id="46" name="任意多边形 45"/>
          <p:cNvSpPr/>
          <p:nvPr/>
        </p:nvSpPr>
        <p:spPr>
          <a:xfrm>
            <a:off x="4693854" y="2505989"/>
            <a:ext cx="1610100" cy="799884"/>
          </a:xfrm>
          <a:custGeom>
            <a:avLst/>
            <a:gdLst>
              <a:gd name="connsiteX0" fmla="*/ 425985 w 1460502"/>
              <a:gd name="connsiteY0" fmla="*/ 0 h 725082"/>
              <a:gd name="connsiteX1" fmla="*/ 608543 w 1460502"/>
              <a:gd name="connsiteY1" fmla="*/ 246110 h 725082"/>
              <a:gd name="connsiteX2" fmla="*/ 1380672 w 1460502"/>
              <a:gd name="connsiteY2" fmla="*/ 246110 h 725082"/>
              <a:gd name="connsiteX3" fmla="*/ 1460502 w 1460502"/>
              <a:gd name="connsiteY3" fmla="*/ 325940 h 725082"/>
              <a:gd name="connsiteX4" fmla="*/ 1460502 w 1460502"/>
              <a:gd name="connsiteY4" fmla="*/ 445682 h 725082"/>
              <a:gd name="connsiteX5" fmla="*/ 1460502 w 1460502"/>
              <a:gd name="connsiteY5" fmla="*/ 645252 h 725082"/>
              <a:gd name="connsiteX6" fmla="*/ 1380672 w 1460502"/>
              <a:gd name="connsiteY6" fmla="*/ 725082 h 725082"/>
              <a:gd name="connsiteX7" fmla="*/ 608543 w 1460502"/>
              <a:gd name="connsiteY7" fmla="*/ 725082 h 725082"/>
              <a:gd name="connsiteX8" fmla="*/ 243417 w 1460502"/>
              <a:gd name="connsiteY8" fmla="*/ 725082 h 725082"/>
              <a:gd name="connsiteX9" fmla="*/ 79830 w 1460502"/>
              <a:gd name="connsiteY9" fmla="*/ 725082 h 725082"/>
              <a:gd name="connsiteX10" fmla="*/ 0 w 1460502"/>
              <a:gd name="connsiteY10" fmla="*/ 645252 h 725082"/>
              <a:gd name="connsiteX11" fmla="*/ 0 w 1460502"/>
              <a:gd name="connsiteY11" fmla="*/ 445682 h 725082"/>
              <a:gd name="connsiteX12" fmla="*/ 0 w 1460502"/>
              <a:gd name="connsiteY12" fmla="*/ 325940 h 725082"/>
              <a:gd name="connsiteX13" fmla="*/ 79830 w 1460502"/>
              <a:gd name="connsiteY13" fmla="*/ 246110 h 725082"/>
              <a:gd name="connsiteX14" fmla="*/ 243417 w 1460502"/>
              <a:gd name="connsiteY14" fmla="*/ 246110 h 72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0502" h="725082">
                <a:moveTo>
                  <a:pt x="425985" y="0"/>
                </a:moveTo>
                <a:lnTo>
                  <a:pt x="608543" y="246110"/>
                </a:lnTo>
                <a:lnTo>
                  <a:pt x="1380672" y="246110"/>
                </a:lnTo>
                <a:cubicBezTo>
                  <a:pt x="1424761" y="246110"/>
                  <a:pt x="1460502" y="281851"/>
                  <a:pt x="1460502" y="325940"/>
                </a:cubicBezTo>
                <a:lnTo>
                  <a:pt x="1460502" y="445682"/>
                </a:lnTo>
                <a:lnTo>
                  <a:pt x="1460502" y="645252"/>
                </a:lnTo>
                <a:cubicBezTo>
                  <a:pt x="1460502" y="689341"/>
                  <a:pt x="1424761" y="725082"/>
                  <a:pt x="1380672" y="725082"/>
                </a:cubicBezTo>
                <a:lnTo>
                  <a:pt x="608543" y="725082"/>
                </a:lnTo>
                <a:lnTo>
                  <a:pt x="243417" y="725082"/>
                </a:lnTo>
                <a:lnTo>
                  <a:pt x="79830" y="725082"/>
                </a:lnTo>
                <a:cubicBezTo>
                  <a:pt x="35741" y="725082"/>
                  <a:pt x="0" y="689341"/>
                  <a:pt x="0" y="645252"/>
                </a:cubicBezTo>
                <a:lnTo>
                  <a:pt x="0" y="445682"/>
                </a:lnTo>
                <a:lnTo>
                  <a:pt x="0" y="325940"/>
                </a:lnTo>
                <a:cubicBezTo>
                  <a:pt x="0" y="281851"/>
                  <a:pt x="35741" y="246110"/>
                  <a:pt x="79830" y="246110"/>
                </a:cubicBezTo>
                <a:lnTo>
                  <a:pt x="243417" y="24611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317491" rIns="100803" bIns="50402" anchor="ctr"/>
          <a:lstStyle/>
          <a:p>
            <a:pPr algn="ctr">
              <a:defRPr/>
            </a:pPr>
            <a:r>
              <a:rPr lang="zh-CN" altLang="en-US" sz="2200" dirty="0">
                <a:latin typeface="微软雅黑" panose="020B0503020204020204" pitchFamily="34" charset="-122"/>
                <a:ea typeface="微软雅黑" panose="020B0503020204020204" pitchFamily="34" charset="-122"/>
              </a:rPr>
              <a:t>添加文本</a:t>
            </a:r>
            <a:endParaRPr lang="zh-CN" altLang="en-US" sz="2200" dirty="0">
              <a:latin typeface="微软雅黑" panose="020B0503020204020204" pitchFamily="34" charset="-122"/>
              <a:ea typeface="微软雅黑" panose="020B0503020204020204" pitchFamily="34" charset="-122"/>
            </a:endParaRPr>
          </a:p>
        </p:txBody>
      </p:sp>
      <p:sp>
        <p:nvSpPr>
          <p:cNvPr id="47" name="矩形 46"/>
          <p:cNvSpPr/>
          <p:nvPr/>
        </p:nvSpPr>
        <p:spPr>
          <a:xfrm>
            <a:off x="859892" y="1144261"/>
            <a:ext cx="2153332" cy="1296967"/>
          </a:xfrm>
          <a:prstGeom prst="rect">
            <a:avLst/>
          </a:prstGeom>
        </p:spPr>
        <p:txBody>
          <a:bodyPr lIns="51592" tIns="51592" rIns="51592" bIns="51592" anchor="ctr"/>
          <a:lstStyle/>
          <a:p>
            <a:pPr algn="just">
              <a:lnSpc>
                <a:spcPct val="120000"/>
              </a:lnSpc>
              <a:spcBef>
                <a:spcPts val="660"/>
              </a:spcBef>
              <a:spcAft>
                <a:spcPts val="660"/>
              </a:spcAft>
              <a:defRPr/>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添加</a:t>
            </a:r>
            <a:r>
              <a:rPr lang="zh-CN" altLang="en-US" sz="1500" dirty="0" smtClean="0">
                <a:solidFill>
                  <a:schemeClr val="tx1">
                    <a:lumMod val="75000"/>
                    <a:lumOff val="25000"/>
                  </a:schemeClr>
                </a:solidFill>
                <a:latin typeface="微软雅黑" panose="020B0503020204020204" pitchFamily="34" charset="-122"/>
                <a:ea typeface="微软雅黑" panose="020B0503020204020204" pitchFamily="34" charset="-122"/>
              </a:rPr>
              <a:t>对的说明文字添加对的</a:t>
            </a: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说明文字添加</a:t>
            </a:r>
            <a:r>
              <a:rPr lang="zh-CN" altLang="en-US" sz="1500" dirty="0" smtClean="0">
                <a:solidFill>
                  <a:schemeClr val="tx1">
                    <a:lumMod val="75000"/>
                    <a:lumOff val="25000"/>
                  </a:schemeClr>
                </a:solidFill>
                <a:latin typeface="微软雅黑" panose="020B0503020204020204" pitchFamily="34" charset="-122"/>
                <a:ea typeface="微软雅黑" panose="020B0503020204020204" pitchFamily="34" charset="-122"/>
              </a:rPr>
              <a:t>对的</a:t>
            </a: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说明文字添加</a:t>
            </a:r>
            <a:r>
              <a:rPr lang="zh-CN" altLang="en-US" sz="1500" dirty="0" smtClean="0">
                <a:solidFill>
                  <a:schemeClr val="tx1">
                    <a:lumMod val="75000"/>
                    <a:lumOff val="25000"/>
                  </a:schemeClr>
                </a:solidFill>
                <a:latin typeface="微软雅黑" panose="020B0503020204020204" pitchFamily="34" charset="-122"/>
                <a:ea typeface="微软雅黑" panose="020B0503020204020204" pitchFamily="34" charset="-122"/>
              </a:rPr>
              <a:t>对的</a:t>
            </a: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说明</a:t>
            </a:r>
            <a:r>
              <a:rPr lang="zh-CN" altLang="en-US" sz="1500" dirty="0" smtClean="0">
                <a:solidFill>
                  <a:schemeClr val="tx1">
                    <a:lumMod val="75000"/>
                    <a:lumOff val="25000"/>
                  </a:schemeClr>
                </a:solidFill>
                <a:latin typeface="微软雅黑" panose="020B0503020204020204" pitchFamily="34" charset="-122"/>
                <a:ea typeface="微软雅黑" panose="020B0503020204020204" pitchFamily="34" charset="-122"/>
              </a:rPr>
              <a:t>文字添加文字</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8" name="矩形 47"/>
          <p:cNvSpPr/>
          <p:nvPr/>
        </p:nvSpPr>
        <p:spPr>
          <a:xfrm>
            <a:off x="2803738" y="3577168"/>
            <a:ext cx="2045876" cy="1379230"/>
          </a:xfrm>
          <a:prstGeom prst="rect">
            <a:avLst/>
          </a:prstGeom>
        </p:spPr>
        <p:txBody>
          <a:bodyPr lIns="51592" tIns="51592" rIns="51592" bIns="51592" anchor="ctr"/>
          <a:lstStyle/>
          <a:p>
            <a:pPr algn="just">
              <a:lnSpc>
                <a:spcPct val="120000"/>
              </a:lnSpc>
              <a:spcBef>
                <a:spcPts val="660"/>
              </a:spcBef>
              <a:spcAft>
                <a:spcPts val="660"/>
              </a:spcAft>
              <a:defRPr/>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添加对的说明文字添加对的说明文字添加对的说明文字添加对的说明文字添加文字</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矩形 48"/>
          <p:cNvSpPr/>
          <p:nvPr/>
        </p:nvSpPr>
        <p:spPr>
          <a:xfrm>
            <a:off x="4693855" y="1144261"/>
            <a:ext cx="2045876" cy="1296967"/>
          </a:xfrm>
          <a:prstGeom prst="rect">
            <a:avLst/>
          </a:prstGeom>
        </p:spPr>
        <p:txBody>
          <a:bodyPr lIns="51592" tIns="51592" rIns="51592" bIns="51592" anchor="ctr"/>
          <a:lstStyle/>
          <a:p>
            <a:pPr algn="just">
              <a:lnSpc>
                <a:spcPct val="120000"/>
              </a:lnSpc>
              <a:spcBef>
                <a:spcPts val="660"/>
              </a:spcBef>
              <a:spcAft>
                <a:spcPts val="660"/>
              </a:spcAft>
              <a:defRPr/>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添加对的说明文字添加对的说明文字添加对的说明文字添加对的说明文字添加文字</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矩形 49"/>
          <p:cNvSpPr/>
          <p:nvPr/>
        </p:nvSpPr>
        <p:spPr>
          <a:xfrm>
            <a:off x="6583972" y="3577168"/>
            <a:ext cx="2045876" cy="1379230"/>
          </a:xfrm>
          <a:prstGeom prst="rect">
            <a:avLst/>
          </a:prstGeom>
        </p:spPr>
        <p:txBody>
          <a:bodyPr lIns="51592" tIns="51592" rIns="51592" bIns="51592" anchor="ctr"/>
          <a:lstStyle/>
          <a:p>
            <a:pPr algn="just">
              <a:lnSpc>
                <a:spcPct val="120000"/>
              </a:lnSpc>
              <a:spcBef>
                <a:spcPts val="660"/>
              </a:spcBef>
              <a:spcAft>
                <a:spcPts val="660"/>
              </a:spcAft>
              <a:defRPr/>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添加对的说明文字添加对的说明文字添加对的说明文字添加对的说明文字添加文字</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down)">
                                      <p:cBhvr>
                                        <p:cTn id="12" dur="500"/>
                                        <p:tgtEl>
                                          <p:spTgt spid="47"/>
                                        </p:tgtEl>
                                      </p:cBhvr>
                                    </p:animEffect>
                                  </p:childTnLst>
                                </p:cTn>
                              </p:par>
                            </p:childTnLst>
                          </p:cTn>
                        </p:par>
                        <p:par>
                          <p:cTn id="13" fill="hold">
                            <p:stCondLst>
                              <p:cond delay="10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wipe(up)">
                                      <p:cBhvr>
                                        <p:cTn id="21" dur="500"/>
                                        <p:tgtEl>
                                          <p:spTgt spid="48"/>
                                        </p:tgtEl>
                                      </p:cBhvr>
                                    </p:animEffect>
                                  </p:childTnLst>
                                </p:cTn>
                              </p:par>
                            </p:childTnLst>
                          </p:cTn>
                        </p:par>
                        <p:par>
                          <p:cTn id="22" fill="hold">
                            <p:stCondLst>
                              <p:cond delay="2000"/>
                            </p:stCondLst>
                            <p:childTnLst>
                              <p:par>
                                <p:cTn id="23" presetID="2" presetClass="entr" presetSubtype="4"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additive="base">
                                        <p:cTn id="25" dur="500" fill="hold"/>
                                        <p:tgtEl>
                                          <p:spTgt spid="46"/>
                                        </p:tgtEl>
                                        <p:attrNameLst>
                                          <p:attrName>ppt_x</p:attrName>
                                        </p:attrNameLst>
                                      </p:cBhvr>
                                      <p:tavLst>
                                        <p:tav tm="0">
                                          <p:val>
                                            <p:strVal val="#ppt_x"/>
                                          </p:val>
                                        </p:tav>
                                        <p:tav tm="100000">
                                          <p:val>
                                            <p:strVal val="#ppt_x"/>
                                          </p:val>
                                        </p:tav>
                                      </p:tavLst>
                                    </p:anim>
                                    <p:anim calcmode="lin" valueType="num">
                                      <p:cBhvr additive="base">
                                        <p:cTn id="26" dur="500" fill="hold"/>
                                        <p:tgtEl>
                                          <p:spTgt spid="46"/>
                                        </p:tgtEl>
                                        <p:attrNameLst>
                                          <p:attrName>ppt_y</p:attrName>
                                        </p:attrNameLst>
                                      </p:cBhvr>
                                      <p:tavLst>
                                        <p:tav tm="0">
                                          <p:val>
                                            <p:strVal val="1+#ppt_h/2"/>
                                          </p:val>
                                        </p:tav>
                                        <p:tav tm="100000">
                                          <p:val>
                                            <p:strVal val="#ppt_y"/>
                                          </p:val>
                                        </p:tav>
                                      </p:tavLst>
                                    </p:anim>
                                  </p:childTnLst>
                                </p:cTn>
                              </p:par>
                            </p:childTnLst>
                          </p:cTn>
                        </p:par>
                        <p:par>
                          <p:cTn id="27" fill="hold">
                            <p:stCondLst>
                              <p:cond delay="2500"/>
                            </p:stCondLst>
                            <p:childTnLst>
                              <p:par>
                                <p:cTn id="28" presetID="22" presetClass="entr" presetSubtype="4" fill="hold" grpId="0" nodeType="after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down)">
                                      <p:cBhvr>
                                        <p:cTn id="30" dur="500"/>
                                        <p:tgtEl>
                                          <p:spTgt spid="49"/>
                                        </p:tgtEl>
                                      </p:cBhvr>
                                    </p:animEffect>
                                  </p:childTnLst>
                                </p:cTn>
                              </p:par>
                            </p:childTnLst>
                          </p:cTn>
                        </p:par>
                        <p:par>
                          <p:cTn id="31" fill="hold">
                            <p:stCondLst>
                              <p:cond delay="3000"/>
                            </p:stCondLst>
                            <p:childTnLst>
                              <p:par>
                                <p:cTn id="32" presetID="2" presetClass="entr" presetSubtype="1" fill="hold" grpId="0" nodeType="after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additive="base">
                                        <p:cTn id="34" dur="500" fill="hold"/>
                                        <p:tgtEl>
                                          <p:spTgt spid="44"/>
                                        </p:tgtEl>
                                        <p:attrNameLst>
                                          <p:attrName>ppt_x</p:attrName>
                                        </p:attrNameLst>
                                      </p:cBhvr>
                                      <p:tavLst>
                                        <p:tav tm="0">
                                          <p:val>
                                            <p:strVal val="#ppt_x"/>
                                          </p:val>
                                        </p:tav>
                                        <p:tav tm="100000">
                                          <p:val>
                                            <p:strVal val="#ppt_x"/>
                                          </p:val>
                                        </p:tav>
                                      </p:tavLst>
                                    </p:anim>
                                    <p:anim calcmode="lin" valueType="num">
                                      <p:cBhvr additive="base">
                                        <p:cTn id="35" dur="500" fill="hold"/>
                                        <p:tgtEl>
                                          <p:spTgt spid="44"/>
                                        </p:tgtEl>
                                        <p:attrNameLst>
                                          <p:attrName>ppt_y</p:attrName>
                                        </p:attrNameLst>
                                      </p:cBhvr>
                                      <p:tavLst>
                                        <p:tav tm="0">
                                          <p:val>
                                            <p:strVal val="0-#ppt_h/2"/>
                                          </p:val>
                                        </p:tav>
                                        <p:tav tm="100000">
                                          <p:val>
                                            <p:strVal val="#ppt_y"/>
                                          </p:val>
                                        </p:tav>
                                      </p:tavLst>
                                    </p:anim>
                                  </p:childTnLst>
                                </p:cTn>
                              </p:par>
                            </p:childTnLst>
                          </p:cTn>
                        </p:par>
                        <p:par>
                          <p:cTn id="36" fill="hold">
                            <p:stCondLst>
                              <p:cond delay="3500"/>
                            </p:stCondLst>
                            <p:childTnLst>
                              <p:par>
                                <p:cTn id="37" presetID="22" presetClass="entr" presetSubtype="1" fill="hold" grpId="0" nodeType="after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wipe(up)">
                                      <p:cBhvr>
                                        <p:cTn id="3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4" grpId="0" animBg="1"/>
      <p:bldP spid="45" grpId="0" animBg="1"/>
      <p:bldP spid="46" grpId="0" animBg="1"/>
      <p:bldP spid="47" grpId="0"/>
      <p:bldP spid="48" grpId="0"/>
      <p:bldP spid="49" grpId="0"/>
      <p:bldP spid="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3"/>
          <p:cNvSpPr>
            <a:spLocks noGrp="1"/>
          </p:cNvSpPr>
          <p:nvPr>
            <p:ph type="title" idx="4294967295"/>
          </p:nvPr>
        </p:nvSpPr>
        <p:spPr>
          <a:xfrm>
            <a:off x="628650" y="273844"/>
            <a:ext cx="7886700" cy="994172"/>
          </a:xfrm>
        </p:spPr>
        <p:txBody>
          <a:bodyPr/>
          <a:lstStyle/>
          <a:p>
            <a:pPr eaLnBrk="1" hangingPunct="1"/>
            <a:r>
              <a:rPr lang="zh-CN" altLang="en-US" dirty="0" smtClean="0">
                <a:latin typeface="+mn-lt"/>
                <a:ea typeface="+mn-ea"/>
                <a:cs typeface="+mn-ea"/>
                <a:sym typeface="+mn-lt"/>
              </a:rPr>
              <a:t> </a:t>
            </a:r>
            <a:endParaRPr lang="en-US" altLang="zh-CN" dirty="0">
              <a:latin typeface="+mn-lt"/>
              <a:ea typeface="+mn-ea"/>
              <a:cs typeface="+mn-ea"/>
              <a:sym typeface="+mn-lt"/>
            </a:endParaRPr>
          </a:p>
        </p:txBody>
      </p:sp>
      <p:grpSp>
        <p:nvGrpSpPr>
          <p:cNvPr id="6" name="组合 5"/>
          <p:cNvGrpSpPr/>
          <p:nvPr/>
        </p:nvGrpSpPr>
        <p:grpSpPr>
          <a:xfrm>
            <a:off x="1087992" y="1187271"/>
            <a:ext cx="4454192" cy="913951"/>
            <a:chOff x="1087992" y="1187271"/>
            <a:chExt cx="4454192" cy="913951"/>
          </a:xfrm>
        </p:grpSpPr>
        <p:grpSp>
          <p:nvGrpSpPr>
            <p:cNvPr id="5" name="组合 4"/>
            <p:cNvGrpSpPr/>
            <p:nvPr/>
          </p:nvGrpSpPr>
          <p:grpSpPr>
            <a:xfrm>
              <a:off x="1087992" y="1330458"/>
              <a:ext cx="627575" cy="627575"/>
              <a:chOff x="2886353" y="3300603"/>
              <a:chExt cx="836766" cy="836766"/>
            </a:xfrm>
          </p:grpSpPr>
          <p:sp>
            <p:nvSpPr>
              <p:cNvPr id="184" name="椭圆 183"/>
              <p:cNvSpPr/>
              <p:nvPr/>
            </p:nvSpPr>
            <p:spPr>
              <a:xfrm>
                <a:off x="2886353" y="3300603"/>
                <a:ext cx="836766" cy="836766"/>
              </a:xfrm>
              <a:prstGeom prst="ellipse">
                <a:avLst/>
              </a:prstGeom>
              <a:solidFill>
                <a:srgbClr val="FEFFFF"/>
              </a:solidFill>
              <a:ln w="3175">
                <a:solidFill>
                  <a:schemeClr val="accent1"/>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accent1"/>
                  </a:solidFill>
                  <a:cs typeface="+mn-ea"/>
                  <a:sym typeface="+mn-lt"/>
                </a:endParaRPr>
              </a:p>
            </p:txBody>
          </p:sp>
          <p:sp>
            <p:nvSpPr>
              <p:cNvPr id="189" name="KSO_Shape"/>
              <p:cNvSpPr/>
              <p:nvPr/>
            </p:nvSpPr>
            <p:spPr bwMode="auto">
              <a:xfrm>
                <a:off x="3146563" y="3560813"/>
                <a:ext cx="316346" cy="316346"/>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chemeClr val="accent1"/>
              </a:solidFill>
              <a:ln>
                <a:noFill/>
              </a:ln>
            </p:spPr>
            <p:txBody>
              <a:bodyPr vert="horz" wrap="square" lIns="68580" tIns="34290" rIns="68580" bIns="34290" numCol="1" anchor="t" anchorCtr="0" compatLnSpc="1"/>
              <a:lstStyle/>
              <a:p>
                <a:endParaRPr lang="zh-CN" altLang="en-US" sz="1015">
                  <a:cs typeface="+mn-ea"/>
                  <a:sym typeface="+mn-lt"/>
                </a:endParaRPr>
              </a:p>
            </p:txBody>
          </p:sp>
        </p:grpSp>
        <p:sp>
          <p:nvSpPr>
            <p:cNvPr id="192" name="矩形 191"/>
            <p:cNvSpPr/>
            <p:nvPr/>
          </p:nvSpPr>
          <p:spPr>
            <a:xfrm>
              <a:off x="1910724" y="1187271"/>
              <a:ext cx="3631460"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grpSp>
        <p:nvGrpSpPr>
          <p:cNvPr id="7" name="组合 6"/>
          <p:cNvGrpSpPr/>
          <p:nvPr/>
        </p:nvGrpSpPr>
        <p:grpSpPr>
          <a:xfrm>
            <a:off x="2175905" y="2500583"/>
            <a:ext cx="4454192" cy="913951"/>
            <a:chOff x="2175905" y="2500583"/>
            <a:chExt cx="4454192" cy="913951"/>
          </a:xfrm>
        </p:grpSpPr>
        <p:grpSp>
          <p:nvGrpSpPr>
            <p:cNvPr id="4" name="组合 3"/>
            <p:cNvGrpSpPr/>
            <p:nvPr/>
          </p:nvGrpSpPr>
          <p:grpSpPr>
            <a:xfrm>
              <a:off x="2175905" y="2643770"/>
              <a:ext cx="627575" cy="627575"/>
              <a:chOff x="6795817" y="3300603"/>
              <a:chExt cx="836766" cy="836766"/>
            </a:xfrm>
          </p:grpSpPr>
          <p:sp>
            <p:nvSpPr>
              <p:cNvPr id="186" name="椭圆 185"/>
              <p:cNvSpPr/>
              <p:nvPr/>
            </p:nvSpPr>
            <p:spPr>
              <a:xfrm>
                <a:off x="6795817" y="3300603"/>
                <a:ext cx="836766" cy="836766"/>
              </a:xfrm>
              <a:prstGeom prst="ellipse">
                <a:avLst/>
              </a:prstGeom>
              <a:solidFill>
                <a:srgbClr val="FEFFFF"/>
              </a:solidFill>
              <a:ln w="3175">
                <a:solidFill>
                  <a:schemeClr val="accent1"/>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accent1"/>
                  </a:solidFill>
                  <a:cs typeface="+mn-ea"/>
                  <a:sym typeface="+mn-lt"/>
                </a:endParaRPr>
              </a:p>
            </p:txBody>
          </p:sp>
          <p:sp>
            <p:nvSpPr>
              <p:cNvPr id="190" name="KSO_Shape"/>
              <p:cNvSpPr/>
              <p:nvPr/>
            </p:nvSpPr>
            <p:spPr bwMode="auto">
              <a:xfrm>
                <a:off x="7056027" y="3560813"/>
                <a:ext cx="316346" cy="316346"/>
              </a:xfrm>
              <a:custGeom>
                <a:avLst/>
                <a:gdLst>
                  <a:gd name="T0" fmla="*/ 1767542 w 3927"/>
                  <a:gd name="T1" fmla="*/ 308011 h 3928"/>
                  <a:gd name="T2" fmla="*/ 1684137 w 3927"/>
                  <a:gd name="T3" fmla="*/ 390514 h 3928"/>
                  <a:gd name="T4" fmla="*/ 1406885 w 3927"/>
                  <a:gd name="T5" fmla="*/ 115046 h 3928"/>
                  <a:gd name="T6" fmla="*/ 1490290 w 3927"/>
                  <a:gd name="T7" fmla="*/ 32084 h 3928"/>
                  <a:gd name="T8" fmla="*/ 1597525 w 3927"/>
                  <a:gd name="T9" fmla="*/ 28876 h 3928"/>
                  <a:gd name="T10" fmla="*/ 1770750 w 3927"/>
                  <a:gd name="T11" fmla="*/ 200757 h 3928"/>
                  <a:gd name="T12" fmla="*/ 1767542 w 3927"/>
                  <a:gd name="T13" fmla="*/ 308011 h 3928"/>
                  <a:gd name="T14" fmla="*/ 1032021 w 3927"/>
                  <a:gd name="T15" fmla="*/ 1039078 h 3928"/>
                  <a:gd name="T16" fmla="*/ 754768 w 3927"/>
                  <a:gd name="T17" fmla="*/ 763152 h 3928"/>
                  <a:gd name="T18" fmla="*/ 1364724 w 3927"/>
                  <a:gd name="T19" fmla="*/ 156756 h 3928"/>
                  <a:gd name="T20" fmla="*/ 1641977 w 3927"/>
                  <a:gd name="T21" fmla="*/ 432682 h 3928"/>
                  <a:gd name="T22" fmla="*/ 1032021 w 3927"/>
                  <a:gd name="T23" fmla="*/ 1039078 h 3928"/>
                  <a:gd name="T24" fmla="*/ 993526 w 3927"/>
                  <a:gd name="T25" fmla="*/ 1077121 h 3928"/>
                  <a:gd name="T26" fmla="*/ 605373 w 3927"/>
                  <a:gd name="T27" fmla="*/ 1187584 h 3928"/>
                  <a:gd name="T28" fmla="*/ 716274 w 3927"/>
                  <a:gd name="T29" fmla="*/ 801653 h 3928"/>
                  <a:gd name="T30" fmla="*/ 993526 w 3927"/>
                  <a:gd name="T31" fmla="*/ 1077121 h 3928"/>
                  <a:gd name="T32" fmla="*/ 352867 w 3927"/>
                  <a:gd name="T33" fmla="*/ 226883 h 3928"/>
                  <a:gd name="T34" fmla="*/ 179641 w 3927"/>
                  <a:gd name="T35" fmla="*/ 400597 h 3928"/>
                  <a:gd name="T36" fmla="*/ 179641 w 3927"/>
                  <a:gd name="T37" fmla="*/ 1447468 h 3928"/>
                  <a:gd name="T38" fmla="*/ 352867 w 3927"/>
                  <a:gd name="T39" fmla="*/ 1620724 h 3928"/>
                  <a:gd name="T40" fmla="*/ 1400011 w 3927"/>
                  <a:gd name="T41" fmla="*/ 1620724 h 3928"/>
                  <a:gd name="T42" fmla="*/ 1573236 w 3927"/>
                  <a:gd name="T43" fmla="*/ 1447468 h 3928"/>
                  <a:gd name="T44" fmla="*/ 1573236 w 3927"/>
                  <a:gd name="T45" fmla="*/ 759485 h 3928"/>
                  <a:gd name="T46" fmla="*/ 1752419 w 3927"/>
                  <a:gd name="T47" fmla="*/ 585771 h 3928"/>
                  <a:gd name="T48" fmla="*/ 1752419 w 3927"/>
                  <a:gd name="T49" fmla="*/ 1511178 h 3928"/>
                  <a:gd name="T50" fmla="*/ 1457753 w 3927"/>
                  <a:gd name="T51" fmla="*/ 1800397 h 3928"/>
                  <a:gd name="T52" fmla="*/ 289168 w 3927"/>
                  <a:gd name="T53" fmla="*/ 1800397 h 3928"/>
                  <a:gd name="T54" fmla="*/ 0 w 3927"/>
                  <a:gd name="T55" fmla="*/ 1511178 h 3928"/>
                  <a:gd name="T56" fmla="*/ 0 w 3927"/>
                  <a:gd name="T57" fmla="*/ 354304 h 3928"/>
                  <a:gd name="T58" fmla="*/ 289168 w 3927"/>
                  <a:gd name="T59" fmla="*/ 47210 h 3928"/>
                  <a:gd name="T60" fmla="*/ 1214412 w 3927"/>
                  <a:gd name="T61" fmla="*/ 47210 h 3928"/>
                  <a:gd name="T62" fmla="*/ 1040728 w 3927"/>
                  <a:gd name="T63" fmla="*/ 226883 h 3928"/>
                  <a:gd name="T64" fmla="*/ 352867 w 3927"/>
                  <a:gd name="T65" fmla="*/ 226883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chemeClr val="accent1"/>
              </a:solidFill>
              <a:ln>
                <a:noFill/>
              </a:ln>
            </p:spPr>
            <p:txBody>
              <a:bodyPr vert="horz" wrap="square" lIns="68580" tIns="34290" rIns="68580" bIns="34290" numCol="1" anchor="t" anchorCtr="0" compatLnSpc="1"/>
              <a:lstStyle/>
              <a:p>
                <a:endParaRPr lang="zh-CN" altLang="en-US" sz="1015">
                  <a:cs typeface="+mn-ea"/>
                  <a:sym typeface="+mn-lt"/>
                </a:endParaRPr>
              </a:p>
            </p:txBody>
          </p:sp>
        </p:grpSp>
        <p:sp>
          <p:nvSpPr>
            <p:cNvPr id="193" name="矩形 192"/>
            <p:cNvSpPr/>
            <p:nvPr/>
          </p:nvSpPr>
          <p:spPr>
            <a:xfrm>
              <a:off x="2998637" y="2500583"/>
              <a:ext cx="3631460"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grpSp>
        <p:nvGrpSpPr>
          <p:cNvPr id="8" name="组合 7"/>
          <p:cNvGrpSpPr/>
          <p:nvPr/>
        </p:nvGrpSpPr>
        <p:grpSpPr>
          <a:xfrm>
            <a:off x="4186792" y="3767533"/>
            <a:ext cx="4454192" cy="913951"/>
            <a:chOff x="4186792" y="3767533"/>
            <a:chExt cx="4454192" cy="913951"/>
          </a:xfrm>
        </p:grpSpPr>
        <p:grpSp>
          <p:nvGrpSpPr>
            <p:cNvPr id="3" name="组合 2"/>
            <p:cNvGrpSpPr/>
            <p:nvPr/>
          </p:nvGrpSpPr>
          <p:grpSpPr>
            <a:xfrm>
              <a:off x="4186792" y="3910721"/>
              <a:ext cx="627575" cy="627575"/>
              <a:chOff x="10705281" y="3300603"/>
              <a:chExt cx="836766" cy="836766"/>
            </a:xfrm>
          </p:grpSpPr>
          <p:sp>
            <p:nvSpPr>
              <p:cNvPr id="188" name="椭圆 187"/>
              <p:cNvSpPr/>
              <p:nvPr/>
            </p:nvSpPr>
            <p:spPr>
              <a:xfrm>
                <a:off x="10705281" y="3300603"/>
                <a:ext cx="836766" cy="836766"/>
              </a:xfrm>
              <a:prstGeom prst="ellipse">
                <a:avLst/>
              </a:prstGeom>
              <a:solidFill>
                <a:srgbClr val="FEFFFF"/>
              </a:solidFill>
              <a:ln w="3175">
                <a:solidFill>
                  <a:schemeClr val="accent1"/>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accent1"/>
                  </a:solidFill>
                  <a:cs typeface="+mn-ea"/>
                  <a:sym typeface="+mn-lt"/>
                </a:endParaRPr>
              </a:p>
            </p:txBody>
          </p:sp>
          <p:sp>
            <p:nvSpPr>
              <p:cNvPr id="191" name="KSO_Shape"/>
              <p:cNvSpPr/>
              <p:nvPr/>
            </p:nvSpPr>
            <p:spPr bwMode="auto">
              <a:xfrm>
                <a:off x="10969032" y="3528798"/>
                <a:ext cx="309265" cy="380376"/>
              </a:xfrm>
              <a:custGeom>
                <a:avLst/>
                <a:gdLst>
                  <a:gd name="T0" fmla="*/ 1379976 w 3177"/>
                  <a:gd name="T1" fmla="*/ 481089 h 3907"/>
                  <a:gd name="T2" fmla="*/ 1463834 w 3177"/>
                  <a:gd name="T3" fmla="*/ 622559 h 3907"/>
                  <a:gd name="T4" fmla="*/ 1104902 w 3177"/>
                  <a:gd name="T5" fmla="*/ 1244196 h 3907"/>
                  <a:gd name="T6" fmla="*/ 1082325 w 3177"/>
                  <a:gd name="T7" fmla="*/ 1244196 h 3907"/>
                  <a:gd name="T8" fmla="*/ 1113196 w 3177"/>
                  <a:gd name="T9" fmla="*/ 1399029 h 3907"/>
                  <a:gd name="T10" fmla="*/ 711874 w 3177"/>
                  <a:gd name="T11" fmla="*/ 1800397 h 3907"/>
                  <a:gd name="T12" fmla="*/ 310552 w 3177"/>
                  <a:gd name="T13" fmla="*/ 1399029 h 3907"/>
                  <a:gd name="T14" fmla="*/ 349256 w 3177"/>
                  <a:gd name="T15" fmla="*/ 1227145 h 3907"/>
                  <a:gd name="T16" fmla="*/ 0 w 3177"/>
                  <a:gd name="T17" fmla="*/ 622559 h 3907"/>
                  <a:gd name="T18" fmla="*/ 84319 w 3177"/>
                  <a:gd name="T19" fmla="*/ 481089 h 3907"/>
                  <a:gd name="T20" fmla="*/ 442790 w 3177"/>
                  <a:gd name="T21" fmla="*/ 1101804 h 3907"/>
                  <a:gd name="T22" fmla="*/ 564892 w 3177"/>
                  <a:gd name="T23" fmla="*/ 1025770 h 3907"/>
                  <a:gd name="T24" fmla="*/ 221165 w 3177"/>
                  <a:gd name="T25" fmla="*/ 430860 h 3907"/>
                  <a:gd name="T26" fmla="*/ 102749 w 3177"/>
                  <a:gd name="T27" fmla="*/ 430860 h 3907"/>
                  <a:gd name="T28" fmla="*/ 183382 w 3177"/>
                  <a:gd name="T29" fmla="*/ 287087 h 3907"/>
                  <a:gd name="T30" fmla="*/ 1222396 w 3177"/>
                  <a:gd name="T31" fmla="*/ 287087 h 3907"/>
                  <a:gd name="T32" fmla="*/ 1303029 w 3177"/>
                  <a:gd name="T33" fmla="*/ 430860 h 3907"/>
                  <a:gd name="T34" fmla="*/ 1242669 w 3177"/>
                  <a:gd name="T35" fmla="*/ 430860 h 3907"/>
                  <a:gd name="T36" fmla="*/ 891110 w 3177"/>
                  <a:gd name="T37" fmla="*/ 1040055 h 3907"/>
                  <a:gd name="T38" fmla="*/ 1006760 w 3177"/>
                  <a:gd name="T39" fmla="*/ 1127149 h 3907"/>
                  <a:gd name="T40" fmla="*/ 1379976 w 3177"/>
                  <a:gd name="T41" fmla="*/ 481089 h 3907"/>
                  <a:gd name="T42" fmla="*/ 570421 w 3177"/>
                  <a:gd name="T43" fmla="*/ 1322534 h 3907"/>
                  <a:gd name="T44" fmla="*/ 665337 w 3177"/>
                  <a:gd name="T45" fmla="*/ 1322534 h 3907"/>
                  <a:gd name="T46" fmla="*/ 665337 w 3177"/>
                  <a:gd name="T47" fmla="*/ 1650633 h 3907"/>
                  <a:gd name="T48" fmla="*/ 806330 w 3177"/>
                  <a:gd name="T49" fmla="*/ 1650633 h 3907"/>
                  <a:gd name="T50" fmla="*/ 806330 w 3177"/>
                  <a:gd name="T51" fmla="*/ 1148807 h 3907"/>
                  <a:gd name="T52" fmla="*/ 702198 w 3177"/>
                  <a:gd name="T53" fmla="*/ 1148807 h 3907"/>
                  <a:gd name="T54" fmla="*/ 660730 w 3177"/>
                  <a:gd name="T55" fmla="*/ 1223459 h 3907"/>
                  <a:gd name="T56" fmla="*/ 570421 w 3177"/>
                  <a:gd name="T57" fmla="*/ 1240048 h 3907"/>
                  <a:gd name="T58" fmla="*/ 570421 w 3177"/>
                  <a:gd name="T59" fmla="*/ 1322534 h 3907"/>
                  <a:gd name="T60" fmla="*/ 1077256 w 3177"/>
                  <a:gd name="T61" fmla="*/ 430860 h 3907"/>
                  <a:gd name="T62" fmla="*/ 387038 w 3177"/>
                  <a:gd name="T63" fmla="*/ 430860 h 3907"/>
                  <a:gd name="T64" fmla="*/ 714178 w 3177"/>
                  <a:gd name="T65" fmla="*/ 997660 h 3907"/>
                  <a:gd name="T66" fmla="*/ 748735 w 3177"/>
                  <a:gd name="T67" fmla="*/ 999504 h 3907"/>
                  <a:gd name="T68" fmla="*/ 1077256 w 3177"/>
                  <a:gd name="T69" fmla="*/ 430860 h 3907"/>
                  <a:gd name="T70" fmla="*/ 343727 w 3177"/>
                  <a:gd name="T71" fmla="*/ 0 h 3907"/>
                  <a:gd name="T72" fmla="*/ 1062051 w 3177"/>
                  <a:gd name="T73" fmla="*/ 0 h 3907"/>
                  <a:gd name="T74" fmla="*/ 1142224 w 3177"/>
                  <a:gd name="T75" fmla="*/ 143313 h 3907"/>
                  <a:gd name="T76" fmla="*/ 263555 w 3177"/>
                  <a:gd name="T77" fmla="*/ 143313 h 3907"/>
                  <a:gd name="T78" fmla="*/ 343727 w 3177"/>
                  <a:gd name="T79" fmla="*/ 0 h 390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177" h="3907">
                    <a:moveTo>
                      <a:pt x="2995" y="1044"/>
                    </a:moveTo>
                    <a:cubicBezTo>
                      <a:pt x="3177" y="1351"/>
                      <a:pt x="3177" y="1351"/>
                      <a:pt x="3177" y="1351"/>
                    </a:cubicBezTo>
                    <a:cubicBezTo>
                      <a:pt x="2398" y="2700"/>
                      <a:pt x="2398" y="2700"/>
                      <a:pt x="2398" y="2700"/>
                    </a:cubicBezTo>
                    <a:cubicBezTo>
                      <a:pt x="2349" y="2700"/>
                      <a:pt x="2349" y="2700"/>
                      <a:pt x="2349" y="2700"/>
                    </a:cubicBezTo>
                    <a:cubicBezTo>
                      <a:pt x="2392" y="2803"/>
                      <a:pt x="2416" y="2917"/>
                      <a:pt x="2416" y="3036"/>
                    </a:cubicBezTo>
                    <a:cubicBezTo>
                      <a:pt x="2416" y="3517"/>
                      <a:pt x="2026" y="3907"/>
                      <a:pt x="1545" y="3907"/>
                    </a:cubicBezTo>
                    <a:cubicBezTo>
                      <a:pt x="1064" y="3907"/>
                      <a:pt x="674" y="3517"/>
                      <a:pt x="674" y="3036"/>
                    </a:cubicBezTo>
                    <a:cubicBezTo>
                      <a:pt x="674" y="2902"/>
                      <a:pt x="705" y="2776"/>
                      <a:pt x="758" y="2663"/>
                    </a:cubicBezTo>
                    <a:cubicBezTo>
                      <a:pt x="0" y="1351"/>
                      <a:pt x="0" y="1351"/>
                      <a:pt x="0" y="1351"/>
                    </a:cubicBezTo>
                    <a:cubicBezTo>
                      <a:pt x="183" y="1044"/>
                      <a:pt x="183" y="1044"/>
                      <a:pt x="183" y="1044"/>
                    </a:cubicBezTo>
                    <a:cubicBezTo>
                      <a:pt x="961" y="2391"/>
                      <a:pt x="961" y="2391"/>
                      <a:pt x="961" y="2391"/>
                    </a:cubicBezTo>
                    <a:cubicBezTo>
                      <a:pt x="1038" y="2321"/>
                      <a:pt x="1127" y="2265"/>
                      <a:pt x="1226" y="2226"/>
                    </a:cubicBezTo>
                    <a:cubicBezTo>
                      <a:pt x="480" y="935"/>
                      <a:pt x="480" y="935"/>
                      <a:pt x="480" y="935"/>
                    </a:cubicBezTo>
                    <a:cubicBezTo>
                      <a:pt x="223" y="935"/>
                      <a:pt x="223" y="935"/>
                      <a:pt x="223" y="935"/>
                    </a:cubicBezTo>
                    <a:cubicBezTo>
                      <a:pt x="398" y="623"/>
                      <a:pt x="398" y="623"/>
                      <a:pt x="398" y="623"/>
                    </a:cubicBezTo>
                    <a:cubicBezTo>
                      <a:pt x="2653" y="623"/>
                      <a:pt x="2653" y="623"/>
                      <a:pt x="2653" y="623"/>
                    </a:cubicBezTo>
                    <a:cubicBezTo>
                      <a:pt x="2828" y="935"/>
                      <a:pt x="2828" y="935"/>
                      <a:pt x="2828" y="935"/>
                    </a:cubicBezTo>
                    <a:cubicBezTo>
                      <a:pt x="2697" y="935"/>
                      <a:pt x="2697" y="935"/>
                      <a:pt x="2697" y="935"/>
                    </a:cubicBezTo>
                    <a:cubicBezTo>
                      <a:pt x="1934" y="2257"/>
                      <a:pt x="1934" y="2257"/>
                      <a:pt x="1934" y="2257"/>
                    </a:cubicBezTo>
                    <a:cubicBezTo>
                      <a:pt x="2029" y="2305"/>
                      <a:pt x="2114" y="2369"/>
                      <a:pt x="2185" y="2446"/>
                    </a:cubicBezTo>
                    <a:lnTo>
                      <a:pt x="2995" y="1044"/>
                    </a:lnTo>
                    <a:close/>
                    <a:moveTo>
                      <a:pt x="1238" y="2870"/>
                    </a:moveTo>
                    <a:cubicBezTo>
                      <a:pt x="1444" y="2870"/>
                      <a:pt x="1444" y="2870"/>
                      <a:pt x="1444" y="2870"/>
                    </a:cubicBezTo>
                    <a:cubicBezTo>
                      <a:pt x="1444" y="3582"/>
                      <a:pt x="1444" y="3582"/>
                      <a:pt x="1444" y="3582"/>
                    </a:cubicBezTo>
                    <a:cubicBezTo>
                      <a:pt x="1750" y="3582"/>
                      <a:pt x="1750" y="3582"/>
                      <a:pt x="1750" y="3582"/>
                    </a:cubicBezTo>
                    <a:cubicBezTo>
                      <a:pt x="1750" y="2493"/>
                      <a:pt x="1750" y="2493"/>
                      <a:pt x="1750" y="2493"/>
                    </a:cubicBezTo>
                    <a:cubicBezTo>
                      <a:pt x="1524" y="2493"/>
                      <a:pt x="1524" y="2493"/>
                      <a:pt x="1524" y="2493"/>
                    </a:cubicBezTo>
                    <a:cubicBezTo>
                      <a:pt x="1506" y="2557"/>
                      <a:pt x="1475" y="2631"/>
                      <a:pt x="1434" y="2655"/>
                    </a:cubicBezTo>
                    <a:cubicBezTo>
                      <a:pt x="1392" y="2678"/>
                      <a:pt x="1327" y="2691"/>
                      <a:pt x="1238" y="2691"/>
                    </a:cubicBezTo>
                    <a:lnTo>
                      <a:pt x="1238" y="2870"/>
                    </a:lnTo>
                    <a:close/>
                    <a:moveTo>
                      <a:pt x="2338" y="935"/>
                    </a:moveTo>
                    <a:cubicBezTo>
                      <a:pt x="840" y="935"/>
                      <a:pt x="840" y="935"/>
                      <a:pt x="840" y="935"/>
                    </a:cubicBezTo>
                    <a:cubicBezTo>
                      <a:pt x="1550" y="2165"/>
                      <a:pt x="1550" y="2165"/>
                      <a:pt x="1550" y="2165"/>
                    </a:cubicBezTo>
                    <a:cubicBezTo>
                      <a:pt x="1576" y="2165"/>
                      <a:pt x="1600" y="2167"/>
                      <a:pt x="1625" y="2169"/>
                    </a:cubicBezTo>
                    <a:lnTo>
                      <a:pt x="2338" y="935"/>
                    </a:lnTo>
                    <a:close/>
                    <a:moveTo>
                      <a:pt x="746" y="0"/>
                    </a:moveTo>
                    <a:cubicBezTo>
                      <a:pt x="2305" y="0"/>
                      <a:pt x="2305" y="0"/>
                      <a:pt x="2305" y="0"/>
                    </a:cubicBezTo>
                    <a:cubicBezTo>
                      <a:pt x="2479" y="311"/>
                      <a:pt x="2479" y="311"/>
                      <a:pt x="2479" y="311"/>
                    </a:cubicBezTo>
                    <a:cubicBezTo>
                      <a:pt x="572" y="311"/>
                      <a:pt x="572" y="311"/>
                      <a:pt x="572" y="311"/>
                    </a:cubicBezTo>
                    <a:lnTo>
                      <a:pt x="746" y="0"/>
                    </a:lnTo>
                    <a:close/>
                  </a:path>
                </a:pathLst>
              </a:custGeom>
              <a:solidFill>
                <a:schemeClr val="accent1"/>
              </a:solidFill>
              <a:ln>
                <a:noFill/>
              </a:ln>
            </p:spPr>
            <p:txBody>
              <a:bodyPr vert="horz" wrap="square" lIns="68580" tIns="34290" rIns="68580" bIns="34290" numCol="1" anchor="t" anchorCtr="0" compatLnSpc="1"/>
              <a:lstStyle/>
              <a:p>
                <a:endParaRPr lang="zh-CN" altLang="en-US" sz="1015">
                  <a:cs typeface="+mn-ea"/>
                  <a:sym typeface="+mn-lt"/>
                </a:endParaRPr>
              </a:p>
            </p:txBody>
          </p:sp>
        </p:grpSp>
        <p:sp>
          <p:nvSpPr>
            <p:cNvPr id="194" name="矩形 193"/>
            <p:cNvSpPr/>
            <p:nvPr/>
          </p:nvSpPr>
          <p:spPr>
            <a:xfrm>
              <a:off x="5009524" y="3767533"/>
              <a:ext cx="3631460"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KSO_Shape"/>
          <p:cNvSpPr/>
          <p:nvPr/>
        </p:nvSpPr>
        <p:spPr bwMode="auto">
          <a:xfrm>
            <a:off x="866821" y="1199388"/>
            <a:ext cx="2597051" cy="2410930"/>
          </a:xfrm>
          <a:custGeom>
            <a:avLst/>
            <a:gdLst>
              <a:gd name="T0" fmla="*/ 0 w 99"/>
              <a:gd name="T1" fmla="*/ 2147483646 h 92"/>
              <a:gd name="T2" fmla="*/ 0 w 99"/>
              <a:gd name="T3" fmla="*/ 2147483646 h 92"/>
              <a:gd name="T4" fmla="*/ 2147483646 w 99"/>
              <a:gd name="T5" fmla="*/ 2147483646 h 92"/>
              <a:gd name="T6" fmla="*/ 2147483646 w 99"/>
              <a:gd name="T7" fmla="*/ 2147483646 h 92"/>
              <a:gd name="T8" fmla="*/ 2147483646 w 99"/>
              <a:gd name="T9" fmla="*/ 2147483646 h 92"/>
              <a:gd name="T10" fmla="*/ 2147483646 w 99"/>
              <a:gd name="T11" fmla="*/ 2147483646 h 92"/>
              <a:gd name="T12" fmla="*/ 2147483646 w 99"/>
              <a:gd name="T13" fmla="*/ 2147483646 h 92"/>
              <a:gd name="T14" fmla="*/ 2147483646 w 99"/>
              <a:gd name="T15" fmla="*/ 2147483646 h 92"/>
              <a:gd name="T16" fmla="*/ 2147483646 w 99"/>
              <a:gd name="T17" fmla="*/ 2147483646 h 92"/>
              <a:gd name="T18" fmla="*/ 2147483646 w 99"/>
              <a:gd name="T19" fmla="*/ 2147483646 h 92"/>
              <a:gd name="T20" fmla="*/ 2147483646 w 99"/>
              <a:gd name="T21" fmla="*/ 2147483646 h 92"/>
              <a:gd name="T22" fmla="*/ 0 w 99"/>
              <a:gd name="T23" fmla="*/ 2147483646 h 92"/>
              <a:gd name="T24" fmla="*/ 2147483646 w 99"/>
              <a:gd name="T25" fmla="*/ 2147483646 h 92"/>
              <a:gd name="T26" fmla="*/ 2147483646 w 99"/>
              <a:gd name="T27" fmla="*/ 2147483646 h 92"/>
              <a:gd name="T28" fmla="*/ 2147483646 w 99"/>
              <a:gd name="T29" fmla="*/ 2147483646 h 92"/>
              <a:gd name="T30" fmla="*/ 2147483646 w 99"/>
              <a:gd name="T31" fmla="*/ 2147483646 h 92"/>
              <a:gd name="T32" fmla="*/ 2147483646 w 99"/>
              <a:gd name="T33" fmla="*/ 2147483646 h 92"/>
              <a:gd name="T34" fmla="*/ 2147483646 w 99"/>
              <a:gd name="T35" fmla="*/ 2147483646 h 92"/>
              <a:gd name="T36" fmla="*/ 2147483646 w 99"/>
              <a:gd name="T37" fmla="*/ 2147483646 h 92"/>
              <a:gd name="T38" fmla="*/ 2147483646 w 99"/>
              <a:gd name="T39" fmla="*/ 2147483646 h 92"/>
              <a:gd name="T40" fmla="*/ 2147483646 w 99"/>
              <a:gd name="T41" fmla="*/ 2147483646 h 92"/>
              <a:gd name="T42" fmla="*/ 2147483646 w 99"/>
              <a:gd name="T43" fmla="*/ 2147483646 h 92"/>
              <a:gd name="T44" fmla="*/ 2147483646 w 99"/>
              <a:gd name="T45" fmla="*/ 2147483646 h 92"/>
              <a:gd name="T46" fmla="*/ 2147483646 w 99"/>
              <a:gd name="T47" fmla="*/ 2147483646 h 92"/>
              <a:gd name="T48" fmla="*/ 2147483646 w 99"/>
              <a:gd name="T49" fmla="*/ 2147483646 h 92"/>
              <a:gd name="T50" fmla="*/ 2147483646 w 99"/>
              <a:gd name="T51" fmla="*/ 2147483646 h 92"/>
              <a:gd name="T52" fmla="*/ 2147483646 w 99"/>
              <a:gd name="T53" fmla="*/ 2147483646 h 92"/>
              <a:gd name="T54" fmla="*/ 2147483646 w 99"/>
              <a:gd name="T55" fmla="*/ 2147483646 h 92"/>
              <a:gd name="T56" fmla="*/ 2147483646 w 99"/>
              <a:gd name="T57" fmla="*/ 2147483646 h 92"/>
              <a:gd name="T58" fmla="*/ 2147483646 w 99"/>
              <a:gd name="T59" fmla="*/ 2147483646 h 92"/>
              <a:gd name="T60" fmla="*/ 2147483646 w 99"/>
              <a:gd name="T61" fmla="*/ 2147483646 h 92"/>
              <a:gd name="T62" fmla="*/ 2147483646 w 99"/>
              <a:gd name="T63" fmla="*/ 2147483646 h 92"/>
              <a:gd name="T64" fmla="*/ 2147483646 w 99"/>
              <a:gd name="T65" fmla="*/ 2147483646 h 92"/>
              <a:gd name="T66" fmla="*/ 2147483646 w 99"/>
              <a:gd name="T67" fmla="*/ 2147483646 h 92"/>
              <a:gd name="T68" fmla="*/ 2147483646 w 99"/>
              <a:gd name="T69" fmla="*/ 2147483646 h 92"/>
              <a:gd name="T70" fmla="*/ 2147483646 w 99"/>
              <a:gd name="T71" fmla="*/ 2147483646 h 92"/>
              <a:gd name="T72" fmla="*/ 2147483646 w 99"/>
              <a:gd name="T73" fmla="*/ 2147483646 h 92"/>
              <a:gd name="T74" fmla="*/ 2147483646 w 99"/>
              <a:gd name="T75" fmla="*/ 2147483646 h 92"/>
              <a:gd name="T76" fmla="*/ 2147483646 w 99"/>
              <a:gd name="T77" fmla="*/ 2147483646 h 92"/>
              <a:gd name="T78" fmla="*/ 2147483646 w 99"/>
              <a:gd name="T79" fmla="*/ 2147483646 h 92"/>
              <a:gd name="T80" fmla="*/ 2147483646 w 99"/>
              <a:gd name="T81" fmla="*/ 2147483646 h 92"/>
              <a:gd name="T82" fmla="*/ 2147483646 w 99"/>
              <a:gd name="T83" fmla="*/ 2147483646 h 92"/>
              <a:gd name="T84" fmla="*/ 2147483646 w 99"/>
              <a:gd name="T85" fmla="*/ 2147483646 h 92"/>
              <a:gd name="T86" fmla="*/ 2147483646 w 99"/>
              <a:gd name="T87" fmla="*/ 2147483646 h 92"/>
              <a:gd name="T88" fmla="*/ 2147483646 w 99"/>
              <a:gd name="T89" fmla="*/ 2147483646 h 92"/>
              <a:gd name="T90" fmla="*/ 2147483646 w 99"/>
              <a:gd name="T91" fmla="*/ 2147483646 h 92"/>
              <a:gd name="T92" fmla="*/ 2147483646 w 99"/>
              <a:gd name="T93" fmla="*/ 2147483646 h 92"/>
              <a:gd name="T94" fmla="*/ 2147483646 w 99"/>
              <a:gd name="T95" fmla="*/ 2147483646 h 92"/>
              <a:gd name="T96" fmla="*/ 2147483646 w 99"/>
              <a:gd name="T97" fmla="*/ 2147483646 h 92"/>
              <a:gd name="T98" fmla="*/ 2147483646 w 99"/>
              <a:gd name="T99" fmla="*/ 2147483646 h 92"/>
              <a:gd name="T100" fmla="*/ 2147483646 w 99"/>
              <a:gd name="T101" fmla="*/ 2147483646 h 92"/>
              <a:gd name="T102" fmla="*/ 2147483646 w 99"/>
              <a:gd name="T103" fmla="*/ 2147483646 h 92"/>
              <a:gd name="T104" fmla="*/ 2147483646 w 99"/>
              <a:gd name="T105" fmla="*/ 2147483646 h 92"/>
              <a:gd name="T106" fmla="*/ 2147483646 w 99"/>
              <a:gd name="T107" fmla="*/ 2147483646 h 92"/>
              <a:gd name="T108" fmla="*/ 2147483646 w 99"/>
              <a:gd name="T109" fmla="*/ 2147483646 h 92"/>
              <a:gd name="T110" fmla="*/ 2147483646 w 99"/>
              <a:gd name="T111" fmla="*/ 2147483646 h 92"/>
              <a:gd name="T112" fmla="*/ 2147483646 w 99"/>
              <a:gd name="T113" fmla="*/ 2147483646 h 9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9" h="92">
                <a:moveTo>
                  <a:pt x="0" y="89"/>
                </a:moveTo>
                <a:cubicBezTo>
                  <a:pt x="0" y="92"/>
                  <a:pt x="0" y="92"/>
                  <a:pt x="0" y="92"/>
                </a:cubicBezTo>
                <a:cubicBezTo>
                  <a:pt x="3" y="92"/>
                  <a:pt x="3" y="92"/>
                  <a:pt x="3" y="92"/>
                </a:cubicBezTo>
                <a:cubicBezTo>
                  <a:pt x="96" y="92"/>
                  <a:pt x="96" y="92"/>
                  <a:pt x="96" y="92"/>
                </a:cubicBezTo>
                <a:cubicBezTo>
                  <a:pt x="99" y="92"/>
                  <a:pt x="99" y="92"/>
                  <a:pt x="99" y="92"/>
                </a:cubicBezTo>
                <a:cubicBezTo>
                  <a:pt x="99" y="89"/>
                  <a:pt x="99" y="89"/>
                  <a:pt x="99" y="89"/>
                </a:cubicBezTo>
                <a:cubicBezTo>
                  <a:pt x="99" y="52"/>
                  <a:pt x="99" y="52"/>
                  <a:pt x="99" y="52"/>
                </a:cubicBezTo>
                <a:cubicBezTo>
                  <a:pt x="99" y="46"/>
                  <a:pt x="94" y="42"/>
                  <a:pt x="89" y="41"/>
                </a:cubicBezTo>
                <a:cubicBezTo>
                  <a:pt x="75" y="38"/>
                  <a:pt x="64" y="42"/>
                  <a:pt x="55" y="31"/>
                </a:cubicBezTo>
                <a:cubicBezTo>
                  <a:pt x="52" y="28"/>
                  <a:pt x="49" y="23"/>
                  <a:pt x="45" y="19"/>
                </a:cubicBezTo>
                <a:cubicBezTo>
                  <a:pt x="29" y="0"/>
                  <a:pt x="1" y="13"/>
                  <a:pt x="1" y="32"/>
                </a:cubicBezTo>
                <a:cubicBezTo>
                  <a:pt x="0" y="89"/>
                  <a:pt x="0" y="89"/>
                  <a:pt x="0" y="89"/>
                </a:cubicBezTo>
                <a:close/>
                <a:moveTo>
                  <a:pt x="88" y="73"/>
                </a:moveTo>
                <a:cubicBezTo>
                  <a:pt x="93" y="73"/>
                  <a:pt x="93" y="73"/>
                  <a:pt x="93" y="73"/>
                </a:cubicBezTo>
                <a:cubicBezTo>
                  <a:pt x="93" y="87"/>
                  <a:pt x="93" y="87"/>
                  <a:pt x="93" y="87"/>
                </a:cubicBezTo>
                <a:cubicBezTo>
                  <a:pt x="6" y="87"/>
                  <a:pt x="6" y="87"/>
                  <a:pt x="6" y="87"/>
                </a:cubicBezTo>
                <a:cubicBezTo>
                  <a:pt x="6" y="73"/>
                  <a:pt x="6" y="73"/>
                  <a:pt x="6" y="73"/>
                </a:cubicBezTo>
                <a:cubicBezTo>
                  <a:pt x="12" y="73"/>
                  <a:pt x="12" y="73"/>
                  <a:pt x="12" y="73"/>
                </a:cubicBezTo>
                <a:cubicBezTo>
                  <a:pt x="12" y="81"/>
                  <a:pt x="12" y="81"/>
                  <a:pt x="12" y="81"/>
                </a:cubicBezTo>
                <a:cubicBezTo>
                  <a:pt x="16" y="81"/>
                  <a:pt x="16" y="81"/>
                  <a:pt x="16" y="81"/>
                </a:cubicBezTo>
                <a:cubicBezTo>
                  <a:pt x="16" y="73"/>
                  <a:pt x="16" y="73"/>
                  <a:pt x="16" y="73"/>
                </a:cubicBezTo>
                <a:cubicBezTo>
                  <a:pt x="18" y="73"/>
                  <a:pt x="18" y="73"/>
                  <a:pt x="18" y="73"/>
                </a:cubicBezTo>
                <a:cubicBezTo>
                  <a:pt x="18" y="81"/>
                  <a:pt x="18" y="81"/>
                  <a:pt x="18" y="81"/>
                </a:cubicBezTo>
                <a:cubicBezTo>
                  <a:pt x="22" y="81"/>
                  <a:pt x="22" y="81"/>
                  <a:pt x="22" y="81"/>
                </a:cubicBezTo>
                <a:cubicBezTo>
                  <a:pt x="22" y="73"/>
                  <a:pt x="22" y="73"/>
                  <a:pt x="22" y="73"/>
                </a:cubicBezTo>
                <a:cubicBezTo>
                  <a:pt x="29" y="73"/>
                  <a:pt x="29" y="73"/>
                  <a:pt x="29" y="73"/>
                </a:cubicBezTo>
                <a:cubicBezTo>
                  <a:pt x="29" y="81"/>
                  <a:pt x="29" y="81"/>
                  <a:pt x="29" y="81"/>
                </a:cubicBezTo>
                <a:cubicBezTo>
                  <a:pt x="33" y="81"/>
                  <a:pt x="33" y="81"/>
                  <a:pt x="33" y="81"/>
                </a:cubicBezTo>
                <a:cubicBezTo>
                  <a:pt x="33" y="73"/>
                  <a:pt x="33" y="73"/>
                  <a:pt x="33" y="73"/>
                </a:cubicBezTo>
                <a:cubicBezTo>
                  <a:pt x="35" y="73"/>
                  <a:pt x="35" y="73"/>
                  <a:pt x="35" y="73"/>
                </a:cubicBezTo>
                <a:cubicBezTo>
                  <a:pt x="35" y="81"/>
                  <a:pt x="35" y="81"/>
                  <a:pt x="35" y="81"/>
                </a:cubicBezTo>
                <a:cubicBezTo>
                  <a:pt x="39" y="81"/>
                  <a:pt x="39" y="81"/>
                  <a:pt x="39" y="81"/>
                </a:cubicBezTo>
                <a:cubicBezTo>
                  <a:pt x="39" y="73"/>
                  <a:pt x="39" y="73"/>
                  <a:pt x="39" y="73"/>
                </a:cubicBezTo>
                <a:cubicBezTo>
                  <a:pt x="41" y="73"/>
                  <a:pt x="41" y="73"/>
                  <a:pt x="41" y="73"/>
                </a:cubicBezTo>
                <a:cubicBezTo>
                  <a:pt x="41" y="81"/>
                  <a:pt x="41" y="81"/>
                  <a:pt x="41" y="81"/>
                </a:cubicBezTo>
                <a:cubicBezTo>
                  <a:pt x="45" y="81"/>
                  <a:pt x="45" y="81"/>
                  <a:pt x="45" y="81"/>
                </a:cubicBezTo>
                <a:cubicBezTo>
                  <a:pt x="45" y="73"/>
                  <a:pt x="45" y="73"/>
                  <a:pt x="45" y="73"/>
                </a:cubicBezTo>
                <a:cubicBezTo>
                  <a:pt x="55" y="73"/>
                  <a:pt x="55" y="73"/>
                  <a:pt x="55" y="73"/>
                </a:cubicBezTo>
                <a:cubicBezTo>
                  <a:pt x="55" y="81"/>
                  <a:pt x="55" y="81"/>
                  <a:pt x="55" y="81"/>
                </a:cubicBezTo>
                <a:cubicBezTo>
                  <a:pt x="59" y="81"/>
                  <a:pt x="59" y="81"/>
                  <a:pt x="59" y="81"/>
                </a:cubicBezTo>
                <a:cubicBezTo>
                  <a:pt x="59" y="73"/>
                  <a:pt x="59" y="73"/>
                  <a:pt x="59" y="73"/>
                </a:cubicBezTo>
                <a:cubicBezTo>
                  <a:pt x="61" y="73"/>
                  <a:pt x="61" y="73"/>
                  <a:pt x="61" y="73"/>
                </a:cubicBezTo>
                <a:cubicBezTo>
                  <a:pt x="61" y="81"/>
                  <a:pt x="61" y="81"/>
                  <a:pt x="61" y="81"/>
                </a:cubicBezTo>
                <a:cubicBezTo>
                  <a:pt x="65" y="81"/>
                  <a:pt x="65" y="81"/>
                  <a:pt x="65" y="81"/>
                </a:cubicBezTo>
                <a:cubicBezTo>
                  <a:pt x="65" y="73"/>
                  <a:pt x="65" y="73"/>
                  <a:pt x="65" y="73"/>
                </a:cubicBezTo>
                <a:cubicBezTo>
                  <a:pt x="72" y="73"/>
                  <a:pt x="72" y="73"/>
                  <a:pt x="72" y="73"/>
                </a:cubicBezTo>
                <a:cubicBezTo>
                  <a:pt x="72" y="81"/>
                  <a:pt x="72" y="81"/>
                  <a:pt x="72" y="81"/>
                </a:cubicBezTo>
                <a:cubicBezTo>
                  <a:pt x="75" y="81"/>
                  <a:pt x="75" y="81"/>
                  <a:pt x="75" y="81"/>
                </a:cubicBezTo>
                <a:cubicBezTo>
                  <a:pt x="75" y="73"/>
                  <a:pt x="75" y="73"/>
                  <a:pt x="75" y="73"/>
                </a:cubicBezTo>
                <a:cubicBezTo>
                  <a:pt x="78" y="73"/>
                  <a:pt x="78" y="73"/>
                  <a:pt x="78" y="73"/>
                </a:cubicBezTo>
                <a:cubicBezTo>
                  <a:pt x="78" y="81"/>
                  <a:pt x="78" y="81"/>
                  <a:pt x="78" y="81"/>
                </a:cubicBezTo>
                <a:cubicBezTo>
                  <a:pt x="82" y="81"/>
                  <a:pt x="82" y="81"/>
                  <a:pt x="82" y="81"/>
                </a:cubicBezTo>
                <a:cubicBezTo>
                  <a:pt x="82" y="73"/>
                  <a:pt x="82" y="73"/>
                  <a:pt x="82" y="73"/>
                </a:cubicBezTo>
                <a:cubicBezTo>
                  <a:pt x="84" y="73"/>
                  <a:pt x="84" y="73"/>
                  <a:pt x="84" y="73"/>
                </a:cubicBezTo>
                <a:cubicBezTo>
                  <a:pt x="84" y="81"/>
                  <a:pt x="84" y="81"/>
                  <a:pt x="84" y="81"/>
                </a:cubicBezTo>
                <a:cubicBezTo>
                  <a:pt x="88" y="81"/>
                  <a:pt x="88" y="81"/>
                  <a:pt x="88" y="81"/>
                </a:cubicBezTo>
                <a:lnTo>
                  <a:pt x="88" y="73"/>
                </a:lnTo>
                <a:close/>
              </a:path>
            </a:pathLst>
          </a:custGeom>
          <a:solidFill>
            <a:schemeClr val="accent1"/>
          </a:solidFill>
          <a:ln>
            <a:noFill/>
          </a:ln>
        </p:spPr>
        <p:txBody>
          <a:bodyPr/>
          <a:lstStyle/>
          <a:p>
            <a:endParaRPr lang="zh-CN" altLang="en-US" sz="1015">
              <a:cs typeface="+mn-ea"/>
              <a:sym typeface="+mn-lt"/>
            </a:endParaRPr>
          </a:p>
        </p:txBody>
      </p:sp>
      <p:sp>
        <p:nvSpPr>
          <p:cNvPr id="34" name="矩形 33"/>
          <p:cNvSpPr/>
          <p:nvPr/>
        </p:nvSpPr>
        <p:spPr>
          <a:xfrm>
            <a:off x="866821" y="3610318"/>
            <a:ext cx="2597051" cy="1248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grpSp>
        <p:nvGrpSpPr>
          <p:cNvPr id="3" name="组合 2"/>
          <p:cNvGrpSpPr/>
          <p:nvPr/>
        </p:nvGrpSpPr>
        <p:grpSpPr>
          <a:xfrm>
            <a:off x="4330274" y="1314918"/>
            <a:ext cx="4631622" cy="1079570"/>
            <a:chOff x="4330274" y="1314918"/>
            <a:chExt cx="4631622" cy="1079570"/>
          </a:xfrm>
        </p:grpSpPr>
        <p:sp>
          <p:nvSpPr>
            <p:cNvPr id="5" name="泪滴形 4"/>
            <p:cNvSpPr/>
            <p:nvPr/>
          </p:nvSpPr>
          <p:spPr>
            <a:xfrm>
              <a:off x="4330274" y="1714878"/>
              <a:ext cx="360336" cy="360336"/>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40" name="矩形 39"/>
            <p:cNvSpPr/>
            <p:nvPr/>
          </p:nvSpPr>
          <p:spPr>
            <a:xfrm>
              <a:off x="4914047" y="1314918"/>
              <a:ext cx="4047849" cy="10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请输入文本请输入文本请输入文本请输入文本请输亮亮图文旗舰店  https://liangliangtuwen.tmall.com</a:t>
              </a:r>
              <a:endParaRPr lang="zh-CN" altLang="en-US" dirty="0">
                <a:solidFill>
                  <a:schemeClr val="tx1"/>
                </a:solidFill>
                <a:cs typeface="+mn-ea"/>
                <a:sym typeface="+mn-lt"/>
              </a:endParaRPr>
            </a:p>
          </p:txBody>
        </p:sp>
      </p:grpSp>
      <p:grpSp>
        <p:nvGrpSpPr>
          <p:cNvPr id="4" name="组合 3"/>
          <p:cNvGrpSpPr/>
          <p:nvPr/>
        </p:nvGrpSpPr>
        <p:grpSpPr>
          <a:xfrm>
            <a:off x="4330274" y="2530748"/>
            <a:ext cx="4631622" cy="1079570"/>
            <a:chOff x="4330274" y="2530748"/>
            <a:chExt cx="4631622" cy="1079570"/>
          </a:xfrm>
        </p:grpSpPr>
        <p:sp>
          <p:nvSpPr>
            <p:cNvPr id="41" name="泪滴形 40"/>
            <p:cNvSpPr/>
            <p:nvPr/>
          </p:nvSpPr>
          <p:spPr>
            <a:xfrm>
              <a:off x="4330274" y="2930708"/>
              <a:ext cx="360336" cy="360336"/>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44" name="矩形 43"/>
            <p:cNvSpPr/>
            <p:nvPr/>
          </p:nvSpPr>
          <p:spPr>
            <a:xfrm>
              <a:off x="4914047" y="2530748"/>
              <a:ext cx="4047849" cy="10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grpSp>
        <p:nvGrpSpPr>
          <p:cNvPr id="6" name="组合 5"/>
          <p:cNvGrpSpPr/>
          <p:nvPr/>
        </p:nvGrpSpPr>
        <p:grpSpPr>
          <a:xfrm>
            <a:off x="4330274" y="3746578"/>
            <a:ext cx="4631622" cy="1079570"/>
            <a:chOff x="4330274" y="3746578"/>
            <a:chExt cx="4631622" cy="1079570"/>
          </a:xfrm>
        </p:grpSpPr>
        <p:sp>
          <p:nvSpPr>
            <p:cNvPr id="45" name="泪滴形 44"/>
            <p:cNvSpPr/>
            <p:nvPr/>
          </p:nvSpPr>
          <p:spPr>
            <a:xfrm>
              <a:off x="4330274" y="4146539"/>
              <a:ext cx="360336" cy="360336"/>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46" name="矩形 45"/>
            <p:cNvSpPr/>
            <p:nvPr/>
          </p:nvSpPr>
          <p:spPr>
            <a:xfrm>
              <a:off x="4914047" y="3746578"/>
              <a:ext cx="4047849" cy="10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1000"/>
                                        <p:tgtEl>
                                          <p:spTgt spid="34"/>
                                        </p:tgtEl>
                                      </p:cBhvr>
                                    </p:animEffect>
                                    <p:anim calcmode="lin" valueType="num">
                                      <p:cBhvr>
                                        <p:cTn id="14" dur="1000" fill="hold"/>
                                        <p:tgtEl>
                                          <p:spTgt spid="34"/>
                                        </p:tgtEl>
                                        <p:attrNameLst>
                                          <p:attrName>ppt_x</p:attrName>
                                        </p:attrNameLst>
                                      </p:cBhvr>
                                      <p:tavLst>
                                        <p:tav tm="0">
                                          <p:val>
                                            <p:strVal val="#ppt_x"/>
                                          </p:val>
                                        </p:tav>
                                        <p:tav tm="100000">
                                          <p:val>
                                            <p:strVal val="#ppt_x"/>
                                          </p:val>
                                        </p:tav>
                                      </p:tavLst>
                                    </p:anim>
                                    <p:anim calcmode="lin" valueType="num">
                                      <p:cBhvr>
                                        <p:cTn id="15" dur="1000" fill="hold"/>
                                        <p:tgtEl>
                                          <p:spTgt spid="3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2" presetClass="entr" presetSubtype="4"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p:tgtEl>
                                          <p:spTgt spid="3"/>
                                        </p:tgtEl>
                                        <p:attrNameLst>
                                          <p:attrName>ppt_y</p:attrName>
                                        </p:attrNameLst>
                                      </p:cBhvr>
                                      <p:tavLst>
                                        <p:tav tm="0">
                                          <p:val>
                                            <p:strVal val="#ppt_y+#ppt_h*1.125000"/>
                                          </p:val>
                                        </p:tav>
                                        <p:tav tm="100000">
                                          <p:val>
                                            <p:strVal val="#ppt_y"/>
                                          </p:val>
                                        </p:tav>
                                      </p:tavLst>
                                    </p:anim>
                                    <p:animEffect transition="in" filter="wipe(up)">
                                      <p:cBhvr>
                                        <p:cTn id="20" dur="500"/>
                                        <p:tgtEl>
                                          <p:spTgt spid="3"/>
                                        </p:tgtEl>
                                      </p:cBhvr>
                                    </p:animEffect>
                                  </p:childTnLst>
                                </p:cTn>
                              </p:par>
                            </p:childTnLst>
                          </p:cTn>
                        </p:par>
                        <p:par>
                          <p:cTn id="21" fill="hold">
                            <p:stCondLst>
                              <p:cond delay="2500"/>
                            </p:stCondLst>
                            <p:childTnLst>
                              <p:par>
                                <p:cTn id="22" presetID="12" presetClass="entr" presetSubtype="4"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p:tgtEl>
                                          <p:spTgt spid="4"/>
                                        </p:tgtEl>
                                        <p:attrNameLst>
                                          <p:attrName>ppt_y</p:attrName>
                                        </p:attrNameLst>
                                      </p:cBhvr>
                                      <p:tavLst>
                                        <p:tav tm="0">
                                          <p:val>
                                            <p:strVal val="#ppt_y+#ppt_h*1.125000"/>
                                          </p:val>
                                        </p:tav>
                                        <p:tav tm="100000">
                                          <p:val>
                                            <p:strVal val="#ppt_y"/>
                                          </p:val>
                                        </p:tav>
                                      </p:tavLst>
                                    </p:anim>
                                    <p:animEffect transition="in" filter="wipe(up)">
                                      <p:cBhvr>
                                        <p:cTn id="25" dur="500"/>
                                        <p:tgtEl>
                                          <p:spTgt spid="4"/>
                                        </p:tgtEl>
                                      </p:cBhvr>
                                    </p:animEffect>
                                  </p:childTnLst>
                                </p:cTn>
                              </p:par>
                            </p:childTnLst>
                          </p:cTn>
                        </p:par>
                        <p:par>
                          <p:cTn id="26" fill="hold">
                            <p:stCondLst>
                              <p:cond delay="3000"/>
                            </p:stCondLst>
                            <p:childTnLst>
                              <p:par>
                                <p:cTn id="27" presetID="12" presetClass="entr" presetSubtype="4"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p:tgtEl>
                                          <p:spTgt spid="6"/>
                                        </p:tgtEl>
                                        <p:attrNameLst>
                                          <p:attrName>ppt_y</p:attrName>
                                        </p:attrNameLst>
                                      </p:cBhvr>
                                      <p:tavLst>
                                        <p:tav tm="0">
                                          <p:val>
                                            <p:strVal val="#ppt_y+#ppt_h*1.125000"/>
                                          </p:val>
                                        </p:tav>
                                        <p:tav tm="100000">
                                          <p:val>
                                            <p:strVal val="#ppt_y"/>
                                          </p:val>
                                        </p:tav>
                                      </p:tavLst>
                                    </p:anim>
                                    <p:animEffect transition="in" filter="wipe(up)">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screen"/>
          <a:srcRect/>
          <a:stretch>
            <a:fill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smtClean="0">
                <a:solidFill>
                  <a:schemeClr val="bg1"/>
                </a:solidFill>
                <a:cs typeface="+mn-ea"/>
                <a:sym typeface="+mn-lt"/>
              </a:rPr>
              <a:t>单击此处添加文字标题</a:t>
            </a:r>
            <a:endParaRPr lang="zh-CN" altLang="en-US" sz="3200" b="1" dirty="0">
              <a:solidFill>
                <a:schemeClr val="bg1"/>
              </a:solidFill>
              <a:cs typeface="+mn-ea"/>
              <a:sym typeface="+mn-lt"/>
            </a:endParaRP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smtClean="0">
                <a:solidFill>
                  <a:srgbClr val="FFFFFF"/>
                </a:solidFill>
                <a:cs typeface="+mn-ea"/>
                <a:sym typeface="+mn-lt"/>
              </a:rPr>
              <a:t>4</a:t>
            </a:r>
            <a:endParaRPr lang="en-US" sz="3600" b="1" dirty="0">
              <a:solidFill>
                <a:srgbClr val="FFFFFF"/>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3"/>
          <p:cNvSpPr>
            <a:spLocks noGrp="1"/>
          </p:cNvSpPr>
          <p:nvPr>
            <p:ph type="title" idx="4294967295"/>
          </p:nvPr>
        </p:nvSpPr>
        <p:spPr>
          <a:xfrm>
            <a:off x="628650" y="273844"/>
            <a:ext cx="7886700" cy="994172"/>
          </a:xfrm>
        </p:spPr>
        <p:txBody>
          <a:bodyPr/>
          <a:lstStyle/>
          <a:p>
            <a:pPr eaLnBrk="1" hangingPunct="1"/>
            <a:r>
              <a:rPr lang="zh-CN" altLang="en-US" dirty="0" smtClean="0">
                <a:latin typeface="+mn-lt"/>
                <a:ea typeface="+mn-ea"/>
                <a:cs typeface="+mn-ea"/>
                <a:sym typeface="+mn-lt"/>
              </a:rPr>
              <a:t> </a:t>
            </a:r>
            <a:endParaRPr lang="en-US" altLang="zh-CN" dirty="0">
              <a:latin typeface="+mn-lt"/>
              <a:ea typeface="+mn-ea"/>
              <a:cs typeface="+mn-ea"/>
              <a:sym typeface="+mn-lt"/>
            </a:endParaRPr>
          </a:p>
        </p:txBody>
      </p:sp>
      <p:sp>
        <p:nvSpPr>
          <p:cNvPr id="72" name="矩形 71"/>
          <p:cNvSpPr/>
          <p:nvPr/>
        </p:nvSpPr>
        <p:spPr>
          <a:xfrm>
            <a:off x="1221817" y="2998596"/>
            <a:ext cx="2770406" cy="1035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a:t>
            </a:r>
            <a:endParaRPr lang="zh-CN" altLang="en-US" dirty="0">
              <a:solidFill>
                <a:schemeClr val="tx1"/>
              </a:solidFill>
              <a:cs typeface="+mn-ea"/>
              <a:sym typeface="+mn-lt"/>
            </a:endParaRPr>
          </a:p>
          <a:p>
            <a:pPr algn="ctr">
              <a:lnSpc>
                <a:spcPct val="150000"/>
              </a:lnSpc>
            </a:pPr>
            <a:r>
              <a:rPr lang="zh-CN" altLang="en-US" dirty="0">
                <a:solidFill>
                  <a:schemeClr val="tx1"/>
                </a:solidFill>
                <a:cs typeface="+mn-ea"/>
                <a:sym typeface="+mn-lt"/>
              </a:rPr>
              <a:t>亮亮图文旗舰店  https://liangliangtuwen.tmall.com</a:t>
            </a:r>
            <a:endParaRPr lang="zh-CN" altLang="en-US" dirty="0">
              <a:solidFill>
                <a:schemeClr val="tx1"/>
              </a:solidFill>
              <a:cs typeface="+mn-ea"/>
              <a:sym typeface="+mn-lt"/>
            </a:endParaRPr>
          </a:p>
        </p:txBody>
      </p:sp>
      <p:sp>
        <p:nvSpPr>
          <p:cNvPr id="73" name="圆角矩形 85"/>
          <p:cNvSpPr/>
          <p:nvPr/>
        </p:nvSpPr>
        <p:spPr>
          <a:xfrm>
            <a:off x="1221817" y="2423586"/>
            <a:ext cx="2813751" cy="47078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600" dirty="0">
                <a:solidFill>
                  <a:srgbClr val="FEFFFF"/>
                </a:solidFill>
                <a:cs typeface="+mn-ea"/>
                <a:sym typeface="+mn-lt"/>
              </a:rPr>
              <a:t>请输入您的小标题</a:t>
            </a:r>
            <a:endParaRPr lang="zh-CN" altLang="zh-CN" sz="1600" dirty="0">
              <a:solidFill>
                <a:srgbClr val="FEFFFF"/>
              </a:solidFill>
              <a:cs typeface="+mn-ea"/>
              <a:sym typeface="+mn-lt"/>
            </a:endParaRPr>
          </a:p>
        </p:txBody>
      </p:sp>
      <p:sp>
        <p:nvSpPr>
          <p:cNvPr id="15" name="矩形 14"/>
          <p:cNvSpPr/>
          <p:nvPr/>
        </p:nvSpPr>
        <p:spPr>
          <a:xfrm>
            <a:off x="4981225" y="3020019"/>
            <a:ext cx="2770406" cy="1035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16" name="圆角矩形 85"/>
          <p:cNvSpPr/>
          <p:nvPr/>
        </p:nvSpPr>
        <p:spPr>
          <a:xfrm>
            <a:off x="4981225" y="2445009"/>
            <a:ext cx="2813751" cy="47078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600" dirty="0">
                <a:solidFill>
                  <a:srgbClr val="FEFFFF"/>
                </a:solidFill>
                <a:cs typeface="+mn-ea"/>
                <a:sym typeface="+mn-lt"/>
              </a:rPr>
              <a:t>请输入您的小标题</a:t>
            </a:r>
            <a:endParaRPr lang="zh-CN" altLang="zh-CN" sz="1600" dirty="0">
              <a:solidFill>
                <a:srgbClr val="FEFFFF"/>
              </a:solidFill>
              <a:cs typeface="+mn-ea"/>
              <a:sym typeface="+mn-lt"/>
            </a:endParaRPr>
          </a:p>
        </p:txBody>
      </p:sp>
      <p:sp>
        <p:nvSpPr>
          <p:cNvPr id="3" name="文本框 2"/>
          <p:cNvSpPr txBox="1"/>
          <p:nvPr/>
        </p:nvSpPr>
        <p:spPr>
          <a:xfrm>
            <a:off x="1510437" y="1872679"/>
            <a:ext cx="2236510" cy="400110"/>
          </a:xfrm>
          <a:prstGeom prst="rect">
            <a:avLst/>
          </a:prstGeom>
          <a:noFill/>
        </p:spPr>
        <p:txBody>
          <a:bodyPr wrap="none" rtlCol="0">
            <a:spAutoFit/>
          </a:bodyPr>
          <a:lstStyle/>
          <a:p>
            <a:r>
              <a:rPr lang="zh-CN" altLang="en-US" sz="2000" b="1" dirty="0" smtClean="0"/>
              <a:t>单击此处添加文字</a:t>
            </a:r>
            <a:endParaRPr lang="zh-CN" altLang="en-US" sz="2000" b="1" dirty="0"/>
          </a:p>
        </p:txBody>
      </p:sp>
      <p:sp>
        <p:nvSpPr>
          <p:cNvPr id="14" name="文本框 13"/>
          <p:cNvSpPr txBox="1"/>
          <p:nvPr/>
        </p:nvSpPr>
        <p:spPr>
          <a:xfrm>
            <a:off x="5248173" y="1871448"/>
            <a:ext cx="2236510" cy="400110"/>
          </a:xfrm>
          <a:prstGeom prst="rect">
            <a:avLst/>
          </a:prstGeom>
          <a:noFill/>
        </p:spPr>
        <p:txBody>
          <a:bodyPr wrap="none" rtlCol="0">
            <a:spAutoFit/>
          </a:bodyPr>
          <a:lstStyle/>
          <a:p>
            <a:r>
              <a:rPr lang="zh-CN" altLang="en-US" sz="2000" b="1" dirty="0" smtClean="0"/>
              <a:t>单击此处添加文字</a:t>
            </a:r>
            <a:endParaRPr lang="zh-CN" altLang="en-US" sz="2000" b="1" dirty="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barn(inVertical)">
                                      <p:cBhvr>
                                        <p:cTn id="11" dur="500"/>
                                        <p:tgtEl>
                                          <p:spTgt spid="73"/>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fade">
                                      <p:cBhvr>
                                        <p:cTn id="15" dur="500"/>
                                        <p:tgtEl>
                                          <p:spTgt spid="72"/>
                                        </p:tgtEl>
                                      </p:cBhvr>
                                    </p:animEffect>
                                    <p:anim calcmode="lin" valueType="num">
                                      <p:cBhvr>
                                        <p:cTn id="16" dur="500" fill="hold"/>
                                        <p:tgtEl>
                                          <p:spTgt spid="72"/>
                                        </p:tgtEl>
                                        <p:attrNameLst>
                                          <p:attrName>ppt_x</p:attrName>
                                        </p:attrNameLst>
                                      </p:cBhvr>
                                      <p:tavLst>
                                        <p:tav tm="0">
                                          <p:val>
                                            <p:strVal val="#ppt_x"/>
                                          </p:val>
                                        </p:tav>
                                        <p:tav tm="100000">
                                          <p:val>
                                            <p:strVal val="#ppt_x"/>
                                          </p:val>
                                        </p:tav>
                                      </p:tavLst>
                                    </p:anim>
                                    <p:anim calcmode="lin" valueType="num">
                                      <p:cBhvr>
                                        <p:cTn id="17" dur="500" fill="hold"/>
                                        <p:tgtEl>
                                          <p:spTgt spid="72"/>
                                        </p:tgtEl>
                                        <p:attrNameLst>
                                          <p:attrName>ppt_y</p:attrName>
                                        </p:attrNameLst>
                                      </p:cBhvr>
                                      <p:tavLst>
                                        <p:tav tm="0">
                                          <p:val>
                                            <p:strVal val="#ppt_y+.1"/>
                                          </p:val>
                                        </p:tav>
                                        <p:tav tm="100000">
                                          <p:val>
                                            <p:strVal val="#ppt_y"/>
                                          </p:val>
                                        </p:tav>
                                      </p:tavLst>
                                    </p:anim>
                                  </p:childTnLst>
                                </p:cTn>
                              </p:par>
                              <p:par>
                                <p:cTn id="18" presetID="22" presetClass="entr" presetSubtype="8"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par>
                          <p:cTn id="21" fill="hold">
                            <p:stCondLst>
                              <p:cond delay="1500"/>
                            </p:stCondLst>
                            <p:childTnLst>
                              <p:par>
                                <p:cTn id="22" presetID="16" presetClass="entr" presetSubtype="21"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inVertical)">
                                      <p:cBhvr>
                                        <p:cTn id="24" dur="500"/>
                                        <p:tgtEl>
                                          <p:spTgt spid="16"/>
                                        </p:tgtEl>
                                      </p:cBhvr>
                                    </p:animEffect>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anim calcmode="lin" valueType="num">
                                      <p:cBhvr>
                                        <p:cTn id="29" dur="500" fill="hold"/>
                                        <p:tgtEl>
                                          <p:spTgt spid="15"/>
                                        </p:tgtEl>
                                        <p:attrNameLst>
                                          <p:attrName>ppt_x</p:attrName>
                                        </p:attrNameLst>
                                      </p:cBhvr>
                                      <p:tavLst>
                                        <p:tav tm="0">
                                          <p:val>
                                            <p:strVal val="#ppt_x"/>
                                          </p:val>
                                        </p:tav>
                                        <p:tav tm="100000">
                                          <p:val>
                                            <p:strVal val="#ppt_x"/>
                                          </p:val>
                                        </p:tav>
                                      </p:tavLst>
                                    </p:anim>
                                    <p:anim calcmode="lin" valueType="num">
                                      <p:cBhvr>
                                        <p:cTn id="3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animBg="1"/>
      <p:bldP spid="15" grpId="0"/>
      <p:bldP spid="16" grpId="0" animBg="1"/>
      <p:bldP spid="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3"/>
          <p:cNvSpPr>
            <a:spLocks noGrp="1"/>
          </p:cNvSpPr>
          <p:nvPr>
            <p:ph type="title" idx="4294967295"/>
          </p:nvPr>
        </p:nvSpPr>
        <p:spPr>
          <a:xfrm>
            <a:off x="628650" y="273844"/>
            <a:ext cx="7886700" cy="994172"/>
          </a:xfrm>
        </p:spPr>
        <p:txBody>
          <a:bodyPr/>
          <a:lstStyle/>
          <a:p>
            <a:r>
              <a:rPr lang="zh-CN" altLang="en-US" dirty="0" smtClean="0">
                <a:latin typeface="+mn-lt"/>
                <a:ea typeface="+mn-ea"/>
                <a:cs typeface="+mn-ea"/>
                <a:sym typeface="+mn-lt"/>
              </a:rPr>
              <a:t> </a:t>
            </a:r>
            <a:endParaRPr lang="en-US" altLang="zh-CN" dirty="0">
              <a:latin typeface="+mn-lt"/>
              <a:ea typeface="+mn-ea"/>
              <a:cs typeface="+mn-ea"/>
              <a:sym typeface="+mn-lt"/>
            </a:endParaRPr>
          </a:p>
        </p:txBody>
      </p:sp>
      <p:sp>
        <p:nvSpPr>
          <p:cNvPr id="95" name="任意多边形: 形状 94"/>
          <p:cNvSpPr/>
          <p:nvPr/>
        </p:nvSpPr>
        <p:spPr>
          <a:xfrm>
            <a:off x="400490" y="2118265"/>
            <a:ext cx="1494930" cy="1562101"/>
          </a:xfrm>
          <a:custGeom>
            <a:avLst/>
            <a:gdLst>
              <a:gd name="connsiteX0" fmla="*/ 996620 w 1993240"/>
              <a:gd name="connsiteY0" fmla="*/ 159195 h 3192047"/>
              <a:gd name="connsiteX1" fmla="*/ 79767 w 1993240"/>
              <a:gd name="connsiteY1" fmla="*/ 1595684 h 3192047"/>
              <a:gd name="connsiteX2" fmla="*/ 996620 w 1993240"/>
              <a:gd name="connsiteY2" fmla="*/ 3032173 h 3192047"/>
              <a:gd name="connsiteX3" fmla="*/ 1913473 w 1993240"/>
              <a:gd name="connsiteY3" fmla="*/ 1595684 h 3192047"/>
              <a:gd name="connsiteX4" fmla="*/ 996620 w 1993240"/>
              <a:gd name="connsiteY4" fmla="*/ 159195 h 3192047"/>
              <a:gd name="connsiteX5" fmla="*/ 996620 w 1993240"/>
              <a:gd name="connsiteY5" fmla="*/ 0 h 3192047"/>
              <a:gd name="connsiteX6" fmla="*/ 1993240 w 1993240"/>
              <a:gd name="connsiteY6" fmla="*/ 1596024 h 3192047"/>
              <a:gd name="connsiteX7" fmla="*/ 996620 w 1993240"/>
              <a:gd name="connsiteY7" fmla="*/ 3192047 h 3192047"/>
              <a:gd name="connsiteX8" fmla="*/ 0 w 1993240"/>
              <a:gd name="connsiteY8" fmla="*/ 1596024 h 3192047"/>
              <a:gd name="connsiteX9" fmla="*/ 996620 w 1993240"/>
              <a:gd name="connsiteY9" fmla="*/ 0 h 319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240" h="3192047">
                <a:moveTo>
                  <a:pt x="996620" y="159195"/>
                </a:moveTo>
                <a:cubicBezTo>
                  <a:pt x="490256" y="159195"/>
                  <a:pt x="79767" y="802331"/>
                  <a:pt x="79767" y="1595684"/>
                </a:cubicBezTo>
                <a:cubicBezTo>
                  <a:pt x="79767" y="2389037"/>
                  <a:pt x="490256" y="3032173"/>
                  <a:pt x="996620" y="3032173"/>
                </a:cubicBezTo>
                <a:cubicBezTo>
                  <a:pt x="1502984" y="3032173"/>
                  <a:pt x="1913473" y="2389037"/>
                  <a:pt x="1913473" y="1595684"/>
                </a:cubicBezTo>
                <a:cubicBezTo>
                  <a:pt x="1913473" y="802331"/>
                  <a:pt x="1502984" y="159195"/>
                  <a:pt x="996620" y="159195"/>
                </a:cubicBezTo>
                <a:close/>
                <a:moveTo>
                  <a:pt x="996620" y="0"/>
                </a:moveTo>
                <a:cubicBezTo>
                  <a:pt x="1547038" y="0"/>
                  <a:pt x="1993240" y="714564"/>
                  <a:pt x="1993240" y="1596024"/>
                </a:cubicBezTo>
                <a:cubicBezTo>
                  <a:pt x="1993240" y="2477483"/>
                  <a:pt x="1547038" y="3192047"/>
                  <a:pt x="996620" y="3192047"/>
                </a:cubicBezTo>
                <a:cubicBezTo>
                  <a:pt x="446202" y="3192047"/>
                  <a:pt x="0" y="2477483"/>
                  <a:pt x="0" y="1596024"/>
                </a:cubicBezTo>
                <a:cubicBezTo>
                  <a:pt x="0" y="714564"/>
                  <a:pt x="446202" y="0"/>
                  <a:pt x="99662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3600" b="1" dirty="0">
                <a:solidFill>
                  <a:schemeClr val="tx1"/>
                </a:solidFill>
                <a:cs typeface="+mn-ea"/>
                <a:sym typeface="+mn-lt"/>
              </a:rPr>
              <a:t>文本</a:t>
            </a:r>
            <a:endParaRPr lang="zh-CN" altLang="en-US" sz="3000" dirty="0">
              <a:solidFill>
                <a:schemeClr val="tx1"/>
              </a:solidFill>
              <a:cs typeface="+mn-ea"/>
              <a:sym typeface="+mn-lt"/>
            </a:endParaRPr>
          </a:p>
        </p:txBody>
      </p:sp>
      <p:sp>
        <p:nvSpPr>
          <p:cNvPr id="96" name="矩形 95"/>
          <p:cNvSpPr/>
          <p:nvPr/>
        </p:nvSpPr>
        <p:spPr>
          <a:xfrm>
            <a:off x="2028371" y="1268016"/>
            <a:ext cx="2262074"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p:txBody>
      </p:sp>
      <p:sp>
        <p:nvSpPr>
          <p:cNvPr id="119" name="任意多边形: 形状 118"/>
          <p:cNvSpPr/>
          <p:nvPr/>
        </p:nvSpPr>
        <p:spPr>
          <a:xfrm>
            <a:off x="4777355" y="2118265"/>
            <a:ext cx="1494930" cy="1562101"/>
          </a:xfrm>
          <a:custGeom>
            <a:avLst/>
            <a:gdLst>
              <a:gd name="connsiteX0" fmla="*/ 996620 w 1993240"/>
              <a:gd name="connsiteY0" fmla="*/ 159195 h 3192047"/>
              <a:gd name="connsiteX1" fmla="*/ 79767 w 1993240"/>
              <a:gd name="connsiteY1" fmla="*/ 1595684 h 3192047"/>
              <a:gd name="connsiteX2" fmla="*/ 996620 w 1993240"/>
              <a:gd name="connsiteY2" fmla="*/ 3032173 h 3192047"/>
              <a:gd name="connsiteX3" fmla="*/ 1913473 w 1993240"/>
              <a:gd name="connsiteY3" fmla="*/ 1595684 h 3192047"/>
              <a:gd name="connsiteX4" fmla="*/ 996620 w 1993240"/>
              <a:gd name="connsiteY4" fmla="*/ 159195 h 3192047"/>
              <a:gd name="connsiteX5" fmla="*/ 996620 w 1993240"/>
              <a:gd name="connsiteY5" fmla="*/ 0 h 3192047"/>
              <a:gd name="connsiteX6" fmla="*/ 1993240 w 1993240"/>
              <a:gd name="connsiteY6" fmla="*/ 1596024 h 3192047"/>
              <a:gd name="connsiteX7" fmla="*/ 996620 w 1993240"/>
              <a:gd name="connsiteY7" fmla="*/ 3192047 h 3192047"/>
              <a:gd name="connsiteX8" fmla="*/ 0 w 1993240"/>
              <a:gd name="connsiteY8" fmla="*/ 1596024 h 3192047"/>
              <a:gd name="connsiteX9" fmla="*/ 996620 w 1993240"/>
              <a:gd name="connsiteY9" fmla="*/ 0 h 319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240" h="3192047">
                <a:moveTo>
                  <a:pt x="996620" y="159195"/>
                </a:moveTo>
                <a:cubicBezTo>
                  <a:pt x="490256" y="159195"/>
                  <a:pt x="79767" y="802331"/>
                  <a:pt x="79767" y="1595684"/>
                </a:cubicBezTo>
                <a:cubicBezTo>
                  <a:pt x="79767" y="2389037"/>
                  <a:pt x="490256" y="3032173"/>
                  <a:pt x="996620" y="3032173"/>
                </a:cubicBezTo>
                <a:cubicBezTo>
                  <a:pt x="1502984" y="3032173"/>
                  <a:pt x="1913473" y="2389037"/>
                  <a:pt x="1913473" y="1595684"/>
                </a:cubicBezTo>
                <a:cubicBezTo>
                  <a:pt x="1913473" y="802331"/>
                  <a:pt x="1502984" y="159195"/>
                  <a:pt x="996620" y="159195"/>
                </a:cubicBezTo>
                <a:close/>
                <a:moveTo>
                  <a:pt x="996620" y="0"/>
                </a:moveTo>
                <a:cubicBezTo>
                  <a:pt x="1547038" y="0"/>
                  <a:pt x="1993240" y="714564"/>
                  <a:pt x="1993240" y="1596024"/>
                </a:cubicBezTo>
                <a:cubicBezTo>
                  <a:pt x="1993240" y="2477483"/>
                  <a:pt x="1547038" y="3192047"/>
                  <a:pt x="996620" y="3192047"/>
                </a:cubicBezTo>
                <a:cubicBezTo>
                  <a:pt x="446202" y="3192047"/>
                  <a:pt x="0" y="2477483"/>
                  <a:pt x="0" y="1596024"/>
                </a:cubicBezTo>
                <a:cubicBezTo>
                  <a:pt x="0" y="714564"/>
                  <a:pt x="446202" y="0"/>
                  <a:pt x="99662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3600" b="1" dirty="0">
                <a:solidFill>
                  <a:schemeClr val="tx1"/>
                </a:solidFill>
                <a:cs typeface="+mn-ea"/>
                <a:sym typeface="+mn-lt"/>
              </a:rPr>
              <a:t>文本</a:t>
            </a:r>
            <a:endParaRPr lang="zh-CN" altLang="en-US" sz="3000" dirty="0">
              <a:solidFill>
                <a:schemeClr val="tx1"/>
              </a:solidFill>
              <a:cs typeface="+mn-ea"/>
              <a:sym typeface="+mn-lt"/>
            </a:endParaRPr>
          </a:p>
        </p:txBody>
      </p:sp>
      <p:sp>
        <p:nvSpPr>
          <p:cNvPr id="120" name="矩形 119"/>
          <p:cNvSpPr/>
          <p:nvPr/>
        </p:nvSpPr>
        <p:spPr>
          <a:xfrm>
            <a:off x="6405237" y="1268016"/>
            <a:ext cx="2262074"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heel(1)">
                                      <p:cBhvr>
                                        <p:cTn id="7" dur="1000"/>
                                        <p:tgtEl>
                                          <p:spTgt spid="95"/>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96"/>
                                        </p:tgtEl>
                                        <p:attrNameLst>
                                          <p:attrName>style.visibility</p:attrName>
                                        </p:attrNameLst>
                                      </p:cBhvr>
                                      <p:to>
                                        <p:strVal val="visible"/>
                                      </p:to>
                                    </p:set>
                                    <p:animEffect transition="in" filter="wipe(down)">
                                      <p:cBhvr>
                                        <p:cTn id="11" dur="500"/>
                                        <p:tgtEl>
                                          <p:spTgt spid="96"/>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19"/>
                                        </p:tgtEl>
                                        <p:attrNameLst>
                                          <p:attrName>style.visibility</p:attrName>
                                        </p:attrNameLst>
                                      </p:cBhvr>
                                      <p:to>
                                        <p:strVal val="visible"/>
                                      </p:to>
                                    </p:set>
                                    <p:animEffect transition="in" filter="wheel(1)">
                                      <p:cBhvr>
                                        <p:cTn id="14" dur="1000"/>
                                        <p:tgtEl>
                                          <p:spTgt spid="119"/>
                                        </p:tgtEl>
                                      </p:cBhvr>
                                    </p:animEffect>
                                  </p:childTnLst>
                                </p:cTn>
                              </p:par>
                            </p:childTnLst>
                          </p:cTn>
                        </p:par>
                        <p:par>
                          <p:cTn id="15" fill="hold">
                            <p:stCondLst>
                              <p:cond delay="1500"/>
                            </p:stCondLst>
                            <p:childTnLst>
                              <p:par>
                                <p:cTn id="16" presetID="22" presetClass="entr" presetSubtype="4" fill="hold" grpId="0" nodeType="after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wipe(down)">
                                      <p:cBhvr>
                                        <p:cTn id="18"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6" grpId="0"/>
      <p:bldP spid="119" grpId="0" animBg="1"/>
      <p:bldP spid="1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53766" y="1447443"/>
            <a:ext cx="2611069" cy="2629852"/>
            <a:chOff x="3253766" y="1447443"/>
            <a:chExt cx="2611069" cy="2629852"/>
          </a:xfrm>
        </p:grpSpPr>
        <p:sp>
          <p:nvSpPr>
            <p:cNvPr id="23" name="Oval 6"/>
            <p:cNvSpPr>
              <a:spLocks noChangeArrowheads="1"/>
            </p:cNvSpPr>
            <p:nvPr/>
          </p:nvSpPr>
          <p:spPr bwMode="auto">
            <a:xfrm>
              <a:off x="3253766" y="1447443"/>
              <a:ext cx="2611069" cy="2629852"/>
            </a:xfrm>
            <a:prstGeom prst="rect">
              <a:avLst/>
            </a:prstGeom>
            <a:solidFill>
              <a:schemeClr val="accent1"/>
            </a:solidFill>
            <a:ln w="9525">
              <a:solidFill>
                <a:srgbClr val="FFFFFF"/>
              </a:solidFill>
            </a:ln>
          </p:spPr>
          <p:txBody>
            <a:bodyPr/>
            <a:lstStyle/>
            <a:p>
              <a:pPr>
                <a:defRPr/>
              </a:pPr>
              <a:endParaRPr lang="zh-CN" altLang="en-US" sz="4500">
                <a:solidFill>
                  <a:schemeClr val="tx1">
                    <a:lumMod val="60000"/>
                    <a:lumOff val="40000"/>
                  </a:schemeClr>
                </a:solidFill>
                <a:cs typeface="+mn-ea"/>
                <a:sym typeface="+mn-lt"/>
              </a:endParaRPr>
            </a:p>
          </p:txBody>
        </p:sp>
        <p:sp>
          <p:nvSpPr>
            <p:cNvPr id="18" name="KSO_Shape"/>
            <p:cNvSpPr/>
            <p:nvPr/>
          </p:nvSpPr>
          <p:spPr bwMode="auto">
            <a:xfrm>
              <a:off x="3825805" y="2129117"/>
              <a:ext cx="1466994" cy="1266505"/>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rgbClr val="FFFFFF"/>
            </a:solidFill>
            <a:ln>
              <a:noFill/>
            </a:ln>
          </p:spPr>
          <p:txBody>
            <a:bodyPr anchor="ctr">
              <a:scene3d>
                <a:camera prst="orthographicFront"/>
                <a:lightRig rig="threePt" dir="t"/>
              </a:scene3d>
              <a:sp3d>
                <a:contourClr>
                  <a:srgbClr val="FFFFFF"/>
                </a:contourClr>
              </a:sp3d>
            </a:bodyPr>
            <a:lstStyle/>
            <a:p>
              <a:pPr algn="ctr"/>
              <a:endParaRPr lang="zh-CN" altLang="en-US" sz="1015" dirty="0">
                <a:solidFill>
                  <a:srgbClr val="FFFFFF"/>
                </a:solidFill>
                <a:cs typeface="+mn-ea"/>
                <a:sym typeface="+mn-lt"/>
              </a:endParaRPr>
            </a:p>
          </p:txBody>
        </p:sp>
      </p:grpSp>
      <p:sp>
        <p:nvSpPr>
          <p:cNvPr id="29" name="矩形 28"/>
          <p:cNvSpPr/>
          <p:nvPr/>
        </p:nvSpPr>
        <p:spPr>
          <a:xfrm>
            <a:off x="458172" y="2494551"/>
            <a:ext cx="2609416"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sp>
        <p:nvSpPr>
          <p:cNvPr id="30" name="矩形 29"/>
          <p:cNvSpPr/>
          <p:nvPr/>
        </p:nvSpPr>
        <p:spPr>
          <a:xfrm>
            <a:off x="458172" y="1794778"/>
            <a:ext cx="2609416" cy="622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2000" dirty="0">
                <a:solidFill>
                  <a:srgbClr val="F9FCFB"/>
                </a:solidFill>
                <a:cs typeface="+mn-ea"/>
                <a:sym typeface="+mn-lt"/>
              </a:rPr>
              <a:t>请输入文本</a:t>
            </a:r>
            <a:endParaRPr lang="zh-CN" altLang="zh-CN" sz="2000" dirty="0">
              <a:solidFill>
                <a:srgbClr val="F9FCFB"/>
              </a:solidFill>
              <a:cs typeface="+mn-ea"/>
              <a:sym typeface="+mn-lt"/>
            </a:endParaRPr>
          </a:p>
        </p:txBody>
      </p:sp>
      <p:sp>
        <p:nvSpPr>
          <p:cNvPr id="32" name="矩形 31"/>
          <p:cNvSpPr/>
          <p:nvPr/>
        </p:nvSpPr>
        <p:spPr>
          <a:xfrm>
            <a:off x="6051014" y="2494551"/>
            <a:ext cx="2609416"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sp>
        <p:nvSpPr>
          <p:cNvPr id="33" name="矩形 32"/>
          <p:cNvSpPr/>
          <p:nvPr/>
        </p:nvSpPr>
        <p:spPr>
          <a:xfrm>
            <a:off x="6051014" y="1794778"/>
            <a:ext cx="2609416" cy="622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2000" dirty="0">
                <a:solidFill>
                  <a:srgbClr val="F9FCFB"/>
                </a:solidFill>
                <a:cs typeface="+mn-ea"/>
                <a:sym typeface="+mn-lt"/>
              </a:rPr>
              <a:t>请输入文本</a:t>
            </a:r>
            <a:endParaRPr lang="zh-CN" altLang="zh-CN" sz="2000" dirty="0">
              <a:solidFill>
                <a:srgbClr val="F9FCFB"/>
              </a:solidFill>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50" fill="hold"/>
                                        <p:tgtEl>
                                          <p:spTgt spid="3"/>
                                        </p:tgtEl>
                                        <p:attrNameLst>
                                          <p:attrName>ppt_w</p:attrName>
                                        </p:attrNameLst>
                                      </p:cBhvr>
                                      <p:tavLst>
                                        <p:tav tm="0">
                                          <p:val>
                                            <p:fltVal val="0"/>
                                          </p:val>
                                        </p:tav>
                                        <p:tav tm="100000">
                                          <p:val>
                                            <p:strVal val="#ppt_w"/>
                                          </p:val>
                                        </p:tav>
                                      </p:tavLst>
                                    </p:anim>
                                    <p:anim calcmode="lin" valueType="num">
                                      <p:cBhvr>
                                        <p:cTn id="8" dur="750" fill="hold"/>
                                        <p:tgtEl>
                                          <p:spTgt spid="3"/>
                                        </p:tgtEl>
                                        <p:attrNameLst>
                                          <p:attrName>ppt_h</p:attrName>
                                        </p:attrNameLst>
                                      </p:cBhvr>
                                      <p:tavLst>
                                        <p:tav tm="0">
                                          <p:val>
                                            <p:strVal val="#ppt_h"/>
                                          </p:val>
                                        </p:tav>
                                        <p:tav tm="100000">
                                          <p:val>
                                            <p:strVal val="#ppt_h"/>
                                          </p:val>
                                        </p:tav>
                                      </p:tavLst>
                                    </p:anim>
                                  </p:childTnLst>
                                </p:cTn>
                              </p:par>
                            </p:childTnLst>
                          </p:cTn>
                        </p:par>
                        <p:par>
                          <p:cTn id="9" fill="hold">
                            <p:stCondLst>
                              <p:cond delay="1000"/>
                            </p:stCondLst>
                            <p:childTnLst>
                              <p:par>
                                <p:cTn id="10" presetID="22" presetClass="entr" presetSubtype="8"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par>
                          <p:cTn id="13" fill="hold">
                            <p:stCondLst>
                              <p:cond delay="1500"/>
                            </p:stCondLst>
                            <p:childTnLst>
                              <p:par>
                                <p:cTn id="14" presetID="42" presetClass="entr" presetSubtype="0"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anim calcmode="lin" valueType="num">
                                      <p:cBhvr>
                                        <p:cTn id="17" dur="500" fill="hold"/>
                                        <p:tgtEl>
                                          <p:spTgt spid="29"/>
                                        </p:tgtEl>
                                        <p:attrNameLst>
                                          <p:attrName>ppt_x</p:attrName>
                                        </p:attrNameLst>
                                      </p:cBhvr>
                                      <p:tavLst>
                                        <p:tav tm="0">
                                          <p:val>
                                            <p:strVal val="#ppt_x"/>
                                          </p:val>
                                        </p:tav>
                                        <p:tav tm="100000">
                                          <p:val>
                                            <p:strVal val="#ppt_x"/>
                                          </p:val>
                                        </p:tav>
                                      </p:tavLst>
                                    </p:anim>
                                    <p:anim calcmode="lin" valueType="num">
                                      <p:cBhvr>
                                        <p:cTn id="18" dur="500" fill="hold"/>
                                        <p:tgtEl>
                                          <p:spTgt spid="29"/>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8" fill="hold" grpId="0"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par>
                          <p:cTn id="23" fill="hold">
                            <p:stCondLst>
                              <p:cond delay="2500"/>
                            </p:stCondLst>
                            <p:childTnLst>
                              <p:par>
                                <p:cTn id="24" presetID="42" presetClass="entr" presetSubtype="0" fill="hold" grpId="0" nodeType="after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anim calcmode="lin" valueType="num">
                                      <p:cBhvr>
                                        <p:cTn id="27" dur="500" fill="hold"/>
                                        <p:tgtEl>
                                          <p:spTgt spid="32"/>
                                        </p:tgtEl>
                                        <p:attrNameLst>
                                          <p:attrName>ppt_x</p:attrName>
                                        </p:attrNameLst>
                                      </p:cBhvr>
                                      <p:tavLst>
                                        <p:tav tm="0">
                                          <p:val>
                                            <p:strVal val="#ppt_x"/>
                                          </p:val>
                                        </p:tav>
                                        <p:tav tm="100000">
                                          <p:val>
                                            <p:strVal val="#ppt_x"/>
                                          </p:val>
                                        </p:tav>
                                      </p:tavLst>
                                    </p:anim>
                                    <p:anim calcmode="lin" valueType="num">
                                      <p:cBhvr>
                                        <p:cTn id="28" dur="5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2" grpId="0"/>
      <p:bldP spid="3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3"/>
          <p:cNvSpPr>
            <a:spLocks noGrp="1"/>
          </p:cNvSpPr>
          <p:nvPr>
            <p:ph type="title" idx="4294967295"/>
          </p:nvPr>
        </p:nvSpPr>
        <p:spPr>
          <a:xfrm>
            <a:off x="628650" y="273844"/>
            <a:ext cx="7886700" cy="994172"/>
          </a:xfrm>
        </p:spPr>
        <p:txBody>
          <a:bodyPr/>
          <a:lstStyle/>
          <a:p>
            <a:pPr eaLnBrk="1" hangingPunct="1"/>
            <a:r>
              <a:rPr lang="zh-CN" altLang="en-US" dirty="0" smtClean="0">
                <a:latin typeface="+mn-lt"/>
                <a:ea typeface="+mn-ea"/>
                <a:cs typeface="+mn-ea"/>
                <a:sym typeface="+mn-lt"/>
              </a:rPr>
              <a:t> </a:t>
            </a:r>
            <a:endParaRPr lang="en-US" altLang="zh-CN" dirty="0">
              <a:latin typeface="+mn-lt"/>
              <a:ea typeface="+mn-ea"/>
              <a:cs typeface="+mn-ea"/>
              <a:sym typeface="+mn-lt"/>
            </a:endParaRPr>
          </a:p>
        </p:txBody>
      </p:sp>
      <p:sp>
        <p:nvSpPr>
          <p:cNvPr id="18" name="矩形 17"/>
          <p:cNvSpPr/>
          <p:nvPr/>
        </p:nvSpPr>
        <p:spPr>
          <a:xfrm>
            <a:off x="852097" y="1246685"/>
            <a:ext cx="7439807" cy="705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nvGrpSpPr>
          <p:cNvPr id="2" name="组合 1"/>
          <p:cNvGrpSpPr/>
          <p:nvPr/>
        </p:nvGrpSpPr>
        <p:grpSpPr>
          <a:xfrm>
            <a:off x="1433492" y="2194429"/>
            <a:ext cx="2520943" cy="2542868"/>
            <a:chOff x="1433492" y="2194429"/>
            <a:chExt cx="2520943" cy="2542868"/>
          </a:xfrm>
        </p:grpSpPr>
        <p:cxnSp>
          <p:nvCxnSpPr>
            <p:cNvPr id="19" name="直接连接符 18"/>
            <p:cNvCxnSpPr/>
            <p:nvPr/>
          </p:nvCxnSpPr>
          <p:spPr>
            <a:xfrm>
              <a:off x="1433494" y="3861582"/>
              <a:ext cx="2520941"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MH_Other_23"/>
            <p:cNvSpPr/>
            <p:nvPr>
              <p:custDataLst>
                <p:tags r:id="rId1"/>
              </p:custDataLst>
            </p:nvPr>
          </p:nvSpPr>
          <p:spPr bwMode="auto">
            <a:xfrm>
              <a:off x="2006973" y="3667593"/>
              <a:ext cx="1373981" cy="193990"/>
            </a:xfrm>
            <a:custGeom>
              <a:avLst/>
              <a:gdLst>
                <a:gd name="T0" fmla="*/ 1333400 w 1524"/>
                <a:gd name="T1" fmla="*/ 67651 h 69"/>
                <a:gd name="T2" fmla="*/ 1494192 w 1524"/>
                <a:gd name="T3" fmla="*/ 0 h 69"/>
                <a:gd name="T4" fmla="*/ 0 w 1524"/>
                <a:gd name="T5" fmla="*/ 0 h 69"/>
                <a:gd name="T6" fmla="*/ 162753 w 1524"/>
                <a:gd name="T7" fmla="*/ 67651 h 69"/>
                <a:gd name="T8" fmla="*/ 1333400 w 1524"/>
                <a:gd name="T9" fmla="*/ 67651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4" h="69">
                  <a:moveTo>
                    <a:pt x="1360" y="69"/>
                  </a:moveTo>
                  <a:lnTo>
                    <a:pt x="1524" y="0"/>
                  </a:lnTo>
                  <a:lnTo>
                    <a:pt x="0" y="0"/>
                  </a:lnTo>
                  <a:lnTo>
                    <a:pt x="166" y="69"/>
                  </a:lnTo>
                  <a:lnTo>
                    <a:pt x="1360" y="69"/>
                  </a:lnTo>
                  <a:close/>
                </a:path>
              </a:pathLst>
            </a:custGeom>
            <a:solidFill>
              <a:schemeClr val="accent1">
                <a:lumMod val="50000"/>
              </a:schemeClr>
            </a:solidFill>
            <a:ln>
              <a:noFill/>
            </a:ln>
          </p:spPr>
          <p:txBody>
            <a:bodyPr bIns="27000"/>
            <a:lstStyle/>
            <a:p>
              <a:pPr>
                <a:defRPr/>
              </a:pPr>
              <a:endParaRPr lang="zh-CN" altLang="en-US" sz="1015">
                <a:cs typeface="+mn-ea"/>
                <a:sym typeface="+mn-lt"/>
              </a:endParaRPr>
            </a:p>
          </p:txBody>
        </p:sp>
        <p:sp>
          <p:nvSpPr>
            <p:cNvPr id="21" name="MH_SubTitle_4"/>
            <p:cNvSpPr/>
            <p:nvPr>
              <p:custDataLst>
                <p:tags r:id="rId2"/>
              </p:custDataLst>
            </p:nvPr>
          </p:nvSpPr>
          <p:spPr bwMode="auto">
            <a:xfrm>
              <a:off x="2128036" y="2194429"/>
              <a:ext cx="1134774" cy="1473164"/>
            </a:xfrm>
            <a:custGeom>
              <a:avLst/>
              <a:gdLst>
                <a:gd name="T0" fmla="*/ 0 w 531"/>
                <a:gd name="T1" fmla="*/ 1603022 h 691"/>
                <a:gd name="T2" fmla="*/ 0 w 531"/>
                <a:gd name="T3" fmla="*/ 617082 h 691"/>
                <a:gd name="T4" fmla="*/ 616515 w 531"/>
                <a:gd name="T5" fmla="*/ 0 h 691"/>
                <a:gd name="T6" fmla="*/ 1235356 w 531"/>
                <a:gd name="T7" fmla="*/ 617082 h 691"/>
                <a:gd name="T8" fmla="*/ 1235356 w 531"/>
                <a:gd name="T9" fmla="*/ 1603022 h 691"/>
                <a:gd name="T10" fmla="*/ 0 w 531"/>
                <a:gd name="T11" fmla="*/ 1603022 h 691"/>
                <a:gd name="T12" fmla="*/ 0 60000 65536"/>
                <a:gd name="T13" fmla="*/ 0 60000 65536"/>
                <a:gd name="T14" fmla="*/ 0 60000 65536"/>
                <a:gd name="T15" fmla="*/ 0 60000 65536"/>
                <a:gd name="T16" fmla="*/ 0 60000 65536"/>
                <a:gd name="T17" fmla="*/ 0 60000 65536"/>
                <a:gd name="T18" fmla="*/ 0 w 531"/>
                <a:gd name="T19" fmla="*/ 0 h 691"/>
                <a:gd name="T20" fmla="*/ 531 w 531"/>
                <a:gd name="T21" fmla="*/ 691 h 691"/>
              </a:gdLst>
              <a:ahLst/>
              <a:cxnLst>
                <a:cxn ang="T12">
                  <a:pos x="T0" y="T1"/>
                </a:cxn>
                <a:cxn ang="T13">
                  <a:pos x="T2" y="T3"/>
                </a:cxn>
                <a:cxn ang="T14">
                  <a:pos x="T4" y="T5"/>
                </a:cxn>
                <a:cxn ang="T15">
                  <a:pos x="T6" y="T7"/>
                </a:cxn>
                <a:cxn ang="T16">
                  <a:pos x="T8" y="T9"/>
                </a:cxn>
                <a:cxn ang="T17">
                  <a:pos x="T10" y="T11"/>
                </a:cxn>
              </a:cxnLst>
              <a:rect l="T18" t="T19" r="T20" b="T21"/>
              <a:pathLst>
                <a:path w="531" h="691">
                  <a:moveTo>
                    <a:pt x="0" y="691"/>
                  </a:moveTo>
                  <a:cubicBezTo>
                    <a:pt x="0" y="266"/>
                    <a:pt x="0" y="266"/>
                    <a:pt x="0" y="266"/>
                  </a:cubicBezTo>
                  <a:cubicBezTo>
                    <a:pt x="0" y="119"/>
                    <a:pt x="119" y="0"/>
                    <a:pt x="265" y="0"/>
                  </a:cubicBezTo>
                  <a:cubicBezTo>
                    <a:pt x="412" y="0"/>
                    <a:pt x="531" y="119"/>
                    <a:pt x="531" y="266"/>
                  </a:cubicBezTo>
                  <a:cubicBezTo>
                    <a:pt x="531" y="691"/>
                    <a:pt x="531" y="691"/>
                    <a:pt x="531" y="691"/>
                  </a:cubicBezTo>
                  <a:lnTo>
                    <a:pt x="0" y="691"/>
                  </a:lnTo>
                  <a:close/>
                </a:path>
              </a:pathLst>
            </a:custGeom>
            <a:solidFill>
              <a:schemeClr val="accent1"/>
            </a:solidFill>
            <a:ln>
              <a:noFill/>
            </a:ln>
          </p:spPr>
          <p:txBody>
            <a:bodyPr lIns="27000" tIns="189000" rIns="27000" bIns="0" anchor="ctr"/>
            <a:lstStyle>
              <a:lvl1pPr>
                <a:defRPr>
                  <a:solidFill>
                    <a:schemeClr val="tx1"/>
                  </a:solidFill>
                  <a:latin typeface="等线" charset="-122"/>
                  <a:ea typeface="等线" charset="-122"/>
                </a:defRPr>
              </a:lvl1pPr>
              <a:lvl2pPr marL="742950" indent="-285750">
                <a:defRPr>
                  <a:solidFill>
                    <a:schemeClr val="tx1"/>
                  </a:solidFill>
                  <a:latin typeface="等线" charset="-122"/>
                  <a:ea typeface="等线" charset="-122"/>
                </a:defRPr>
              </a:lvl2pPr>
              <a:lvl3pPr marL="1143000" indent="-228600">
                <a:defRPr>
                  <a:solidFill>
                    <a:schemeClr val="tx1"/>
                  </a:solidFill>
                  <a:latin typeface="等线" charset="-122"/>
                  <a:ea typeface="等线" charset="-122"/>
                </a:defRPr>
              </a:lvl3pPr>
              <a:lvl4pPr marL="1600200" indent="-228600">
                <a:defRPr>
                  <a:solidFill>
                    <a:schemeClr val="tx1"/>
                  </a:solidFill>
                  <a:latin typeface="等线" charset="-122"/>
                  <a:ea typeface="等线" charset="-122"/>
                </a:defRPr>
              </a:lvl4pPr>
              <a:lvl5pPr marL="2057400" indent="-228600">
                <a:defRPr>
                  <a:solidFill>
                    <a:schemeClr val="tx1"/>
                  </a:solidFill>
                  <a:latin typeface="等线" charset="-122"/>
                  <a:ea typeface="等线" charset="-122"/>
                </a:defRPr>
              </a:lvl5pPr>
              <a:lvl6pPr marL="2514600" indent="-228600" fontAlgn="base">
                <a:spcBef>
                  <a:spcPct val="0"/>
                </a:spcBef>
                <a:spcAft>
                  <a:spcPct val="0"/>
                </a:spcAft>
                <a:defRPr>
                  <a:solidFill>
                    <a:schemeClr val="tx1"/>
                  </a:solidFill>
                  <a:latin typeface="等线" charset="-122"/>
                  <a:ea typeface="等线" charset="-122"/>
                </a:defRPr>
              </a:lvl6pPr>
              <a:lvl7pPr marL="2971800" indent="-228600" fontAlgn="base">
                <a:spcBef>
                  <a:spcPct val="0"/>
                </a:spcBef>
                <a:spcAft>
                  <a:spcPct val="0"/>
                </a:spcAft>
                <a:defRPr>
                  <a:solidFill>
                    <a:schemeClr val="tx1"/>
                  </a:solidFill>
                  <a:latin typeface="等线" charset="-122"/>
                  <a:ea typeface="等线" charset="-122"/>
                </a:defRPr>
              </a:lvl7pPr>
              <a:lvl8pPr marL="3429000" indent="-228600" fontAlgn="base">
                <a:spcBef>
                  <a:spcPct val="0"/>
                </a:spcBef>
                <a:spcAft>
                  <a:spcPct val="0"/>
                </a:spcAft>
                <a:defRPr>
                  <a:solidFill>
                    <a:schemeClr val="tx1"/>
                  </a:solidFill>
                  <a:latin typeface="等线" charset="-122"/>
                  <a:ea typeface="等线" charset="-122"/>
                </a:defRPr>
              </a:lvl8pPr>
              <a:lvl9pPr marL="3886200" indent="-228600" fontAlgn="base">
                <a:spcBef>
                  <a:spcPct val="0"/>
                </a:spcBef>
                <a:spcAft>
                  <a:spcPct val="0"/>
                </a:spcAft>
                <a:defRPr>
                  <a:solidFill>
                    <a:schemeClr val="tx1"/>
                  </a:solidFill>
                  <a:latin typeface="等线" charset="-122"/>
                  <a:ea typeface="等线" charset="-122"/>
                </a:defRPr>
              </a:lvl9pPr>
            </a:lstStyle>
            <a:p>
              <a:pPr algn="ctr">
                <a:lnSpc>
                  <a:spcPct val="110000"/>
                </a:lnSpc>
                <a:defRPr/>
              </a:pPr>
              <a:r>
                <a:rPr lang="zh-CN" altLang="en-US" dirty="0">
                  <a:solidFill>
                    <a:srgbClr val="FEFFFF"/>
                  </a:solidFill>
                  <a:latin typeface="+mn-lt"/>
                  <a:ea typeface="+mn-ea"/>
                  <a:cs typeface="+mn-ea"/>
                  <a:sym typeface="+mn-lt"/>
                </a:rPr>
                <a:t>请输入文本</a:t>
              </a:r>
              <a:endParaRPr lang="zh-CN" altLang="en-US" dirty="0">
                <a:solidFill>
                  <a:srgbClr val="FEFFFF"/>
                </a:solidFill>
                <a:latin typeface="+mn-lt"/>
                <a:ea typeface="+mn-ea"/>
                <a:cs typeface="+mn-ea"/>
                <a:sym typeface="+mn-lt"/>
              </a:endParaRPr>
            </a:p>
          </p:txBody>
        </p:sp>
        <p:sp>
          <p:nvSpPr>
            <p:cNvPr id="22" name="MH_Other_27"/>
            <p:cNvSpPr/>
            <p:nvPr>
              <p:custDataLst>
                <p:tags r:id="rId3"/>
              </p:custDataLst>
            </p:nvPr>
          </p:nvSpPr>
          <p:spPr bwMode="auto">
            <a:xfrm>
              <a:off x="2128036" y="3667593"/>
              <a:ext cx="1134774" cy="193990"/>
            </a:xfrm>
            <a:custGeom>
              <a:avLst/>
              <a:gdLst>
                <a:gd name="T0" fmla="*/ 2147483646 w 1260"/>
                <a:gd name="T1" fmla="*/ 2147483646 h 69"/>
                <a:gd name="T2" fmla="*/ 0 w 1260"/>
                <a:gd name="T3" fmla="*/ 0 h 69"/>
                <a:gd name="T4" fmla="*/ 2147483646 w 1260"/>
                <a:gd name="T5" fmla="*/ 0 h 69"/>
                <a:gd name="T6" fmla="*/ 2147483646 w 1260"/>
                <a:gd name="T7" fmla="*/ 2147483646 h 69"/>
                <a:gd name="T8" fmla="*/ 2147483646 w 1260"/>
                <a:gd name="T9" fmla="*/ 2147483646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60" h="69">
                  <a:moveTo>
                    <a:pt x="135" y="69"/>
                  </a:moveTo>
                  <a:lnTo>
                    <a:pt x="0" y="0"/>
                  </a:lnTo>
                  <a:lnTo>
                    <a:pt x="1260" y="0"/>
                  </a:lnTo>
                  <a:lnTo>
                    <a:pt x="1122" y="69"/>
                  </a:lnTo>
                  <a:lnTo>
                    <a:pt x="135" y="69"/>
                  </a:lnTo>
                  <a:close/>
                </a:path>
              </a:pathLst>
            </a:custGeom>
            <a:solidFill>
              <a:srgbClr val="E0E0E0"/>
            </a:solidFill>
            <a:ln>
              <a:noFill/>
            </a:ln>
          </p:spPr>
          <p:txBody>
            <a:bodyPr bIns="27000"/>
            <a:lstStyle/>
            <a:p>
              <a:endParaRPr lang="zh-CN" altLang="en-US" sz="1015">
                <a:cs typeface="+mn-ea"/>
                <a:sym typeface="+mn-lt"/>
              </a:endParaRPr>
            </a:p>
          </p:txBody>
        </p:sp>
        <p:sp>
          <p:nvSpPr>
            <p:cNvPr id="23" name="矩形 22"/>
            <p:cNvSpPr/>
            <p:nvPr/>
          </p:nvSpPr>
          <p:spPr>
            <a:xfrm>
              <a:off x="1433492" y="3890703"/>
              <a:ext cx="2520942" cy="846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3" name="组合 2"/>
          <p:cNvGrpSpPr/>
          <p:nvPr/>
        </p:nvGrpSpPr>
        <p:grpSpPr>
          <a:xfrm>
            <a:off x="5189567" y="2194429"/>
            <a:ext cx="2520942" cy="2542868"/>
            <a:chOff x="5189567" y="2194429"/>
            <a:chExt cx="2520942" cy="2542868"/>
          </a:xfrm>
        </p:grpSpPr>
        <p:cxnSp>
          <p:nvCxnSpPr>
            <p:cNvPr id="24" name="直接连接符 23"/>
            <p:cNvCxnSpPr/>
            <p:nvPr/>
          </p:nvCxnSpPr>
          <p:spPr>
            <a:xfrm>
              <a:off x="5189568" y="3861582"/>
              <a:ext cx="2520941"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MH_Other_23"/>
            <p:cNvSpPr/>
            <p:nvPr>
              <p:custDataLst>
                <p:tags r:id="rId4"/>
              </p:custDataLst>
            </p:nvPr>
          </p:nvSpPr>
          <p:spPr bwMode="auto">
            <a:xfrm>
              <a:off x="5763047" y="3667593"/>
              <a:ext cx="1373981" cy="193990"/>
            </a:xfrm>
            <a:custGeom>
              <a:avLst/>
              <a:gdLst>
                <a:gd name="T0" fmla="*/ 1333400 w 1524"/>
                <a:gd name="T1" fmla="*/ 67651 h 69"/>
                <a:gd name="T2" fmla="*/ 1494192 w 1524"/>
                <a:gd name="T3" fmla="*/ 0 h 69"/>
                <a:gd name="T4" fmla="*/ 0 w 1524"/>
                <a:gd name="T5" fmla="*/ 0 h 69"/>
                <a:gd name="T6" fmla="*/ 162753 w 1524"/>
                <a:gd name="T7" fmla="*/ 67651 h 69"/>
                <a:gd name="T8" fmla="*/ 1333400 w 1524"/>
                <a:gd name="T9" fmla="*/ 67651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4" h="69">
                  <a:moveTo>
                    <a:pt x="1360" y="69"/>
                  </a:moveTo>
                  <a:lnTo>
                    <a:pt x="1524" y="0"/>
                  </a:lnTo>
                  <a:lnTo>
                    <a:pt x="0" y="0"/>
                  </a:lnTo>
                  <a:lnTo>
                    <a:pt x="166" y="69"/>
                  </a:lnTo>
                  <a:lnTo>
                    <a:pt x="1360" y="69"/>
                  </a:lnTo>
                  <a:close/>
                </a:path>
              </a:pathLst>
            </a:custGeom>
            <a:solidFill>
              <a:schemeClr val="accent1">
                <a:lumMod val="50000"/>
              </a:schemeClr>
            </a:solidFill>
            <a:ln>
              <a:noFill/>
            </a:ln>
          </p:spPr>
          <p:txBody>
            <a:bodyPr bIns="27000"/>
            <a:lstStyle/>
            <a:p>
              <a:pPr>
                <a:defRPr/>
              </a:pPr>
              <a:endParaRPr lang="zh-CN" altLang="en-US" sz="1015">
                <a:cs typeface="+mn-ea"/>
                <a:sym typeface="+mn-lt"/>
              </a:endParaRPr>
            </a:p>
          </p:txBody>
        </p:sp>
        <p:sp>
          <p:nvSpPr>
            <p:cNvPr id="26" name="MH_SubTitle_4"/>
            <p:cNvSpPr/>
            <p:nvPr>
              <p:custDataLst>
                <p:tags r:id="rId5"/>
              </p:custDataLst>
            </p:nvPr>
          </p:nvSpPr>
          <p:spPr bwMode="auto">
            <a:xfrm>
              <a:off x="5884110" y="2194429"/>
              <a:ext cx="1134774" cy="1473164"/>
            </a:xfrm>
            <a:custGeom>
              <a:avLst/>
              <a:gdLst>
                <a:gd name="T0" fmla="*/ 0 w 531"/>
                <a:gd name="T1" fmla="*/ 1603022 h 691"/>
                <a:gd name="T2" fmla="*/ 0 w 531"/>
                <a:gd name="T3" fmla="*/ 617082 h 691"/>
                <a:gd name="T4" fmla="*/ 616515 w 531"/>
                <a:gd name="T5" fmla="*/ 0 h 691"/>
                <a:gd name="T6" fmla="*/ 1235356 w 531"/>
                <a:gd name="T7" fmla="*/ 617082 h 691"/>
                <a:gd name="T8" fmla="*/ 1235356 w 531"/>
                <a:gd name="T9" fmla="*/ 1603022 h 691"/>
                <a:gd name="T10" fmla="*/ 0 w 531"/>
                <a:gd name="T11" fmla="*/ 1603022 h 691"/>
                <a:gd name="T12" fmla="*/ 0 60000 65536"/>
                <a:gd name="T13" fmla="*/ 0 60000 65536"/>
                <a:gd name="T14" fmla="*/ 0 60000 65536"/>
                <a:gd name="T15" fmla="*/ 0 60000 65536"/>
                <a:gd name="T16" fmla="*/ 0 60000 65536"/>
                <a:gd name="T17" fmla="*/ 0 60000 65536"/>
                <a:gd name="T18" fmla="*/ 0 w 531"/>
                <a:gd name="T19" fmla="*/ 0 h 691"/>
                <a:gd name="T20" fmla="*/ 531 w 531"/>
                <a:gd name="T21" fmla="*/ 691 h 691"/>
              </a:gdLst>
              <a:ahLst/>
              <a:cxnLst>
                <a:cxn ang="T12">
                  <a:pos x="T0" y="T1"/>
                </a:cxn>
                <a:cxn ang="T13">
                  <a:pos x="T2" y="T3"/>
                </a:cxn>
                <a:cxn ang="T14">
                  <a:pos x="T4" y="T5"/>
                </a:cxn>
                <a:cxn ang="T15">
                  <a:pos x="T6" y="T7"/>
                </a:cxn>
                <a:cxn ang="T16">
                  <a:pos x="T8" y="T9"/>
                </a:cxn>
                <a:cxn ang="T17">
                  <a:pos x="T10" y="T11"/>
                </a:cxn>
              </a:cxnLst>
              <a:rect l="T18" t="T19" r="T20" b="T21"/>
              <a:pathLst>
                <a:path w="531" h="691">
                  <a:moveTo>
                    <a:pt x="0" y="691"/>
                  </a:moveTo>
                  <a:cubicBezTo>
                    <a:pt x="0" y="266"/>
                    <a:pt x="0" y="266"/>
                    <a:pt x="0" y="266"/>
                  </a:cubicBezTo>
                  <a:cubicBezTo>
                    <a:pt x="0" y="119"/>
                    <a:pt x="119" y="0"/>
                    <a:pt x="265" y="0"/>
                  </a:cubicBezTo>
                  <a:cubicBezTo>
                    <a:pt x="412" y="0"/>
                    <a:pt x="531" y="119"/>
                    <a:pt x="531" y="266"/>
                  </a:cubicBezTo>
                  <a:cubicBezTo>
                    <a:pt x="531" y="691"/>
                    <a:pt x="531" y="691"/>
                    <a:pt x="531" y="691"/>
                  </a:cubicBezTo>
                  <a:lnTo>
                    <a:pt x="0" y="691"/>
                  </a:lnTo>
                  <a:close/>
                </a:path>
              </a:pathLst>
            </a:custGeom>
            <a:solidFill>
              <a:schemeClr val="accent1"/>
            </a:solidFill>
            <a:ln>
              <a:noFill/>
            </a:ln>
          </p:spPr>
          <p:txBody>
            <a:bodyPr lIns="27000" tIns="189000" rIns="27000" bIns="0" anchor="ctr"/>
            <a:lstStyle>
              <a:lvl1pPr>
                <a:defRPr>
                  <a:solidFill>
                    <a:schemeClr val="tx1"/>
                  </a:solidFill>
                  <a:latin typeface="等线" charset="-122"/>
                  <a:ea typeface="等线" charset="-122"/>
                </a:defRPr>
              </a:lvl1pPr>
              <a:lvl2pPr marL="742950" indent="-285750">
                <a:defRPr>
                  <a:solidFill>
                    <a:schemeClr val="tx1"/>
                  </a:solidFill>
                  <a:latin typeface="等线" charset="-122"/>
                  <a:ea typeface="等线" charset="-122"/>
                </a:defRPr>
              </a:lvl2pPr>
              <a:lvl3pPr marL="1143000" indent="-228600">
                <a:defRPr>
                  <a:solidFill>
                    <a:schemeClr val="tx1"/>
                  </a:solidFill>
                  <a:latin typeface="等线" charset="-122"/>
                  <a:ea typeface="等线" charset="-122"/>
                </a:defRPr>
              </a:lvl3pPr>
              <a:lvl4pPr marL="1600200" indent="-228600">
                <a:defRPr>
                  <a:solidFill>
                    <a:schemeClr val="tx1"/>
                  </a:solidFill>
                  <a:latin typeface="等线" charset="-122"/>
                  <a:ea typeface="等线" charset="-122"/>
                </a:defRPr>
              </a:lvl4pPr>
              <a:lvl5pPr marL="2057400" indent="-228600">
                <a:defRPr>
                  <a:solidFill>
                    <a:schemeClr val="tx1"/>
                  </a:solidFill>
                  <a:latin typeface="等线" charset="-122"/>
                  <a:ea typeface="等线" charset="-122"/>
                </a:defRPr>
              </a:lvl5pPr>
              <a:lvl6pPr marL="2514600" indent="-228600" fontAlgn="base">
                <a:spcBef>
                  <a:spcPct val="0"/>
                </a:spcBef>
                <a:spcAft>
                  <a:spcPct val="0"/>
                </a:spcAft>
                <a:defRPr>
                  <a:solidFill>
                    <a:schemeClr val="tx1"/>
                  </a:solidFill>
                  <a:latin typeface="等线" charset="-122"/>
                  <a:ea typeface="等线" charset="-122"/>
                </a:defRPr>
              </a:lvl6pPr>
              <a:lvl7pPr marL="2971800" indent="-228600" fontAlgn="base">
                <a:spcBef>
                  <a:spcPct val="0"/>
                </a:spcBef>
                <a:spcAft>
                  <a:spcPct val="0"/>
                </a:spcAft>
                <a:defRPr>
                  <a:solidFill>
                    <a:schemeClr val="tx1"/>
                  </a:solidFill>
                  <a:latin typeface="等线" charset="-122"/>
                  <a:ea typeface="等线" charset="-122"/>
                </a:defRPr>
              </a:lvl7pPr>
              <a:lvl8pPr marL="3429000" indent="-228600" fontAlgn="base">
                <a:spcBef>
                  <a:spcPct val="0"/>
                </a:spcBef>
                <a:spcAft>
                  <a:spcPct val="0"/>
                </a:spcAft>
                <a:defRPr>
                  <a:solidFill>
                    <a:schemeClr val="tx1"/>
                  </a:solidFill>
                  <a:latin typeface="等线" charset="-122"/>
                  <a:ea typeface="等线" charset="-122"/>
                </a:defRPr>
              </a:lvl8pPr>
              <a:lvl9pPr marL="3886200" indent="-228600" fontAlgn="base">
                <a:spcBef>
                  <a:spcPct val="0"/>
                </a:spcBef>
                <a:spcAft>
                  <a:spcPct val="0"/>
                </a:spcAft>
                <a:defRPr>
                  <a:solidFill>
                    <a:schemeClr val="tx1"/>
                  </a:solidFill>
                  <a:latin typeface="等线" charset="-122"/>
                  <a:ea typeface="等线" charset="-122"/>
                </a:defRPr>
              </a:lvl9pPr>
            </a:lstStyle>
            <a:p>
              <a:pPr algn="ctr">
                <a:lnSpc>
                  <a:spcPct val="110000"/>
                </a:lnSpc>
                <a:defRPr/>
              </a:pPr>
              <a:r>
                <a:rPr lang="zh-CN" altLang="en-US" dirty="0">
                  <a:solidFill>
                    <a:srgbClr val="FEFFFF"/>
                  </a:solidFill>
                  <a:latin typeface="+mn-lt"/>
                  <a:ea typeface="+mn-ea"/>
                  <a:cs typeface="+mn-ea"/>
                  <a:sym typeface="+mn-lt"/>
                </a:rPr>
                <a:t>请输入文本</a:t>
              </a:r>
              <a:endParaRPr lang="zh-CN" altLang="en-US" dirty="0">
                <a:solidFill>
                  <a:srgbClr val="FEFFFF"/>
                </a:solidFill>
                <a:latin typeface="+mn-lt"/>
                <a:ea typeface="+mn-ea"/>
                <a:cs typeface="+mn-ea"/>
                <a:sym typeface="+mn-lt"/>
              </a:endParaRPr>
            </a:p>
          </p:txBody>
        </p:sp>
        <p:sp>
          <p:nvSpPr>
            <p:cNvPr id="27" name="MH_Other_27"/>
            <p:cNvSpPr/>
            <p:nvPr>
              <p:custDataLst>
                <p:tags r:id="rId6"/>
              </p:custDataLst>
            </p:nvPr>
          </p:nvSpPr>
          <p:spPr bwMode="auto">
            <a:xfrm>
              <a:off x="5884110" y="3667593"/>
              <a:ext cx="1134774" cy="193990"/>
            </a:xfrm>
            <a:custGeom>
              <a:avLst/>
              <a:gdLst>
                <a:gd name="T0" fmla="*/ 2147483646 w 1260"/>
                <a:gd name="T1" fmla="*/ 2147483646 h 69"/>
                <a:gd name="T2" fmla="*/ 0 w 1260"/>
                <a:gd name="T3" fmla="*/ 0 h 69"/>
                <a:gd name="T4" fmla="*/ 2147483646 w 1260"/>
                <a:gd name="T5" fmla="*/ 0 h 69"/>
                <a:gd name="T6" fmla="*/ 2147483646 w 1260"/>
                <a:gd name="T7" fmla="*/ 2147483646 h 69"/>
                <a:gd name="T8" fmla="*/ 2147483646 w 1260"/>
                <a:gd name="T9" fmla="*/ 2147483646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60" h="69">
                  <a:moveTo>
                    <a:pt x="135" y="69"/>
                  </a:moveTo>
                  <a:lnTo>
                    <a:pt x="0" y="0"/>
                  </a:lnTo>
                  <a:lnTo>
                    <a:pt x="1260" y="0"/>
                  </a:lnTo>
                  <a:lnTo>
                    <a:pt x="1122" y="69"/>
                  </a:lnTo>
                  <a:lnTo>
                    <a:pt x="135" y="69"/>
                  </a:lnTo>
                  <a:close/>
                </a:path>
              </a:pathLst>
            </a:custGeom>
            <a:solidFill>
              <a:srgbClr val="E0E0E0"/>
            </a:solidFill>
            <a:ln>
              <a:noFill/>
            </a:ln>
          </p:spPr>
          <p:txBody>
            <a:bodyPr bIns="27000"/>
            <a:lstStyle/>
            <a:p>
              <a:endParaRPr lang="zh-CN" altLang="en-US" sz="1015">
                <a:cs typeface="+mn-ea"/>
                <a:sym typeface="+mn-lt"/>
              </a:endParaRPr>
            </a:p>
          </p:txBody>
        </p:sp>
        <p:sp>
          <p:nvSpPr>
            <p:cNvPr id="28" name="矩形 27"/>
            <p:cNvSpPr/>
            <p:nvPr/>
          </p:nvSpPr>
          <p:spPr>
            <a:xfrm>
              <a:off x="5189567" y="3890703"/>
              <a:ext cx="2520942" cy="846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37"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900" decel="100000" fill="hold"/>
                                        <p:tgtEl>
                                          <p:spTgt spid="2"/>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par>
                          <p:cTn id="15" fill="hold">
                            <p:stCondLst>
                              <p:cond delay="1500"/>
                            </p:stCondLst>
                            <p:childTnLst>
                              <p:par>
                                <p:cTn id="16" presetID="37"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900" decel="100000" fill="hold"/>
                                        <p:tgtEl>
                                          <p:spTgt spid="3"/>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929763" y="270310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grpSp>
        <p:nvGrpSpPr>
          <p:cNvPr id="6" name="组合 5"/>
          <p:cNvGrpSpPr/>
          <p:nvPr/>
        </p:nvGrpSpPr>
        <p:grpSpPr>
          <a:xfrm>
            <a:off x="2394073" y="2009764"/>
            <a:ext cx="1342267" cy="256660"/>
            <a:chOff x="2394073" y="2009764"/>
            <a:chExt cx="1342267" cy="256660"/>
          </a:xfrm>
        </p:grpSpPr>
        <p:sp>
          <p:nvSpPr>
            <p:cNvPr id="20" name="自由: 形状 19"/>
            <p:cNvSpPr>
              <a:spLocks noChangeArrowheads="1"/>
            </p:cNvSpPr>
            <p:nvPr/>
          </p:nvSpPr>
          <p:spPr bwMode="auto">
            <a:xfrm rot="21599018">
              <a:off x="2394073" y="2009938"/>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0 w 1706715"/>
                <a:gd name="connsiteY4" fmla="*/ 341634 h 341981"/>
                <a:gd name="connsiteX5" fmla="*/ 357395 w 1706715"/>
                <a:gd name="connsiteY5" fmla="*/ 341635 h 341981"/>
                <a:gd name="connsiteX6" fmla="*/ 494290 w 1706715"/>
                <a:gd name="connsiteY6" fmla="*/ 170645 h 341981"/>
                <a:gd name="connsiteX7" fmla="*/ 357673 w 1706715"/>
                <a:gd name="connsiteY7" fmla="*/ 0 h 3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715" h="341981">
                  <a:moveTo>
                    <a:pt x="1569820" y="0"/>
                  </a:moveTo>
                  <a:lnTo>
                    <a:pt x="1706715" y="170991"/>
                  </a:lnTo>
                  <a:lnTo>
                    <a:pt x="1569820" y="341981"/>
                  </a:lnTo>
                  <a:lnTo>
                    <a:pt x="0" y="341981"/>
                  </a:lnTo>
                  <a:lnTo>
                    <a:pt x="0" y="341634"/>
                  </a:lnTo>
                  <a:lnTo>
                    <a:pt x="357395" y="341635"/>
                  </a:lnTo>
                  <a:lnTo>
                    <a:pt x="494290" y="170645"/>
                  </a:lnTo>
                  <a:lnTo>
                    <a:pt x="357673" y="0"/>
                  </a:lnTo>
                  <a:close/>
                </a:path>
              </a:pathLst>
            </a:custGeom>
            <a:solidFill>
              <a:schemeClr val="accent1">
                <a:lumMod val="40000"/>
                <a:lumOff val="60000"/>
                <a:alpha val="50000"/>
              </a:schemeClr>
            </a:solidFill>
            <a:ln w="9525">
              <a:noFill/>
              <a:miter lim="800000"/>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21" name="AutoShape 8"/>
            <p:cNvSpPr>
              <a:spLocks noChangeArrowheads="1"/>
            </p:cNvSpPr>
            <p:nvPr/>
          </p:nvSpPr>
          <p:spPr bwMode="auto">
            <a:xfrm rot="21599018">
              <a:off x="3553199" y="2009764"/>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grpSp>
      <p:grpSp>
        <p:nvGrpSpPr>
          <p:cNvPr id="7" name="组合 6"/>
          <p:cNvGrpSpPr/>
          <p:nvPr/>
        </p:nvGrpSpPr>
        <p:grpSpPr>
          <a:xfrm>
            <a:off x="5061896" y="2009764"/>
            <a:ext cx="1342267" cy="256660"/>
            <a:chOff x="5061896" y="2009764"/>
            <a:chExt cx="1342267" cy="256660"/>
          </a:xfrm>
        </p:grpSpPr>
        <p:sp>
          <p:nvSpPr>
            <p:cNvPr id="29" name="自由: 形状 28"/>
            <p:cNvSpPr>
              <a:spLocks noChangeArrowheads="1"/>
            </p:cNvSpPr>
            <p:nvPr/>
          </p:nvSpPr>
          <p:spPr bwMode="auto">
            <a:xfrm rot="21599018">
              <a:off x="5061896" y="2009938"/>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0 w 1706715"/>
                <a:gd name="connsiteY4" fmla="*/ 341634 h 341981"/>
                <a:gd name="connsiteX5" fmla="*/ 357395 w 1706715"/>
                <a:gd name="connsiteY5" fmla="*/ 341635 h 341981"/>
                <a:gd name="connsiteX6" fmla="*/ 494290 w 1706715"/>
                <a:gd name="connsiteY6" fmla="*/ 170645 h 341981"/>
                <a:gd name="connsiteX7" fmla="*/ 357673 w 1706715"/>
                <a:gd name="connsiteY7" fmla="*/ 0 h 3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715" h="341981">
                  <a:moveTo>
                    <a:pt x="1569820" y="0"/>
                  </a:moveTo>
                  <a:lnTo>
                    <a:pt x="1706715" y="170991"/>
                  </a:lnTo>
                  <a:lnTo>
                    <a:pt x="1569820" y="341981"/>
                  </a:lnTo>
                  <a:lnTo>
                    <a:pt x="0" y="341981"/>
                  </a:lnTo>
                  <a:lnTo>
                    <a:pt x="0" y="341634"/>
                  </a:lnTo>
                  <a:lnTo>
                    <a:pt x="357395" y="341635"/>
                  </a:lnTo>
                  <a:lnTo>
                    <a:pt x="494290" y="170645"/>
                  </a:lnTo>
                  <a:lnTo>
                    <a:pt x="357673" y="0"/>
                  </a:lnTo>
                  <a:close/>
                </a:path>
              </a:pathLst>
            </a:custGeom>
            <a:solidFill>
              <a:schemeClr val="accent1">
                <a:lumMod val="40000"/>
                <a:lumOff val="60000"/>
                <a:alpha val="50000"/>
              </a:schemeClr>
            </a:solidFill>
            <a:ln w="9525">
              <a:noFill/>
              <a:miter lim="800000"/>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32" name="AutoShape 8"/>
            <p:cNvSpPr>
              <a:spLocks noChangeArrowheads="1"/>
            </p:cNvSpPr>
            <p:nvPr/>
          </p:nvSpPr>
          <p:spPr bwMode="auto">
            <a:xfrm rot="21599018">
              <a:off x="6221022" y="2009764"/>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grpSp>
      <p:sp>
        <p:nvSpPr>
          <p:cNvPr id="45" name="矩形 44"/>
          <p:cNvSpPr/>
          <p:nvPr/>
        </p:nvSpPr>
        <p:spPr>
          <a:xfrm>
            <a:off x="3597587" y="270310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
        <p:nvSpPr>
          <p:cNvPr id="46" name="矩形 45"/>
          <p:cNvSpPr/>
          <p:nvPr/>
        </p:nvSpPr>
        <p:spPr>
          <a:xfrm>
            <a:off x="6265410" y="270310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grpSp>
        <p:nvGrpSpPr>
          <p:cNvPr id="4" name="组合 3"/>
          <p:cNvGrpSpPr/>
          <p:nvPr/>
        </p:nvGrpSpPr>
        <p:grpSpPr>
          <a:xfrm>
            <a:off x="3996794" y="1580905"/>
            <a:ext cx="1150411" cy="1011701"/>
            <a:chOff x="3996794" y="1580905"/>
            <a:chExt cx="1150411" cy="1011701"/>
          </a:xfrm>
        </p:grpSpPr>
        <p:sp>
          <p:nvSpPr>
            <p:cNvPr id="33" name="MH_Other_4"/>
            <p:cNvSpPr/>
            <p:nvPr>
              <p:custDataLst>
                <p:tags r:id="rId1"/>
              </p:custDataLst>
            </p:nvPr>
          </p:nvSpPr>
          <p:spPr bwMode="auto">
            <a:xfrm>
              <a:off x="3996796" y="2017402"/>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bIns="27000"/>
            <a:lstStyle/>
            <a:p>
              <a:endParaRPr lang="zh-CN" altLang="en-US" sz="2400">
                <a:cs typeface="+mn-ea"/>
                <a:sym typeface="+mn-lt"/>
              </a:endParaRPr>
            </a:p>
          </p:txBody>
        </p:sp>
        <p:sp>
          <p:nvSpPr>
            <p:cNvPr id="42" name="KSO_Shape"/>
            <p:cNvSpPr/>
            <p:nvPr/>
          </p:nvSpPr>
          <p:spPr bwMode="auto">
            <a:xfrm>
              <a:off x="4404792" y="2153323"/>
              <a:ext cx="334418" cy="284813"/>
            </a:xfrm>
            <a:custGeom>
              <a:avLst/>
              <a:gdLst/>
              <a:ahLst/>
              <a:cxnLst/>
              <a:rect l="0" t="0" r="r" b="b"/>
              <a:pathLst>
                <a:path w="4999037" h="4260141">
                  <a:moveTo>
                    <a:pt x="1900345" y="3557911"/>
                  </a:moveTo>
                  <a:lnTo>
                    <a:pt x="3097730" y="3557911"/>
                  </a:lnTo>
                  <a:lnTo>
                    <a:pt x="3102535" y="3590573"/>
                  </a:lnTo>
                  <a:lnTo>
                    <a:pt x="3107340" y="3623235"/>
                  </a:lnTo>
                  <a:lnTo>
                    <a:pt x="3113106" y="3656858"/>
                  </a:lnTo>
                  <a:lnTo>
                    <a:pt x="3119833" y="3691441"/>
                  </a:lnTo>
                  <a:lnTo>
                    <a:pt x="3126560" y="3717378"/>
                  </a:lnTo>
                  <a:lnTo>
                    <a:pt x="3134248" y="3744276"/>
                  </a:lnTo>
                  <a:lnTo>
                    <a:pt x="3140975" y="3769253"/>
                  </a:lnTo>
                  <a:lnTo>
                    <a:pt x="3148663" y="3795190"/>
                  </a:lnTo>
                  <a:lnTo>
                    <a:pt x="3158272" y="3821127"/>
                  </a:lnTo>
                  <a:lnTo>
                    <a:pt x="3166921" y="3846104"/>
                  </a:lnTo>
                  <a:lnTo>
                    <a:pt x="3177492" y="3871081"/>
                  </a:lnTo>
                  <a:lnTo>
                    <a:pt x="3189024" y="3895097"/>
                  </a:lnTo>
                  <a:lnTo>
                    <a:pt x="3200556" y="3919113"/>
                  </a:lnTo>
                  <a:lnTo>
                    <a:pt x="3213048" y="3941208"/>
                  </a:lnTo>
                  <a:lnTo>
                    <a:pt x="3226502" y="3964263"/>
                  </a:lnTo>
                  <a:lnTo>
                    <a:pt x="3240917" y="3984437"/>
                  </a:lnTo>
                  <a:lnTo>
                    <a:pt x="3256293" y="4004610"/>
                  </a:lnTo>
                  <a:lnTo>
                    <a:pt x="3271668" y="4024784"/>
                  </a:lnTo>
                  <a:lnTo>
                    <a:pt x="3288966" y="4042075"/>
                  </a:lnTo>
                  <a:lnTo>
                    <a:pt x="3306264" y="4058406"/>
                  </a:lnTo>
                  <a:lnTo>
                    <a:pt x="3318757" y="4069934"/>
                  </a:lnTo>
                  <a:lnTo>
                    <a:pt x="3331249" y="4079540"/>
                  </a:lnTo>
                  <a:lnTo>
                    <a:pt x="3344703" y="4089147"/>
                  </a:lnTo>
                  <a:lnTo>
                    <a:pt x="3358157" y="4097793"/>
                  </a:lnTo>
                  <a:lnTo>
                    <a:pt x="3372572" y="4106438"/>
                  </a:lnTo>
                  <a:lnTo>
                    <a:pt x="3386026" y="4114123"/>
                  </a:lnTo>
                  <a:lnTo>
                    <a:pt x="3402362" y="4121809"/>
                  </a:lnTo>
                  <a:lnTo>
                    <a:pt x="3417738" y="4127573"/>
                  </a:lnTo>
                  <a:lnTo>
                    <a:pt x="3433114" y="4133336"/>
                  </a:lnTo>
                  <a:lnTo>
                    <a:pt x="3450411" y="4138140"/>
                  </a:lnTo>
                  <a:lnTo>
                    <a:pt x="3467709" y="4142943"/>
                  </a:lnTo>
                  <a:lnTo>
                    <a:pt x="3485007" y="4145825"/>
                  </a:lnTo>
                  <a:lnTo>
                    <a:pt x="3504227" y="4148707"/>
                  </a:lnTo>
                  <a:lnTo>
                    <a:pt x="3523446" y="4151589"/>
                  </a:lnTo>
                  <a:lnTo>
                    <a:pt x="3543627" y="4152549"/>
                  </a:lnTo>
                  <a:lnTo>
                    <a:pt x="3564769" y="4152549"/>
                  </a:lnTo>
                  <a:lnTo>
                    <a:pt x="3564769" y="4260141"/>
                  </a:lnTo>
                  <a:lnTo>
                    <a:pt x="1434268" y="4260141"/>
                  </a:lnTo>
                  <a:lnTo>
                    <a:pt x="1434268" y="4152549"/>
                  </a:lnTo>
                  <a:lnTo>
                    <a:pt x="1455409" y="4152549"/>
                  </a:lnTo>
                  <a:lnTo>
                    <a:pt x="1474629" y="4151589"/>
                  </a:lnTo>
                  <a:lnTo>
                    <a:pt x="1493849" y="4148707"/>
                  </a:lnTo>
                  <a:lnTo>
                    <a:pt x="1513068" y="4145825"/>
                  </a:lnTo>
                  <a:lnTo>
                    <a:pt x="1530366" y="4142943"/>
                  </a:lnTo>
                  <a:lnTo>
                    <a:pt x="1547664" y="4138140"/>
                  </a:lnTo>
                  <a:lnTo>
                    <a:pt x="1564962" y="4133336"/>
                  </a:lnTo>
                  <a:lnTo>
                    <a:pt x="1581298" y="4127573"/>
                  </a:lnTo>
                  <a:lnTo>
                    <a:pt x="1596674" y="4121809"/>
                  </a:lnTo>
                  <a:lnTo>
                    <a:pt x="1612050" y="4114123"/>
                  </a:lnTo>
                  <a:lnTo>
                    <a:pt x="1626465" y="4106438"/>
                  </a:lnTo>
                  <a:lnTo>
                    <a:pt x="1639918" y="4097793"/>
                  </a:lnTo>
                  <a:lnTo>
                    <a:pt x="1653372" y="4089147"/>
                  </a:lnTo>
                  <a:lnTo>
                    <a:pt x="1666826" y="4079540"/>
                  </a:lnTo>
                  <a:lnTo>
                    <a:pt x="1679319" y="4069934"/>
                  </a:lnTo>
                  <a:lnTo>
                    <a:pt x="1691811" y="4058406"/>
                  </a:lnTo>
                  <a:lnTo>
                    <a:pt x="1703343" y="4047839"/>
                  </a:lnTo>
                  <a:lnTo>
                    <a:pt x="1715836" y="4036311"/>
                  </a:lnTo>
                  <a:lnTo>
                    <a:pt x="1726407" y="4024784"/>
                  </a:lnTo>
                  <a:lnTo>
                    <a:pt x="1736978" y="4012295"/>
                  </a:lnTo>
                  <a:lnTo>
                    <a:pt x="1757158" y="3985397"/>
                  </a:lnTo>
                  <a:lnTo>
                    <a:pt x="1776378" y="3956578"/>
                  </a:lnTo>
                  <a:lnTo>
                    <a:pt x="1793676" y="3926798"/>
                  </a:lnTo>
                  <a:lnTo>
                    <a:pt x="1809052" y="3895097"/>
                  </a:lnTo>
                  <a:lnTo>
                    <a:pt x="1824427" y="3863396"/>
                  </a:lnTo>
                  <a:lnTo>
                    <a:pt x="1837881" y="3829773"/>
                  </a:lnTo>
                  <a:lnTo>
                    <a:pt x="1849413" y="3795190"/>
                  </a:lnTo>
                  <a:lnTo>
                    <a:pt x="1859984" y="3761568"/>
                  </a:lnTo>
                  <a:lnTo>
                    <a:pt x="1868632" y="3726984"/>
                  </a:lnTo>
                  <a:lnTo>
                    <a:pt x="1878242" y="3692401"/>
                  </a:lnTo>
                  <a:lnTo>
                    <a:pt x="1884969" y="3657818"/>
                  </a:lnTo>
                  <a:lnTo>
                    <a:pt x="1890735" y="3623235"/>
                  </a:lnTo>
                  <a:lnTo>
                    <a:pt x="1896501" y="3590573"/>
                  </a:lnTo>
                  <a:lnTo>
                    <a:pt x="1900345" y="3557911"/>
                  </a:lnTo>
                  <a:close/>
                  <a:moveTo>
                    <a:pt x="344993" y="345832"/>
                  </a:moveTo>
                  <a:lnTo>
                    <a:pt x="344993" y="3036592"/>
                  </a:lnTo>
                  <a:lnTo>
                    <a:pt x="4655005" y="3036592"/>
                  </a:lnTo>
                  <a:lnTo>
                    <a:pt x="4655005" y="345832"/>
                  </a:lnTo>
                  <a:lnTo>
                    <a:pt x="344993" y="345832"/>
                  </a:lnTo>
                  <a:close/>
                  <a:moveTo>
                    <a:pt x="142226" y="0"/>
                  </a:moveTo>
                  <a:lnTo>
                    <a:pt x="4857773" y="0"/>
                  </a:lnTo>
                  <a:lnTo>
                    <a:pt x="4872187" y="961"/>
                  </a:lnTo>
                  <a:lnTo>
                    <a:pt x="4885641" y="2882"/>
                  </a:lnTo>
                  <a:lnTo>
                    <a:pt x="4899095" y="6725"/>
                  </a:lnTo>
                  <a:lnTo>
                    <a:pt x="4913510" y="10567"/>
                  </a:lnTo>
                  <a:lnTo>
                    <a:pt x="4925042" y="17292"/>
                  </a:lnTo>
                  <a:lnTo>
                    <a:pt x="4936573" y="24016"/>
                  </a:lnTo>
                  <a:lnTo>
                    <a:pt x="4947144" y="32662"/>
                  </a:lnTo>
                  <a:lnTo>
                    <a:pt x="4957715" y="42268"/>
                  </a:lnTo>
                  <a:lnTo>
                    <a:pt x="4967325" y="51875"/>
                  </a:lnTo>
                  <a:lnTo>
                    <a:pt x="4975974" y="62442"/>
                  </a:lnTo>
                  <a:lnTo>
                    <a:pt x="4982701" y="73970"/>
                  </a:lnTo>
                  <a:lnTo>
                    <a:pt x="4988466" y="87419"/>
                  </a:lnTo>
                  <a:lnTo>
                    <a:pt x="4993271" y="99907"/>
                  </a:lnTo>
                  <a:lnTo>
                    <a:pt x="4996154" y="113356"/>
                  </a:lnTo>
                  <a:lnTo>
                    <a:pt x="4999037" y="127766"/>
                  </a:lnTo>
                  <a:lnTo>
                    <a:pt x="4999037" y="142175"/>
                  </a:lnTo>
                  <a:lnTo>
                    <a:pt x="4999037" y="3238327"/>
                  </a:lnTo>
                  <a:lnTo>
                    <a:pt x="4999037" y="3253697"/>
                  </a:lnTo>
                  <a:lnTo>
                    <a:pt x="4996154" y="3268106"/>
                  </a:lnTo>
                  <a:lnTo>
                    <a:pt x="4993271" y="3281555"/>
                  </a:lnTo>
                  <a:lnTo>
                    <a:pt x="4988466" y="3295004"/>
                  </a:lnTo>
                  <a:lnTo>
                    <a:pt x="4982701" y="3307493"/>
                  </a:lnTo>
                  <a:lnTo>
                    <a:pt x="4975974" y="3319021"/>
                  </a:lnTo>
                  <a:lnTo>
                    <a:pt x="4967325" y="3329588"/>
                  </a:lnTo>
                  <a:lnTo>
                    <a:pt x="4957715" y="3339194"/>
                  </a:lnTo>
                  <a:lnTo>
                    <a:pt x="4947144" y="3349761"/>
                  </a:lnTo>
                  <a:lnTo>
                    <a:pt x="4936573" y="3357446"/>
                  </a:lnTo>
                  <a:lnTo>
                    <a:pt x="4925042" y="3364171"/>
                  </a:lnTo>
                  <a:lnTo>
                    <a:pt x="4913510" y="3369935"/>
                  </a:lnTo>
                  <a:lnTo>
                    <a:pt x="4899095" y="3374738"/>
                  </a:lnTo>
                  <a:lnTo>
                    <a:pt x="4885641" y="3378580"/>
                  </a:lnTo>
                  <a:lnTo>
                    <a:pt x="4872187" y="3380502"/>
                  </a:lnTo>
                  <a:lnTo>
                    <a:pt x="4857773" y="3381462"/>
                  </a:lnTo>
                  <a:lnTo>
                    <a:pt x="142226" y="3381462"/>
                  </a:lnTo>
                  <a:lnTo>
                    <a:pt x="127811" y="3380502"/>
                  </a:lnTo>
                  <a:lnTo>
                    <a:pt x="113396" y="3378580"/>
                  </a:lnTo>
                  <a:lnTo>
                    <a:pt x="99942" y="3374738"/>
                  </a:lnTo>
                  <a:lnTo>
                    <a:pt x="86489" y="3369935"/>
                  </a:lnTo>
                  <a:lnTo>
                    <a:pt x="73996" y="3364171"/>
                  </a:lnTo>
                  <a:lnTo>
                    <a:pt x="62464" y="3357446"/>
                  </a:lnTo>
                  <a:lnTo>
                    <a:pt x="51893" y="3349761"/>
                  </a:lnTo>
                  <a:lnTo>
                    <a:pt x="42283" y="3339194"/>
                  </a:lnTo>
                  <a:lnTo>
                    <a:pt x="31713" y="3329588"/>
                  </a:lnTo>
                  <a:lnTo>
                    <a:pt x="24025" y="3319021"/>
                  </a:lnTo>
                  <a:lnTo>
                    <a:pt x="17298" y="3307493"/>
                  </a:lnTo>
                  <a:lnTo>
                    <a:pt x="11532" y="3295004"/>
                  </a:lnTo>
                  <a:lnTo>
                    <a:pt x="6727" y="3281555"/>
                  </a:lnTo>
                  <a:lnTo>
                    <a:pt x="2883" y="3268106"/>
                  </a:lnTo>
                  <a:lnTo>
                    <a:pt x="961" y="3253697"/>
                  </a:lnTo>
                  <a:lnTo>
                    <a:pt x="0" y="3238327"/>
                  </a:lnTo>
                  <a:lnTo>
                    <a:pt x="0" y="142175"/>
                  </a:lnTo>
                  <a:lnTo>
                    <a:pt x="961" y="127766"/>
                  </a:lnTo>
                  <a:lnTo>
                    <a:pt x="2883" y="113356"/>
                  </a:lnTo>
                  <a:lnTo>
                    <a:pt x="6727" y="99907"/>
                  </a:lnTo>
                  <a:lnTo>
                    <a:pt x="11532" y="87419"/>
                  </a:lnTo>
                  <a:lnTo>
                    <a:pt x="17298" y="73970"/>
                  </a:lnTo>
                  <a:lnTo>
                    <a:pt x="24025" y="62442"/>
                  </a:lnTo>
                  <a:lnTo>
                    <a:pt x="31713" y="51875"/>
                  </a:lnTo>
                  <a:lnTo>
                    <a:pt x="42283" y="42268"/>
                  </a:lnTo>
                  <a:lnTo>
                    <a:pt x="51893" y="32662"/>
                  </a:lnTo>
                  <a:lnTo>
                    <a:pt x="62464" y="24016"/>
                  </a:lnTo>
                  <a:lnTo>
                    <a:pt x="73996" y="17292"/>
                  </a:lnTo>
                  <a:lnTo>
                    <a:pt x="86489" y="10567"/>
                  </a:lnTo>
                  <a:lnTo>
                    <a:pt x="99942" y="6725"/>
                  </a:lnTo>
                  <a:lnTo>
                    <a:pt x="113396" y="2882"/>
                  </a:lnTo>
                  <a:lnTo>
                    <a:pt x="127811" y="961"/>
                  </a:lnTo>
                  <a:lnTo>
                    <a:pt x="142226"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5" dirty="0">
                <a:solidFill>
                  <a:srgbClr val="FFFFFF"/>
                </a:solidFill>
                <a:cs typeface="+mn-ea"/>
                <a:sym typeface="+mn-lt"/>
              </a:endParaRPr>
            </a:p>
          </p:txBody>
        </p:sp>
        <p:sp>
          <p:nvSpPr>
            <p:cNvPr id="48" name="矩形 47"/>
            <p:cNvSpPr/>
            <p:nvPr/>
          </p:nvSpPr>
          <p:spPr>
            <a:xfrm>
              <a:off x="3996794" y="158090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a:t>
              </a:r>
              <a:r>
                <a:rPr lang="en-US" sz="2400" dirty="0">
                  <a:solidFill>
                    <a:schemeClr val="tx1"/>
                  </a:solidFill>
                  <a:cs typeface="+mn-ea"/>
                  <a:sym typeface="+mn-lt"/>
                </a:rPr>
                <a:t>8</a:t>
              </a:r>
              <a:endParaRPr lang="en-US" sz="2400" dirty="0">
                <a:solidFill>
                  <a:schemeClr val="tx1"/>
                </a:solidFill>
                <a:cs typeface="+mn-ea"/>
                <a:sym typeface="+mn-lt"/>
              </a:endParaRPr>
            </a:p>
          </p:txBody>
        </p:sp>
      </p:grpSp>
      <p:grpSp>
        <p:nvGrpSpPr>
          <p:cNvPr id="5" name="组合 4"/>
          <p:cNvGrpSpPr/>
          <p:nvPr/>
        </p:nvGrpSpPr>
        <p:grpSpPr>
          <a:xfrm>
            <a:off x="6664616" y="1580905"/>
            <a:ext cx="1150413" cy="1011701"/>
            <a:chOff x="6664616" y="1580905"/>
            <a:chExt cx="1150413" cy="1011701"/>
          </a:xfrm>
        </p:grpSpPr>
        <p:sp>
          <p:nvSpPr>
            <p:cNvPr id="41" name="MH_Other_4"/>
            <p:cNvSpPr/>
            <p:nvPr>
              <p:custDataLst>
                <p:tags r:id="rId2"/>
              </p:custDataLst>
            </p:nvPr>
          </p:nvSpPr>
          <p:spPr bwMode="auto">
            <a:xfrm>
              <a:off x="6664620" y="2017402"/>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bIns="27000"/>
            <a:lstStyle/>
            <a:p>
              <a:endParaRPr lang="zh-CN" altLang="en-US" sz="2400">
                <a:cs typeface="+mn-ea"/>
                <a:sym typeface="+mn-lt"/>
              </a:endParaRPr>
            </a:p>
          </p:txBody>
        </p:sp>
        <p:sp>
          <p:nvSpPr>
            <p:cNvPr id="43" name="KSO_Shape"/>
            <p:cNvSpPr/>
            <p:nvPr/>
          </p:nvSpPr>
          <p:spPr bwMode="auto">
            <a:xfrm>
              <a:off x="7072615" y="2158339"/>
              <a:ext cx="334418" cy="274781"/>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5">
                <a:solidFill>
                  <a:srgbClr val="FFFFFF"/>
                </a:solidFill>
                <a:cs typeface="+mn-ea"/>
                <a:sym typeface="+mn-lt"/>
              </a:endParaRPr>
            </a:p>
          </p:txBody>
        </p:sp>
        <p:sp>
          <p:nvSpPr>
            <p:cNvPr id="49" name="矩形 48"/>
            <p:cNvSpPr/>
            <p:nvPr/>
          </p:nvSpPr>
          <p:spPr>
            <a:xfrm>
              <a:off x="6664616" y="158090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2019</a:t>
              </a:r>
              <a:endParaRPr lang="zh-CN" altLang="zh-CN" sz="2400" dirty="0">
                <a:solidFill>
                  <a:schemeClr val="tx1"/>
                </a:solidFill>
                <a:cs typeface="+mn-ea"/>
                <a:sym typeface="+mn-lt"/>
              </a:endParaRPr>
            </a:p>
          </p:txBody>
        </p:sp>
      </p:grpSp>
      <p:sp>
        <p:nvSpPr>
          <p:cNvPr id="50" name="矩形 49"/>
          <p:cNvSpPr/>
          <p:nvPr/>
        </p:nvSpPr>
        <p:spPr>
          <a:xfrm>
            <a:off x="852097" y="3812955"/>
            <a:ext cx="7439807"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请输入文本请输入文本请输入文本请输入文本请输入文本请输入文本请输入文本请输入文本请输亮亮图文旗舰店  https://liangliangtuwen.tmall.com</a:t>
            </a:r>
            <a:endParaRPr lang="zh-CN" altLang="en-US" dirty="0">
              <a:solidFill>
                <a:schemeClr val="tx1"/>
              </a:solidFill>
              <a:cs typeface="+mn-ea"/>
              <a:sym typeface="+mn-lt"/>
            </a:endParaRPr>
          </a:p>
        </p:txBody>
      </p:sp>
      <p:sp>
        <p:nvSpPr>
          <p:cNvPr id="51" name="KSO_Shape"/>
          <p:cNvSpPr/>
          <p:nvPr/>
        </p:nvSpPr>
        <p:spPr bwMode="auto">
          <a:xfrm flipH="1">
            <a:off x="576178" y="3891972"/>
            <a:ext cx="226094" cy="755917"/>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tx1"/>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015">
              <a:latin typeface="+mn-lt"/>
              <a:ea typeface="+mn-ea"/>
              <a:cs typeface="+mn-ea"/>
              <a:sym typeface="+mn-lt"/>
            </a:endParaRPr>
          </a:p>
        </p:txBody>
      </p:sp>
      <p:sp>
        <p:nvSpPr>
          <p:cNvPr id="52" name="KSO_Shape"/>
          <p:cNvSpPr/>
          <p:nvPr/>
        </p:nvSpPr>
        <p:spPr bwMode="auto">
          <a:xfrm>
            <a:off x="8341729" y="3891972"/>
            <a:ext cx="226094" cy="755917"/>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tx1"/>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015">
              <a:latin typeface="+mn-lt"/>
              <a:ea typeface="+mn-ea"/>
              <a:cs typeface="+mn-ea"/>
              <a:sym typeface="+mn-lt"/>
            </a:endParaRPr>
          </a:p>
        </p:txBody>
      </p:sp>
      <p:grpSp>
        <p:nvGrpSpPr>
          <p:cNvPr id="3" name="组合 2"/>
          <p:cNvGrpSpPr/>
          <p:nvPr/>
        </p:nvGrpSpPr>
        <p:grpSpPr>
          <a:xfrm>
            <a:off x="1328972" y="1580905"/>
            <a:ext cx="1150410" cy="1011701"/>
            <a:chOff x="1328972" y="1580905"/>
            <a:chExt cx="1150410" cy="1011701"/>
          </a:xfrm>
        </p:grpSpPr>
        <p:sp>
          <p:nvSpPr>
            <p:cNvPr id="22" name="MH_Other_4"/>
            <p:cNvSpPr/>
            <p:nvPr>
              <p:custDataLst>
                <p:tags r:id="rId3"/>
              </p:custDataLst>
            </p:nvPr>
          </p:nvSpPr>
          <p:spPr bwMode="auto">
            <a:xfrm>
              <a:off x="1328973" y="2017402"/>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bIns="27000"/>
            <a:lstStyle/>
            <a:p>
              <a:endParaRPr lang="zh-CN" altLang="en-US" sz="2400">
                <a:cs typeface="+mn-ea"/>
                <a:sym typeface="+mn-lt"/>
              </a:endParaRPr>
            </a:p>
          </p:txBody>
        </p:sp>
        <p:sp>
          <p:nvSpPr>
            <p:cNvPr id="47" name="矩形 46"/>
            <p:cNvSpPr/>
            <p:nvPr/>
          </p:nvSpPr>
          <p:spPr>
            <a:xfrm>
              <a:off x="1328972" y="158090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a:t>
              </a:r>
              <a:r>
                <a:rPr lang="en-US" sz="2400" dirty="0">
                  <a:solidFill>
                    <a:schemeClr val="tx1"/>
                  </a:solidFill>
                  <a:cs typeface="+mn-ea"/>
                  <a:sym typeface="+mn-lt"/>
                </a:rPr>
                <a:t>7</a:t>
              </a:r>
              <a:endParaRPr lang="en-US" sz="2400" dirty="0">
                <a:solidFill>
                  <a:schemeClr val="tx1"/>
                </a:solidFill>
                <a:cs typeface="+mn-ea"/>
                <a:sym typeface="+mn-lt"/>
              </a:endParaRPr>
            </a:p>
          </p:txBody>
        </p:sp>
        <p:sp>
          <p:nvSpPr>
            <p:cNvPr id="23" name="KSO_Shape"/>
            <p:cNvSpPr/>
            <p:nvPr/>
          </p:nvSpPr>
          <p:spPr bwMode="auto">
            <a:xfrm>
              <a:off x="1743193" y="2094677"/>
              <a:ext cx="321968" cy="402106"/>
            </a:xfrm>
            <a:custGeom>
              <a:avLst/>
              <a:gdLst>
                <a:gd name="T0" fmla="*/ 123184 w 2623"/>
                <a:gd name="T1" fmla="*/ 1800397 h 3273"/>
                <a:gd name="T2" fmla="*/ 0 w 2623"/>
                <a:gd name="T3" fmla="*/ 112765 h 3273"/>
                <a:gd name="T4" fmla="*/ 1329723 w 2623"/>
                <a:gd name="T5" fmla="*/ 0 h 3273"/>
                <a:gd name="T6" fmla="*/ 1442458 w 2623"/>
                <a:gd name="T7" fmla="*/ 1688182 h 3273"/>
                <a:gd name="T8" fmla="*/ 973920 w 2623"/>
                <a:gd name="T9" fmla="*/ 1623823 h 3273"/>
                <a:gd name="T10" fmla="*/ 1190592 w 2623"/>
                <a:gd name="T11" fmla="*/ 1695883 h 3273"/>
                <a:gd name="T12" fmla="*/ 1262632 w 2623"/>
                <a:gd name="T13" fmla="*/ 1479703 h 3273"/>
                <a:gd name="T14" fmla="*/ 1046511 w 2623"/>
                <a:gd name="T15" fmla="*/ 1407643 h 3273"/>
                <a:gd name="T16" fmla="*/ 973920 w 2623"/>
                <a:gd name="T17" fmla="*/ 1623823 h 3273"/>
                <a:gd name="T18" fmla="*/ 1046511 w 2623"/>
                <a:gd name="T19" fmla="*/ 1299278 h 3273"/>
                <a:gd name="T20" fmla="*/ 1262632 w 2623"/>
                <a:gd name="T21" fmla="*/ 1227218 h 3273"/>
                <a:gd name="T22" fmla="*/ 1190592 w 2623"/>
                <a:gd name="T23" fmla="*/ 1010489 h 3273"/>
                <a:gd name="T24" fmla="*/ 973920 w 2623"/>
                <a:gd name="T25" fmla="*/ 1082549 h 3273"/>
                <a:gd name="T26" fmla="*/ 973920 w 2623"/>
                <a:gd name="T27" fmla="*/ 830064 h 3273"/>
                <a:gd name="T28" fmla="*/ 1190592 w 2623"/>
                <a:gd name="T29" fmla="*/ 902124 h 3273"/>
                <a:gd name="T30" fmla="*/ 1262632 w 2623"/>
                <a:gd name="T31" fmla="*/ 685944 h 3273"/>
                <a:gd name="T32" fmla="*/ 1046511 w 2623"/>
                <a:gd name="T33" fmla="*/ 613884 h 3273"/>
                <a:gd name="T34" fmla="*/ 973920 w 2623"/>
                <a:gd name="T35" fmla="*/ 830064 h 3273"/>
                <a:gd name="T36" fmla="*/ 649464 w 2623"/>
                <a:gd name="T37" fmla="*/ 1695883 h 3273"/>
                <a:gd name="T38" fmla="*/ 866135 w 2623"/>
                <a:gd name="T39" fmla="*/ 1623823 h 3273"/>
                <a:gd name="T40" fmla="*/ 794094 w 2623"/>
                <a:gd name="T41" fmla="*/ 1407643 h 3273"/>
                <a:gd name="T42" fmla="*/ 577423 w 2623"/>
                <a:gd name="T43" fmla="*/ 1479703 h 3273"/>
                <a:gd name="T44" fmla="*/ 577423 w 2623"/>
                <a:gd name="T45" fmla="*/ 1227218 h 3273"/>
                <a:gd name="T46" fmla="*/ 794094 w 2623"/>
                <a:gd name="T47" fmla="*/ 1299278 h 3273"/>
                <a:gd name="T48" fmla="*/ 866135 w 2623"/>
                <a:gd name="T49" fmla="*/ 1082549 h 3273"/>
                <a:gd name="T50" fmla="*/ 649464 w 2623"/>
                <a:gd name="T51" fmla="*/ 1010489 h 3273"/>
                <a:gd name="T52" fmla="*/ 577423 w 2623"/>
                <a:gd name="T53" fmla="*/ 1227218 h 3273"/>
                <a:gd name="T54" fmla="*/ 649464 w 2623"/>
                <a:gd name="T55" fmla="*/ 902124 h 3273"/>
                <a:gd name="T56" fmla="*/ 866135 w 2623"/>
                <a:gd name="T57" fmla="*/ 830064 h 3273"/>
                <a:gd name="T58" fmla="*/ 794094 w 2623"/>
                <a:gd name="T59" fmla="*/ 613884 h 3273"/>
                <a:gd name="T60" fmla="*/ 577423 w 2623"/>
                <a:gd name="T61" fmla="*/ 685944 h 3273"/>
                <a:gd name="T62" fmla="*/ 180376 w 2623"/>
                <a:gd name="T63" fmla="*/ 1623823 h 3273"/>
                <a:gd name="T64" fmla="*/ 397047 w 2623"/>
                <a:gd name="T65" fmla="*/ 1695883 h 3273"/>
                <a:gd name="T66" fmla="*/ 469088 w 2623"/>
                <a:gd name="T67" fmla="*/ 1479703 h 3273"/>
                <a:gd name="T68" fmla="*/ 252966 w 2623"/>
                <a:gd name="T69" fmla="*/ 1407643 h 3273"/>
                <a:gd name="T70" fmla="*/ 180376 w 2623"/>
                <a:gd name="T71" fmla="*/ 1623823 h 3273"/>
                <a:gd name="T72" fmla="*/ 252966 w 2623"/>
                <a:gd name="T73" fmla="*/ 1299278 h 3273"/>
                <a:gd name="T74" fmla="*/ 469088 w 2623"/>
                <a:gd name="T75" fmla="*/ 1227218 h 3273"/>
                <a:gd name="T76" fmla="*/ 397047 w 2623"/>
                <a:gd name="T77" fmla="*/ 1010489 h 3273"/>
                <a:gd name="T78" fmla="*/ 180376 w 2623"/>
                <a:gd name="T79" fmla="*/ 1082549 h 3273"/>
                <a:gd name="T80" fmla="*/ 180376 w 2623"/>
                <a:gd name="T81" fmla="*/ 830064 h 3273"/>
                <a:gd name="T82" fmla="*/ 397047 w 2623"/>
                <a:gd name="T83" fmla="*/ 902124 h 3273"/>
                <a:gd name="T84" fmla="*/ 469088 w 2623"/>
                <a:gd name="T85" fmla="*/ 685944 h 3273"/>
                <a:gd name="T86" fmla="*/ 252966 w 2623"/>
                <a:gd name="T87" fmla="*/ 613884 h 3273"/>
                <a:gd name="T88" fmla="*/ 180376 w 2623"/>
                <a:gd name="T89" fmla="*/ 830064 h 3273"/>
                <a:gd name="T90" fmla="*/ 179276 w 2623"/>
                <a:gd name="T91" fmla="*/ 179325 h 3273"/>
                <a:gd name="T92" fmla="*/ 1263182 w 2623"/>
                <a:gd name="T93" fmla="*/ 470865 h 327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623" h="3273">
                  <a:moveTo>
                    <a:pt x="2418" y="3273"/>
                  </a:moveTo>
                  <a:cubicBezTo>
                    <a:pt x="224" y="3273"/>
                    <a:pt x="224" y="3273"/>
                    <a:pt x="224" y="3273"/>
                  </a:cubicBezTo>
                  <a:cubicBezTo>
                    <a:pt x="111" y="3273"/>
                    <a:pt x="0" y="3181"/>
                    <a:pt x="0" y="3069"/>
                  </a:cubicBezTo>
                  <a:cubicBezTo>
                    <a:pt x="0" y="205"/>
                    <a:pt x="0" y="205"/>
                    <a:pt x="0" y="205"/>
                  </a:cubicBezTo>
                  <a:cubicBezTo>
                    <a:pt x="0" y="92"/>
                    <a:pt x="92" y="0"/>
                    <a:pt x="205" y="0"/>
                  </a:cubicBezTo>
                  <a:cubicBezTo>
                    <a:pt x="2418" y="0"/>
                    <a:pt x="2418" y="0"/>
                    <a:pt x="2418" y="0"/>
                  </a:cubicBezTo>
                  <a:cubicBezTo>
                    <a:pt x="2531" y="0"/>
                    <a:pt x="2623" y="92"/>
                    <a:pt x="2623" y="205"/>
                  </a:cubicBezTo>
                  <a:cubicBezTo>
                    <a:pt x="2623" y="3069"/>
                    <a:pt x="2623" y="3069"/>
                    <a:pt x="2623" y="3069"/>
                  </a:cubicBezTo>
                  <a:cubicBezTo>
                    <a:pt x="2623" y="3181"/>
                    <a:pt x="2531" y="3273"/>
                    <a:pt x="2418" y="3273"/>
                  </a:cubicBezTo>
                  <a:close/>
                  <a:moveTo>
                    <a:pt x="1771" y="2952"/>
                  </a:moveTo>
                  <a:cubicBezTo>
                    <a:pt x="1771" y="3024"/>
                    <a:pt x="1830" y="3083"/>
                    <a:pt x="1903" y="3083"/>
                  </a:cubicBezTo>
                  <a:cubicBezTo>
                    <a:pt x="2165" y="3083"/>
                    <a:pt x="2165" y="3083"/>
                    <a:pt x="2165" y="3083"/>
                  </a:cubicBezTo>
                  <a:cubicBezTo>
                    <a:pt x="2237" y="3083"/>
                    <a:pt x="2296" y="3024"/>
                    <a:pt x="2296" y="2952"/>
                  </a:cubicBezTo>
                  <a:cubicBezTo>
                    <a:pt x="2296" y="2690"/>
                    <a:pt x="2296" y="2690"/>
                    <a:pt x="2296" y="2690"/>
                  </a:cubicBezTo>
                  <a:cubicBezTo>
                    <a:pt x="2296" y="2617"/>
                    <a:pt x="2237" y="2559"/>
                    <a:pt x="2165" y="2559"/>
                  </a:cubicBezTo>
                  <a:cubicBezTo>
                    <a:pt x="1903" y="2559"/>
                    <a:pt x="1903" y="2559"/>
                    <a:pt x="1903" y="2559"/>
                  </a:cubicBezTo>
                  <a:cubicBezTo>
                    <a:pt x="1830" y="2559"/>
                    <a:pt x="1771" y="2617"/>
                    <a:pt x="1771" y="2690"/>
                  </a:cubicBezTo>
                  <a:lnTo>
                    <a:pt x="1771" y="2952"/>
                  </a:lnTo>
                  <a:close/>
                  <a:moveTo>
                    <a:pt x="1771" y="2231"/>
                  </a:moveTo>
                  <a:cubicBezTo>
                    <a:pt x="1771" y="2303"/>
                    <a:pt x="1830" y="2362"/>
                    <a:pt x="1903" y="2362"/>
                  </a:cubicBezTo>
                  <a:cubicBezTo>
                    <a:pt x="2165" y="2362"/>
                    <a:pt x="2165" y="2362"/>
                    <a:pt x="2165" y="2362"/>
                  </a:cubicBezTo>
                  <a:cubicBezTo>
                    <a:pt x="2237" y="2362"/>
                    <a:pt x="2296" y="2303"/>
                    <a:pt x="2296" y="2231"/>
                  </a:cubicBezTo>
                  <a:cubicBezTo>
                    <a:pt x="2296" y="1968"/>
                    <a:pt x="2296" y="1968"/>
                    <a:pt x="2296" y="1968"/>
                  </a:cubicBezTo>
                  <a:cubicBezTo>
                    <a:pt x="2296" y="1896"/>
                    <a:pt x="2237" y="1837"/>
                    <a:pt x="2165" y="1837"/>
                  </a:cubicBezTo>
                  <a:cubicBezTo>
                    <a:pt x="1903" y="1837"/>
                    <a:pt x="1903" y="1837"/>
                    <a:pt x="1903" y="1837"/>
                  </a:cubicBezTo>
                  <a:cubicBezTo>
                    <a:pt x="1830" y="1837"/>
                    <a:pt x="1771" y="1896"/>
                    <a:pt x="1771" y="1968"/>
                  </a:cubicBezTo>
                  <a:lnTo>
                    <a:pt x="1771" y="2231"/>
                  </a:lnTo>
                  <a:close/>
                  <a:moveTo>
                    <a:pt x="1771" y="1509"/>
                  </a:moveTo>
                  <a:cubicBezTo>
                    <a:pt x="1771" y="1581"/>
                    <a:pt x="1830" y="1640"/>
                    <a:pt x="1903" y="1640"/>
                  </a:cubicBezTo>
                  <a:cubicBezTo>
                    <a:pt x="2165" y="1640"/>
                    <a:pt x="2165" y="1640"/>
                    <a:pt x="2165" y="1640"/>
                  </a:cubicBezTo>
                  <a:cubicBezTo>
                    <a:pt x="2237" y="1640"/>
                    <a:pt x="2296" y="1581"/>
                    <a:pt x="2296" y="1509"/>
                  </a:cubicBezTo>
                  <a:cubicBezTo>
                    <a:pt x="2296" y="1247"/>
                    <a:pt x="2296" y="1247"/>
                    <a:pt x="2296" y="1247"/>
                  </a:cubicBezTo>
                  <a:cubicBezTo>
                    <a:pt x="2296" y="1174"/>
                    <a:pt x="2237" y="1116"/>
                    <a:pt x="2165" y="1116"/>
                  </a:cubicBezTo>
                  <a:cubicBezTo>
                    <a:pt x="1903" y="1116"/>
                    <a:pt x="1903" y="1116"/>
                    <a:pt x="1903" y="1116"/>
                  </a:cubicBezTo>
                  <a:cubicBezTo>
                    <a:pt x="1830" y="1116"/>
                    <a:pt x="1771" y="1174"/>
                    <a:pt x="1771" y="1247"/>
                  </a:cubicBezTo>
                  <a:lnTo>
                    <a:pt x="1771" y="1509"/>
                  </a:lnTo>
                  <a:close/>
                  <a:moveTo>
                    <a:pt x="1050" y="2952"/>
                  </a:moveTo>
                  <a:cubicBezTo>
                    <a:pt x="1050" y="3024"/>
                    <a:pt x="1109" y="3083"/>
                    <a:pt x="1181" y="3083"/>
                  </a:cubicBezTo>
                  <a:cubicBezTo>
                    <a:pt x="1444" y="3083"/>
                    <a:pt x="1444" y="3083"/>
                    <a:pt x="1444" y="3083"/>
                  </a:cubicBezTo>
                  <a:cubicBezTo>
                    <a:pt x="1516" y="3083"/>
                    <a:pt x="1575" y="3024"/>
                    <a:pt x="1575" y="2952"/>
                  </a:cubicBezTo>
                  <a:cubicBezTo>
                    <a:pt x="1575" y="2690"/>
                    <a:pt x="1575" y="2690"/>
                    <a:pt x="1575" y="2690"/>
                  </a:cubicBezTo>
                  <a:cubicBezTo>
                    <a:pt x="1575" y="2617"/>
                    <a:pt x="1516" y="2559"/>
                    <a:pt x="1444" y="2559"/>
                  </a:cubicBezTo>
                  <a:cubicBezTo>
                    <a:pt x="1181" y="2559"/>
                    <a:pt x="1181" y="2559"/>
                    <a:pt x="1181" y="2559"/>
                  </a:cubicBezTo>
                  <a:cubicBezTo>
                    <a:pt x="1109" y="2559"/>
                    <a:pt x="1050" y="2617"/>
                    <a:pt x="1050" y="2690"/>
                  </a:cubicBezTo>
                  <a:lnTo>
                    <a:pt x="1050" y="2952"/>
                  </a:lnTo>
                  <a:close/>
                  <a:moveTo>
                    <a:pt x="1050" y="2231"/>
                  </a:moveTo>
                  <a:cubicBezTo>
                    <a:pt x="1050" y="2303"/>
                    <a:pt x="1109" y="2362"/>
                    <a:pt x="1181" y="2362"/>
                  </a:cubicBezTo>
                  <a:cubicBezTo>
                    <a:pt x="1444" y="2362"/>
                    <a:pt x="1444" y="2362"/>
                    <a:pt x="1444" y="2362"/>
                  </a:cubicBezTo>
                  <a:cubicBezTo>
                    <a:pt x="1516" y="2362"/>
                    <a:pt x="1575" y="2303"/>
                    <a:pt x="1575" y="2231"/>
                  </a:cubicBezTo>
                  <a:cubicBezTo>
                    <a:pt x="1575" y="1968"/>
                    <a:pt x="1575" y="1968"/>
                    <a:pt x="1575" y="1968"/>
                  </a:cubicBezTo>
                  <a:cubicBezTo>
                    <a:pt x="1575" y="1896"/>
                    <a:pt x="1516" y="1837"/>
                    <a:pt x="1444" y="1837"/>
                  </a:cubicBezTo>
                  <a:cubicBezTo>
                    <a:pt x="1181" y="1837"/>
                    <a:pt x="1181" y="1837"/>
                    <a:pt x="1181" y="1837"/>
                  </a:cubicBezTo>
                  <a:cubicBezTo>
                    <a:pt x="1109" y="1837"/>
                    <a:pt x="1050" y="1896"/>
                    <a:pt x="1050" y="1968"/>
                  </a:cubicBezTo>
                  <a:lnTo>
                    <a:pt x="1050" y="2231"/>
                  </a:lnTo>
                  <a:close/>
                  <a:moveTo>
                    <a:pt x="1050" y="1509"/>
                  </a:moveTo>
                  <a:cubicBezTo>
                    <a:pt x="1050" y="1581"/>
                    <a:pt x="1109" y="1640"/>
                    <a:pt x="1181" y="1640"/>
                  </a:cubicBezTo>
                  <a:cubicBezTo>
                    <a:pt x="1444" y="1640"/>
                    <a:pt x="1444" y="1640"/>
                    <a:pt x="1444" y="1640"/>
                  </a:cubicBezTo>
                  <a:cubicBezTo>
                    <a:pt x="1516" y="1640"/>
                    <a:pt x="1575" y="1581"/>
                    <a:pt x="1575" y="1509"/>
                  </a:cubicBezTo>
                  <a:cubicBezTo>
                    <a:pt x="1575" y="1247"/>
                    <a:pt x="1575" y="1247"/>
                    <a:pt x="1575" y="1247"/>
                  </a:cubicBezTo>
                  <a:cubicBezTo>
                    <a:pt x="1575" y="1174"/>
                    <a:pt x="1516" y="1116"/>
                    <a:pt x="1444" y="1116"/>
                  </a:cubicBezTo>
                  <a:cubicBezTo>
                    <a:pt x="1181" y="1116"/>
                    <a:pt x="1181" y="1116"/>
                    <a:pt x="1181" y="1116"/>
                  </a:cubicBezTo>
                  <a:cubicBezTo>
                    <a:pt x="1109" y="1116"/>
                    <a:pt x="1050" y="1174"/>
                    <a:pt x="1050" y="1247"/>
                  </a:cubicBezTo>
                  <a:lnTo>
                    <a:pt x="1050" y="1509"/>
                  </a:lnTo>
                  <a:close/>
                  <a:moveTo>
                    <a:pt x="328" y="2952"/>
                  </a:moveTo>
                  <a:cubicBezTo>
                    <a:pt x="328" y="3024"/>
                    <a:pt x="387" y="3083"/>
                    <a:pt x="460" y="3083"/>
                  </a:cubicBezTo>
                  <a:cubicBezTo>
                    <a:pt x="722" y="3083"/>
                    <a:pt x="722" y="3083"/>
                    <a:pt x="722" y="3083"/>
                  </a:cubicBezTo>
                  <a:cubicBezTo>
                    <a:pt x="794" y="3083"/>
                    <a:pt x="853" y="3024"/>
                    <a:pt x="853" y="2952"/>
                  </a:cubicBezTo>
                  <a:cubicBezTo>
                    <a:pt x="853" y="2690"/>
                    <a:pt x="853" y="2690"/>
                    <a:pt x="853" y="2690"/>
                  </a:cubicBezTo>
                  <a:cubicBezTo>
                    <a:pt x="853" y="2617"/>
                    <a:pt x="794" y="2559"/>
                    <a:pt x="722" y="2559"/>
                  </a:cubicBezTo>
                  <a:cubicBezTo>
                    <a:pt x="460" y="2559"/>
                    <a:pt x="460" y="2559"/>
                    <a:pt x="460" y="2559"/>
                  </a:cubicBezTo>
                  <a:cubicBezTo>
                    <a:pt x="387" y="2559"/>
                    <a:pt x="328" y="2617"/>
                    <a:pt x="328" y="2690"/>
                  </a:cubicBezTo>
                  <a:lnTo>
                    <a:pt x="328" y="2952"/>
                  </a:lnTo>
                  <a:close/>
                  <a:moveTo>
                    <a:pt x="328" y="2231"/>
                  </a:moveTo>
                  <a:cubicBezTo>
                    <a:pt x="328" y="2303"/>
                    <a:pt x="387" y="2362"/>
                    <a:pt x="460" y="2362"/>
                  </a:cubicBezTo>
                  <a:cubicBezTo>
                    <a:pt x="722" y="2362"/>
                    <a:pt x="722" y="2362"/>
                    <a:pt x="722" y="2362"/>
                  </a:cubicBezTo>
                  <a:cubicBezTo>
                    <a:pt x="794" y="2362"/>
                    <a:pt x="853" y="2303"/>
                    <a:pt x="853" y="2231"/>
                  </a:cubicBezTo>
                  <a:cubicBezTo>
                    <a:pt x="853" y="1968"/>
                    <a:pt x="853" y="1968"/>
                    <a:pt x="853" y="1968"/>
                  </a:cubicBezTo>
                  <a:cubicBezTo>
                    <a:pt x="853" y="1896"/>
                    <a:pt x="794" y="1837"/>
                    <a:pt x="722" y="1837"/>
                  </a:cubicBezTo>
                  <a:cubicBezTo>
                    <a:pt x="460" y="1837"/>
                    <a:pt x="460" y="1837"/>
                    <a:pt x="460" y="1837"/>
                  </a:cubicBezTo>
                  <a:cubicBezTo>
                    <a:pt x="387" y="1837"/>
                    <a:pt x="328" y="1896"/>
                    <a:pt x="328" y="1968"/>
                  </a:cubicBezTo>
                  <a:lnTo>
                    <a:pt x="328" y="2231"/>
                  </a:lnTo>
                  <a:close/>
                  <a:moveTo>
                    <a:pt x="328" y="1509"/>
                  </a:moveTo>
                  <a:cubicBezTo>
                    <a:pt x="328" y="1581"/>
                    <a:pt x="387" y="1640"/>
                    <a:pt x="460" y="1640"/>
                  </a:cubicBezTo>
                  <a:cubicBezTo>
                    <a:pt x="722" y="1640"/>
                    <a:pt x="722" y="1640"/>
                    <a:pt x="722" y="1640"/>
                  </a:cubicBezTo>
                  <a:cubicBezTo>
                    <a:pt x="794" y="1640"/>
                    <a:pt x="853" y="1581"/>
                    <a:pt x="853" y="1509"/>
                  </a:cubicBezTo>
                  <a:cubicBezTo>
                    <a:pt x="853" y="1247"/>
                    <a:pt x="853" y="1247"/>
                    <a:pt x="853" y="1247"/>
                  </a:cubicBezTo>
                  <a:cubicBezTo>
                    <a:pt x="853" y="1174"/>
                    <a:pt x="794" y="1116"/>
                    <a:pt x="722" y="1116"/>
                  </a:cubicBezTo>
                  <a:cubicBezTo>
                    <a:pt x="460" y="1116"/>
                    <a:pt x="460" y="1116"/>
                    <a:pt x="460" y="1116"/>
                  </a:cubicBezTo>
                  <a:cubicBezTo>
                    <a:pt x="387" y="1116"/>
                    <a:pt x="328" y="1174"/>
                    <a:pt x="328" y="1247"/>
                  </a:cubicBezTo>
                  <a:lnTo>
                    <a:pt x="328" y="1509"/>
                  </a:lnTo>
                  <a:close/>
                  <a:moveTo>
                    <a:pt x="2297" y="326"/>
                  </a:moveTo>
                  <a:cubicBezTo>
                    <a:pt x="326" y="326"/>
                    <a:pt x="326" y="326"/>
                    <a:pt x="326" y="326"/>
                  </a:cubicBezTo>
                  <a:cubicBezTo>
                    <a:pt x="326" y="856"/>
                    <a:pt x="326" y="856"/>
                    <a:pt x="326" y="856"/>
                  </a:cubicBezTo>
                  <a:cubicBezTo>
                    <a:pt x="2297" y="856"/>
                    <a:pt x="2297" y="856"/>
                    <a:pt x="2297" y="856"/>
                  </a:cubicBezTo>
                  <a:lnTo>
                    <a:pt x="2297" y="326"/>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5">
                <a:solidFill>
                  <a:srgbClr val="FFFFFF"/>
                </a:solidFill>
                <a:cs typeface="+mn-ea"/>
                <a:sym typeface="+mn-lt"/>
              </a:endParaRP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1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par>
                                <p:cTn id="24" presetID="22" presetClass="entr" presetSubtype="8"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par>
                          <p:cTn id="27" fill="hold">
                            <p:stCondLst>
                              <p:cond delay="1500"/>
                            </p:stCondLst>
                            <p:childTnLst>
                              <p:par>
                                <p:cTn id="28" presetID="42" presetClass="entr" presetSubtype="0"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25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anim calcmode="lin" valueType="num">
                                      <p:cBhvr>
                                        <p:cTn id="36" dur="500" fill="hold"/>
                                        <p:tgtEl>
                                          <p:spTgt spid="45"/>
                                        </p:tgtEl>
                                        <p:attrNameLst>
                                          <p:attrName>ppt_x</p:attrName>
                                        </p:attrNameLst>
                                      </p:cBhvr>
                                      <p:tavLst>
                                        <p:tav tm="0">
                                          <p:val>
                                            <p:strVal val="#ppt_x"/>
                                          </p:val>
                                        </p:tav>
                                        <p:tav tm="100000">
                                          <p:val>
                                            <p:strVal val="#ppt_x"/>
                                          </p:val>
                                        </p:tav>
                                      </p:tavLst>
                                    </p:anim>
                                    <p:anim calcmode="lin" valueType="num">
                                      <p:cBhvr>
                                        <p:cTn id="37" dur="500" fill="hold"/>
                                        <p:tgtEl>
                                          <p:spTgt spid="45"/>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50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500"/>
                                        <p:tgtEl>
                                          <p:spTgt spid="46"/>
                                        </p:tgtEl>
                                      </p:cBhvr>
                                    </p:animEffect>
                                    <p:anim calcmode="lin" valueType="num">
                                      <p:cBhvr>
                                        <p:cTn id="41" dur="500" fill="hold"/>
                                        <p:tgtEl>
                                          <p:spTgt spid="46"/>
                                        </p:tgtEl>
                                        <p:attrNameLst>
                                          <p:attrName>ppt_x</p:attrName>
                                        </p:attrNameLst>
                                      </p:cBhvr>
                                      <p:tavLst>
                                        <p:tav tm="0">
                                          <p:val>
                                            <p:strVal val="#ppt_x"/>
                                          </p:val>
                                        </p:tav>
                                        <p:tav tm="100000">
                                          <p:val>
                                            <p:strVal val="#ppt_x"/>
                                          </p:val>
                                        </p:tav>
                                      </p:tavLst>
                                    </p:anim>
                                    <p:anim calcmode="lin" valueType="num">
                                      <p:cBhvr>
                                        <p:cTn id="42" dur="500" fill="hold"/>
                                        <p:tgtEl>
                                          <p:spTgt spid="46"/>
                                        </p:tgtEl>
                                        <p:attrNameLst>
                                          <p:attrName>ppt_y</p:attrName>
                                        </p:attrNameLst>
                                      </p:cBhvr>
                                      <p:tavLst>
                                        <p:tav tm="0">
                                          <p:val>
                                            <p:strVal val="#ppt_y+.1"/>
                                          </p:val>
                                        </p:tav>
                                        <p:tav tm="100000">
                                          <p:val>
                                            <p:strVal val="#ppt_y"/>
                                          </p:val>
                                        </p:tav>
                                      </p:tavLst>
                                    </p:anim>
                                  </p:childTnLst>
                                </p:cTn>
                              </p:par>
                            </p:childTnLst>
                          </p:cTn>
                        </p:par>
                        <p:par>
                          <p:cTn id="43" fill="hold">
                            <p:stCondLst>
                              <p:cond delay="2000"/>
                            </p:stCondLst>
                            <p:childTnLst>
                              <p:par>
                                <p:cTn id="44" presetID="42" presetClass="entr" presetSubtype="0" fill="hold" grpId="0"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1000"/>
                                        <p:tgtEl>
                                          <p:spTgt spid="50"/>
                                        </p:tgtEl>
                                      </p:cBhvr>
                                    </p:animEffect>
                                    <p:anim calcmode="lin" valueType="num">
                                      <p:cBhvr>
                                        <p:cTn id="47" dur="1000" fill="hold"/>
                                        <p:tgtEl>
                                          <p:spTgt spid="50"/>
                                        </p:tgtEl>
                                        <p:attrNameLst>
                                          <p:attrName>ppt_x</p:attrName>
                                        </p:attrNameLst>
                                      </p:cBhvr>
                                      <p:tavLst>
                                        <p:tav tm="0">
                                          <p:val>
                                            <p:strVal val="#ppt_x"/>
                                          </p:val>
                                        </p:tav>
                                        <p:tav tm="100000">
                                          <p:val>
                                            <p:strVal val="#ppt_x"/>
                                          </p:val>
                                        </p:tav>
                                      </p:tavLst>
                                    </p:anim>
                                    <p:anim calcmode="lin" valueType="num">
                                      <p:cBhvr>
                                        <p:cTn id="48" dur="1000" fill="hold"/>
                                        <p:tgtEl>
                                          <p:spTgt spid="5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1000"/>
                                        <p:tgtEl>
                                          <p:spTgt spid="51"/>
                                        </p:tgtEl>
                                      </p:cBhvr>
                                    </p:animEffect>
                                    <p:anim calcmode="lin" valueType="num">
                                      <p:cBhvr>
                                        <p:cTn id="52" dur="1000" fill="hold"/>
                                        <p:tgtEl>
                                          <p:spTgt spid="51"/>
                                        </p:tgtEl>
                                        <p:attrNameLst>
                                          <p:attrName>ppt_x</p:attrName>
                                        </p:attrNameLst>
                                      </p:cBhvr>
                                      <p:tavLst>
                                        <p:tav tm="0">
                                          <p:val>
                                            <p:strVal val="#ppt_x"/>
                                          </p:val>
                                        </p:tav>
                                        <p:tav tm="100000">
                                          <p:val>
                                            <p:strVal val="#ppt_x"/>
                                          </p:val>
                                        </p:tav>
                                      </p:tavLst>
                                    </p:anim>
                                    <p:anim calcmode="lin" valueType="num">
                                      <p:cBhvr>
                                        <p:cTn id="53" dur="1000" fill="hold"/>
                                        <p:tgtEl>
                                          <p:spTgt spid="51"/>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fade">
                                      <p:cBhvr>
                                        <p:cTn id="56" dur="1000"/>
                                        <p:tgtEl>
                                          <p:spTgt spid="52"/>
                                        </p:tgtEl>
                                      </p:cBhvr>
                                    </p:animEffect>
                                    <p:anim calcmode="lin" valueType="num">
                                      <p:cBhvr>
                                        <p:cTn id="57" dur="1000" fill="hold"/>
                                        <p:tgtEl>
                                          <p:spTgt spid="52"/>
                                        </p:tgtEl>
                                        <p:attrNameLst>
                                          <p:attrName>ppt_x</p:attrName>
                                        </p:attrNameLst>
                                      </p:cBhvr>
                                      <p:tavLst>
                                        <p:tav tm="0">
                                          <p:val>
                                            <p:strVal val="#ppt_x"/>
                                          </p:val>
                                        </p:tav>
                                        <p:tav tm="100000">
                                          <p:val>
                                            <p:strVal val="#ppt_x"/>
                                          </p:val>
                                        </p:tav>
                                      </p:tavLst>
                                    </p:anim>
                                    <p:anim calcmode="lin" valueType="num">
                                      <p:cBhvr>
                                        <p:cTn id="58"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5" grpId="0"/>
      <p:bldP spid="46" grpId="0"/>
      <p:bldP spid="50" grpId="0"/>
      <p:bldP spid="51" grpId="0" animBg="1"/>
      <p:bldP spid="5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screen"/>
          <a:srcRect/>
          <a:stretch>
            <a:fillRect/>
          </a:stretch>
        </p:blipFill>
        <p:spPr>
          <a:xfrm>
            <a:off x="0" y="0"/>
            <a:ext cx="9144000" cy="5143500"/>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0681" y="180451"/>
            <a:ext cx="1764796" cy="2066548"/>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8206" y="3113958"/>
            <a:ext cx="3263995" cy="683674"/>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555750" y="180451"/>
            <a:ext cx="1764796" cy="2066548"/>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303538"/>
            <a:ext cx="9144000" cy="1671447"/>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03674" y="732816"/>
            <a:ext cx="2136652" cy="2182372"/>
          </a:xfrm>
          <a:prstGeom prst="rect">
            <a:avLst/>
          </a:prstGeom>
        </p:spPr>
      </p:pic>
      <p:sp>
        <p:nvSpPr>
          <p:cNvPr id="10" name="文本框 9"/>
          <p:cNvSpPr txBox="1"/>
          <p:nvPr/>
        </p:nvSpPr>
        <p:spPr>
          <a:xfrm>
            <a:off x="2112418" y="3797632"/>
            <a:ext cx="4895571" cy="646331"/>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smtClean="0">
                <a:ln>
                  <a:noFill/>
                </a:ln>
                <a:solidFill>
                  <a:srgbClr val="FF0000"/>
                </a:solidFill>
                <a:effectLst/>
                <a:uLnTx/>
                <a:uFillTx/>
                <a:latin typeface="Arial" panose="020B0604020202020204"/>
                <a:ea typeface="微软雅黑" panose="020B0503020204020204" pitchFamily="34" charset="-122"/>
                <a:cs typeface="+mn-ea"/>
                <a:sym typeface="+mn-lt"/>
              </a:rPr>
              <a:t>感谢观看 </a:t>
            </a:r>
            <a:r>
              <a:rPr kumimoji="0" lang="en-US" altLang="zh-CN" sz="3600" b="1" i="0" u="none" strike="noStrike" kern="1200" cap="none" spc="0" normalizeH="0" baseline="0" noProof="0" dirty="0" smtClean="0">
                <a:ln>
                  <a:noFill/>
                </a:ln>
                <a:solidFill>
                  <a:srgbClr val="FF0000"/>
                </a:solidFill>
                <a:effectLst/>
                <a:uLnTx/>
                <a:uFillTx/>
                <a:latin typeface="Arial" panose="020B0604020202020204"/>
                <a:ea typeface="微软雅黑" panose="020B0503020204020204" pitchFamily="34" charset="-122"/>
                <a:cs typeface="+mn-ea"/>
                <a:sym typeface="+mn-lt"/>
              </a:rPr>
              <a:t>THANK</a:t>
            </a:r>
            <a:r>
              <a:rPr kumimoji="0" lang="en-US" altLang="zh-CN" sz="3600" b="1" i="0" u="none" strike="noStrike" kern="1200" cap="none" spc="0" normalizeH="0" noProof="0" dirty="0" smtClean="0">
                <a:ln>
                  <a:noFill/>
                </a:ln>
                <a:solidFill>
                  <a:srgbClr val="FF0000"/>
                </a:solidFill>
                <a:effectLst/>
                <a:uLnTx/>
                <a:uFillTx/>
                <a:latin typeface="Arial" panose="020B0604020202020204"/>
                <a:ea typeface="微软雅黑" panose="020B0503020204020204" pitchFamily="34" charset="-122"/>
                <a:cs typeface="+mn-ea"/>
                <a:sym typeface="+mn-lt"/>
              </a:rPr>
              <a:t> YOU</a:t>
            </a:r>
            <a:endParaRPr kumimoji="0" lang="zh-CN" altLang="en-US" sz="3600" b="1"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 name="文本框 10"/>
          <p:cNvSpPr txBox="1"/>
          <p:nvPr/>
        </p:nvSpPr>
        <p:spPr>
          <a:xfrm>
            <a:off x="3104677" y="4393622"/>
            <a:ext cx="2960370" cy="352425"/>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rPr>
              <a:t>汇报</a:t>
            </a:r>
            <a:r>
              <a:rPr kumimoji="0" lang="zh-CN" altLang="en-US" sz="1600" b="0" i="0" u="none" strike="noStrike" kern="1200" cap="none" spc="0" normalizeH="0" baseline="0" noProof="0" dirty="0" smtClean="0">
                <a:ln>
                  <a:noFill/>
                </a:ln>
                <a:solidFill>
                  <a:srgbClr val="FF0000"/>
                </a:solidFill>
                <a:effectLst/>
                <a:uLnTx/>
                <a:uFillTx/>
                <a:latin typeface="Arial" panose="020B0604020202020204"/>
                <a:ea typeface="微软雅黑" panose="020B0503020204020204" pitchFamily="34" charset="-122"/>
                <a:cs typeface="+mn-ea"/>
                <a:sym typeface="+mn-lt"/>
              </a:rPr>
              <a:t>：</a:t>
            </a:r>
            <a:r>
              <a:rPr kumimoji="0" lang="en-US" altLang="zh-CN" sz="1600" b="0" i="0" u="none" strike="noStrike" kern="1200" cap="none" spc="0" normalizeH="0" baseline="0" noProof="0" dirty="0" smtClean="0">
                <a:ln>
                  <a:noFill/>
                </a:ln>
                <a:solidFill>
                  <a:srgbClr val="FF0000"/>
                </a:solidFill>
                <a:effectLst/>
                <a:uLnTx/>
                <a:uFillTx/>
                <a:latin typeface="Arial" panose="020B0604020202020204"/>
                <a:ea typeface="微软雅黑" panose="020B0503020204020204" pitchFamily="34" charset="-122"/>
                <a:cs typeface="+mn-ea"/>
                <a:sym typeface="+mn-lt"/>
              </a:rPr>
              <a:t>亮亮      </a:t>
            </a:r>
            <a:r>
              <a:rPr kumimoji="0" lang="zh-CN" altLang="en-US" sz="1600" b="0" i="0" u="none" strike="noStrike" kern="1200" cap="none" spc="0" normalizeH="0" baseline="0" noProof="0" dirty="0" smtClean="0">
                <a:ln>
                  <a:noFill/>
                </a:ln>
                <a:solidFill>
                  <a:srgbClr val="FF0000"/>
                </a:solidFill>
                <a:effectLst/>
                <a:uLnTx/>
                <a:uFillTx/>
                <a:latin typeface="Arial" panose="020B0604020202020204"/>
                <a:ea typeface="微软雅黑" panose="020B0503020204020204" pitchFamily="34" charset="-122"/>
                <a:cs typeface="+mn-ea"/>
                <a:sym typeface="+mn-lt"/>
              </a:rPr>
              <a:t>导师：</a:t>
            </a:r>
            <a:r>
              <a:rPr kumimoji="0" lang="en-US" altLang="zh-CN" sz="1600" b="0" i="0" u="none" strike="noStrike" kern="1200" cap="none" spc="0" normalizeH="0" baseline="0" noProof="0" dirty="0" smtClean="0">
                <a:ln>
                  <a:noFill/>
                </a:ln>
                <a:solidFill>
                  <a:srgbClr val="FF0000"/>
                </a:solidFill>
                <a:effectLst/>
                <a:uLnTx/>
                <a:uFillTx/>
                <a:latin typeface="Arial" panose="020B0604020202020204"/>
                <a:ea typeface="微软雅黑" panose="020B0503020204020204" pitchFamily="34" charset="-122"/>
                <a:cs typeface="+mn-ea"/>
                <a:sym typeface="+mn-lt"/>
              </a:rPr>
              <a:t>亮亮图文</a:t>
            </a:r>
            <a:endParaRPr kumimoji="0" lang="en-US" altLang="zh-CN" sz="1600" b="0" i="0" u="none" strike="noStrike" kern="1200" cap="none" spc="0" normalizeH="0" baseline="0" noProof="0" dirty="0" smtClean="0">
              <a:ln>
                <a:noFill/>
              </a:ln>
              <a:solidFill>
                <a:srgbClr val="FF0000"/>
              </a:solidFill>
              <a:effectLst/>
              <a:uLnTx/>
              <a:uFillTx/>
              <a:latin typeface="Arial" panose="020B0604020202020204"/>
              <a:ea typeface="微软雅黑" panose="020B0503020204020204" pitchFamily="34" charset="-122"/>
              <a:cs typeface="+mn-ea"/>
              <a:sym typeface="+mn-lt"/>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1000"/>
                                        <p:tgtEl>
                                          <p:spTgt spid="2"/>
                                        </p:tgtEl>
                                      </p:cBhvr>
                                    </p:animEffect>
                                  </p:childTnLst>
                                </p:cTn>
                              </p:par>
                            </p:childTnLst>
                          </p:cTn>
                        </p:par>
                        <p:par>
                          <p:cTn id="14" fill="hold">
                            <p:stCondLst>
                              <p:cond delay="2000"/>
                            </p:stCondLst>
                            <p:childTnLst>
                              <p:par>
                                <p:cTn id="15" presetID="53" presetClass="entr" presetSubtype="16"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Effect transition="in" filter="fade">
                                      <p:cBhvr>
                                        <p:cTn id="19" dur="1000"/>
                                        <p:tgtEl>
                                          <p:spTgt spid="4"/>
                                        </p:tgtEl>
                                      </p:cBhvr>
                                    </p:animEffect>
                                  </p:childTnLst>
                                </p:cTn>
                              </p:par>
                            </p:childTnLst>
                          </p:cTn>
                        </p:par>
                        <p:par>
                          <p:cTn id="20" fill="hold">
                            <p:stCondLst>
                              <p:cond delay="3000"/>
                            </p:stCondLst>
                            <p:childTnLst>
                              <p:par>
                                <p:cTn id="21" presetID="42"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50" presetClass="entr" presetSubtype="0" decel="10000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1000" fill="hold"/>
                                        <p:tgtEl>
                                          <p:spTgt spid="5"/>
                                        </p:tgtEl>
                                        <p:attrNameLst>
                                          <p:attrName>ppt_w</p:attrName>
                                        </p:attrNameLst>
                                      </p:cBhvr>
                                      <p:tavLst>
                                        <p:tav tm="0">
                                          <p:val>
                                            <p:strVal val="#ppt_w+.3"/>
                                          </p:val>
                                        </p:tav>
                                        <p:tav tm="100000">
                                          <p:val>
                                            <p:strVal val="#ppt_w"/>
                                          </p:val>
                                        </p:tav>
                                      </p:tavLst>
                                    </p:anim>
                                    <p:anim calcmode="lin" valueType="num">
                                      <p:cBhvr>
                                        <p:cTn id="35" dur="1000" fill="hold"/>
                                        <p:tgtEl>
                                          <p:spTgt spid="5"/>
                                        </p:tgtEl>
                                        <p:attrNameLst>
                                          <p:attrName>ppt_h</p:attrName>
                                        </p:attrNameLst>
                                      </p:cBhvr>
                                      <p:tavLst>
                                        <p:tav tm="0">
                                          <p:val>
                                            <p:strVal val="#ppt_h"/>
                                          </p:val>
                                        </p:tav>
                                        <p:tav tm="100000">
                                          <p:val>
                                            <p:strVal val="#ppt_h"/>
                                          </p:val>
                                        </p:tav>
                                      </p:tavLst>
                                    </p:anim>
                                    <p:animEffect transition="in" filter="fade">
                                      <p:cBhvr>
                                        <p:cTn id="36" dur="1000"/>
                                        <p:tgtEl>
                                          <p:spTgt spid="5"/>
                                        </p:tgtEl>
                                      </p:cBhvr>
                                    </p:animEffect>
                                  </p:childTnLst>
                                </p:cTn>
                              </p:par>
                            </p:childTnLst>
                          </p:cTn>
                        </p:par>
                        <p:par>
                          <p:cTn id="37" fill="hold">
                            <p:stCondLst>
                              <p:cond delay="5000"/>
                            </p:stCondLst>
                            <p:childTnLst>
                              <p:par>
                                <p:cTn id="38" presetID="42"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par>
                          <p:cTn id="43" fill="hold">
                            <p:stCondLst>
                              <p:cond delay="600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tags/tag1.xml><?xml version="1.0" encoding="utf-8"?>
<p:tagLst xmlns:p="http://schemas.openxmlformats.org/presentationml/2006/main">
  <p:tag name="MH" val="20161013012315"/>
  <p:tag name="MH_LIBRARY" val="GRAPHIC"/>
  <p:tag name="MH_TYPE" val="Other"/>
  <p:tag name="MH_ORDER" val="2"/>
</p:tagLst>
</file>

<file path=ppt/tags/tag2.xml><?xml version="1.0" encoding="utf-8"?>
<p:tagLst xmlns:p="http://schemas.openxmlformats.org/presentationml/2006/main">
  <p:tag name="MH" val="20161013012315"/>
  <p:tag name="MH_LIBRARY" val="GRAPHIC"/>
  <p:tag name="MH_TYPE" val="Desc"/>
  <p:tag name="MH_ORDER" val="1"/>
</p:tagLst>
</file>

<file path=ppt/tags/tag3.xml><?xml version="1.0" encoding="utf-8"?>
<p:tagLst xmlns:p="http://schemas.openxmlformats.org/presentationml/2006/main">
  <p:tag name="MH" val="20161013012315"/>
  <p:tag name="MH_LIBRARY" val="GRAPHIC"/>
  <p:tag name="MH_TYPE" val="Other"/>
  <p:tag name="MH_ORDER" val="5"/>
</p:tagLst>
</file>

<file path=ppt/tags/tag4.xml><?xml version="1.0" encoding="utf-8"?>
<p:tagLst xmlns:p="http://schemas.openxmlformats.org/presentationml/2006/main">
  <p:tag name="MH" val="20161013012315"/>
  <p:tag name="MH_LIBRARY" val="GRAPHIC"/>
  <p:tag name="MH_TYPE" val="Other"/>
  <p:tag name="MH_ORDER" val="2"/>
</p:tagLst>
</file>

<file path=ppt/tags/tag5.xml><?xml version="1.0" encoding="utf-8"?>
<p:tagLst xmlns:p="http://schemas.openxmlformats.org/presentationml/2006/main">
  <p:tag name="MH" val="20161013012315"/>
  <p:tag name="MH_LIBRARY" val="GRAPHIC"/>
  <p:tag name="MH_TYPE" val="Desc"/>
  <p:tag name="MH_ORDER" val="1"/>
</p:tagLst>
</file>

<file path=ppt/tags/tag6.xml><?xml version="1.0" encoding="utf-8"?>
<p:tagLst xmlns:p="http://schemas.openxmlformats.org/presentationml/2006/main">
  <p:tag name="MH" val="20161013012315"/>
  <p:tag name="MH_LIBRARY" val="GRAPHIC"/>
  <p:tag name="MH_TYPE" val="Other"/>
  <p:tag name="MH_ORDER" val="5"/>
</p:tagLst>
</file>

<file path=ppt/tags/tag7.xml><?xml version="1.0" encoding="utf-8"?>
<p:tagLst xmlns:p="http://schemas.openxmlformats.org/presentationml/2006/main">
  <p:tag name="MH" val="20161013012315"/>
  <p:tag name="MH_LIBRARY" val="GRAPHIC"/>
  <p:tag name="MH_TYPE" val="Other"/>
  <p:tag name="MH_ORDER" val="2"/>
</p:tagLst>
</file>

<file path=ppt/tags/tag8.xml><?xml version="1.0" encoding="utf-8"?>
<p:tagLst xmlns:p="http://schemas.openxmlformats.org/presentationml/2006/main">
  <p:tag name="MH" val="20161013012315"/>
  <p:tag name="MH_LIBRARY" val="GRAPHIC"/>
  <p:tag name="MH_TYPE" val="Desc"/>
  <p:tag name="MH_ORDER" val="1"/>
</p:tagLst>
</file>

<file path=ppt/tags/tag9.xml><?xml version="1.0" encoding="utf-8"?>
<p:tagLst xmlns:p="http://schemas.openxmlformats.org/presentationml/2006/main">
  <p:tag name="MH" val="20161013012315"/>
  <p:tag name="MH_LIBRARY" val="GRAPHIC"/>
  <p:tag name="MH_TYPE" val="Other"/>
  <p:tag name="MH_ORDER" val="5"/>
</p:tagLst>
</file>

<file path=ppt/tags/tag10.xml><?xml version="1.0" encoding="utf-8"?>
<p:tagLst xmlns:p="http://schemas.openxmlformats.org/presentationml/2006/main">
  <p:tag name="MH" val="20160624112451"/>
  <p:tag name="MH_LIBRARY" val="GRAPHIC"/>
  <p:tag name="MH_TYPE" val="Other"/>
  <p:tag name="MH_ORDER" val="4"/>
</p:tagLst>
</file>

<file path=ppt/tags/tag11.xml><?xml version="1.0" encoding="utf-8"?>
<p:tagLst xmlns:p="http://schemas.openxmlformats.org/presentationml/2006/main">
  <p:tag name="MH" val="20160624112451"/>
  <p:tag name="MH_LIBRARY" val="GRAPHIC"/>
  <p:tag name="MH_TYPE" val="Other"/>
  <p:tag name="MH_ORDER" val="4"/>
</p:tagLst>
</file>

<file path=ppt/tags/tag12.xml><?xml version="1.0" encoding="utf-8"?>
<p:tagLst xmlns:p="http://schemas.openxmlformats.org/presentationml/2006/main">
  <p:tag name="MH" val="20160624112451"/>
  <p:tag name="MH_LIBRARY" val="GRAPHIC"/>
  <p:tag name="MH_TYPE" val="Other"/>
  <p:tag name="MH_ORDER" val="23"/>
</p:tagLst>
</file>

<file path=ppt/tags/tag13.xml><?xml version="1.0" encoding="utf-8"?>
<p:tagLst xmlns:p="http://schemas.openxmlformats.org/presentationml/2006/main">
  <p:tag name="MH" val="20160624112451"/>
  <p:tag name="MH_LIBRARY" val="GRAPHIC"/>
  <p:tag name="MH_TYPE" val="SubTitle"/>
  <p:tag name="MH_ORDER" val="4"/>
</p:tagLst>
</file>

<file path=ppt/tags/tag14.xml><?xml version="1.0" encoding="utf-8"?>
<p:tagLst xmlns:p="http://schemas.openxmlformats.org/presentationml/2006/main">
  <p:tag name="MH" val="20160624112451"/>
  <p:tag name="MH_LIBRARY" val="GRAPHIC"/>
  <p:tag name="MH_TYPE" val="Other"/>
  <p:tag name="MH_ORDER" val="27"/>
</p:tagLst>
</file>

<file path=ppt/tags/tag15.xml><?xml version="1.0" encoding="utf-8"?>
<p:tagLst xmlns:p="http://schemas.openxmlformats.org/presentationml/2006/main">
  <p:tag name="MH" val="20160624112451"/>
  <p:tag name="MH_LIBRARY" val="GRAPHIC"/>
  <p:tag name="MH_TYPE" val="Other"/>
  <p:tag name="MH_ORDER" val="23"/>
</p:tagLst>
</file>

<file path=ppt/tags/tag16.xml><?xml version="1.0" encoding="utf-8"?>
<p:tagLst xmlns:p="http://schemas.openxmlformats.org/presentationml/2006/main">
  <p:tag name="MH" val="20160624112451"/>
  <p:tag name="MH_LIBRARY" val="GRAPHIC"/>
  <p:tag name="MH_TYPE" val="SubTitle"/>
  <p:tag name="MH_ORDER" val="4"/>
</p:tagLst>
</file>

<file path=ppt/tags/tag17.xml><?xml version="1.0" encoding="utf-8"?>
<p:tagLst xmlns:p="http://schemas.openxmlformats.org/presentationml/2006/main">
  <p:tag name="MH" val="20160624112451"/>
  <p:tag name="MH_LIBRARY" val="GRAPHIC"/>
  <p:tag name="MH_TYPE" val="Other"/>
  <p:tag name="MH_ORDER" val="27"/>
</p:tagLst>
</file>

<file path=ppt/tags/tag18.xml><?xml version="1.0" encoding="utf-8"?>
<p:tagLst xmlns:p="http://schemas.openxmlformats.org/presentationml/2006/main">
  <p:tag name="MH" val="20160624112451"/>
  <p:tag name="MH_LIBRARY" val="GRAPHIC"/>
  <p:tag name="MH_TYPE" val="Other"/>
  <p:tag name="MH_ORDER" val="4"/>
</p:tagLst>
</file>

<file path=ppt/tags/tag19.xml><?xml version="1.0" encoding="utf-8"?>
<p:tagLst xmlns:p="http://schemas.openxmlformats.org/presentationml/2006/main">
  <p:tag name="MH" val="20160624112451"/>
  <p:tag name="MH_LIBRARY" val="GRAPHIC"/>
  <p:tag name="MH_TYPE" val="Other"/>
  <p:tag name="MH_ORDER" val="4"/>
</p:tagLst>
</file>

<file path=ppt/tags/tag20.xml><?xml version="1.0" encoding="utf-8"?>
<p:tagLst xmlns:p="http://schemas.openxmlformats.org/presentationml/2006/main">
  <p:tag name="MH" val="20160624112451"/>
  <p:tag name="MH_LIBRARY" val="GRAPHIC"/>
  <p:tag name="MH_TYPE" val="Other"/>
  <p:tag name="MH_ORDER" val="4"/>
</p:tagLst>
</file>

<file path=ppt/theme/theme1.xml><?xml version="1.0" encoding="utf-8"?>
<a:theme xmlns:a="http://schemas.openxmlformats.org/drawingml/2006/main" name="Office 主题​​">
  <a:themeElements>
    <a:clrScheme name="自定义 52">
      <a:dk1>
        <a:sysClr val="windowText" lastClr="000000"/>
      </a:dk1>
      <a:lt1>
        <a:sysClr val="window" lastClr="FFFFFF"/>
      </a:lt1>
      <a:dk2>
        <a:srgbClr val="44546A"/>
      </a:dk2>
      <a:lt2>
        <a:srgbClr val="FF4040"/>
      </a:lt2>
      <a:accent1>
        <a:srgbClr val="9A0000"/>
      </a:accent1>
      <a:accent2>
        <a:srgbClr val="C00000"/>
      </a:accent2>
      <a:accent3>
        <a:srgbClr val="FF0000"/>
      </a:accent3>
      <a:accent4>
        <a:srgbClr val="860000"/>
      </a:accent4>
      <a:accent5>
        <a:srgbClr val="4472C4"/>
      </a:accent5>
      <a:accent6>
        <a:srgbClr val="70AD47"/>
      </a:accent6>
      <a:hlink>
        <a:srgbClr val="0563C1"/>
      </a:hlink>
      <a:folHlink>
        <a:srgbClr val="954F72"/>
      </a:folHlink>
    </a:clrScheme>
    <a:fontScheme name="Temp">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2825</Words>
  <Application>WPS 演示</Application>
  <PresentationFormat>全屏显示(16:9)</PresentationFormat>
  <Paragraphs>308</Paragraphs>
  <Slides>27</Slides>
  <Notes>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27</vt:i4>
      </vt:variant>
    </vt:vector>
  </HeadingPairs>
  <TitlesOfParts>
    <vt:vector size="41" baseType="lpstr">
      <vt:lpstr>Arial</vt:lpstr>
      <vt:lpstr>宋体</vt:lpstr>
      <vt:lpstr>Wingdings</vt:lpstr>
      <vt:lpstr>方正正黑简体</vt:lpstr>
      <vt:lpstr>Calibri</vt:lpstr>
      <vt:lpstr>微软雅黑</vt:lpstr>
      <vt:lpstr>等线</vt:lpstr>
      <vt:lpstr>Segoe Print</vt:lpstr>
      <vt:lpstr>等线</vt:lpstr>
      <vt:lpstr>Calibri Light</vt:lpstr>
      <vt:lpstr>Arial Narrow</vt:lpstr>
      <vt:lpstr>Arial</vt:lpstr>
      <vt:lpstr>黑体</vt:lpstr>
      <vt:lpstr>Office 主题​​</vt:lpstr>
      <vt:lpstr>PowerPoint 演示文稿</vt:lpstr>
      <vt:lpstr>PowerPoint 演示文稿</vt:lpstr>
      <vt:lpstr>PowerPoint 演示文稿</vt:lpstr>
      <vt:lpstr> </vt:lpstr>
      <vt:lpstr> </vt:lpstr>
      <vt:lpstr> </vt:lpstr>
      <vt:lpstr> </vt:lpstr>
      <vt:lpstr> </vt:lpstr>
      <vt:lpstr>PowerPoint 演示文稿</vt:lpstr>
      <vt:lpstr>PowerPoint 演示文稿</vt:lpstr>
      <vt:lpstr>PowerPoint 演示文稿</vt:lpstr>
      <vt:lpstr>PowerPoint 演示文稿</vt:lpstr>
      <vt:lpstr> </vt:lpstr>
      <vt:lpstr>PowerPoint 演示文稿</vt:lpstr>
      <vt:lpstr>PowerPoint 演示文稿</vt:lpstr>
      <vt:lpstr> </vt:lpstr>
      <vt:lpstr> </vt:lpstr>
      <vt:lpstr> </vt:lpstr>
      <vt:lpstr> </vt:lpstr>
      <vt:lpstr>PowerPoint 演示文稿</vt:lpstr>
      <vt:lpstr>PowerPoint 演示文稿</vt:lpstr>
      <vt:lpstr> </vt:lpstr>
      <vt:lpstr> </vt:lpstr>
      <vt:lpstr>PowerPoint 演示文稿</vt:lpstr>
      <vt:lpstr> </vt:lpstr>
      <vt:lpstr>PowerPoint 演示文稿</vt:lpstr>
      <vt:lpstr>PowerPoint 演示文稿</vt:lpstr>
    </vt:vector>
  </TitlesOfParts>
  <Company>User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Administrator</cp:lastModifiedBy>
  <cp:revision>23</cp:revision>
  <dcterms:created xsi:type="dcterms:W3CDTF">2017-03-04T06:55:00Z</dcterms:created>
  <dcterms:modified xsi:type="dcterms:W3CDTF">2017-05-22T02:40:03Z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