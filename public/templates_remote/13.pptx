
<file path=[Content_Types].xml><?xml version="1.0" encoding="utf-8"?>
<Types xmlns="http://schemas.openxmlformats.org/package/2006/content-types">
  <Default Extension="jpeg" ContentType="image/jpeg"/>
  <Default Extension="wdp" ContentType="image/vnd.ms-photo"/>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Lst>
  <p:notesMasterIdLst>
    <p:notesMasterId r:id="rId7"/>
  </p:notesMasterIdLst>
  <p:sldIdLst>
    <p:sldId id="256" r:id="rId4"/>
    <p:sldId id="257" r:id="rId5"/>
    <p:sldId id="296" r:id="rId6"/>
    <p:sldId id="264" r:id="rId8"/>
    <p:sldId id="268" r:id="rId9"/>
    <p:sldId id="269" r:id="rId10"/>
    <p:sldId id="285" r:id="rId11"/>
    <p:sldId id="265" r:id="rId12"/>
    <p:sldId id="297" r:id="rId13"/>
    <p:sldId id="261" r:id="rId14"/>
    <p:sldId id="271" r:id="rId15"/>
    <p:sldId id="273" r:id="rId16"/>
    <p:sldId id="279" r:id="rId17"/>
    <p:sldId id="295" r:id="rId18"/>
    <p:sldId id="298" r:id="rId19"/>
    <p:sldId id="277" r:id="rId20"/>
    <p:sldId id="258" r:id="rId21"/>
    <p:sldId id="263" r:id="rId22"/>
    <p:sldId id="267" r:id="rId23"/>
    <p:sldId id="287" r:id="rId24"/>
    <p:sldId id="299" r:id="rId25"/>
    <p:sldId id="266" r:id="rId26"/>
    <p:sldId id="276" r:id="rId27"/>
    <p:sldId id="278" r:id="rId28"/>
    <p:sldId id="280" r:id="rId29"/>
    <p:sldId id="281" r:id="rId30"/>
    <p:sldId id="300" r:id="rId31"/>
  </p:sldIdLst>
  <p:sldSz cx="9144000" cy="5143500" type="screen16x9"/>
  <p:notesSz cx="6858000" cy="9144000"/>
  <p:defaultTex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75C1"/>
    <a:srgbClr val="A6742D"/>
    <a:srgbClr val="675654"/>
    <a:srgbClr val="413C6F"/>
    <a:srgbClr val="D85507"/>
    <a:srgbClr val="C3171E"/>
    <a:srgbClr val="46014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p:scale>
          <a:sx n="75" d="100"/>
          <a:sy n="75" d="100"/>
        </p:scale>
        <p:origin x="960" y="756"/>
      </p:cViewPr>
      <p:guideLst/>
    </p:cSldViewPr>
  </p:slideViewPr>
  <p:notesTextViewPr>
    <p:cViewPr>
      <p:scale>
        <a:sx n="1" d="1"/>
        <a:sy n="1" d="1"/>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notesMaster" Target="notesMasters/notesMaster1.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F3F08D-41F1-4613-BDDD-9507F9AF4AB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DD6C2B-E091-47CD-968B-A63CE623EEC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更多模板下载地址httpsliangliangtuwen.tmall.com（复制链接到浏览器打开）</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67AF81A-5A48-44B6-BFB3-5A2D3370088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67AF81A-5A48-44B6-BFB3-5A2D3370088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67AF81A-5A48-44B6-BFB3-5A2D3370088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67AF81A-5A48-44B6-BFB3-5A2D3370088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67AF81A-5A48-44B6-BFB3-5A2D3370088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更多模板下载地址httpsliangliangtuwen.tmall.com（复制链接到浏览器打开）</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67AF81A-5A48-44B6-BFB3-5A2D3370088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67AF81A-5A48-44B6-BFB3-5A2D3370088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67AF81A-5A48-44B6-BFB3-5A2D3370088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更多模板下载地址httpsliangliangtuwen.tmall.com（复制链接到浏览器打开）</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67AF81A-5A48-44B6-BFB3-5A2D3370088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67AF81A-5A48-44B6-BFB3-5A2D3370088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67AF81A-5A48-44B6-BFB3-5A2D3370088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更多模板下载地址httpsliangliangtuwen.tmall.com（复制链接到浏览器打开）</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67AF81A-5A48-44B6-BFB3-5A2D3370088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67AF81A-5A48-44B6-BFB3-5A2D3370088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67AF81A-5A48-44B6-BFB3-5A2D3370088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67AF81A-5A48-44B6-BFB3-5A2D3370088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67AF81A-5A48-44B6-BFB3-5A2D3370088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67AF81A-5A48-44B6-BFB3-5A2D3370088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更多模板下载地址httpsliangliangtuwen.tmall.com（复制链接到浏览器打开）</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67AF81A-5A48-44B6-BFB3-5A2D3370088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67AF81A-5A48-44B6-BFB3-5A2D3370088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67AF81A-5A48-44B6-BFB3-5A2D3370088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5" Type="http://schemas.openxmlformats.org/officeDocument/2006/relationships/image" Target="../media/image3.png"/><Relationship Id="rId4" Type="http://schemas.microsoft.com/office/2007/relationships/hdphoto" Target="../media/hdphoto1.wdp"/><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hasCustomPrompt="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9CE5B826-6809-49B3-9B4B-177D412235B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01AD0B5-09AD-499F-88BC-01FCE55CDA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304"/>
            <a:ext cx="7886700" cy="2139553"/>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编辑母版文本样式</a:t>
            </a:r>
            <a:endParaRPr lang="zh-CN" altLang="en-US" smtClean="0"/>
          </a:p>
        </p:txBody>
      </p:sp>
      <p:sp>
        <p:nvSpPr>
          <p:cNvPr id="4" name="日期占位符 3"/>
          <p:cNvSpPr>
            <a:spLocks noGrp="1"/>
          </p:cNvSpPr>
          <p:nvPr>
            <p:ph type="dt" sz="half" idx="10"/>
          </p:nvPr>
        </p:nvSpPr>
        <p:spPr/>
        <p:txBody>
          <a:bodyPr/>
          <a:lstStyle/>
          <a:p>
            <a:fld id="{9CE5B826-6809-49B3-9B4B-177D412235B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01AD0B5-09AD-499F-88BC-01FCE55CDA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hasCustomPrompt="1"/>
          </p:nvPr>
        </p:nvSpPr>
        <p:spPr>
          <a:xfrm>
            <a:off x="628650" y="1369219"/>
            <a:ext cx="3886200" cy="3263504"/>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4629150" y="1369219"/>
            <a:ext cx="3886200" cy="3263504"/>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9CE5B826-6809-49B3-9B4B-177D412235B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01AD0B5-09AD-499F-88BC-01FCE55CDA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44"/>
            <a:ext cx="7886700" cy="994172"/>
          </a:xfrm>
        </p:spPr>
        <p:txBody>
          <a:body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endParaRPr lang="zh-CN" altLang="en-US" smtClean="0"/>
          </a:p>
        </p:txBody>
      </p:sp>
      <p:sp>
        <p:nvSpPr>
          <p:cNvPr id="4" name="内容占位符 3"/>
          <p:cNvSpPr>
            <a:spLocks noGrp="1"/>
          </p:cNvSpPr>
          <p:nvPr>
            <p:ph sz="half" idx="2" hasCustomPrompt="1"/>
          </p:nvPr>
        </p:nvSpPr>
        <p:spPr>
          <a:xfrm>
            <a:off x="629842" y="1878806"/>
            <a:ext cx="3868340" cy="2763441"/>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endParaRPr lang="zh-CN" altLang="en-US" smtClean="0"/>
          </a:p>
        </p:txBody>
      </p:sp>
      <p:sp>
        <p:nvSpPr>
          <p:cNvPr id="6" name="内容占位符 5"/>
          <p:cNvSpPr>
            <a:spLocks noGrp="1"/>
          </p:cNvSpPr>
          <p:nvPr>
            <p:ph sz="quarter" idx="4" hasCustomPrompt="1"/>
          </p:nvPr>
        </p:nvSpPr>
        <p:spPr>
          <a:xfrm>
            <a:off x="4629150" y="1878806"/>
            <a:ext cx="3887391" cy="2763441"/>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9CE5B826-6809-49B3-9B4B-177D412235B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01AD0B5-09AD-499F-88BC-01FCE55CDA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CE5B826-6809-49B3-9B4B-177D412235B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01AD0B5-09AD-499F-88BC-01FCE55CDA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CE5B826-6809-49B3-9B4B-177D412235B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01AD0B5-09AD-499F-88BC-01FCE55CDA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hasCustomPrompt="1"/>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编辑母版文本样式</a:t>
            </a:r>
            <a:endParaRPr lang="zh-CN" altLang="en-US" smtClean="0"/>
          </a:p>
        </p:txBody>
      </p:sp>
      <p:sp>
        <p:nvSpPr>
          <p:cNvPr id="5" name="日期占位符 4"/>
          <p:cNvSpPr>
            <a:spLocks noGrp="1"/>
          </p:cNvSpPr>
          <p:nvPr>
            <p:ph type="dt" sz="half" idx="10"/>
          </p:nvPr>
        </p:nvSpPr>
        <p:spPr/>
        <p:txBody>
          <a:bodyPr/>
          <a:lstStyle/>
          <a:p>
            <a:fld id="{9CE5B826-6809-49B3-9B4B-177D412235B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01AD0B5-09AD-499F-88BC-01FCE55CDA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hasCustomPrompt="1"/>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编辑母版文本样式</a:t>
            </a:r>
            <a:endParaRPr lang="zh-CN" altLang="en-US" smtClean="0"/>
          </a:p>
        </p:txBody>
      </p:sp>
      <p:sp>
        <p:nvSpPr>
          <p:cNvPr id="5" name="日期占位符 4"/>
          <p:cNvSpPr>
            <a:spLocks noGrp="1"/>
          </p:cNvSpPr>
          <p:nvPr>
            <p:ph type="dt" sz="half" idx="10"/>
          </p:nvPr>
        </p:nvSpPr>
        <p:spPr/>
        <p:txBody>
          <a:bodyPr/>
          <a:lstStyle/>
          <a:p>
            <a:fld id="{9CE5B826-6809-49B3-9B4B-177D412235B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01AD0B5-09AD-499F-88BC-01FCE55CDA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CE5B826-6809-49B3-9B4B-177D412235B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01AD0B5-09AD-499F-88BC-01FCE55CDA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44"/>
            <a:ext cx="1971675" cy="4358879"/>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628650" y="273844"/>
            <a:ext cx="5800725" cy="4358879"/>
          </a:xfr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CE5B826-6809-49B3-9B4B-177D412235B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01AD0B5-09AD-499F-88BC-01FCE55CDA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E6849EC-D59D-4321-85E3-DED940673F6E}" type="datetimeFigureOut">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867AE78-4DCD-4CD7-80AF-EC041AE23061}"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E6849EC-D59D-4321-85E3-DED940673F6E}" type="datetimeFigureOut">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867AE78-4DCD-4CD7-80AF-EC041AE23061}"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E6849EC-D59D-4321-85E3-DED940673F6E}" type="datetimeFigureOut">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867AE78-4DCD-4CD7-80AF-EC041AE23061}"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E6849EC-D59D-4321-85E3-DED940673F6E}" type="datetimeFigureOut">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867AE78-4DCD-4CD7-80AF-EC041AE23061}"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E6849EC-D59D-4321-85E3-DED940673F6E}" type="datetimeFigureOut">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867AE78-4DCD-4CD7-80AF-EC041AE23061}"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78" y="0"/>
            <a:ext cx="9144000" cy="5143500"/>
          </a:xfrm>
          <a:prstGeom prst="rect">
            <a:avLst/>
          </a:prstGeom>
        </p:spPr>
      </p:pic>
      <p:sp>
        <p:nvSpPr>
          <p:cNvPr id="8" name="五边形 7"/>
          <p:cNvSpPr/>
          <p:nvPr userDrawn="1"/>
        </p:nvSpPr>
        <p:spPr>
          <a:xfrm>
            <a:off x="-1" y="242075"/>
            <a:ext cx="3275857" cy="385459"/>
          </a:xfrm>
          <a:prstGeom prst="homePlat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lumMod val="65000"/>
                  <a:lumOff val="35000"/>
                </a:prstClr>
              </a:solidFill>
              <a:effectLst/>
              <a:uLnTx/>
              <a:uFillTx/>
              <a:latin typeface="Calibri" panose="020F0502020204030204"/>
              <a:ea typeface="宋体" panose="02010600030101010101" pitchFamily="2" charset="-122"/>
              <a:cs typeface="+mn-cs"/>
            </a:endParaRPr>
          </a:p>
        </p:txBody>
      </p:sp>
      <p:sp>
        <p:nvSpPr>
          <p:cNvPr id="2" name="标题 1"/>
          <p:cNvSpPr>
            <a:spLocks noGrp="1"/>
          </p:cNvSpPr>
          <p:nvPr>
            <p:ph type="title"/>
          </p:nvPr>
        </p:nvSpPr>
        <p:spPr>
          <a:xfrm>
            <a:off x="61020" y="224061"/>
            <a:ext cx="8229600" cy="421556"/>
          </a:xfrm>
        </p:spPr>
        <p:txBody>
          <a:bodyPr>
            <a:noAutofit/>
          </a:bodyPr>
          <a:lstStyle>
            <a:lvl1pPr algn="l">
              <a:defRPr sz="1800" b="0">
                <a:solidFill>
                  <a:schemeClr val="bg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E6849EC-D59D-4321-85E3-DED940673F6E}" type="datetimeFigureOut">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867AE78-4DCD-4CD7-80AF-EC041AE23061}"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grpSp>
        <p:nvGrpSpPr>
          <p:cNvPr id="6" name="组合 5"/>
          <p:cNvGrpSpPr/>
          <p:nvPr userDrawn="1"/>
        </p:nvGrpSpPr>
        <p:grpSpPr>
          <a:xfrm>
            <a:off x="378" y="4723766"/>
            <a:ext cx="9143621" cy="419733"/>
            <a:chOff x="379" y="4723766"/>
            <a:chExt cx="9084248" cy="419733"/>
          </a:xfrm>
        </p:grpSpPr>
        <p:pic>
          <p:nvPicPr>
            <p:cNvPr id="11" name="图片 10"/>
            <p:cNvPicPr>
              <a:picLocks noChangeAspect="1"/>
            </p:cNvPicPr>
            <p:nvPr userDrawn="1"/>
          </p:nvPicPr>
          <p:blipFill>
            <a:blip r:embed="rId3" cstate="print">
              <a:extLst>
                <a:ext uri="{BEBA8EAE-BF5A-486C-A8C5-ECC9F3942E4B}">
                  <a14:imgProps xmlns:a14="http://schemas.microsoft.com/office/drawing/2010/main">
                    <a14:imgLayer r:embed="rId4">
                      <a14:imgEffect>
                        <a14:saturation sat="400000"/>
                      </a14:imgEffect>
                    </a14:imgLayer>
                  </a14:imgProps>
                </a:ext>
                <a:ext uri="{28A0092B-C50C-407E-A947-70E740481C1C}">
                  <a14:useLocalDpi xmlns:a14="http://schemas.microsoft.com/office/drawing/2010/main" val="0"/>
                </a:ext>
              </a:extLst>
            </a:blip>
            <a:stretch>
              <a:fillRect/>
            </a:stretch>
          </p:blipFill>
          <p:spPr>
            <a:xfrm>
              <a:off x="379" y="4723766"/>
              <a:ext cx="2272922" cy="419733"/>
            </a:xfrm>
            <a:prstGeom prst="rect">
              <a:avLst/>
            </a:prstGeom>
          </p:spPr>
        </p:pic>
        <p:pic>
          <p:nvPicPr>
            <p:cNvPr id="12" name="图片 11"/>
            <p:cNvPicPr>
              <a:picLocks noChangeAspect="1"/>
            </p:cNvPicPr>
            <p:nvPr userDrawn="1"/>
          </p:nvPicPr>
          <p:blipFill>
            <a:blip r:embed="rId3" cstate="print">
              <a:extLst>
                <a:ext uri="{BEBA8EAE-BF5A-486C-A8C5-ECC9F3942E4B}">
                  <a14:imgProps xmlns:a14="http://schemas.microsoft.com/office/drawing/2010/main">
                    <a14:imgLayer r:embed="rId4">
                      <a14:imgEffect>
                        <a14:saturation sat="400000"/>
                      </a14:imgEffect>
                    </a14:imgLayer>
                  </a14:imgProps>
                </a:ext>
                <a:ext uri="{28A0092B-C50C-407E-A947-70E740481C1C}">
                  <a14:useLocalDpi xmlns:a14="http://schemas.microsoft.com/office/drawing/2010/main" val="0"/>
                </a:ext>
              </a:extLst>
            </a:blip>
            <a:stretch>
              <a:fillRect/>
            </a:stretch>
          </p:blipFill>
          <p:spPr>
            <a:xfrm>
              <a:off x="2270821" y="4723766"/>
              <a:ext cx="2272922" cy="419733"/>
            </a:xfrm>
            <a:prstGeom prst="rect">
              <a:avLst/>
            </a:prstGeom>
          </p:spPr>
        </p:pic>
        <p:pic>
          <p:nvPicPr>
            <p:cNvPr id="13" name="图片 12"/>
            <p:cNvPicPr>
              <a:picLocks noChangeAspect="1"/>
            </p:cNvPicPr>
            <p:nvPr userDrawn="1"/>
          </p:nvPicPr>
          <p:blipFill>
            <a:blip r:embed="rId3" cstate="print">
              <a:extLst>
                <a:ext uri="{BEBA8EAE-BF5A-486C-A8C5-ECC9F3942E4B}">
                  <a14:imgProps xmlns:a14="http://schemas.microsoft.com/office/drawing/2010/main">
                    <a14:imgLayer r:embed="rId4">
                      <a14:imgEffect>
                        <a14:saturation sat="400000"/>
                      </a14:imgEffect>
                    </a14:imgLayer>
                  </a14:imgProps>
                </a:ext>
                <a:ext uri="{28A0092B-C50C-407E-A947-70E740481C1C}">
                  <a14:useLocalDpi xmlns:a14="http://schemas.microsoft.com/office/drawing/2010/main" val="0"/>
                </a:ext>
              </a:extLst>
            </a:blip>
            <a:stretch>
              <a:fillRect/>
            </a:stretch>
          </p:blipFill>
          <p:spPr>
            <a:xfrm>
              <a:off x="4541263" y="4723766"/>
              <a:ext cx="2272922" cy="419733"/>
            </a:xfrm>
            <a:prstGeom prst="rect">
              <a:avLst/>
            </a:prstGeom>
          </p:spPr>
        </p:pic>
        <p:pic>
          <p:nvPicPr>
            <p:cNvPr id="14" name="图片 13"/>
            <p:cNvPicPr>
              <a:picLocks noChangeAspect="1"/>
            </p:cNvPicPr>
            <p:nvPr userDrawn="1"/>
          </p:nvPicPr>
          <p:blipFill>
            <a:blip r:embed="rId3" cstate="print">
              <a:extLst>
                <a:ext uri="{BEBA8EAE-BF5A-486C-A8C5-ECC9F3942E4B}">
                  <a14:imgProps xmlns:a14="http://schemas.microsoft.com/office/drawing/2010/main">
                    <a14:imgLayer r:embed="rId4">
                      <a14:imgEffect>
                        <a14:saturation sat="400000"/>
                      </a14:imgEffect>
                    </a14:imgLayer>
                  </a14:imgProps>
                </a:ext>
                <a:ext uri="{28A0092B-C50C-407E-A947-70E740481C1C}">
                  <a14:useLocalDpi xmlns:a14="http://schemas.microsoft.com/office/drawing/2010/main" val="0"/>
                </a:ext>
              </a:extLst>
            </a:blip>
            <a:stretch>
              <a:fillRect/>
            </a:stretch>
          </p:blipFill>
          <p:spPr>
            <a:xfrm>
              <a:off x="6811705" y="4723766"/>
              <a:ext cx="2272922" cy="419733"/>
            </a:xfrm>
            <a:prstGeom prst="rect">
              <a:avLst/>
            </a:prstGeom>
          </p:spPr>
        </p:pic>
      </p:grpSp>
      <p:pic>
        <p:nvPicPr>
          <p:cNvPr id="15" name="图片 14"/>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026400" y="148777"/>
            <a:ext cx="979926" cy="9936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50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 grpId="0"/>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E6849EC-D59D-4321-85E3-DED940673F6E}" type="datetimeFigureOut">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867AE78-4DCD-4CD7-80AF-EC041AE23061}"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E6849EC-D59D-4321-85E3-DED940673F6E}" type="datetimeFigureOut">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867AE78-4DCD-4CD7-80AF-EC041AE23061}"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E6849EC-D59D-4321-85E3-DED940673F6E}" type="datetimeFigureOut">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867AE78-4DCD-4CD7-80AF-EC041AE23061}"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E6849EC-D59D-4321-85E3-DED940673F6E}" type="datetimeFigureOut">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867AE78-4DCD-4CD7-80AF-EC041AE23061}"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54781"/>
            <a:ext cx="6019800" cy="329088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2E6849EC-D59D-4321-85E3-DED940673F6E}" type="datetimeFigureOut">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867AE78-4DCD-4CD7-80AF-EC041AE23061}"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showMasterSp="0">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 Type="http://schemas.openxmlformats.org/officeDocument/2006/relationships/slideLayout" Target="../slideLayouts/slideLayout12.xml"/><Relationship Id="rId14" Type="http://schemas.openxmlformats.org/officeDocument/2006/relationships/theme" Target="../theme/theme2.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9CE5B826-6809-49B3-9B4B-177D412235B0}" type="datetimeFigureOut">
              <a:rPr lang="zh-CN" altLang="en-US" smtClean="0"/>
            </a:fld>
            <a:endParaRPr lang="zh-CN" altLang="en-US"/>
          </a:p>
        </p:txBody>
      </p:sp>
      <p:sp>
        <p:nvSpPr>
          <p:cNvPr id="5" name="页脚占位符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601AD0B5-09AD-499F-88BC-01FCE55CDA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2E6849EC-D59D-4321-85E3-DED940673F6E}" type="datetimeFigureOut">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4867AE78-4DCD-4CD7-80AF-EC041AE23061}"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Lst>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5.png"/><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7.xml"/><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7.xml"/><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7.xml"/><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6.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6.xml"/><Relationship Id="rId2" Type="http://schemas.microsoft.com/office/2007/relationships/hdphoto" Target="../media/hdphoto3.wdp"/><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17.xml"/><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6.xml"/><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17.xml"/><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image" Target="../media/image1.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6.xml"/><Relationship Id="rId1" Type="http://schemas.openxmlformats.org/officeDocument/2006/relationships/image" Target="../media/image9.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6.xml"/><Relationship Id="rId2" Type="http://schemas.openxmlformats.org/officeDocument/2006/relationships/image" Target="../media/image11.emf"/><Relationship Id="rId1" Type="http://schemas.openxmlformats.org/officeDocument/2006/relationships/image" Target="../media/image10.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6.xml"/><Relationship Id="rId2" Type="http://schemas.openxmlformats.org/officeDocument/2006/relationships/image" Target="../media/image11.emf"/><Relationship Id="rId1" Type="http://schemas.openxmlformats.org/officeDocument/2006/relationships/image" Target="../media/image10.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6.xml"/><Relationship Id="rId2" Type="http://schemas.microsoft.com/office/2007/relationships/hdphoto" Target="../media/hdphoto4.wdp"/><Relationship Id="rId1" Type="http://schemas.openxmlformats.org/officeDocument/2006/relationships/image" Target="../media/image12.png"/></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11.xml"/><Relationship Id="rId4" Type="http://schemas.openxmlformats.org/officeDocument/2006/relationships/image" Target="../media/image5.png"/><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78" y="0"/>
            <a:ext cx="9144000" cy="5143500"/>
          </a:xfrm>
          <a:prstGeom prst="rect">
            <a:avLst/>
          </a:prstGeom>
        </p:spPr>
      </p:pic>
      <p:sp>
        <p:nvSpPr>
          <p:cNvPr id="22" name="文本框 21"/>
          <p:cNvSpPr txBox="1"/>
          <p:nvPr/>
        </p:nvSpPr>
        <p:spPr>
          <a:xfrm>
            <a:off x="1728914" y="2730088"/>
            <a:ext cx="5686172" cy="830997"/>
          </a:xfrm>
          <a:prstGeom prst="rect">
            <a:avLst/>
          </a:prstGeom>
          <a:noFill/>
        </p:spPr>
        <p:txBody>
          <a:bodyPr wrap="none" rtlCol="0">
            <a:spAutoFit/>
          </a:bodyPr>
          <a:lstStyle/>
          <a:p>
            <a:r>
              <a:rPr lang="zh-CN" altLang="en-US" sz="4800" b="1" dirty="0">
                <a:solidFill>
                  <a:srgbClr val="FF0000"/>
                </a:solidFill>
              </a:rPr>
              <a:t>共青团</a:t>
            </a:r>
            <a:r>
              <a:rPr lang="zh-CN" altLang="en-US" sz="4800" b="1" dirty="0" smtClean="0">
                <a:solidFill>
                  <a:srgbClr val="FF0000"/>
                </a:solidFill>
              </a:rPr>
              <a:t>动态</a:t>
            </a:r>
            <a:r>
              <a:rPr lang="en-US" altLang="zh-CN" sz="4800" b="1" dirty="0" smtClean="0">
                <a:solidFill>
                  <a:srgbClr val="FF0000"/>
                </a:solidFill>
                <a:latin typeface="+mj-ea"/>
                <a:ea typeface="+mj-ea"/>
              </a:rPr>
              <a:t>PPT</a:t>
            </a:r>
            <a:r>
              <a:rPr lang="zh-CN" altLang="en-US" sz="4800" b="1" dirty="0" smtClean="0">
                <a:solidFill>
                  <a:srgbClr val="FF0000"/>
                </a:solidFill>
              </a:rPr>
              <a:t>模板</a:t>
            </a:r>
            <a:endParaRPr lang="zh-CN" altLang="en-US" sz="4800" b="1" dirty="0">
              <a:solidFill>
                <a:srgbClr val="FF0000"/>
              </a:solidFill>
            </a:endParaRPr>
          </a:p>
        </p:txBody>
      </p:sp>
      <p:pic>
        <p:nvPicPr>
          <p:cNvPr id="2" name="图片 1"/>
          <p:cNvPicPr>
            <a:picLocks noChangeAspect="1"/>
          </p:cNvPicPr>
          <p:nvPr/>
        </p:nvPicPr>
        <p:blipFill>
          <a:blip r:embed="rId2">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378" y="3455048"/>
            <a:ext cx="9143244" cy="1688452"/>
          </a:xfrm>
          <a:prstGeom prst="rect">
            <a:avLst/>
          </a:prstGeom>
        </p:spPr>
      </p:pic>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29330" y="457958"/>
            <a:ext cx="2085341" cy="2114609"/>
          </a:xfrm>
          <a:prstGeom prst="rect">
            <a:avLst/>
          </a:prstGeom>
        </p:spPr>
      </p:pic>
      <p:sp>
        <p:nvSpPr>
          <p:cNvPr id="5" name="文本框 4"/>
          <p:cNvSpPr txBox="1"/>
          <p:nvPr/>
        </p:nvSpPr>
        <p:spPr>
          <a:xfrm>
            <a:off x="6096000" y="4660900"/>
            <a:ext cx="2783840" cy="390525"/>
          </a:xfrm>
          <a:prstGeom prst="rect">
            <a:avLst/>
          </a:prstGeom>
          <a:noFill/>
        </p:spPr>
        <p:txBody>
          <a:bodyPr wrap="none" rtlCol="0">
            <a:spAutoFit/>
          </a:bodyPr>
          <a:lstStyle/>
          <a:p>
            <a:pPr algn="l"/>
            <a:r>
              <a:rPr lang="zh-CN" altLang="en-US" sz="1600" dirty="0" smtClean="0">
                <a:solidFill>
                  <a:schemeClr val="bg1"/>
                </a:solidFill>
              </a:rPr>
              <a:t>汇报：亮亮图文  导师：亮亮</a:t>
            </a:r>
            <a:endParaRPr lang="zh-CN" altLang="en-US" sz="1600" dirty="0" smtClean="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20000" fill="hold" grpId="0" nodeType="afterEffect">
                                  <p:stCondLst>
                                    <p:cond delay="0"/>
                                  </p:stCondLst>
                                  <p:iterate type="lt">
                                    <p:tmPct val="15000"/>
                                  </p:iterate>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78" y="0"/>
            <a:ext cx="9144000" cy="5143500"/>
          </a:xfrm>
          <a:prstGeom prst="rect">
            <a:avLst/>
          </a:prstGeom>
        </p:spPr>
      </p:pic>
      <p:pic>
        <p:nvPicPr>
          <p:cNvPr id="32" name="图片 31"/>
          <p:cNvPicPr>
            <a:picLocks noChangeAspect="1"/>
          </p:cNvPicPr>
          <p:nvPr/>
        </p:nvPicPr>
        <p:blipFill>
          <a:blip r:embed="rId2">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378" y="3455048"/>
            <a:ext cx="9143244" cy="1688452"/>
          </a:xfrm>
          <a:prstGeom prst="rect">
            <a:avLst/>
          </a:prstGeom>
        </p:spPr>
      </p:pic>
      <p:grpSp>
        <p:nvGrpSpPr>
          <p:cNvPr id="131" name="组合 130"/>
          <p:cNvGrpSpPr/>
          <p:nvPr/>
        </p:nvGrpSpPr>
        <p:grpSpPr>
          <a:xfrm>
            <a:off x="679624" y="420825"/>
            <a:ext cx="1194883" cy="1759204"/>
            <a:chOff x="702732" y="1342594"/>
            <a:chExt cx="1194883" cy="1759204"/>
          </a:xfrm>
        </p:grpSpPr>
        <p:sp>
          <p:nvSpPr>
            <p:cNvPr id="132" name="TextBox 131"/>
            <p:cNvSpPr txBox="1"/>
            <p:nvPr/>
          </p:nvSpPr>
          <p:spPr>
            <a:xfrm>
              <a:off x="702732" y="1342594"/>
              <a:ext cx="1015663" cy="1631216"/>
            </a:xfrm>
            <a:prstGeom prst="rect">
              <a:avLst/>
            </a:prstGeom>
            <a:noFill/>
          </p:spPr>
          <p:txBody>
            <a:bodyPr vert="eaVert"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5400" b="1" i="0" u="none" strike="noStrike" kern="1200" cap="none" spc="60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mn-cs"/>
                </a:rPr>
                <a:t>目录</a:t>
              </a:r>
              <a:endParaRPr kumimoji="0" lang="zh-CN" altLang="en-US" sz="5400" b="1" i="0" u="none" strike="noStrike" kern="1200" cap="none" spc="60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33" name="TextBox 132"/>
            <p:cNvSpPr txBox="1"/>
            <p:nvPr/>
          </p:nvSpPr>
          <p:spPr>
            <a:xfrm>
              <a:off x="1435950" y="1893775"/>
              <a:ext cx="461665" cy="1208023"/>
            </a:xfrm>
            <a:prstGeom prst="rect">
              <a:avLst/>
            </a:prstGeom>
            <a:noFill/>
          </p:spPr>
          <p:txBody>
            <a:bodyPr vert="eaVert"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150" normalizeH="0" baseline="0" noProof="0" dirty="0" smtClean="0">
                  <a:ln>
                    <a:noFill/>
                  </a:ln>
                  <a:solidFill>
                    <a:srgbClr val="C00000"/>
                  </a:solidFill>
                  <a:effectLst/>
                  <a:uLnTx/>
                  <a:uFillTx/>
                  <a:latin typeface="Arial" panose="020B0604020202020204" pitchFamily="34" charset="0"/>
                  <a:ea typeface="宋体" panose="02010600030101010101" pitchFamily="2" charset="-122"/>
                  <a:cs typeface="Arial" panose="020B0604020202020204" pitchFamily="34" charset="0"/>
                </a:rPr>
                <a:t>CONTENTS</a:t>
              </a:r>
              <a:endParaRPr kumimoji="0" lang="zh-CN" altLang="en-US" sz="1800" b="1" i="0" u="none" strike="noStrike" kern="1200" cap="none" spc="-150" normalizeH="0" baseline="0" noProof="0" dirty="0">
                <a:ln>
                  <a:noFill/>
                </a:ln>
                <a:solidFill>
                  <a:srgbClr val="C00000"/>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grpSp>
        <p:nvGrpSpPr>
          <p:cNvPr id="4" name="组合 3"/>
          <p:cNvGrpSpPr/>
          <p:nvPr/>
        </p:nvGrpSpPr>
        <p:grpSpPr>
          <a:xfrm>
            <a:off x="2428505" y="420825"/>
            <a:ext cx="5184576" cy="707886"/>
            <a:chOff x="2987824" y="1300427"/>
            <a:chExt cx="5184576" cy="707886"/>
          </a:xfrm>
        </p:grpSpPr>
        <p:sp>
          <p:nvSpPr>
            <p:cNvPr id="109" name="TextBox 108"/>
            <p:cNvSpPr txBox="1"/>
            <p:nvPr/>
          </p:nvSpPr>
          <p:spPr>
            <a:xfrm>
              <a:off x="3625304" y="1407864"/>
              <a:ext cx="4547096" cy="461665"/>
            </a:xfrm>
            <a:prstGeom prst="rect">
              <a:avLst/>
            </a:prstGeom>
            <a:ln>
              <a:solidFill>
                <a:srgbClr val="C80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n-cs"/>
                </a:rPr>
                <a:t>插入文本或标题</a:t>
              </a:r>
              <a:endParaRPr kumimoji="0" lang="zh-CN" altLang="en-US" sz="2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13" name="组合 112"/>
            <p:cNvGrpSpPr/>
            <p:nvPr/>
          </p:nvGrpSpPr>
          <p:grpSpPr>
            <a:xfrm>
              <a:off x="2987824" y="1300427"/>
              <a:ext cx="864096" cy="707886"/>
              <a:chOff x="2165941" y="1632858"/>
              <a:chExt cx="864096" cy="707886"/>
            </a:xfrm>
          </p:grpSpPr>
          <p:sp>
            <p:nvSpPr>
              <p:cNvPr id="114" name="五边形 113"/>
              <p:cNvSpPr/>
              <p:nvPr/>
            </p:nvSpPr>
            <p:spPr>
              <a:xfrm>
                <a:off x="2165941" y="1740295"/>
                <a:ext cx="864096" cy="461665"/>
              </a:xfrm>
              <a:prstGeom prst="homePlat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15" name="TextBox 114"/>
              <p:cNvSpPr txBox="1"/>
              <p:nvPr/>
            </p:nvSpPr>
            <p:spPr>
              <a:xfrm>
                <a:off x="2216421" y="1632858"/>
                <a:ext cx="526106"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smtClean="0">
                    <a:ln>
                      <a:noFill/>
                    </a:ln>
                    <a:solidFill>
                      <a:prstClr val="white"/>
                    </a:solidFill>
                    <a:effectLst/>
                    <a:uLnTx/>
                    <a:uFillTx/>
                    <a:latin typeface="Arial Black" panose="020B0A04020102020204" pitchFamily="34" charset="0"/>
                    <a:ea typeface="Arial Unicode MS" pitchFamily="34" charset="-122"/>
                    <a:cs typeface="Arial Unicode MS" pitchFamily="34" charset="-122"/>
                  </a:rPr>
                  <a:t>1</a:t>
                </a:r>
                <a:endParaRPr kumimoji="0" lang="zh-CN" altLang="en-US" sz="4000" b="1" i="0" u="none" strike="noStrike" kern="1200" cap="none" spc="0" normalizeH="0" baseline="0" noProof="0" dirty="0">
                  <a:ln>
                    <a:noFill/>
                  </a:ln>
                  <a:solidFill>
                    <a:prstClr val="white"/>
                  </a:solidFill>
                  <a:effectLst/>
                  <a:uLnTx/>
                  <a:uFillTx/>
                  <a:latin typeface="Arial Black" panose="020B0A04020102020204" pitchFamily="34" charset="0"/>
                  <a:ea typeface="Arial Unicode MS" pitchFamily="34" charset="-122"/>
                  <a:cs typeface="Arial Unicode MS" pitchFamily="34" charset="-122"/>
                </a:endParaRPr>
              </a:p>
            </p:txBody>
          </p:sp>
        </p:grpSp>
      </p:grpSp>
      <p:grpSp>
        <p:nvGrpSpPr>
          <p:cNvPr id="5" name="组合 4"/>
          <p:cNvGrpSpPr/>
          <p:nvPr/>
        </p:nvGrpSpPr>
        <p:grpSpPr>
          <a:xfrm>
            <a:off x="2428505" y="1166305"/>
            <a:ext cx="5184576" cy="707886"/>
            <a:chOff x="2987824" y="2045907"/>
            <a:chExt cx="5184576" cy="707886"/>
          </a:xfrm>
        </p:grpSpPr>
        <p:sp>
          <p:nvSpPr>
            <p:cNvPr id="110" name="TextBox 109"/>
            <p:cNvSpPr txBox="1"/>
            <p:nvPr/>
          </p:nvSpPr>
          <p:spPr>
            <a:xfrm>
              <a:off x="3625304" y="2147553"/>
              <a:ext cx="4547096" cy="461665"/>
            </a:xfrm>
            <a:prstGeom prst="rect">
              <a:avLst/>
            </a:prstGeom>
            <a:ln>
              <a:solidFill>
                <a:srgbClr val="C80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defPPr>
                <a:defRPr lang="zh-CN"/>
              </a:defPPr>
              <a:lvl1pPr algn="ctr">
                <a:defRPr sz="2400" b="1">
                  <a:solidFill>
                    <a:srgbClr val="0070C0"/>
                  </a:solidFill>
                  <a:latin typeface="微软雅黑" panose="020B0503020204020204" pitchFamily="34" charset="-122"/>
                  <a:ea typeface="微软雅黑" panose="020B0503020204020204" pitchFamily="34"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插入文本或标题</a:t>
              </a:r>
              <a:endParaRPr kumimoji="0" lang="zh-CN" altLang="en-US" sz="2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16" name="组合 115"/>
            <p:cNvGrpSpPr/>
            <p:nvPr/>
          </p:nvGrpSpPr>
          <p:grpSpPr>
            <a:xfrm>
              <a:off x="2987824" y="2045907"/>
              <a:ext cx="864096" cy="707886"/>
              <a:chOff x="2165941" y="2378338"/>
              <a:chExt cx="864096" cy="707886"/>
            </a:xfrm>
          </p:grpSpPr>
          <p:sp>
            <p:nvSpPr>
              <p:cNvPr id="117" name="五边形 116"/>
              <p:cNvSpPr/>
              <p:nvPr/>
            </p:nvSpPr>
            <p:spPr>
              <a:xfrm>
                <a:off x="2165941" y="2479984"/>
                <a:ext cx="864096" cy="461665"/>
              </a:xfrm>
              <a:prstGeom prst="homePlat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18" name="TextBox 117"/>
              <p:cNvSpPr txBox="1"/>
              <p:nvPr/>
            </p:nvSpPr>
            <p:spPr>
              <a:xfrm>
                <a:off x="2216421" y="2378338"/>
                <a:ext cx="526106"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smtClean="0">
                    <a:ln>
                      <a:noFill/>
                    </a:ln>
                    <a:solidFill>
                      <a:prstClr val="white"/>
                    </a:solidFill>
                    <a:effectLst/>
                    <a:uLnTx/>
                    <a:uFillTx/>
                    <a:latin typeface="Arial Black" panose="020B0A04020102020204" pitchFamily="34" charset="0"/>
                    <a:ea typeface="Arial Unicode MS" pitchFamily="34" charset="-122"/>
                    <a:cs typeface="Arial Unicode MS" pitchFamily="34" charset="-122"/>
                  </a:rPr>
                  <a:t>2</a:t>
                </a:r>
                <a:endParaRPr kumimoji="0" lang="zh-CN" altLang="en-US" sz="4000" b="1" i="0" u="none" strike="noStrike" kern="1200" cap="none" spc="0" normalizeH="0" baseline="0" noProof="0" dirty="0">
                  <a:ln>
                    <a:noFill/>
                  </a:ln>
                  <a:solidFill>
                    <a:prstClr val="white"/>
                  </a:solidFill>
                  <a:effectLst/>
                  <a:uLnTx/>
                  <a:uFillTx/>
                  <a:latin typeface="Arial Black" panose="020B0A04020102020204" pitchFamily="34" charset="0"/>
                  <a:ea typeface="Arial Unicode MS" pitchFamily="34" charset="-122"/>
                  <a:cs typeface="Arial Unicode MS" pitchFamily="34" charset="-122"/>
                </a:endParaRPr>
              </a:p>
            </p:txBody>
          </p:sp>
        </p:grpSp>
      </p:grpSp>
      <p:grpSp>
        <p:nvGrpSpPr>
          <p:cNvPr id="6" name="组合 5"/>
          <p:cNvGrpSpPr/>
          <p:nvPr/>
        </p:nvGrpSpPr>
        <p:grpSpPr>
          <a:xfrm>
            <a:off x="2428505" y="1904138"/>
            <a:ext cx="5184576" cy="707886"/>
            <a:chOff x="2987824" y="2783740"/>
            <a:chExt cx="5184576" cy="707886"/>
          </a:xfrm>
        </p:grpSpPr>
        <p:sp>
          <p:nvSpPr>
            <p:cNvPr id="111" name="TextBox 110"/>
            <p:cNvSpPr txBox="1"/>
            <p:nvPr/>
          </p:nvSpPr>
          <p:spPr>
            <a:xfrm>
              <a:off x="3625304" y="2887242"/>
              <a:ext cx="4547096" cy="461665"/>
            </a:xfrm>
            <a:prstGeom prst="rect">
              <a:avLst/>
            </a:prstGeom>
            <a:ln>
              <a:solidFill>
                <a:srgbClr val="C80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defPPr>
                <a:defRPr lang="zh-CN"/>
              </a:defPPr>
              <a:lvl1pPr algn="ctr">
                <a:defRPr sz="2400" b="1">
                  <a:solidFill>
                    <a:srgbClr val="0070C0"/>
                  </a:solidFill>
                  <a:latin typeface="微软雅黑" panose="020B0503020204020204" pitchFamily="34" charset="-122"/>
                  <a:ea typeface="微软雅黑" panose="020B0503020204020204" pitchFamily="34"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插入文本或标题</a:t>
              </a:r>
              <a:endParaRPr kumimoji="0" lang="zh-CN" altLang="en-US" sz="2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19" name="组合 118"/>
            <p:cNvGrpSpPr/>
            <p:nvPr/>
          </p:nvGrpSpPr>
          <p:grpSpPr>
            <a:xfrm>
              <a:off x="2987824" y="2783740"/>
              <a:ext cx="864096" cy="707886"/>
              <a:chOff x="2165941" y="3116171"/>
              <a:chExt cx="864096" cy="707886"/>
            </a:xfrm>
          </p:grpSpPr>
          <p:sp>
            <p:nvSpPr>
              <p:cNvPr id="120" name="五边形 119"/>
              <p:cNvSpPr/>
              <p:nvPr/>
            </p:nvSpPr>
            <p:spPr>
              <a:xfrm>
                <a:off x="2165941" y="3219673"/>
                <a:ext cx="864096" cy="461665"/>
              </a:xfrm>
              <a:prstGeom prst="homePlat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21" name="TextBox 120"/>
              <p:cNvSpPr txBox="1"/>
              <p:nvPr/>
            </p:nvSpPr>
            <p:spPr>
              <a:xfrm>
                <a:off x="2216421" y="3116171"/>
                <a:ext cx="526106"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smtClean="0">
                    <a:ln>
                      <a:noFill/>
                    </a:ln>
                    <a:solidFill>
                      <a:prstClr val="white"/>
                    </a:solidFill>
                    <a:effectLst/>
                    <a:uLnTx/>
                    <a:uFillTx/>
                    <a:latin typeface="Arial Black" panose="020B0A04020102020204" pitchFamily="34" charset="0"/>
                    <a:ea typeface="Arial Unicode MS" pitchFamily="34" charset="-122"/>
                    <a:cs typeface="Arial Unicode MS" pitchFamily="34" charset="-122"/>
                  </a:rPr>
                  <a:t>3</a:t>
                </a:r>
                <a:endParaRPr kumimoji="0" lang="zh-CN" altLang="en-US" sz="4000" b="1" i="0" u="none" strike="noStrike" kern="1200" cap="none" spc="0" normalizeH="0" baseline="0" noProof="0" dirty="0">
                  <a:ln>
                    <a:noFill/>
                  </a:ln>
                  <a:solidFill>
                    <a:prstClr val="white"/>
                  </a:solidFill>
                  <a:effectLst/>
                  <a:uLnTx/>
                  <a:uFillTx/>
                  <a:latin typeface="Arial Black" panose="020B0A04020102020204" pitchFamily="34" charset="0"/>
                  <a:ea typeface="Arial Unicode MS" pitchFamily="34" charset="-122"/>
                  <a:cs typeface="Arial Unicode MS" pitchFamily="34" charset="-122"/>
                </a:endParaRPr>
              </a:p>
            </p:txBody>
          </p:sp>
        </p:grpSp>
      </p:grpSp>
      <p:grpSp>
        <p:nvGrpSpPr>
          <p:cNvPr id="7" name="组合 6"/>
          <p:cNvGrpSpPr/>
          <p:nvPr/>
        </p:nvGrpSpPr>
        <p:grpSpPr>
          <a:xfrm>
            <a:off x="2428505" y="2624218"/>
            <a:ext cx="5184576" cy="707886"/>
            <a:chOff x="2987824" y="3503820"/>
            <a:chExt cx="5184576" cy="707886"/>
          </a:xfrm>
        </p:grpSpPr>
        <p:sp>
          <p:nvSpPr>
            <p:cNvPr id="112" name="TextBox 111"/>
            <p:cNvSpPr txBox="1"/>
            <p:nvPr/>
          </p:nvSpPr>
          <p:spPr>
            <a:xfrm>
              <a:off x="3625304" y="3626931"/>
              <a:ext cx="4547096" cy="461665"/>
            </a:xfrm>
            <a:prstGeom prst="rect">
              <a:avLst/>
            </a:prstGeom>
            <a:ln>
              <a:solidFill>
                <a:srgbClr val="C80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defPPr>
                <a:defRPr lang="zh-CN"/>
              </a:defPPr>
              <a:lvl1pPr algn="ctr">
                <a:defRPr sz="2400" b="1">
                  <a:solidFill>
                    <a:srgbClr val="0070C0"/>
                  </a:solidFill>
                  <a:latin typeface="微软雅黑" panose="020B0503020204020204" pitchFamily="34" charset="-122"/>
                  <a:ea typeface="微软雅黑" panose="020B0503020204020204" pitchFamily="34"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插入文本或标题</a:t>
              </a:r>
              <a:endParaRPr kumimoji="0" lang="zh-CN" altLang="en-US" sz="2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22" name="组合 121"/>
            <p:cNvGrpSpPr/>
            <p:nvPr/>
          </p:nvGrpSpPr>
          <p:grpSpPr>
            <a:xfrm>
              <a:off x="2987824" y="3503820"/>
              <a:ext cx="864096" cy="707886"/>
              <a:chOff x="2165941" y="3836251"/>
              <a:chExt cx="864096" cy="707886"/>
            </a:xfrm>
          </p:grpSpPr>
          <p:sp>
            <p:nvSpPr>
              <p:cNvPr id="129" name="五边形 128"/>
              <p:cNvSpPr/>
              <p:nvPr/>
            </p:nvSpPr>
            <p:spPr>
              <a:xfrm>
                <a:off x="2165941" y="3959362"/>
                <a:ext cx="864096" cy="461665"/>
              </a:xfrm>
              <a:prstGeom prst="homePlat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30" name="TextBox 129"/>
              <p:cNvSpPr txBox="1"/>
              <p:nvPr/>
            </p:nvSpPr>
            <p:spPr>
              <a:xfrm>
                <a:off x="2216421" y="3836251"/>
                <a:ext cx="526106"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smtClean="0">
                    <a:ln>
                      <a:noFill/>
                    </a:ln>
                    <a:solidFill>
                      <a:prstClr val="white"/>
                    </a:solidFill>
                    <a:effectLst/>
                    <a:uLnTx/>
                    <a:uFillTx/>
                    <a:latin typeface="Arial Black" panose="020B0A04020102020204" pitchFamily="34" charset="0"/>
                    <a:ea typeface="Arial Unicode MS" pitchFamily="34" charset="-122"/>
                    <a:cs typeface="Arial Unicode MS" pitchFamily="34" charset="-122"/>
                  </a:rPr>
                  <a:t>4</a:t>
                </a:r>
                <a:endParaRPr kumimoji="0" lang="zh-CN" altLang="en-US" sz="4000" b="1" i="0" u="none" strike="noStrike" kern="1200" cap="none" spc="0" normalizeH="0" baseline="0" noProof="0" dirty="0">
                  <a:ln>
                    <a:noFill/>
                  </a:ln>
                  <a:solidFill>
                    <a:prstClr val="white"/>
                  </a:solidFill>
                  <a:effectLst/>
                  <a:uLnTx/>
                  <a:uFillTx/>
                  <a:latin typeface="Arial Black" panose="020B0A04020102020204" pitchFamily="34" charset="0"/>
                  <a:ea typeface="Arial Unicode MS" pitchFamily="34" charset="-122"/>
                  <a:cs typeface="Arial Unicode MS" pitchFamily="34" charset="-122"/>
                </a:endParaRPr>
              </a:p>
            </p:txBody>
          </p:sp>
        </p:grpSp>
      </p:gr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afterEffect">
                                  <p:stCondLst>
                                    <p:cond delay="0"/>
                                  </p:stCondLst>
                                  <p:childTnLst>
                                    <p:set>
                                      <p:cBhvr>
                                        <p:cTn id="6" dur="1" fill="hold">
                                          <p:stCondLst>
                                            <p:cond delay="0"/>
                                          </p:stCondLst>
                                        </p:cTn>
                                        <p:tgtEl>
                                          <p:spTgt spid="131"/>
                                        </p:tgtEl>
                                        <p:attrNameLst>
                                          <p:attrName>style.visibility</p:attrName>
                                        </p:attrNameLst>
                                      </p:cBhvr>
                                      <p:to>
                                        <p:strVal val="visible"/>
                                      </p:to>
                                    </p:set>
                                    <p:anim calcmode="lin" valueType="num">
                                      <p:cBhvr additive="base">
                                        <p:cTn id="7" dur="500"/>
                                        <p:tgtEl>
                                          <p:spTgt spid="131"/>
                                        </p:tgtEl>
                                        <p:attrNameLst>
                                          <p:attrName>ppt_x</p:attrName>
                                        </p:attrNameLst>
                                      </p:cBhvr>
                                      <p:tavLst>
                                        <p:tav tm="0">
                                          <p:val>
                                            <p:strVal val="#ppt_x+#ppt_w*1.125000"/>
                                          </p:val>
                                        </p:tav>
                                        <p:tav tm="100000">
                                          <p:val>
                                            <p:strVal val="#ppt_x"/>
                                          </p:val>
                                        </p:tav>
                                      </p:tavLst>
                                    </p:anim>
                                    <p:animEffect transition="in" filter="wipe(left)">
                                      <p:cBhvr>
                                        <p:cTn id="8" dur="500"/>
                                        <p:tgtEl>
                                          <p:spTgt spid="131"/>
                                        </p:tgtEl>
                                      </p:cBhvr>
                                    </p:animEffect>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25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ppt_x"/>
                                          </p:val>
                                        </p:tav>
                                        <p:tav tm="100000">
                                          <p:val>
                                            <p:strVal val="#ppt_x"/>
                                          </p:val>
                                        </p:tav>
                                      </p:tavLst>
                                    </p:anim>
                                    <p:anim calcmode="lin" valueType="num">
                                      <p:cBhvr additive="base">
                                        <p:cTn id="17" dur="500" fill="hold"/>
                                        <p:tgtEl>
                                          <p:spTgt spid="5"/>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50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500" fill="hold"/>
                                        <p:tgtEl>
                                          <p:spTgt spid="6"/>
                                        </p:tgtEl>
                                        <p:attrNameLst>
                                          <p:attrName>ppt_x</p:attrName>
                                        </p:attrNameLst>
                                      </p:cBhvr>
                                      <p:tavLst>
                                        <p:tav tm="0">
                                          <p:val>
                                            <p:strVal val="#ppt_x"/>
                                          </p:val>
                                        </p:tav>
                                        <p:tav tm="100000">
                                          <p:val>
                                            <p:strVal val="#ppt_x"/>
                                          </p:val>
                                        </p:tav>
                                      </p:tavLst>
                                    </p:anim>
                                    <p:anim calcmode="lin" valueType="num">
                                      <p:cBhvr additive="base">
                                        <p:cTn id="21" dur="500" fill="hold"/>
                                        <p:tgtEl>
                                          <p:spTgt spid="6"/>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75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ppt_x</p:attrName>
                                        </p:attrNameLst>
                                      </p:cBhvr>
                                      <p:tavLst>
                                        <p:tav tm="0">
                                          <p:val>
                                            <p:strVal val="#ppt_x"/>
                                          </p:val>
                                        </p:tav>
                                        <p:tav tm="100000">
                                          <p:val>
                                            <p:strVal val="#ppt_x"/>
                                          </p:val>
                                        </p:tav>
                                      </p:tavLst>
                                    </p:anim>
                                    <p:anim calcmode="lin" valueType="num">
                                      <p:cBhvr additive="base">
                                        <p:cTn id="2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78" y="0"/>
            <a:ext cx="9144000" cy="5143500"/>
          </a:xfrm>
          <a:prstGeom prst="rect">
            <a:avLst/>
          </a:prstGeom>
        </p:spPr>
      </p:pic>
      <p:pic>
        <p:nvPicPr>
          <p:cNvPr id="32" name="图片 31"/>
          <p:cNvPicPr>
            <a:picLocks noChangeAspect="1"/>
          </p:cNvPicPr>
          <p:nvPr/>
        </p:nvPicPr>
        <p:blipFill>
          <a:blip r:embed="rId2">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378" y="3455048"/>
            <a:ext cx="9143244" cy="1688452"/>
          </a:xfrm>
          <a:prstGeom prst="rect">
            <a:avLst/>
          </a:prstGeom>
        </p:spPr>
      </p:pic>
      <p:grpSp>
        <p:nvGrpSpPr>
          <p:cNvPr id="131" name="组合 130"/>
          <p:cNvGrpSpPr/>
          <p:nvPr/>
        </p:nvGrpSpPr>
        <p:grpSpPr>
          <a:xfrm>
            <a:off x="933624" y="574727"/>
            <a:ext cx="1215718" cy="2400657"/>
            <a:chOff x="702732" y="1342594"/>
            <a:chExt cx="1215718" cy="2400657"/>
          </a:xfrm>
        </p:grpSpPr>
        <p:sp>
          <p:nvSpPr>
            <p:cNvPr id="132" name="TextBox 131"/>
            <p:cNvSpPr txBox="1"/>
            <p:nvPr/>
          </p:nvSpPr>
          <p:spPr>
            <a:xfrm>
              <a:off x="702732" y="1342594"/>
              <a:ext cx="1015663" cy="2400657"/>
            </a:xfrm>
            <a:prstGeom prst="rect">
              <a:avLst/>
            </a:prstGeom>
            <a:noFill/>
          </p:spPr>
          <p:txBody>
            <a:bodyPr vert="eaVert"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5400" b="1" i="0" u="none" strike="noStrike" kern="1200" cap="none" spc="60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mn-cs"/>
                </a:rPr>
                <a:t>过渡页</a:t>
              </a:r>
              <a:endParaRPr kumimoji="0" lang="zh-CN" altLang="en-US" sz="5400" b="1" i="0" u="none" strike="noStrike" kern="1200" cap="none" spc="60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33" name="TextBox 132"/>
            <p:cNvSpPr txBox="1"/>
            <p:nvPr/>
          </p:nvSpPr>
          <p:spPr>
            <a:xfrm>
              <a:off x="1456785" y="2052576"/>
              <a:ext cx="461665" cy="1208023"/>
            </a:xfrm>
            <a:prstGeom prst="rect">
              <a:avLst/>
            </a:prstGeom>
            <a:noFill/>
          </p:spPr>
          <p:txBody>
            <a:bodyPr vert="eaVert"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150" normalizeH="0" baseline="0" noProof="0" dirty="0" smtClean="0">
                  <a:ln>
                    <a:noFill/>
                  </a:ln>
                  <a:solidFill>
                    <a:srgbClr val="C00000"/>
                  </a:solidFill>
                  <a:effectLst/>
                  <a:uLnTx/>
                  <a:uFillTx/>
                  <a:latin typeface="Arial" panose="020B0604020202020204" pitchFamily="34" charset="0"/>
                  <a:ea typeface="宋体" panose="02010600030101010101" pitchFamily="2" charset="-122"/>
                  <a:cs typeface="Arial" panose="020B0604020202020204" pitchFamily="34" charset="0"/>
                </a:rPr>
                <a:t>CONTENTS</a:t>
              </a:r>
              <a:endParaRPr kumimoji="0" lang="zh-CN" altLang="en-US" sz="1800" b="1" i="0" u="none" strike="noStrike" kern="1200" cap="none" spc="-150" normalizeH="0" baseline="0" noProof="0" dirty="0">
                <a:ln>
                  <a:noFill/>
                </a:ln>
                <a:solidFill>
                  <a:srgbClr val="C00000"/>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sp>
        <p:nvSpPr>
          <p:cNvPr id="2" name="文本框 1"/>
          <p:cNvSpPr txBox="1"/>
          <p:nvPr/>
        </p:nvSpPr>
        <p:spPr>
          <a:xfrm>
            <a:off x="3820061" y="896527"/>
            <a:ext cx="2646878" cy="830997"/>
          </a:xfrm>
          <a:prstGeom prst="rect">
            <a:avLst/>
          </a:prstGeom>
          <a:noFill/>
        </p:spPr>
        <p:txBody>
          <a:bodyPr wrap="none" rtlCol="0">
            <a:spAutoFit/>
          </a:bodyPr>
          <a:lstStyle/>
          <a:p>
            <a:r>
              <a:rPr lang="zh-CN" altLang="en-US" sz="4800" b="1" dirty="0">
                <a:solidFill>
                  <a:srgbClr val="C00000"/>
                </a:solidFill>
                <a:latin typeface="微软雅黑" panose="020B0503020204020204" pitchFamily="34" charset="-122"/>
                <a:ea typeface="微软雅黑" panose="020B0503020204020204" pitchFamily="34" charset="-122"/>
              </a:rPr>
              <a:t>第一部分</a:t>
            </a:r>
            <a:endParaRPr lang="zh-CN" altLang="en-US" sz="4800" b="1" dirty="0">
              <a:solidFill>
                <a:srgbClr val="C00000"/>
              </a:solidFill>
              <a:latin typeface="微软雅黑" panose="020B0503020204020204" pitchFamily="34" charset="-122"/>
              <a:ea typeface="微软雅黑" panose="020B0503020204020204" pitchFamily="34" charset="-122"/>
            </a:endParaRPr>
          </a:p>
        </p:txBody>
      </p:sp>
      <p:grpSp>
        <p:nvGrpSpPr>
          <p:cNvPr id="8" name="组合 7"/>
          <p:cNvGrpSpPr/>
          <p:nvPr/>
        </p:nvGrpSpPr>
        <p:grpSpPr>
          <a:xfrm>
            <a:off x="2578100" y="1977488"/>
            <a:ext cx="5130800" cy="830997"/>
            <a:chOff x="2578100" y="1977488"/>
            <a:chExt cx="5130800" cy="830997"/>
          </a:xfrm>
        </p:grpSpPr>
        <p:sp>
          <p:nvSpPr>
            <p:cNvPr id="3" name="对角圆角矩形 2"/>
            <p:cNvSpPr/>
            <p:nvPr/>
          </p:nvSpPr>
          <p:spPr>
            <a:xfrm>
              <a:off x="2578100" y="1979257"/>
              <a:ext cx="5130800" cy="796695"/>
            </a:xfrm>
            <a:prstGeom prst="round2Diag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p:cNvSpPr txBox="1"/>
            <p:nvPr/>
          </p:nvSpPr>
          <p:spPr>
            <a:xfrm>
              <a:off x="2599809" y="1977488"/>
              <a:ext cx="5109091" cy="830997"/>
            </a:xfrm>
            <a:prstGeom prst="rect">
              <a:avLst/>
            </a:prstGeom>
            <a:noFill/>
          </p:spPr>
          <p:txBody>
            <a:bodyPr wrap="none" rtlCol="0">
              <a:spAutoFit/>
            </a:bodyPr>
            <a:lstStyle/>
            <a:p>
              <a:r>
                <a:rPr lang="zh-CN" altLang="en-US" sz="4800" b="1" dirty="0" smtClean="0">
                  <a:solidFill>
                    <a:schemeClr val="bg1"/>
                  </a:solidFill>
                  <a:latin typeface="微软雅黑" panose="020B0503020204020204" pitchFamily="34" charset="-122"/>
                  <a:ea typeface="微软雅黑" panose="020B0503020204020204" pitchFamily="34" charset="-122"/>
                </a:rPr>
                <a:t>单击此处添加标题</a:t>
              </a:r>
              <a:endParaRPr lang="zh-CN" altLang="en-US" sz="4800" b="1" dirty="0">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afterEffect">
                                  <p:stCondLst>
                                    <p:cond delay="0"/>
                                  </p:stCondLst>
                                  <p:childTnLst>
                                    <p:set>
                                      <p:cBhvr>
                                        <p:cTn id="6" dur="1" fill="hold">
                                          <p:stCondLst>
                                            <p:cond delay="0"/>
                                          </p:stCondLst>
                                        </p:cTn>
                                        <p:tgtEl>
                                          <p:spTgt spid="131"/>
                                        </p:tgtEl>
                                        <p:attrNameLst>
                                          <p:attrName>style.visibility</p:attrName>
                                        </p:attrNameLst>
                                      </p:cBhvr>
                                      <p:to>
                                        <p:strVal val="visible"/>
                                      </p:to>
                                    </p:set>
                                    <p:anim calcmode="lin" valueType="num">
                                      <p:cBhvr additive="base">
                                        <p:cTn id="7" dur="500"/>
                                        <p:tgtEl>
                                          <p:spTgt spid="131"/>
                                        </p:tgtEl>
                                        <p:attrNameLst>
                                          <p:attrName>ppt_x</p:attrName>
                                        </p:attrNameLst>
                                      </p:cBhvr>
                                      <p:tavLst>
                                        <p:tav tm="0">
                                          <p:val>
                                            <p:strVal val="#ppt_x+#ppt_w*1.125000"/>
                                          </p:val>
                                        </p:tav>
                                        <p:tav tm="100000">
                                          <p:val>
                                            <p:strVal val="#ppt_x"/>
                                          </p:val>
                                        </p:tav>
                                      </p:tavLst>
                                    </p:anim>
                                    <p:animEffect transition="in" filter="wipe(left)">
                                      <p:cBhvr>
                                        <p:cTn id="8" dur="500"/>
                                        <p:tgtEl>
                                          <p:spTgt spid="131"/>
                                        </p:tgtEl>
                                      </p:cBhvr>
                                    </p:animEffect>
                                  </p:childTnLst>
                                </p:cTn>
                              </p:par>
                            </p:childTnLst>
                          </p:cTn>
                        </p:par>
                        <p:par>
                          <p:cTn id="9" fill="hold">
                            <p:stCondLst>
                              <p:cond delay="500"/>
                            </p:stCondLst>
                            <p:childTnLst>
                              <p:par>
                                <p:cTn id="10" presetID="31" presetClass="entr" presetSubtype="0"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fltVal val="0"/>
                                          </p:val>
                                        </p:tav>
                                        <p:tav tm="100000">
                                          <p:val>
                                            <p:strVal val="#ppt_w"/>
                                          </p:val>
                                        </p:tav>
                                      </p:tavLst>
                                    </p:anim>
                                    <p:anim calcmode="lin" valueType="num">
                                      <p:cBhvr>
                                        <p:cTn id="13" dur="1000" fill="hold"/>
                                        <p:tgtEl>
                                          <p:spTgt spid="2"/>
                                        </p:tgtEl>
                                        <p:attrNameLst>
                                          <p:attrName>ppt_h</p:attrName>
                                        </p:attrNameLst>
                                      </p:cBhvr>
                                      <p:tavLst>
                                        <p:tav tm="0">
                                          <p:val>
                                            <p:fltVal val="0"/>
                                          </p:val>
                                        </p:tav>
                                        <p:tav tm="100000">
                                          <p:val>
                                            <p:strVal val="#ppt_h"/>
                                          </p:val>
                                        </p:tav>
                                      </p:tavLst>
                                    </p:anim>
                                    <p:anim calcmode="lin" valueType="num">
                                      <p:cBhvr>
                                        <p:cTn id="14" dur="1000" fill="hold"/>
                                        <p:tgtEl>
                                          <p:spTgt spid="2"/>
                                        </p:tgtEl>
                                        <p:attrNameLst>
                                          <p:attrName>style.rotation</p:attrName>
                                        </p:attrNameLst>
                                      </p:cBhvr>
                                      <p:tavLst>
                                        <p:tav tm="0">
                                          <p:val>
                                            <p:fltVal val="90"/>
                                          </p:val>
                                        </p:tav>
                                        <p:tav tm="100000">
                                          <p:val>
                                            <p:fltVal val="0"/>
                                          </p:val>
                                        </p:tav>
                                      </p:tavLst>
                                    </p:anim>
                                    <p:animEffect transition="in" filter="fade">
                                      <p:cBhvr>
                                        <p:cTn id="15" dur="1000"/>
                                        <p:tgtEl>
                                          <p:spTgt spid="2"/>
                                        </p:tgtEl>
                                      </p:cBhvr>
                                    </p:animEffect>
                                  </p:childTnLst>
                                </p:cTn>
                              </p:par>
                            </p:childTnLst>
                          </p:cTn>
                        </p:par>
                        <p:par>
                          <p:cTn id="16" fill="hold">
                            <p:stCondLst>
                              <p:cond delay="1500"/>
                            </p:stCondLst>
                            <p:childTnLst>
                              <p:par>
                                <p:cTn id="17" presetID="42" presetClass="entr" presetSubtype="0"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点击此处添加标题</a:t>
            </a:r>
            <a:endParaRPr lang="zh-CN" altLang="en-US" dirty="0"/>
          </a:p>
        </p:txBody>
      </p:sp>
      <p:sp>
        <p:nvSpPr>
          <p:cNvPr id="3" name="箭头3"/>
          <p:cNvSpPr/>
          <p:nvPr/>
        </p:nvSpPr>
        <p:spPr bwMode="gray">
          <a:xfrm flipV="1">
            <a:off x="1131436" y="2694359"/>
            <a:ext cx="1609352" cy="1407319"/>
          </a:xfrm>
          <a:custGeom>
            <a:avLst/>
            <a:gdLst>
              <a:gd name="T0" fmla="*/ 118 w 933"/>
              <a:gd name="T1" fmla="*/ 1044 h 1182"/>
              <a:gd name="T2" fmla="*/ 128 w 933"/>
              <a:gd name="T3" fmla="*/ 340 h 1182"/>
              <a:gd name="T4" fmla="*/ 264 w 933"/>
              <a:gd name="T5" fmla="*/ 210 h 1182"/>
              <a:gd name="T6" fmla="*/ 720 w 933"/>
              <a:gd name="T7" fmla="*/ 202 h 1182"/>
              <a:gd name="T8" fmla="*/ 720 w 933"/>
              <a:gd name="T9" fmla="*/ 320 h 1182"/>
              <a:gd name="T10" fmla="*/ 933 w 933"/>
              <a:gd name="T11" fmla="*/ 153 h 1182"/>
              <a:gd name="T12" fmla="*/ 712 w 933"/>
              <a:gd name="T13" fmla="*/ 0 h 1182"/>
              <a:gd name="T14" fmla="*/ 714 w 933"/>
              <a:gd name="T15" fmla="*/ 92 h 1182"/>
              <a:gd name="T16" fmla="*/ 234 w 933"/>
              <a:gd name="T17" fmla="*/ 94 h 1182"/>
              <a:gd name="T18" fmla="*/ 0 w 933"/>
              <a:gd name="T19" fmla="*/ 298 h 1182"/>
              <a:gd name="T20" fmla="*/ 0 w 933"/>
              <a:gd name="T21" fmla="*/ 1058 h 1182"/>
              <a:gd name="T22" fmla="*/ 118 w 933"/>
              <a:gd name="T23" fmla="*/ 1044 h 1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3" h="1182">
                <a:moveTo>
                  <a:pt x="118" y="1044"/>
                </a:moveTo>
                <a:lnTo>
                  <a:pt x="128" y="340"/>
                </a:lnTo>
                <a:cubicBezTo>
                  <a:pt x="134" y="214"/>
                  <a:pt x="182" y="212"/>
                  <a:pt x="264" y="210"/>
                </a:cubicBezTo>
                <a:lnTo>
                  <a:pt x="720" y="202"/>
                </a:lnTo>
                <a:lnTo>
                  <a:pt x="720" y="320"/>
                </a:lnTo>
                <a:lnTo>
                  <a:pt x="933" y="153"/>
                </a:lnTo>
                <a:lnTo>
                  <a:pt x="712" y="0"/>
                </a:lnTo>
                <a:lnTo>
                  <a:pt x="714" y="92"/>
                </a:lnTo>
                <a:cubicBezTo>
                  <a:pt x="714" y="92"/>
                  <a:pt x="406" y="94"/>
                  <a:pt x="234" y="94"/>
                </a:cubicBezTo>
                <a:cubicBezTo>
                  <a:pt x="60" y="96"/>
                  <a:pt x="2" y="156"/>
                  <a:pt x="0" y="298"/>
                </a:cubicBezTo>
                <a:lnTo>
                  <a:pt x="0" y="1058"/>
                </a:lnTo>
                <a:cubicBezTo>
                  <a:pt x="20" y="1182"/>
                  <a:pt x="93" y="1170"/>
                  <a:pt x="118" y="1044"/>
                </a:cubicBezTo>
                <a:close/>
              </a:path>
            </a:pathLst>
          </a:custGeom>
          <a:solidFill>
            <a:schemeClr val="bg1">
              <a:lumMod val="75000"/>
            </a:schemeClr>
          </a:solidFill>
          <a:ln>
            <a:noFill/>
          </a:ln>
          <a:effectLst/>
        </p:spPr>
        <p:txBody>
          <a:bodyPr wrap="none"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4" name="箭头2"/>
          <p:cNvSpPr/>
          <p:nvPr/>
        </p:nvSpPr>
        <p:spPr bwMode="gray">
          <a:xfrm rot="16200000">
            <a:off x="1615479" y="1756344"/>
            <a:ext cx="358379" cy="1912938"/>
          </a:xfrm>
          <a:custGeom>
            <a:avLst/>
            <a:gdLst>
              <a:gd name="T0" fmla="*/ 37 w 142"/>
              <a:gd name="T1" fmla="*/ 1 h 604"/>
              <a:gd name="T2" fmla="*/ 45 w 142"/>
              <a:gd name="T3" fmla="*/ 472 h 604"/>
              <a:gd name="T4" fmla="*/ 0 w 142"/>
              <a:gd name="T5" fmla="*/ 474 h 604"/>
              <a:gd name="T6" fmla="*/ 72 w 142"/>
              <a:gd name="T7" fmla="*/ 604 h 604"/>
              <a:gd name="T8" fmla="*/ 142 w 142"/>
              <a:gd name="T9" fmla="*/ 474 h 604"/>
              <a:gd name="T10" fmla="*/ 100 w 142"/>
              <a:gd name="T11" fmla="*/ 474 h 604"/>
              <a:gd name="T12" fmla="*/ 99 w 142"/>
              <a:gd name="T13" fmla="*/ 0 h 604"/>
              <a:gd name="T14" fmla="*/ 37 w 142"/>
              <a:gd name="T15" fmla="*/ 1 h 6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2" h="604">
                <a:moveTo>
                  <a:pt x="37" y="1"/>
                </a:moveTo>
                <a:lnTo>
                  <a:pt x="45" y="472"/>
                </a:lnTo>
                <a:lnTo>
                  <a:pt x="0" y="474"/>
                </a:lnTo>
                <a:lnTo>
                  <a:pt x="72" y="604"/>
                </a:lnTo>
                <a:lnTo>
                  <a:pt x="142" y="474"/>
                </a:lnTo>
                <a:lnTo>
                  <a:pt x="100" y="474"/>
                </a:lnTo>
                <a:lnTo>
                  <a:pt x="99" y="0"/>
                </a:lnTo>
                <a:lnTo>
                  <a:pt x="37" y="1"/>
                </a:lnTo>
                <a:close/>
              </a:path>
            </a:pathLst>
          </a:custGeom>
          <a:solidFill>
            <a:schemeClr val="bg1">
              <a:lumMod val="75000"/>
            </a:schemeClr>
          </a:solidFill>
          <a:ln>
            <a:noFill/>
          </a:ln>
          <a:effectLst/>
        </p:spPr>
        <p:txBody>
          <a:bodyPr wrap="none"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5" name="箭头1"/>
          <p:cNvSpPr/>
          <p:nvPr/>
        </p:nvSpPr>
        <p:spPr bwMode="gray">
          <a:xfrm>
            <a:off x="1121086" y="1397768"/>
            <a:ext cx="1609352" cy="1407319"/>
          </a:xfrm>
          <a:custGeom>
            <a:avLst/>
            <a:gdLst>
              <a:gd name="T0" fmla="*/ 118 w 933"/>
              <a:gd name="T1" fmla="*/ 1044 h 1182"/>
              <a:gd name="T2" fmla="*/ 128 w 933"/>
              <a:gd name="T3" fmla="*/ 340 h 1182"/>
              <a:gd name="T4" fmla="*/ 264 w 933"/>
              <a:gd name="T5" fmla="*/ 210 h 1182"/>
              <a:gd name="T6" fmla="*/ 720 w 933"/>
              <a:gd name="T7" fmla="*/ 202 h 1182"/>
              <a:gd name="T8" fmla="*/ 720 w 933"/>
              <a:gd name="T9" fmla="*/ 320 h 1182"/>
              <a:gd name="T10" fmla="*/ 933 w 933"/>
              <a:gd name="T11" fmla="*/ 153 h 1182"/>
              <a:gd name="T12" fmla="*/ 712 w 933"/>
              <a:gd name="T13" fmla="*/ 0 h 1182"/>
              <a:gd name="T14" fmla="*/ 714 w 933"/>
              <a:gd name="T15" fmla="*/ 92 h 1182"/>
              <a:gd name="T16" fmla="*/ 234 w 933"/>
              <a:gd name="T17" fmla="*/ 94 h 1182"/>
              <a:gd name="T18" fmla="*/ 0 w 933"/>
              <a:gd name="T19" fmla="*/ 298 h 1182"/>
              <a:gd name="T20" fmla="*/ 0 w 933"/>
              <a:gd name="T21" fmla="*/ 1058 h 1182"/>
              <a:gd name="T22" fmla="*/ 118 w 933"/>
              <a:gd name="T23" fmla="*/ 1044 h 1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3" h="1182">
                <a:moveTo>
                  <a:pt x="118" y="1044"/>
                </a:moveTo>
                <a:lnTo>
                  <a:pt x="128" y="340"/>
                </a:lnTo>
                <a:cubicBezTo>
                  <a:pt x="134" y="214"/>
                  <a:pt x="182" y="212"/>
                  <a:pt x="264" y="210"/>
                </a:cubicBezTo>
                <a:lnTo>
                  <a:pt x="720" y="202"/>
                </a:lnTo>
                <a:lnTo>
                  <a:pt x="720" y="320"/>
                </a:lnTo>
                <a:lnTo>
                  <a:pt x="933" y="153"/>
                </a:lnTo>
                <a:lnTo>
                  <a:pt x="712" y="0"/>
                </a:lnTo>
                <a:lnTo>
                  <a:pt x="714" y="92"/>
                </a:lnTo>
                <a:cubicBezTo>
                  <a:pt x="714" y="92"/>
                  <a:pt x="406" y="94"/>
                  <a:pt x="234" y="94"/>
                </a:cubicBezTo>
                <a:cubicBezTo>
                  <a:pt x="60" y="96"/>
                  <a:pt x="2" y="156"/>
                  <a:pt x="0" y="298"/>
                </a:cubicBezTo>
                <a:lnTo>
                  <a:pt x="0" y="1058"/>
                </a:lnTo>
                <a:cubicBezTo>
                  <a:pt x="20" y="1182"/>
                  <a:pt x="93" y="1170"/>
                  <a:pt x="118" y="1044"/>
                </a:cubicBezTo>
                <a:close/>
              </a:path>
            </a:pathLst>
          </a:custGeom>
          <a:solidFill>
            <a:schemeClr val="bg1">
              <a:lumMod val="75000"/>
            </a:schemeClr>
          </a:solidFill>
          <a:ln>
            <a:noFill/>
          </a:ln>
          <a:effectLst/>
        </p:spPr>
        <p:txBody>
          <a:bodyPr wrap="none"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6" name="文本1"/>
          <p:cNvSpPr>
            <a:spLocks noChangeArrowheads="1"/>
          </p:cNvSpPr>
          <p:nvPr/>
        </p:nvSpPr>
        <p:spPr bwMode="gray">
          <a:xfrm>
            <a:off x="3424238" y="1141785"/>
            <a:ext cx="5457825" cy="960508"/>
          </a:xfrm>
          <a:prstGeom prst="roundRect">
            <a:avLst>
              <a:gd name="adj" fmla="val 11505"/>
            </a:avLst>
          </a:prstGeom>
          <a:gradFill>
            <a:gsLst>
              <a:gs pos="33000">
                <a:srgbClr val="F9F9F9"/>
              </a:gs>
              <a:gs pos="100000">
                <a:srgbClr val="D7D7D7"/>
              </a:gs>
            </a:gsLst>
            <a:lin ang="5400000" scaled="0"/>
          </a:gradFill>
          <a:ln w="25400" cap="flat" cmpd="sng" algn="ctr">
            <a:noFill/>
            <a:prstDash val="solid"/>
          </a:ln>
          <a:effectLst>
            <a:outerShdw blurRad="50800" dist="38100" dir="2700000" algn="tl" rotWithShape="0">
              <a:prstClr val="black">
                <a:alpha val="40000"/>
              </a:prstClr>
            </a:outerShdw>
          </a:effectLst>
          <a:extLst>
            <a:ext uri="{91240B29-F687-4F45-9708-019B960494DF}">
              <a14:hiddenLine xmlns:a14="http://schemas.microsoft.com/office/drawing/2010/main" w="6350">
                <a:solidFill>
                  <a:schemeClr val="tx1"/>
                </a:solidFill>
                <a:prstDash val="sysDot"/>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20000"/>
              </a:lnSpc>
              <a:spcBef>
                <a:spcPct val="0"/>
              </a:spcBef>
              <a:spcAft>
                <a:spcPct val="0"/>
              </a:spcAft>
              <a:buClrTx/>
              <a:buSzTx/>
              <a:buFontTx/>
              <a:buNone/>
              <a:defRPr/>
            </a:pPr>
            <a:r>
              <a:rPr kumimoji="0" lang="zh-CN" altLang="en-US" sz="1400" b="1" i="0" u="none" strike="noStrike" kern="1200" cap="none" spc="0" normalizeH="0" baseline="0" noProof="0" dirty="0" smtClean="0">
                <a:ln>
                  <a:noFill/>
                </a:ln>
                <a:solidFill>
                  <a:srgbClr val="4D4D4D"/>
                </a:solidFill>
                <a:effectLst/>
                <a:uLnTx/>
                <a:uFillTx/>
                <a:latin typeface="微软雅黑" panose="020B0503020204020204" pitchFamily="34" charset="-122"/>
                <a:ea typeface="微软雅黑" panose="020B0503020204020204" pitchFamily="34" charset="-122"/>
                <a:cs typeface="+mn-cs"/>
              </a:rPr>
              <a:t>单击此处添加</a:t>
            </a:r>
            <a:r>
              <a:rPr kumimoji="0" lang="zh-CN" altLang="en-US" sz="1400" b="1" i="0" u="none" strike="noStrike" kern="120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rPr>
              <a:t>文本单击此处添加</a:t>
            </a:r>
            <a:r>
              <a:rPr kumimoji="0" lang="zh-CN" altLang="en-US" sz="1400" b="1" i="0" u="none" strike="noStrike" kern="1200" cap="none" spc="0" normalizeH="0" baseline="0" noProof="0" dirty="0" smtClean="0">
                <a:ln>
                  <a:noFill/>
                </a:ln>
                <a:solidFill>
                  <a:srgbClr val="4D4D4D"/>
                </a:solidFill>
                <a:effectLst/>
                <a:uLnTx/>
                <a:uFillTx/>
                <a:latin typeface="微软雅黑" panose="020B0503020204020204" pitchFamily="34" charset="-122"/>
                <a:ea typeface="微软雅黑" panose="020B0503020204020204" pitchFamily="34" charset="-122"/>
                <a:cs typeface="+mn-cs"/>
              </a:rPr>
              <a:t>文本</a:t>
            </a:r>
            <a:endParaRPr kumimoji="0" lang="zh-CN" altLang="zh-CN" sz="1400" b="1" i="0" u="none" strike="noStrike" kern="120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endParaRPr>
          </a:p>
        </p:txBody>
      </p:sp>
      <p:sp>
        <p:nvSpPr>
          <p:cNvPr id="7" name="文本2"/>
          <p:cNvSpPr>
            <a:spLocks noChangeArrowheads="1"/>
          </p:cNvSpPr>
          <p:nvPr/>
        </p:nvSpPr>
        <p:spPr bwMode="gray">
          <a:xfrm>
            <a:off x="3424238" y="2263354"/>
            <a:ext cx="5457825" cy="967190"/>
          </a:xfrm>
          <a:prstGeom prst="roundRect">
            <a:avLst>
              <a:gd name="adj" fmla="val 11505"/>
            </a:avLst>
          </a:prstGeom>
          <a:gradFill>
            <a:gsLst>
              <a:gs pos="33000">
                <a:srgbClr val="F9F9F9"/>
              </a:gs>
              <a:gs pos="100000">
                <a:srgbClr val="D7D7D7"/>
              </a:gs>
            </a:gsLst>
            <a:lin ang="5400000" scaled="0"/>
          </a:gradFill>
          <a:ln w="25400" cap="flat" cmpd="sng" algn="ctr">
            <a:noFill/>
            <a:prstDash val="solid"/>
          </a:ln>
          <a:effectLst>
            <a:outerShdw blurRad="50800" dist="38100" dir="2700000" algn="tl" rotWithShape="0">
              <a:prstClr val="black">
                <a:alpha val="40000"/>
              </a:prstClr>
            </a:outerShdw>
          </a:effectLst>
          <a:extLst>
            <a:ext uri="{91240B29-F687-4F45-9708-019B960494DF}">
              <a14:hiddenLine xmlns:a14="http://schemas.microsoft.com/office/drawing/2010/main" w="6350">
                <a:solidFill>
                  <a:schemeClr val="tx1"/>
                </a:solidFill>
                <a:prstDash val="sysDot"/>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20000"/>
              </a:lnSpc>
              <a:spcBef>
                <a:spcPct val="0"/>
              </a:spcBef>
              <a:spcAft>
                <a:spcPct val="0"/>
              </a:spcAft>
              <a:buClrTx/>
              <a:buSzTx/>
              <a:buFontTx/>
              <a:buNone/>
              <a:defRPr/>
            </a:pPr>
            <a:r>
              <a:rPr kumimoji="0" lang="zh-CN" altLang="en-US" sz="1400" b="1" i="0" u="none" strike="noStrike" kern="120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rPr>
              <a:t>亮亮图文旗舰店 </a:t>
            </a:r>
            <a:endParaRPr kumimoji="0" lang="zh-CN" altLang="en-US" sz="1400" b="1" i="0" u="none" strike="noStrike" kern="120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20000"/>
              </a:lnSpc>
              <a:spcBef>
                <a:spcPct val="0"/>
              </a:spcBef>
              <a:spcAft>
                <a:spcPct val="0"/>
              </a:spcAft>
              <a:buClrTx/>
              <a:buSzTx/>
              <a:buFontTx/>
              <a:buNone/>
              <a:defRPr/>
            </a:pPr>
            <a:r>
              <a:rPr kumimoji="0" lang="zh-CN" altLang="en-US" sz="1400" b="1" i="0" u="none" strike="noStrike" kern="120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rPr>
              <a:t> https://liangliangtuwen.tmall.com</a:t>
            </a:r>
            <a:endParaRPr kumimoji="0" lang="zh-CN" altLang="en-US" sz="1400" b="1" i="0" u="none" strike="noStrike" kern="120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endParaRPr>
          </a:p>
        </p:txBody>
      </p:sp>
      <p:sp>
        <p:nvSpPr>
          <p:cNvPr id="8" name="标题2"/>
          <p:cNvSpPr>
            <a:spLocks noChangeArrowheads="1"/>
          </p:cNvSpPr>
          <p:nvPr/>
        </p:nvSpPr>
        <p:spPr bwMode="gray">
          <a:xfrm>
            <a:off x="2854325" y="2256210"/>
            <a:ext cx="1628775" cy="973931"/>
          </a:xfrm>
          <a:prstGeom prst="roundRect">
            <a:avLst>
              <a:gd name="adj" fmla="val 11921"/>
            </a:avLst>
          </a:prstGeom>
          <a:gradFill>
            <a:gsLst>
              <a:gs pos="33000">
                <a:srgbClr val="FF6E00"/>
              </a:gs>
              <a:gs pos="100000">
                <a:srgbClr val="C80000"/>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lIns="93296" tIns="46648" rIns="93296" bIns="46648" anchor="ct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0" cap="none" spc="0" normalizeH="0" baseline="0" noProof="0">
                <a:ln>
                  <a:noFill/>
                </a:ln>
                <a:solidFill>
                  <a:srgbClr val="F9F9F9"/>
                </a:solidFill>
                <a:effectLst/>
                <a:uLnTx/>
                <a:uFillTx/>
                <a:latin typeface="微软雅黑" panose="020B0503020204020204" pitchFamily="34" charset="-122"/>
                <a:ea typeface="微软雅黑" panose="020B0503020204020204" pitchFamily="34" charset="-122"/>
                <a:cs typeface="+mn-cs"/>
              </a:rPr>
              <a:t>此处添加标题</a:t>
            </a:r>
            <a:r>
              <a:rPr kumimoji="0" lang="en-US" altLang="zh-CN" sz="1800" b="0" i="0" u="none" strike="noStrike" kern="0" cap="none" spc="0" normalizeH="0" baseline="0" noProof="0" dirty="0">
                <a:ln>
                  <a:noFill/>
                </a:ln>
                <a:solidFill>
                  <a:srgbClr val="F9F9F9"/>
                </a:solidFill>
                <a:effectLst/>
                <a:uLnTx/>
                <a:uFillTx/>
                <a:latin typeface="微软雅黑" panose="020B0503020204020204" pitchFamily="34" charset="-122"/>
                <a:ea typeface="微软雅黑" panose="020B0503020204020204" pitchFamily="34" charset="-122"/>
                <a:cs typeface="+mn-cs"/>
              </a:rPr>
              <a:t>2</a:t>
            </a:r>
            <a:endParaRPr kumimoji="0" lang="zh-CN" altLang="zh-CN" sz="1800" b="0" i="0" u="none" strike="noStrike" kern="0" cap="none" spc="0" normalizeH="0" baseline="0" noProof="0" dirty="0">
              <a:ln>
                <a:noFill/>
              </a:ln>
              <a:solidFill>
                <a:srgbClr val="F9F9F9"/>
              </a:solidFill>
              <a:effectLst/>
              <a:uLnTx/>
              <a:uFillTx/>
              <a:latin typeface="微软雅黑" panose="020B0503020204020204" pitchFamily="34" charset="-122"/>
              <a:ea typeface="微软雅黑" panose="020B0503020204020204" pitchFamily="34" charset="-122"/>
              <a:cs typeface="+mn-cs"/>
            </a:endParaRPr>
          </a:p>
        </p:txBody>
      </p:sp>
      <p:sp>
        <p:nvSpPr>
          <p:cNvPr id="9" name="文本3"/>
          <p:cNvSpPr>
            <a:spLocks noChangeArrowheads="1"/>
          </p:cNvSpPr>
          <p:nvPr/>
        </p:nvSpPr>
        <p:spPr bwMode="ltGray">
          <a:xfrm>
            <a:off x="3462337" y="3405163"/>
            <a:ext cx="5422900" cy="964694"/>
          </a:xfrm>
          <a:prstGeom prst="roundRect">
            <a:avLst>
              <a:gd name="adj" fmla="val 11505"/>
            </a:avLst>
          </a:prstGeom>
          <a:gradFill>
            <a:gsLst>
              <a:gs pos="33000">
                <a:srgbClr val="F9F9F9"/>
              </a:gs>
              <a:gs pos="100000">
                <a:srgbClr val="D7D7D7"/>
              </a:gs>
            </a:gsLst>
            <a:lin ang="5400000" scaled="0"/>
          </a:gradFill>
          <a:ln w="25400" cap="flat" cmpd="sng" algn="ctr">
            <a:noFill/>
            <a:prstDash val="solid"/>
          </a:ln>
          <a:effectLst>
            <a:outerShdw blurRad="50800" dist="38100" dir="2700000" algn="tl" rotWithShape="0">
              <a:prstClr val="black">
                <a:alpha val="40000"/>
              </a:prstClr>
            </a:outerShdw>
          </a:effectLst>
          <a:extLst>
            <a:ext uri="{91240B29-F687-4F45-9708-019B960494DF}">
              <a14:hiddenLine xmlns:a14="http://schemas.microsoft.com/office/drawing/2010/main" w="6350">
                <a:solidFill>
                  <a:schemeClr val="tx1"/>
                </a:solidFill>
                <a:prstDash val="sysDot"/>
                <a:round/>
              </a14:hiddenLine>
            </a:ext>
          </a:ex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20000"/>
              </a:lnSpc>
              <a:spcBef>
                <a:spcPct val="0"/>
              </a:spcBef>
              <a:spcAft>
                <a:spcPct val="0"/>
              </a:spcAft>
              <a:buClrTx/>
              <a:buSzTx/>
              <a:buFontTx/>
              <a:buNone/>
              <a:defRPr/>
            </a:pPr>
            <a:r>
              <a:rPr kumimoji="0" lang="zh-CN" altLang="en-US" sz="1400" b="1" i="0" u="none" strike="noStrike" kern="1200" cap="none" spc="0" normalizeH="0" baseline="0" noProof="0" dirty="0" smtClean="0">
                <a:ln>
                  <a:noFill/>
                </a:ln>
                <a:solidFill>
                  <a:srgbClr val="4D4D4D"/>
                </a:solidFill>
                <a:effectLst/>
                <a:uLnTx/>
                <a:uFillTx/>
                <a:latin typeface="微软雅黑" panose="020B0503020204020204" pitchFamily="34" charset="-122"/>
                <a:ea typeface="微软雅黑" panose="020B0503020204020204" pitchFamily="34" charset="-122"/>
                <a:cs typeface="+mn-cs"/>
              </a:rPr>
              <a:t>单击此处添加</a:t>
            </a:r>
            <a:r>
              <a:rPr kumimoji="0" lang="zh-CN" altLang="en-US" sz="1400" b="1" i="0" u="none" strike="noStrike" kern="120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rPr>
              <a:t>文本单击此处添加</a:t>
            </a:r>
            <a:r>
              <a:rPr kumimoji="0" lang="zh-CN" altLang="en-US" sz="1400" b="1" i="0" u="none" strike="noStrike" kern="1200" cap="none" spc="0" normalizeH="0" baseline="0" noProof="0" dirty="0" smtClean="0">
                <a:ln>
                  <a:noFill/>
                </a:ln>
                <a:solidFill>
                  <a:srgbClr val="4D4D4D"/>
                </a:solidFill>
                <a:effectLst/>
                <a:uLnTx/>
                <a:uFillTx/>
                <a:latin typeface="微软雅黑" panose="020B0503020204020204" pitchFamily="34" charset="-122"/>
                <a:ea typeface="微软雅黑" panose="020B0503020204020204" pitchFamily="34" charset="-122"/>
                <a:cs typeface="+mn-cs"/>
              </a:rPr>
              <a:t>文本</a:t>
            </a:r>
            <a:endParaRPr kumimoji="0" lang="zh-CN" altLang="zh-CN" sz="1400" b="1" i="0" u="none" strike="noStrike" kern="120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endParaRPr>
          </a:p>
        </p:txBody>
      </p:sp>
      <p:sp>
        <p:nvSpPr>
          <p:cNvPr id="10" name="标题3"/>
          <p:cNvSpPr>
            <a:spLocks noChangeArrowheads="1"/>
          </p:cNvSpPr>
          <p:nvPr/>
        </p:nvSpPr>
        <p:spPr bwMode="gray">
          <a:xfrm>
            <a:off x="2835274" y="3398019"/>
            <a:ext cx="1628775" cy="973931"/>
          </a:xfrm>
          <a:prstGeom prst="roundRect">
            <a:avLst>
              <a:gd name="adj" fmla="val 11921"/>
            </a:avLst>
          </a:prstGeom>
          <a:gradFill>
            <a:gsLst>
              <a:gs pos="33000">
                <a:srgbClr val="FF6E00"/>
              </a:gs>
              <a:gs pos="100000">
                <a:srgbClr val="C80000"/>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lIns="93296" tIns="46648" rIns="93296" bIns="46648" anchor="ct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0" cap="none" spc="0" normalizeH="0" baseline="0" noProof="0">
                <a:ln>
                  <a:noFill/>
                </a:ln>
                <a:solidFill>
                  <a:srgbClr val="F9F9F9"/>
                </a:solidFill>
                <a:effectLst/>
                <a:uLnTx/>
                <a:uFillTx/>
                <a:latin typeface="微软雅黑" panose="020B0503020204020204" pitchFamily="34" charset="-122"/>
                <a:ea typeface="微软雅黑" panose="020B0503020204020204" pitchFamily="34" charset="-122"/>
                <a:cs typeface="+mn-cs"/>
              </a:rPr>
              <a:t>此处添加标题</a:t>
            </a:r>
            <a:r>
              <a:rPr kumimoji="0" lang="en-US" altLang="zh-CN" sz="1800" b="0" i="0" u="none" strike="noStrike" kern="0" cap="none" spc="0" normalizeH="0" baseline="0" noProof="0" dirty="0">
                <a:ln>
                  <a:noFill/>
                </a:ln>
                <a:solidFill>
                  <a:srgbClr val="F9F9F9"/>
                </a:solidFill>
                <a:effectLst/>
                <a:uLnTx/>
                <a:uFillTx/>
                <a:latin typeface="微软雅黑" panose="020B0503020204020204" pitchFamily="34" charset="-122"/>
                <a:ea typeface="微软雅黑" panose="020B0503020204020204" pitchFamily="34" charset="-122"/>
                <a:cs typeface="+mn-cs"/>
              </a:rPr>
              <a:t>3</a:t>
            </a:r>
            <a:endParaRPr kumimoji="0" lang="zh-CN" altLang="zh-CN" sz="1800" b="0" i="0" u="none" strike="noStrike" kern="0" cap="none" spc="0" normalizeH="0" baseline="0" noProof="0" dirty="0">
              <a:ln>
                <a:noFill/>
              </a:ln>
              <a:solidFill>
                <a:srgbClr val="F9F9F9"/>
              </a:solidFill>
              <a:effectLst/>
              <a:uLnTx/>
              <a:uFillTx/>
              <a:latin typeface="微软雅黑" panose="020B0503020204020204" pitchFamily="34" charset="-122"/>
              <a:ea typeface="微软雅黑" panose="020B0503020204020204" pitchFamily="34" charset="-122"/>
              <a:cs typeface="+mn-cs"/>
            </a:endParaRPr>
          </a:p>
        </p:txBody>
      </p:sp>
      <p:grpSp>
        <p:nvGrpSpPr>
          <p:cNvPr id="11" name="圆形"/>
          <p:cNvGrpSpPr/>
          <p:nvPr/>
        </p:nvGrpSpPr>
        <p:grpSpPr>
          <a:xfrm>
            <a:off x="443183" y="1968351"/>
            <a:ext cx="1480686" cy="1450790"/>
            <a:chOff x="4828393" y="2858615"/>
            <a:chExt cx="1931237" cy="1931674"/>
          </a:xfrm>
          <a:effectLst>
            <a:outerShdw blurRad="50800" dist="38100" dir="2700000" algn="tl" rotWithShape="0">
              <a:prstClr val="black">
                <a:alpha val="40000"/>
              </a:prstClr>
            </a:outerShdw>
          </a:effectLst>
        </p:grpSpPr>
        <p:sp>
          <p:nvSpPr>
            <p:cNvPr id="12" name="Oval 19"/>
            <p:cNvSpPr>
              <a:spLocks noChangeArrowheads="1"/>
            </p:cNvSpPr>
            <p:nvPr/>
          </p:nvSpPr>
          <p:spPr bwMode="auto">
            <a:xfrm>
              <a:off x="4828393" y="2858615"/>
              <a:ext cx="1931237" cy="1931674"/>
            </a:xfrm>
            <a:prstGeom prst="ellipse">
              <a:avLst/>
            </a:prstGeom>
            <a:solidFill>
              <a:srgbClr val="C80000"/>
            </a:solidFill>
            <a:ln w="9525">
              <a:solidFill>
                <a:srgbClr val="F9F9F9"/>
              </a:solidFill>
              <a:round/>
            </a:ln>
            <a:effectLst/>
          </p:spPr>
          <p:txBody>
            <a:bodyPr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1" i="0" u="none" strike="noStrike" kern="0" cap="none" spc="0" normalizeH="0" baseline="0" noProof="0" dirty="0" smtClean="0">
                  <a:ln>
                    <a:noFill/>
                  </a:ln>
                  <a:solidFill>
                    <a:prstClr val="white"/>
                  </a:solidFill>
                  <a:effectLst/>
                  <a:uLnTx/>
                  <a:uFillTx/>
                  <a:latin typeface="Arial" panose="020B0604020202020204" pitchFamily="34" charset="0"/>
                  <a:ea typeface="微软雅黑" panose="020B0503020204020204" pitchFamily="34" charset="-122"/>
                  <a:cs typeface="+mn-cs"/>
                </a:rPr>
                <a:t>添加</a:t>
              </a:r>
              <a:endParaRPr kumimoji="0" lang="en-US" altLang="zh-CN" sz="2400" b="1" i="0" u="none" strike="noStrike" kern="0" cap="none" spc="0" normalizeH="0" baseline="0" noProof="0" dirty="0" smtClean="0">
                <a:ln>
                  <a:noFill/>
                </a:ln>
                <a:solidFill>
                  <a:prstClr val="white"/>
                </a:solidFill>
                <a:effectLst/>
                <a:uLnTx/>
                <a:uFillTx/>
                <a:latin typeface="Arial" panose="020B0604020202020204" pitchFamily="34" charset="0"/>
                <a:ea typeface="微软雅黑" panose="020B0503020204020204" pitchFamily="34" charset="-122"/>
                <a:cs typeface="+mn-cs"/>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1" i="0" u="none" strike="noStrike" kern="0" cap="none" spc="0" normalizeH="0" baseline="0" noProof="0" dirty="0" smtClean="0">
                  <a:ln>
                    <a:noFill/>
                  </a:ln>
                  <a:solidFill>
                    <a:prstClr val="white"/>
                  </a:solidFill>
                  <a:effectLst/>
                  <a:uLnTx/>
                  <a:uFillTx/>
                  <a:latin typeface="Arial" panose="020B0604020202020204" pitchFamily="34" charset="0"/>
                  <a:ea typeface="微软雅黑" panose="020B0503020204020204" pitchFamily="34" charset="-122"/>
                  <a:cs typeface="+mn-cs"/>
                </a:rPr>
                <a:t>文本</a:t>
              </a:r>
              <a:endParaRPr kumimoji="0" lang="zh-CN" altLang="en-US" sz="2400" b="1"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13" name="未知"/>
            <p:cNvSpPr/>
            <p:nvPr/>
          </p:nvSpPr>
          <p:spPr bwMode="auto">
            <a:xfrm>
              <a:off x="5049912" y="2902929"/>
              <a:ext cx="1490214" cy="727147"/>
            </a:xfrm>
            <a:custGeom>
              <a:avLst/>
              <a:gdLst>
                <a:gd name="T0" fmla="*/ 729 w 1321"/>
                <a:gd name="T1" fmla="*/ 203 h 712"/>
                <a:gd name="T2" fmla="*/ 738 w 1321"/>
                <a:gd name="T3" fmla="*/ 224 h 712"/>
                <a:gd name="T4" fmla="*/ 740 w 1321"/>
                <a:gd name="T5" fmla="*/ 244 h 712"/>
                <a:gd name="T6" fmla="*/ 737 w 1321"/>
                <a:gd name="T7" fmla="*/ 262 h 712"/>
                <a:gd name="T8" fmla="*/ 727 w 1321"/>
                <a:gd name="T9" fmla="*/ 279 h 712"/>
                <a:gd name="T10" fmla="*/ 713 w 1321"/>
                <a:gd name="T11" fmla="*/ 294 h 712"/>
                <a:gd name="T12" fmla="*/ 694 w 1321"/>
                <a:gd name="T13" fmla="*/ 306 h 712"/>
                <a:gd name="T14" fmla="*/ 670 w 1321"/>
                <a:gd name="T15" fmla="*/ 318 h 712"/>
                <a:gd name="T16" fmla="*/ 643 w 1321"/>
                <a:gd name="T17" fmla="*/ 329 h 712"/>
                <a:gd name="T18" fmla="*/ 612 w 1321"/>
                <a:gd name="T19" fmla="*/ 338 h 712"/>
                <a:gd name="T20" fmla="*/ 578 w 1321"/>
                <a:gd name="T21" fmla="*/ 346 h 712"/>
                <a:gd name="T22" fmla="*/ 542 w 1321"/>
                <a:gd name="T23" fmla="*/ 352 h 712"/>
                <a:gd name="T24" fmla="*/ 502 w 1321"/>
                <a:gd name="T25" fmla="*/ 357 h 712"/>
                <a:gd name="T26" fmla="*/ 462 w 1321"/>
                <a:gd name="T27" fmla="*/ 360 h 712"/>
                <a:gd name="T28" fmla="*/ 445 w 1321"/>
                <a:gd name="T29" fmla="*/ 361 h 712"/>
                <a:gd name="T30" fmla="*/ 267 w 1321"/>
                <a:gd name="T31" fmla="*/ 361 h 712"/>
                <a:gd name="T32" fmla="*/ 264 w 1321"/>
                <a:gd name="T33" fmla="*/ 361 h 712"/>
                <a:gd name="T34" fmla="*/ 229 w 1321"/>
                <a:gd name="T35" fmla="*/ 359 h 712"/>
                <a:gd name="T36" fmla="*/ 195 w 1321"/>
                <a:gd name="T37" fmla="*/ 357 h 712"/>
                <a:gd name="T38" fmla="*/ 162 w 1321"/>
                <a:gd name="T39" fmla="*/ 353 h 712"/>
                <a:gd name="T40" fmla="*/ 132 w 1321"/>
                <a:gd name="T41" fmla="*/ 349 h 712"/>
                <a:gd name="T42" fmla="*/ 104 w 1321"/>
                <a:gd name="T43" fmla="*/ 343 h 712"/>
                <a:gd name="T44" fmla="*/ 79 w 1321"/>
                <a:gd name="T45" fmla="*/ 336 h 712"/>
                <a:gd name="T46" fmla="*/ 57 w 1321"/>
                <a:gd name="T47" fmla="*/ 329 h 712"/>
                <a:gd name="T48" fmla="*/ 38 w 1321"/>
                <a:gd name="T49" fmla="*/ 319 h 712"/>
                <a:gd name="T50" fmla="*/ 22 w 1321"/>
                <a:gd name="T51" fmla="*/ 308 h 712"/>
                <a:gd name="T52" fmla="*/ 10 w 1321"/>
                <a:gd name="T53" fmla="*/ 296 h 712"/>
                <a:gd name="T54" fmla="*/ 3 w 1321"/>
                <a:gd name="T55" fmla="*/ 281 h 712"/>
                <a:gd name="T56" fmla="*/ 0 w 1321"/>
                <a:gd name="T57" fmla="*/ 266 h 712"/>
                <a:gd name="T58" fmla="*/ 0 w 1321"/>
                <a:gd name="T59" fmla="*/ 264 h 712"/>
                <a:gd name="T60" fmla="*/ 2 w 1321"/>
                <a:gd name="T61" fmla="*/ 247 h 712"/>
                <a:gd name="T62" fmla="*/ 9 w 1321"/>
                <a:gd name="T63" fmla="*/ 226 h 712"/>
                <a:gd name="T64" fmla="*/ 29 w 1321"/>
                <a:gd name="T65" fmla="*/ 188 h 712"/>
                <a:gd name="T66" fmla="*/ 53 w 1321"/>
                <a:gd name="T67" fmla="*/ 152 h 712"/>
                <a:gd name="T68" fmla="*/ 82 w 1321"/>
                <a:gd name="T69" fmla="*/ 119 h 712"/>
                <a:gd name="T70" fmla="*/ 114 w 1321"/>
                <a:gd name="T71" fmla="*/ 89 h 712"/>
                <a:gd name="T72" fmla="*/ 151 w 1321"/>
                <a:gd name="T73" fmla="*/ 63 h 712"/>
                <a:gd name="T74" fmla="*/ 191 w 1321"/>
                <a:gd name="T75" fmla="*/ 42 h 712"/>
                <a:gd name="T76" fmla="*/ 232 w 1321"/>
                <a:gd name="T77" fmla="*/ 24 h 712"/>
                <a:gd name="T78" fmla="*/ 278 w 1321"/>
                <a:gd name="T79" fmla="*/ 11 h 712"/>
                <a:gd name="T80" fmla="*/ 325 w 1321"/>
                <a:gd name="T81" fmla="*/ 3 h 712"/>
                <a:gd name="T82" fmla="*/ 374 w 1321"/>
                <a:gd name="T83" fmla="*/ 0 h 712"/>
                <a:gd name="T84" fmla="*/ 374 w 1321"/>
                <a:gd name="T85" fmla="*/ 0 h 712"/>
                <a:gd name="T86" fmla="*/ 425 w 1321"/>
                <a:gd name="T87" fmla="*/ 3 h 712"/>
                <a:gd name="T88" fmla="*/ 474 w 1321"/>
                <a:gd name="T89" fmla="*/ 12 h 712"/>
                <a:gd name="T90" fmla="*/ 522 w 1321"/>
                <a:gd name="T91" fmla="*/ 27 h 712"/>
                <a:gd name="T92" fmla="*/ 566 w 1321"/>
                <a:gd name="T93" fmla="*/ 46 h 712"/>
                <a:gd name="T94" fmla="*/ 606 w 1321"/>
                <a:gd name="T95" fmla="*/ 69 h 712"/>
                <a:gd name="T96" fmla="*/ 644 w 1321"/>
                <a:gd name="T97" fmla="*/ 98 h 712"/>
                <a:gd name="T98" fmla="*/ 677 w 1321"/>
                <a:gd name="T99" fmla="*/ 130 h 712"/>
                <a:gd name="T100" fmla="*/ 705 w 1321"/>
                <a:gd name="T101" fmla="*/ 165 h 712"/>
                <a:gd name="T102" fmla="*/ 729 w 1321"/>
                <a:gd name="T103" fmla="*/ 203 h 712"/>
                <a:gd name="T104" fmla="*/ 729 w 1321"/>
                <a:gd name="T105" fmla="*/ 203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FF0000">
                    <a:alpha val="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dirty="0">
                <a:ln>
                  <a:noFill/>
                </a:ln>
                <a:solidFill>
                  <a:prstClr val="white"/>
                </a:solidFill>
                <a:effectLst/>
                <a:uLnTx/>
                <a:uFillTx/>
                <a:latin typeface="Calibri" panose="020F0502020204030204"/>
                <a:ea typeface="微软雅黑" panose="020B0503020204020204" pitchFamily="34" charset="-122"/>
                <a:cs typeface="+mn-cs"/>
              </a:endParaRPr>
            </a:p>
          </p:txBody>
        </p:sp>
      </p:grpSp>
      <p:sp>
        <p:nvSpPr>
          <p:cNvPr id="14" name="标题1"/>
          <p:cNvSpPr>
            <a:spLocks noChangeArrowheads="1"/>
          </p:cNvSpPr>
          <p:nvPr/>
        </p:nvSpPr>
        <p:spPr bwMode="gray">
          <a:xfrm>
            <a:off x="2841625" y="1129879"/>
            <a:ext cx="1628775" cy="973931"/>
          </a:xfrm>
          <a:prstGeom prst="roundRect">
            <a:avLst>
              <a:gd name="adj" fmla="val 11921"/>
            </a:avLst>
          </a:prstGeom>
          <a:gradFill>
            <a:gsLst>
              <a:gs pos="33000">
                <a:srgbClr val="FF6E00"/>
              </a:gs>
              <a:gs pos="100000">
                <a:srgbClr val="C80000"/>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lIns="93296" tIns="46648" rIns="93296" bIns="46648" anchor="ct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9F9F9"/>
                </a:solidFill>
                <a:effectLst/>
                <a:uLnTx/>
                <a:uFillTx/>
                <a:latin typeface="微软雅黑" panose="020B0503020204020204" pitchFamily="34" charset="-122"/>
                <a:ea typeface="微软雅黑" panose="020B0503020204020204" pitchFamily="34" charset="-122"/>
                <a:cs typeface="+mn-cs"/>
              </a:rPr>
              <a:t>此处添加标题</a:t>
            </a:r>
            <a:r>
              <a:rPr kumimoji="0" lang="en-US" altLang="zh-CN" sz="1800" b="0" i="0" u="none" strike="noStrike" kern="0" cap="none" spc="0" normalizeH="0" baseline="0" noProof="0" dirty="0">
                <a:ln>
                  <a:noFill/>
                </a:ln>
                <a:solidFill>
                  <a:srgbClr val="F9F9F9"/>
                </a:solidFill>
                <a:effectLst/>
                <a:uLnTx/>
                <a:uFillTx/>
                <a:latin typeface="微软雅黑" panose="020B0503020204020204" pitchFamily="34" charset="-122"/>
                <a:ea typeface="微软雅黑" panose="020B0503020204020204" pitchFamily="34" charset="-122"/>
                <a:cs typeface="+mn-cs"/>
              </a:rPr>
              <a:t>1</a:t>
            </a:r>
            <a:endParaRPr kumimoji="0" lang="zh-CN" altLang="zh-CN" sz="1800" b="0" i="0" u="none" strike="noStrike" kern="0" cap="none" spc="0" normalizeH="0" baseline="0" noProof="0" dirty="0">
              <a:ln>
                <a:noFill/>
              </a:ln>
              <a:solidFill>
                <a:srgbClr val="F9F9F9"/>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childTnLst>
                                </p:cTn>
                              </p:par>
                              <p:par>
                                <p:cTn id="9" presetID="8" presetClass="emph" presetSubtype="0" fill="hold" nodeType="withEffect">
                                  <p:stCondLst>
                                    <p:cond delay="0"/>
                                  </p:stCondLst>
                                  <p:childTnLst>
                                    <p:animRot by="21600000">
                                      <p:cBhvr>
                                        <p:cTn id="10" dur="500" fill="hold"/>
                                        <p:tgtEl>
                                          <p:spTgt spid="11"/>
                                        </p:tgtEl>
                                        <p:attrNameLst>
                                          <p:attrName>r</p:attrName>
                                        </p:attrNameLst>
                                      </p:cBhvr>
                                    </p:animRo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left)">
                                      <p:cBhvr>
                                        <p:cTn id="14" dur="500"/>
                                        <p:tgtEl>
                                          <p:spTgt spid="5"/>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left)">
                                      <p:cBhvr>
                                        <p:cTn id="20" dur="500"/>
                                        <p:tgtEl>
                                          <p:spTgt spid="3"/>
                                        </p:tgtEl>
                                      </p:cBhvr>
                                    </p:animEffect>
                                  </p:childTnLst>
                                </p:cTn>
                              </p:par>
                            </p:childTnLst>
                          </p:cTn>
                        </p:par>
                        <p:par>
                          <p:cTn id="21" fill="hold">
                            <p:stCondLst>
                              <p:cond delay="1000"/>
                            </p:stCondLst>
                            <p:childTnLst>
                              <p:par>
                                <p:cTn id="22" presetID="1" presetClass="entr" presetSubtype="0" fill="hold" grpId="1" nodeType="afterEffect">
                                  <p:stCondLst>
                                    <p:cond delay="500"/>
                                  </p:stCondLst>
                                  <p:childTnLst>
                                    <p:set>
                                      <p:cBhvr>
                                        <p:cTn id="23" dur="1" fill="hold">
                                          <p:stCondLst>
                                            <p:cond delay="0"/>
                                          </p:stCondLst>
                                        </p:cTn>
                                        <p:tgtEl>
                                          <p:spTgt spid="14"/>
                                        </p:tgtEl>
                                        <p:attrNameLst>
                                          <p:attrName>style.visibility</p:attrName>
                                        </p:attrNameLst>
                                      </p:cBhvr>
                                      <p:to>
                                        <p:strVal val="visible"/>
                                      </p:to>
                                    </p:set>
                                  </p:childTnLst>
                                </p:cTn>
                              </p:par>
                              <p:par>
                                <p:cTn id="24" presetID="50" presetClass="path" presetSubtype="0" accel="50000" decel="50000" fill="hold" grpId="0" nodeType="withEffect">
                                  <p:stCondLst>
                                    <p:cond delay="500"/>
                                  </p:stCondLst>
                                  <p:childTnLst>
                                    <p:animMotion origin="layout" path="M 3.61111E-6 8.64198E-7 L 0.00677 8.64198E-7 C 0.00902 0.05185 0.0033 0.2213 0.0033 0.31142 C 0.0033 0.40154 0.00659 0.59228 0.00642 0.54105 L 0.00225 0.00401 " pathEditMode="relative" rAng="0" ptsTypes="FfaAF">
                                      <p:cBhvr>
                                        <p:cTn id="25" dur="2000" fill="hold"/>
                                        <p:tgtEl>
                                          <p:spTgt spid="14"/>
                                        </p:tgtEl>
                                        <p:attrNameLst>
                                          <p:attrName>ppt_x</p:attrName>
                                          <p:attrName>ppt_y</p:attrName>
                                        </p:attrNameLst>
                                      </p:cBhvr>
                                      <p:rCtr x="451" y="29599"/>
                                    </p:animMotion>
                                  </p:childTnLst>
                                </p:cTn>
                              </p:par>
                              <p:par>
                                <p:cTn id="26" presetID="32" presetClass="emph" presetSubtype="0" fill="hold" grpId="2" nodeType="withEffect">
                                  <p:stCondLst>
                                    <p:cond delay="500"/>
                                  </p:stCondLst>
                                  <p:childTnLst>
                                    <p:animRot by="120000">
                                      <p:cBhvr>
                                        <p:cTn id="27" dur="200" fill="hold">
                                          <p:stCondLst>
                                            <p:cond delay="0"/>
                                          </p:stCondLst>
                                        </p:cTn>
                                        <p:tgtEl>
                                          <p:spTgt spid="14"/>
                                        </p:tgtEl>
                                        <p:attrNameLst>
                                          <p:attrName>r</p:attrName>
                                        </p:attrNameLst>
                                      </p:cBhvr>
                                    </p:animRot>
                                    <p:animRot by="-240000">
                                      <p:cBhvr>
                                        <p:cTn id="28" dur="400" fill="hold">
                                          <p:stCondLst>
                                            <p:cond delay="400"/>
                                          </p:stCondLst>
                                        </p:cTn>
                                        <p:tgtEl>
                                          <p:spTgt spid="14"/>
                                        </p:tgtEl>
                                        <p:attrNameLst>
                                          <p:attrName>r</p:attrName>
                                        </p:attrNameLst>
                                      </p:cBhvr>
                                    </p:animRot>
                                    <p:animRot by="240000">
                                      <p:cBhvr>
                                        <p:cTn id="29" dur="400" fill="hold">
                                          <p:stCondLst>
                                            <p:cond delay="800"/>
                                          </p:stCondLst>
                                        </p:cTn>
                                        <p:tgtEl>
                                          <p:spTgt spid="14"/>
                                        </p:tgtEl>
                                        <p:attrNameLst>
                                          <p:attrName>r</p:attrName>
                                        </p:attrNameLst>
                                      </p:cBhvr>
                                    </p:animRot>
                                    <p:animRot by="-240000">
                                      <p:cBhvr>
                                        <p:cTn id="30" dur="400" fill="hold">
                                          <p:stCondLst>
                                            <p:cond delay="1200"/>
                                          </p:stCondLst>
                                        </p:cTn>
                                        <p:tgtEl>
                                          <p:spTgt spid="14"/>
                                        </p:tgtEl>
                                        <p:attrNameLst>
                                          <p:attrName>r</p:attrName>
                                        </p:attrNameLst>
                                      </p:cBhvr>
                                    </p:animRot>
                                    <p:animRot by="120000">
                                      <p:cBhvr>
                                        <p:cTn id="31" dur="400" fill="hold">
                                          <p:stCondLst>
                                            <p:cond delay="1600"/>
                                          </p:stCondLst>
                                        </p:cTn>
                                        <p:tgtEl>
                                          <p:spTgt spid="14"/>
                                        </p:tgtEl>
                                        <p:attrNameLst>
                                          <p:attrName>r</p:attrName>
                                        </p:attrNameLst>
                                      </p:cBhvr>
                                    </p:animRot>
                                  </p:childTnLst>
                                </p:cTn>
                              </p:par>
                              <p:par>
                                <p:cTn id="32" presetID="10" presetClass="entr" presetSubtype="0" fill="hold" grpId="0" nodeType="withEffect">
                                  <p:stCondLst>
                                    <p:cond delay="100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1000"/>
                                        <p:tgtEl>
                                          <p:spTgt spid="8"/>
                                        </p:tgtEl>
                                      </p:cBhvr>
                                    </p:animEffect>
                                  </p:childTnLst>
                                </p:cTn>
                              </p:par>
                              <p:par>
                                <p:cTn id="35" presetID="10" presetClass="entr" presetSubtype="0" fill="hold" grpId="0" nodeType="withEffect">
                                  <p:stCondLst>
                                    <p:cond delay="150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1000"/>
                                        <p:tgtEl>
                                          <p:spTgt spid="10"/>
                                        </p:tgtEl>
                                      </p:cBhvr>
                                    </p:animEffect>
                                  </p:childTnLst>
                                </p:cTn>
                              </p:par>
                            </p:childTnLst>
                          </p:cTn>
                        </p:par>
                        <p:par>
                          <p:cTn id="38" fill="hold">
                            <p:stCondLst>
                              <p:cond delay="1500"/>
                            </p:stCondLst>
                            <p:childTnLst>
                              <p:par>
                                <p:cTn id="39" presetID="10" presetClass="entr" presetSubtype="0" fill="hold" grpId="0" nodeType="after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fade">
                                      <p:cBhvr>
                                        <p:cTn id="41" dur="500"/>
                                        <p:tgtEl>
                                          <p:spTgt spid="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6"/>
                                        </p:tgtEl>
                                        <p:attrNameLst>
                                          <p:attrName>style.visibility</p:attrName>
                                        </p:attrNameLst>
                                      </p:cBhvr>
                                      <p:to>
                                        <p:strVal val="visible"/>
                                      </p:to>
                                    </p:set>
                                    <p:animEffect transition="in" filter="fade">
                                      <p:cBhvr>
                                        <p:cTn id="44" dur="500"/>
                                        <p:tgtEl>
                                          <p:spTgt spid="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fade">
                                      <p:cBhvr>
                                        <p:cTn id="4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4" grpId="0" animBg="1"/>
      <p:bldP spid="14" grpId="1" animBg="1"/>
      <p:bldP spid="14" grpId="2"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点击此处添加标题</a:t>
            </a:r>
            <a:endParaRPr lang="zh-CN" altLang="en-US" dirty="0"/>
          </a:p>
        </p:txBody>
      </p:sp>
      <p:grpSp>
        <p:nvGrpSpPr>
          <p:cNvPr id="42" name="组合 41"/>
          <p:cNvGrpSpPr/>
          <p:nvPr/>
        </p:nvGrpSpPr>
        <p:grpSpPr>
          <a:xfrm>
            <a:off x="1060223" y="2835421"/>
            <a:ext cx="1711577" cy="1712209"/>
            <a:chOff x="855271" y="2835421"/>
            <a:chExt cx="1711577" cy="1712209"/>
          </a:xfrm>
        </p:grpSpPr>
        <p:grpSp>
          <p:nvGrpSpPr>
            <p:cNvPr id="43" name="组合 42"/>
            <p:cNvGrpSpPr/>
            <p:nvPr/>
          </p:nvGrpSpPr>
          <p:grpSpPr bwMode="auto">
            <a:xfrm>
              <a:off x="855271" y="2835421"/>
              <a:ext cx="1711577" cy="1712209"/>
              <a:chOff x="1187624" y="4077072"/>
              <a:chExt cx="1728192" cy="1728192"/>
            </a:xfrm>
            <a:effectLst>
              <a:outerShdw blurRad="50800" dist="38100" dir="2700000" algn="tl" rotWithShape="0">
                <a:prstClr val="black">
                  <a:alpha val="40000"/>
                </a:prstClr>
              </a:outerShdw>
            </a:effectLst>
          </p:grpSpPr>
          <p:sp>
            <p:nvSpPr>
              <p:cNvPr id="45" name="泪滴形 44"/>
              <p:cNvSpPr/>
              <p:nvPr/>
            </p:nvSpPr>
            <p:spPr>
              <a:xfrm>
                <a:off x="1187624" y="4077072"/>
                <a:ext cx="1728192" cy="1728192"/>
              </a:xfrm>
              <a:prstGeom prst="teardrop">
                <a:avLst/>
              </a:prstGeom>
              <a:solidFill>
                <a:srgbClr val="FF6E00"/>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0000"/>
                  </a:solidFill>
                  <a:effectLst/>
                  <a:uLnTx/>
                  <a:uFillTx/>
                  <a:latin typeface="宋体" panose="02010600030101010101" pitchFamily="2" charset="-122"/>
                  <a:ea typeface="宋体" panose="02010600030101010101" pitchFamily="2" charset="-122"/>
                  <a:cs typeface="+mn-cs"/>
                </a:endParaRPr>
              </a:p>
            </p:txBody>
          </p:sp>
          <p:sp>
            <p:nvSpPr>
              <p:cNvPr id="46" name="椭圆​​ 3"/>
              <p:cNvSpPr/>
              <p:nvPr/>
            </p:nvSpPr>
            <p:spPr>
              <a:xfrm>
                <a:off x="1369740" y="4495805"/>
                <a:ext cx="1127342" cy="1127342"/>
              </a:xfrm>
              <a:prstGeom prst="ellipse">
                <a:avLst/>
              </a:prstGeom>
              <a:solidFill>
                <a:sysClr val="window" lastClr="FFFFFF"/>
              </a:solidFill>
              <a:ln w="3175" cap="flat" cmpd="sng" algn="ctr">
                <a:solidFill>
                  <a:sysClr val="window" lastClr="FFFFFF">
                    <a:lumMod val="85000"/>
                  </a:sysClr>
                </a:solidFill>
                <a:prstDash val="solid"/>
              </a:ln>
              <a:effectLst>
                <a:innerShdw blurRad="63500" dist="50800" dir="8100000">
                  <a:prstClr val="black">
                    <a:alpha val="50000"/>
                  </a:prstClr>
                </a:inn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宋体" panose="02010600030101010101" pitchFamily="2" charset="-122"/>
                  <a:ea typeface="宋体" panose="02010600030101010101" pitchFamily="2" charset="-122"/>
                  <a:cs typeface="+mn-cs"/>
                </a:endParaRPr>
              </a:p>
            </p:txBody>
          </p:sp>
        </p:grpSp>
        <p:sp>
          <p:nvSpPr>
            <p:cNvPr id="44" name="矩形​​ 45"/>
            <p:cNvSpPr>
              <a:spLocks noChangeArrowheads="1"/>
            </p:cNvSpPr>
            <p:nvPr/>
          </p:nvSpPr>
          <p:spPr bwMode="auto">
            <a:xfrm>
              <a:off x="1220322" y="3483791"/>
              <a:ext cx="80021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dirty="0" smtClean="0">
                  <a:ln>
                    <a:noFill/>
                  </a:ln>
                  <a:solidFill>
                    <a:sysClr val="windowText" lastClr="000000"/>
                  </a:solidFill>
                  <a:effectLst/>
                  <a:uLnTx/>
                  <a:uFillTx/>
                  <a:latin typeface="宋体" panose="02010600030101010101" pitchFamily="2" charset="-122"/>
                  <a:ea typeface="宋体" panose="02010600030101010101" pitchFamily="2" charset="-122"/>
                  <a:cs typeface="Arial Unicode MS" pitchFamily="34" charset="-122"/>
                </a:rPr>
                <a:t>点击录</a:t>
              </a:r>
              <a:endParaRPr kumimoji="0" lang="en-US" altLang="zh-CN" sz="1600" b="0" i="0" u="none" strike="noStrike" kern="0" cap="none" spc="0" normalizeH="0" baseline="0" noProof="0" dirty="0" smtClean="0">
                <a:ln>
                  <a:noFill/>
                </a:ln>
                <a:solidFill>
                  <a:sysClr val="windowText" lastClr="000000"/>
                </a:solidFill>
                <a:effectLst/>
                <a:uLnTx/>
                <a:uFillTx/>
                <a:latin typeface="宋体" panose="02010600030101010101" pitchFamily="2" charset="-122"/>
                <a:ea typeface="宋体" panose="02010600030101010101" pitchFamily="2" charset="-122"/>
                <a:cs typeface="Arial Unicode MS" pitchFamily="3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dirty="0" smtClean="0">
                  <a:ln>
                    <a:noFill/>
                  </a:ln>
                  <a:solidFill>
                    <a:sysClr val="windowText" lastClr="000000"/>
                  </a:solidFill>
                  <a:effectLst/>
                  <a:uLnTx/>
                  <a:uFillTx/>
                  <a:latin typeface="宋体" panose="02010600030101010101" pitchFamily="2" charset="-122"/>
                  <a:ea typeface="宋体" panose="02010600030101010101" pitchFamily="2" charset="-122"/>
                  <a:cs typeface="Arial Unicode MS" pitchFamily="34" charset="-122"/>
                </a:rPr>
                <a:t>入内容</a:t>
              </a:r>
              <a:endParaRPr kumimoji="0" lang="zh-CN" altLang="en-US" sz="1600" b="0" i="0" u="none" strike="noStrike" kern="0" cap="none" spc="0" normalizeH="0" baseline="0" noProof="0" dirty="0" smtClean="0">
                <a:ln>
                  <a:noFill/>
                </a:ln>
                <a:solidFill>
                  <a:sysClr val="windowText" lastClr="000000"/>
                </a:solidFill>
                <a:effectLst/>
                <a:uLnTx/>
                <a:uFillTx/>
                <a:latin typeface="宋体" panose="02010600030101010101" pitchFamily="2" charset="-122"/>
                <a:ea typeface="宋体" panose="02010600030101010101" pitchFamily="2" charset="-122"/>
                <a:cs typeface="Arial Unicode MS" pitchFamily="34" charset="-122"/>
              </a:endParaRPr>
            </a:p>
          </p:txBody>
        </p:sp>
      </p:grpSp>
      <p:grpSp>
        <p:nvGrpSpPr>
          <p:cNvPr id="47" name="组合 46"/>
          <p:cNvGrpSpPr/>
          <p:nvPr/>
        </p:nvGrpSpPr>
        <p:grpSpPr>
          <a:xfrm>
            <a:off x="2843808" y="2835420"/>
            <a:ext cx="1953852" cy="1954573"/>
            <a:chOff x="2672545" y="2835420"/>
            <a:chExt cx="1953852" cy="1954573"/>
          </a:xfrm>
        </p:grpSpPr>
        <p:grpSp>
          <p:nvGrpSpPr>
            <p:cNvPr id="48" name="组合 5"/>
            <p:cNvGrpSpPr/>
            <p:nvPr/>
          </p:nvGrpSpPr>
          <p:grpSpPr bwMode="auto">
            <a:xfrm flipH="1">
              <a:off x="2672545" y="2835420"/>
              <a:ext cx="1953852" cy="1954573"/>
              <a:chOff x="1187624" y="4077072"/>
              <a:chExt cx="1728192" cy="1728192"/>
            </a:xfrm>
            <a:effectLst>
              <a:outerShdw blurRad="50800" dist="38100" dir="2700000" algn="tl" rotWithShape="0">
                <a:prstClr val="black">
                  <a:alpha val="40000"/>
                </a:prstClr>
              </a:outerShdw>
            </a:effectLst>
          </p:grpSpPr>
          <p:sp>
            <p:nvSpPr>
              <p:cNvPr id="50" name="泪滴形 49"/>
              <p:cNvSpPr/>
              <p:nvPr/>
            </p:nvSpPr>
            <p:spPr>
              <a:xfrm>
                <a:off x="1187624" y="4077072"/>
                <a:ext cx="1728192" cy="1728192"/>
              </a:xfrm>
              <a:prstGeom prst="teardrop">
                <a:avLst/>
              </a:prstGeom>
              <a:solidFill>
                <a:srgbClr val="DE0000"/>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宋体" panose="02010600030101010101" pitchFamily="2" charset="-122"/>
                  <a:ea typeface="宋体" panose="02010600030101010101" pitchFamily="2" charset="-122"/>
                  <a:cs typeface="+mn-cs"/>
                </a:endParaRPr>
              </a:p>
            </p:txBody>
          </p:sp>
          <p:sp>
            <p:nvSpPr>
              <p:cNvPr id="51" name="椭圆​​ 7"/>
              <p:cNvSpPr/>
              <p:nvPr/>
            </p:nvSpPr>
            <p:spPr>
              <a:xfrm>
                <a:off x="1369741" y="4577646"/>
                <a:ext cx="1045501" cy="1045501"/>
              </a:xfrm>
              <a:prstGeom prst="ellipse">
                <a:avLst/>
              </a:prstGeom>
              <a:solidFill>
                <a:sysClr val="window" lastClr="FFFFFF"/>
              </a:solidFill>
              <a:ln w="3175" cap="flat" cmpd="sng" algn="ctr">
                <a:solidFill>
                  <a:sysClr val="window" lastClr="FFFFFF">
                    <a:lumMod val="85000"/>
                  </a:sysClr>
                </a:solidFill>
                <a:prstDash val="solid"/>
              </a:ln>
              <a:effectLst>
                <a:innerShdw blurRad="63500" dist="50800" dir="8100000">
                  <a:prstClr val="black">
                    <a:alpha val="50000"/>
                  </a:prstClr>
                </a:inn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宋体" panose="02010600030101010101" pitchFamily="2" charset="-122"/>
                  <a:ea typeface="宋体" panose="02010600030101010101" pitchFamily="2" charset="-122"/>
                  <a:cs typeface="+mn-cs"/>
                </a:endParaRPr>
              </a:p>
            </p:txBody>
          </p:sp>
        </p:grpSp>
        <p:sp>
          <p:nvSpPr>
            <p:cNvPr id="49" name="矩形​​ 46"/>
            <p:cNvSpPr>
              <a:spLocks noChangeArrowheads="1"/>
            </p:cNvSpPr>
            <p:nvPr/>
          </p:nvSpPr>
          <p:spPr bwMode="auto">
            <a:xfrm>
              <a:off x="3398598" y="3684002"/>
              <a:ext cx="80021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smtClean="0">
                  <a:ln>
                    <a:noFill/>
                  </a:ln>
                  <a:solidFill>
                    <a:sysClr val="windowText" lastClr="000000"/>
                  </a:solidFill>
                  <a:effectLst/>
                  <a:uLnTx/>
                  <a:uFillTx/>
                  <a:latin typeface="宋体" panose="02010600030101010101" pitchFamily="2" charset="-122"/>
                  <a:ea typeface="宋体" panose="02010600030101010101" pitchFamily="2" charset="-122"/>
                  <a:cs typeface="Arial Unicode MS" pitchFamily="34" charset="-122"/>
                </a:rPr>
                <a:t>点击录</a:t>
              </a:r>
              <a:endParaRPr kumimoji="0" lang="en-US" altLang="zh-CN" sz="1600" b="0" i="0" u="none" strike="noStrike" kern="0" cap="none" spc="0" normalizeH="0" baseline="0" noProof="0" smtClean="0">
                <a:ln>
                  <a:noFill/>
                </a:ln>
                <a:solidFill>
                  <a:sysClr val="windowText" lastClr="000000"/>
                </a:solidFill>
                <a:effectLst/>
                <a:uLnTx/>
                <a:uFillTx/>
                <a:latin typeface="宋体" panose="02010600030101010101" pitchFamily="2" charset="-122"/>
                <a:ea typeface="宋体" panose="02010600030101010101" pitchFamily="2" charset="-122"/>
                <a:cs typeface="Arial Unicode MS" pitchFamily="3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smtClean="0">
                  <a:ln>
                    <a:noFill/>
                  </a:ln>
                  <a:solidFill>
                    <a:sysClr val="windowText" lastClr="000000"/>
                  </a:solidFill>
                  <a:effectLst/>
                  <a:uLnTx/>
                  <a:uFillTx/>
                  <a:latin typeface="宋体" panose="02010600030101010101" pitchFamily="2" charset="-122"/>
                  <a:ea typeface="宋体" panose="02010600030101010101" pitchFamily="2" charset="-122"/>
                  <a:cs typeface="Arial Unicode MS" pitchFamily="34" charset="-122"/>
                </a:rPr>
                <a:t>入内容</a:t>
              </a:r>
              <a:endParaRPr kumimoji="0" lang="zh-CN" altLang="en-US" sz="1600" b="0" i="0" u="none" strike="noStrike" kern="0" cap="none" spc="0" normalizeH="0" baseline="0" noProof="0" smtClean="0">
                <a:ln>
                  <a:noFill/>
                </a:ln>
                <a:solidFill>
                  <a:sysClr val="windowText" lastClr="000000"/>
                </a:solidFill>
                <a:effectLst/>
                <a:uLnTx/>
                <a:uFillTx/>
                <a:latin typeface="宋体" panose="02010600030101010101" pitchFamily="2" charset="-122"/>
                <a:ea typeface="宋体" panose="02010600030101010101" pitchFamily="2" charset="-122"/>
                <a:cs typeface="Arial Unicode MS" pitchFamily="34" charset="-122"/>
              </a:endParaRPr>
            </a:p>
          </p:txBody>
        </p:sp>
      </p:grpSp>
      <p:grpSp>
        <p:nvGrpSpPr>
          <p:cNvPr id="52" name="组合 51"/>
          <p:cNvGrpSpPr/>
          <p:nvPr/>
        </p:nvGrpSpPr>
        <p:grpSpPr>
          <a:xfrm>
            <a:off x="1225504" y="1242748"/>
            <a:ext cx="1529694" cy="1529693"/>
            <a:chOff x="1009480" y="1242748"/>
            <a:chExt cx="1529694" cy="1529693"/>
          </a:xfrm>
        </p:grpSpPr>
        <p:sp>
          <p:nvSpPr>
            <p:cNvPr id="53" name="泪滴形 52"/>
            <p:cNvSpPr/>
            <p:nvPr/>
          </p:nvSpPr>
          <p:spPr bwMode="auto">
            <a:xfrm rot="10800000" flipH="1">
              <a:off x="1009480" y="1242748"/>
              <a:ext cx="1529694" cy="1529693"/>
            </a:xfrm>
            <a:prstGeom prst="teardrop">
              <a:avLst/>
            </a:prstGeom>
            <a:solidFill>
              <a:srgbClr val="FF9201"/>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宋体" panose="02010600030101010101" pitchFamily="2" charset="-122"/>
                <a:ea typeface="宋体" panose="02010600030101010101" pitchFamily="2" charset="-122"/>
                <a:cs typeface="+mn-cs"/>
              </a:endParaRPr>
            </a:p>
          </p:txBody>
        </p:sp>
        <p:sp>
          <p:nvSpPr>
            <p:cNvPr id="54" name="椭圆​​ 10"/>
            <p:cNvSpPr/>
            <p:nvPr/>
          </p:nvSpPr>
          <p:spPr bwMode="auto">
            <a:xfrm rot="10800000" flipH="1">
              <a:off x="1170312" y="1403581"/>
              <a:ext cx="914957" cy="914956"/>
            </a:xfrm>
            <a:prstGeom prst="ellipse">
              <a:avLst/>
            </a:prstGeom>
            <a:solidFill>
              <a:sysClr val="window" lastClr="FFFFFF"/>
            </a:solidFill>
            <a:ln w="3175" cap="flat" cmpd="sng" algn="ctr">
              <a:solidFill>
                <a:sysClr val="window" lastClr="FFFFFF">
                  <a:lumMod val="75000"/>
                </a:sysClr>
              </a:solidFill>
              <a:prstDash val="solid"/>
            </a:ln>
            <a:effectLst>
              <a:outerShdw blurRad="50800" dist="38100" dir="13500000" algn="br"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宋体" panose="02010600030101010101" pitchFamily="2" charset="-122"/>
                <a:ea typeface="宋体" panose="02010600030101010101" pitchFamily="2" charset="-122"/>
                <a:cs typeface="+mn-cs"/>
              </a:endParaRPr>
            </a:p>
          </p:txBody>
        </p:sp>
        <p:sp>
          <p:nvSpPr>
            <p:cNvPr id="55" name="矩形​​ 43"/>
            <p:cNvSpPr>
              <a:spLocks noChangeArrowheads="1"/>
            </p:cNvSpPr>
            <p:nvPr/>
          </p:nvSpPr>
          <p:spPr bwMode="auto">
            <a:xfrm>
              <a:off x="1258795" y="1606816"/>
              <a:ext cx="7232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smtClean="0">
                  <a:ln>
                    <a:noFill/>
                  </a:ln>
                  <a:solidFill>
                    <a:sysClr val="windowText" lastClr="000000"/>
                  </a:solidFill>
                  <a:effectLst/>
                  <a:uLnTx/>
                  <a:uFillTx/>
                  <a:latin typeface="宋体" panose="02010600030101010101" pitchFamily="2" charset="-122"/>
                  <a:ea typeface="宋体" panose="02010600030101010101" pitchFamily="2" charset="-122"/>
                  <a:cs typeface="Arial Unicode MS" pitchFamily="34" charset="-122"/>
                </a:rPr>
                <a:t>点击录</a:t>
              </a:r>
              <a:endParaRPr kumimoji="0" lang="en-US" altLang="zh-CN" sz="1400" b="0" i="0" u="none" strike="noStrike" kern="0" cap="none" spc="0" normalizeH="0" baseline="0" noProof="0" dirty="0" smtClean="0">
                <a:ln>
                  <a:noFill/>
                </a:ln>
                <a:solidFill>
                  <a:sysClr val="windowText" lastClr="000000"/>
                </a:solidFill>
                <a:effectLst/>
                <a:uLnTx/>
                <a:uFillTx/>
                <a:latin typeface="宋体" panose="02010600030101010101" pitchFamily="2" charset="-122"/>
                <a:ea typeface="宋体" panose="02010600030101010101" pitchFamily="2" charset="-122"/>
                <a:cs typeface="Arial Unicode MS" pitchFamily="3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smtClean="0">
                  <a:ln>
                    <a:noFill/>
                  </a:ln>
                  <a:solidFill>
                    <a:sysClr val="windowText" lastClr="000000"/>
                  </a:solidFill>
                  <a:effectLst/>
                  <a:uLnTx/>
                  <a:uFillTx/>
                  <a:latin typeface="宋体" panose="02010600030101010101" pitchFamily="2" charset="-122"/>
                  <a:ea typeface="宋体" panose="02010600030101010101" pitchFamily="2" charset="-122"/>
                  <a:cs typeface="Arial Unicode MS" pitchFamily="34" charset="-122"/>
                </a:rPr>
                <a:t>入内容</a:t>
              </a:r>
              <a:endParaRPr kumimoji="0" lang="zh-CN" altLang="en-US" sz="1400" b="0" i="0" u="none" strike="noStrike" kern="0" cap="none" spc="0" normalizeH="0" baseline="0" noProof="0" dirty="0" smtClean="0">
                <a:ln>
                  <a:noFill/>
                </a:ln>
                <a:solidFill>
                  <a:sysClr val="windowText" lastClr="000000"/>
                </a:solidFill>
                <a:effectLst/>
                <a:uLnTx/>
                <a:uFillTx/>
                <a:latin typeface="宋体" panose="02010600030101010101" pitchFamily="2" charset="-122"/>
                <a:ea typeface="宋体" panose="02010600030101010101" pitchFamily="2" charset="-122"/>
                <a:cs typeface="Arial Unicode MS" pitchFamily="34" charset="-122"/>
              </a:endParaRPr>
            </a:p>
          </p:txBody>
        </p:sp>
      </p:grpSp>
      <p:grpSp>
        <p:nvGrpSpPr>
          <p:cNvPr id="56" name="组合 55"/>
          <p:cNvGrpSpPr/>
          <p:nvPr/>
        </p:nvGrpSpPr>
        <p:grpSpPr>
          <a:xfrm>
            <a:off x="2843808" y="987574"/>
            <a:ext cx="1772592" cy="1773246"/>
            <a:chOff x="2662969" y="965760"/>
            <a:chExt cx="1772592" cy="1773246"/>
          </a:xfrm>
        </p:grpSpPr>
        <p:grpSp>
          <p:nvGrpSpPr>
            <p:cNvPr id="57" name="组合 11"/>
            <p:cNvGrpSpPr/>
            <p:nvPr/>
          </p:nvGrpSpPr>
          <p:grpSpPr bwMode="auto">
            <a:xfrm rot="16200000" flipH="1">
              <a:off x="2662642" y="966087"/>
              <a:ext cx="1773246" cy="1772592"/>
              <a:chOff x="1187624" y="4077072"/>
              <a:chExt cx="1728192" cy="1728192"/>
            </a:xfrm>
            <a:effectLst>
              <a:outerShdw blurRad="50800" dist="38100" dir="2700000" algn="tl" rotWithShape="0">
                <a:prstClr val="black">
                  <a:alpha val="40000"/>
                </a:prstClr>
              </a:outerShdw>
            </a:effectLst>
          </p:grpSpPr>
          <p:sp>
            <p:nvSpPr>
              <p:cNvPr id="59" name="泪滴形 58"/>
              <p:cNvSpPr/>
              <p:nvPr/>
            </p:nvSpPr>
            <p:spPr>
              <a:xfrm>
                <a:off x="1187624" y="4077072"/>
                <a:ext cx="1728192" cy="1728192"/>
              </a:xfrm>
              <a:prstGeom prst="teardrop">
                <a:avLst/>
              </a:prstGeom>
              <a:solidFill>
                <a:srgbClr val="C80000"/>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宋体" panose="02010600030101010101" pitchFamily="2" charset="-122"/>
                  <a:ea typeface="宋体" panose="02010600030101010101" pitchFamily="2" charset="-122"/>
                  <a:cs typeface="+mn-cs"/>
                </a:endParaRPr>
              </a:p>
            </p:txBody>
          </p:sp>
          <p:sp>
            <p:nvSpPr>
              <p:cNvPr id="60" name="椭圆​​ 13"/>
              <p:cNvSpPr/>
              <p:nvPr/>
            </p:nvSpPr>
            <p:spPr>
              <a:xfrm>
                <a:off x="1369740" y="4567120"/>
                <a:ext cx="1056027" cy="1056027"/>
              </a:xfrm>
              <a:prstGeom prst="ellipse">
                <a:avLst/>
              </a:prstGeom>
              <a:solidFill>
                <a:sysClr val="window" lastClr="FFFFFF"/>
              </a:solidFill>
              <a:ln w="3175" cap="flat" cmpd="sng" algn="ctr">
                <a:solidFill>
                  <a:sysClr val="window" lastClr="FFFFFF">
                    <a:lumMod val="95000"/>
                  </a:sysClr>
                </a:solidFill>
                <a:prstDash val="solid"/>
              </a:ln>
              <a:effectLst>
                <a:innerShdw blurRad="63500" dist="50800" dir="8100000">
                  <a:prstClr val="black">
                    <a:alpha val="50000"/>
                  </a:prstClr>
                </a:inn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宋体" panose="02010600030101010101" pitchFamily="2" charset="-122"/>
                  <a:ea typeface="宋体" panose="02010600030101010101" pitchFamily="2" charset="-122"/>
                  <a:cs typeface="+mn-cs"/>
                </a:endParaRPr>
              </a:p>
            </p:txBody>
          </p:sp>
        </p:grpSp>
        <p:sp>
          <p:nvSpPr>
            <p:cNvPr id="58" name="矩形​​ 44"/>
            <p:cNvSpPr>
              <a:spLocks noChangeArrowheads="1"/>
            </p:cNvSpPr>
            <p:nvPr/>
          </p:nvSpPr>
          <p:spPr bwMode="auto">
            <a:xfrm>
              <a:off x="3300316" y="1374429"/>
              <a:ext cx="80021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smtClean="0">
                  <a:ln>
                    <a:noFill/>
                  </a:ln>
                  <a:solidFill>
                    <a:sysClr val="windowText" lastClr="000000"/>
                  </a:solidFill>
                  <a:effectLst/>
                  <a:uLnTx/>
                  <a:uFillTx/>
                  <a:latin typeface="宋体" panose="02010600030101010101" pitchFamily="2" charset="-122"/>
                  <a:ea typeface="宋体" panose="02010600030101010101" pitchFamily="2" charset="-122"/>
                  <a:cs typeface="Arial Unicode MS" pitchFamily="34" charset="-122"/>
                </a:rPr>
                <a:t>点击录</a:t>
              </a:r>
              <a:endParaRPr kumimoji="0" lang="en-US" altLang="zh-CN" sz="1600" b="0" i="0" u="none" strike="noStrike" kern="0" cap="none" spc="0" normalizeH="0" baseline="0" noProof="0" smtClean="0">
                <a:ln>
                  <a:noFill/>
                </a:ln>
                <a:solidFill>
                  <a:sysClr val="windowText" lastClr="000000"/>
                </a:solidFill>
                <a:effectLst/>
                <a:uLnTx/>
                <a:uFillTx/>
                <a:latin typeface="宋体" panose="02010600030101010101" pitchFamily="2" charset="-122"/>
                <a:ea typeface="宋体" panose="02010600030101010101" pitchFamily="2" charset="-122"/>
                <a:cs typeface="Arial Unicode MS" pitchFamily="3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smtClean="0">
                  <a:ln>
                    <a:noFill/>
                  </a:ln>
                  <a:solidFill>
                    <a:sysClr val="windowText" lastClr="000000"/>
                  </a:solidFill>
                  <a:effectLst/>
                  <a:uLnTx/>
                  <a:uFillTx/>
                  <a:latin typeface="宋体" panose="02010600030101010101" pitchFamily="2" charset="-122"/>
                  <a:ea typeface="宋体" panose="02010600030101010101" pitchFamily="2" charset="-122"/>
                  <a:cs typeface="Arial Unicode MS" pitchFamily="34" charset="-122"/>
                </a:rPr>
                <a:t>入内容</a:t>
              </a:r>
              <a:endParaRPr kumimoji="0" lang="zh-CN" altLang="en-US" sz="1600" b="0" i="0" u="none" strike="noStrike" kern="0" cap="none" spc="0" normalizeH="0" baseline="0" noProof="0" smtClean="0">
                <a:ln>
                  <a:noFill/>
                </a:ln>
                <a:solidFill>
                  <a:sysClr val="windowText" lastClr="000000"/>
                </a:solidFill>
                <a:effectLst/>
                <a:uLnTx/>
                <a:uFillTx/>
                <a:latin typeface="宋体" panose="02010600030101010101" pitchFamily="2" charset="-122"/>
                <a:ea typeface="宋体" panose="02010600030101010101" pitchFamily="2" charset="-122"/>
                <a:cs typeface="Arial Unicode MS" pitchFamily="34" charset="-122"/>
              </a:endParaRPr>
            </a:p>
          </p:txBody>
        </p:sp>
      </p:grpSp>
      <p:grpSp>
        <p:nvGrpSpPr>
          <p:cNvPr id="61" name="组合 60"/>
          <p:cNvGrpSpPr/>
          <p:nvPr/>
        </p:nvGrpSpPr>
        <p:grpSpPr>
          <a:xfrm>
            <a:off x="5406698" y="1261184"/>
            <a:ext cx="374462" cy="374462"/>
            <a:chOff x="1009480" y="1242748"/>
            <a:chExt cx="1529694" cy="1529693"/>
          </a:xfrm>
        </p:grpSpPr>
        <p:sp>
          <p:nvSpPr>
            <p:cNvPr id="62" name="泪滴形 61"/>
            <p:cNvSpPr/>
            <p:nvPr/>
          </p:nvSpPr>
          <p:spPr bwMode="auto">
            <a:xfrm rot="10800000" flipH="1">
              <a:off x="1009480" y="1242748"/>
              <a:ext cx="1529694" cy="1529693"/>
            </a:xfrm>
            <a:prstGeom prst="teardrop">
              <a:avLst/>
            </a:prstGeom>
            <a:solidFill>
              <a:srgbClr val="FF9201"/>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宋体" panose="02010600030101010101" pitchFamily="2" charset="-122"/>
                <a:ea typeface="宋体" panose="02010600030101010101" pitchFamily="2" charset="-122"/>
                <a:cs typeface="+mn-cs"/>
              </a:endParaRPr>
            </a:p>
          </p:txBody>
        </p:sp>
        <p:sp>
          <p:nvSpPr>
            <p:cNvPr id="63" name="椭圆​​ 10"/>
            <p:cNvSpPr/>
            <p:nvPr/>
          </p:nvSpPr>
          <p:spPr bwMode="auto">
            <a:xfrm rot="10800000" flipH="1">
              <a:off x="1170312" y="1403581"/>
              <a:ext cx="914957" cy="914956"/>
            </a:xfrm>
            <a:prstGeom prst="ellipse">
              <a:avLst/>
            </a:prstGeom>
            <a:solidFill>
              <a:sysClr val="window" lastClr="FFFFFF"/>
            </a:solidFill>
            <a:ln w="3175" cap="flat" cmpd="sng" algn="ctr">
              <a:solidFill>
                <a:sysClr val="window" lastClr="FFFFFF">
                  <a:lumMod val="75000"/>
                </a:sysClr>
              </a:solidFill>
              <a:prstDash val="solid"/>
            </a:ln>
            <a:effectLst>
              <a:outerShdw blurRad="50800" dist="38100" dir="13500000" algn="br"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宋体" panose="02010600030101010101" pitchFamily="2" charset="-122"/>
                <a:ea typeface="宋体" panose="02010600030101010101" pitchFamily="2" charset="-122"/>
                <a:cs typeface="+mn-cs"/>
              </a:endParaRPr>
            </a:p>
          </p:txBody>
        </p:sp>
      </p:grpSp>
      <p:sp>
        <p:nvSpPr>
          <p:cNvPr id="64" name="Text Box 40"/>
          <p:cNvSpPr txBox="1">
            <a:spLocks noChangeArrowheads="1"/>
          </p:cNvSpPr>
          <p:nvPr/>
        </p:nvSpPr>
        <p:spPr bwMode="gray">
          <a:xfrm>
            <a:off x="5853168" y="1526588"/>
            <a:ext cx="3255336" cy="757130"/>
          </a:xfrm>
          <a:prstGeom prst="rect">
            <a:avLst/>
          </a:prstGeom>
          <a:noFill/>
          <a:ln w="9525">
            <a:noFill/>
            <a:miter lim="800000"/>
          </a:ln>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单击此处输入文字单击此处输入文字</a:t>
            </a:r>
            <a:endParaRPr kumimoji="0" lang="zh-CN" altLang="en-US" sz="12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单击此处输入文字单击此处输入文字</a:t>
            </a:r>
            <a:endParaRPr kumimoji="0" lang="zh-CN" altLang="en-US" sz="12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20000"/>
              </a:lnSpc>
              <a:spcBef>
                <a:spcPts val="0"/>
              </a:spcBef>
              <a:spcAft>
                <a:spcPts val="0"/>
              </a:spcAft>
              <a:buClrTx/>
              <a:buSzTx/>
              <a:buFontTx/>
              <a:buNone/>
              <a:defRPr/>
            </a:pPr>
            <a:endParaRPr kumimoji="0" lang="zh-CN" altLang="en-US" sz="1200" b="0"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65" name="Rectangle 11"/>
          <p:cNvSpPr>
            <a:spLocks noChangeArrowheads="1"/>
          </p:cNvSpPr>
          <p:nvPr/>
        </p:nvSpPr>
        <p:spPr bwMode="gray">
          <a:xfrm>
            <a:off x="5945126" y="1224134"/>
            <a:ext cx="2500330" cy="358775"/>
          </a:xfrm>
          <a:prstGeom prst="rect">
            <a:avLst/>
          </a:prstGeom>
          <a:noFill/>
          <a:ln>
            <a:noFill/>
          </a:ln>
        </p:spPr>
        <p:txBody>
          <a:bodyPr lIns="0" tIns="0" rIns="0" bIns="0" anchor="ct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1"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单击此处输入</a:t>
            </a:r>
            <a:r>
              <a:rPr kumimoji="0" lang="zh-CN" altLang="en-US" sz="1400" b="1"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标题</a:t>
            </a:r>
            <a:endParaRPr kumimoji="0" lang="zh-CN" altLang="en-US" sz="1400" b="1"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grpSp>
        <p:nvGrpSpPr>
          <p:cNvPr id="66" name="组合 11"/>
          <p:cNvGrpSpPr/>
          <p:nvPr/>
        </p:nvGrpSpPr>
        <p:grpSpPr bwMode="auto">
          <a:xfrm rot="16200000" flipH="1">
            <a:off x="5399418" y="2190008"/>
            <a:ext cx="381812" cy="381672"/>
            <a:chOff x="1187622" y="4077075"/>
            <a:chExt cx="1728192" cy="1728193"/>
          </a:xfrm>
          <a:effectLst>
            <a:outerShdw blurRad="50800" dist="38100" dir="2700000" algn="tl" rotWithShape="0">
              <a:prstClr val="black">
                <a:alpha val="40000"/>
              </a:prstClr>
            </a:outerShdw>
          </a:effectLst>
        </p:grpSpPr>
        <p:sp>
          <p:nvSpPr>
            <p:cNvPr id="67" name="泪滴形 66"/>
            <p:cNvSpPr/>
            <p:nvPr/>
          </p:nvSpPr>
          <p:spPr>
            <a:xfrm>
              <a:off x="1187622" y="4077075"/>
              <a:ext cx="1728192" cy="1728193"/>
            </a:xfrm>
            <a:prstGeom prst="teardrop">
              <a:avLst/>
            </a:prstGeom>
            <a:solidFill>
              <a:srgbClr val="DE0000"/>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宋体" panose="02010600030101010101" pitchFamily="2" charset="-122"/>
                <a:ea typeface="宋体" panose="02010600030101010101" pitchFamily="2" charset="-122"/>
                <a:cs typeface="+mn-cs"/>
              </a:endParaRPr>
            </a:p>
          </p:txBody>
        </p:sp>
        <p:sp>
          <p:nvSpPr>
            <p:cNvPr id="68" name="椭圆​​ 13"/>
            <p:cNvSpPr/>
            <p:nvPr/>
          </p:nvSpPr>
          <p:spPr>
            <a:xfrm>
              <a:off x="1369737" y="4567119"/>
              <a:ext cx="1056027" cy="1056029"/>
            </a:xfrm>
            <a:prstGeom prst="ellipse">
              <a:avLst/>
            </a:prstGeom>
            <a:solidFill>
              <a:sysClr val="window" lastClr="FFFFFF"/>
            </a:solidFill>
            <a:ln w="3175" cap="flat" cmpd="sng" algn="ctr">
              <a:solidFill>
                <a:sysClr val="window" lastClr="FFFFFF">
                  <a:lumMod val="95000"/>
                </a:sysClr>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宋体" panose="02010600030101010101" pitchFamily="2" charset="-122"/>
                <a:ea typeface="宋体" panose="02010600030101010101" pitchFamily="2" charset="-122"/>
                <a:cs typeface="+mn-cs"/>
              </a:endParaRPr>
            </a:p>
          </p:txBody>
        </p:sp>
      </p:grpSp>
      <p:sp>
        <p:nvSpPr>
          <p:cNvPr id="69" name="Text Box 40"/>
          <p:cNvSpPr txBox="1">
            <a:spLocks noChangeArrowheads="1"/>
          </p:cNvSpPr>
          <p:nvPr/>
        </p:nvSpPr>
        <p:spPr bwMode="gray">
          <a:xfrm>
            <a:off x="5853168" y="2462692"/>
            <a:ext cx="3255336" cy="757130"/>
          </a:xfrm>
          <a:prstGeom prst="rect">
            <a:avLst/>
          </a:prstGeom>
          <a:noFill/>
          <a:ln w="9525">
            <a:noFill/>
            <a:miter lim="800000"/>
          </a:ln>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单击此处输入文字单击此处输入文字</a:t>
            </a:r>
            <a:endParaRPr kumimoji="0" lang="zh-CN" altLang="en-US" sz="12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单击此处输入文字单击此处输入文字</a:t>
            </a:r>
            <a:endParaRPr kumimoji="0" lang="zh-CN" altLang="en-US" sz="12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20000"/>
              </a:lnSpc>
              <a:spcBef>
                <a:spcPts val="0"/>
              </a:spcBef>
              <a:spcAft>
                <a:spcPts val="0"/>
              </a:spcAft>
              <a:buClrTx/>
              <a:buSzTx/>
              <a:buFontTx/>
              <a:buNone/>
              <a:defRPr/>
            </a:pPr>
            <a:endParaRPr kumimoji="0" lang="zh-CN" altLang="en-US" sz="1200" b="0"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70" name="Rectangle 11"/>
          <p:cNvSpPr>
            <a:spLocks noChangeArrowheads="1"/>
          </p:cNvSpPr>
          <p:nvPr/>
        </p:nvSpPr>
        <p:spPr bwMode="gray">
          <a:xfrm>
            <a:off x="5945126" y="2160238"/>
            <a:ext cx="2500330" cy="358775"/>
          </a:xfrm>
          <a:prstGeom prst="rect">
            <a:avLst/>
          </a:prstGeom>
          <a:noFill/>
          <a:ln>
            <a:noFill/>
          </a:ln>
        </p:spPr>
        <p:txBody>
          <a:bodyPr lIns="0" tIns="0" rIns="0" bIns="0" anchor="ct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1"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单击此处输入</a:t>
            </a:r>
            <a:r>
              <a:rPr kumimoji="0" lang="zh-CN" altLang="en-US" sz="1400" b="1"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标题</a:t>
            </a:r>
            <a:endParaRPr kumimoji="0" lang="zh-CN" altLang="en-US" sz="1400" b="1"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71" name="Text Box 40"/>
          <p:cNvSpPr txBox="1">
            <a:spLocks noChangeArrowheads="1"/>
          </p:cNvSpPr>
          <p:nvPr/>
        </p:nvSpPr>
        <p:spPr bwMode="gray">
          <a:xfrm>
            <a:off x="5853168" y="3306252"/>
            <a:ext cx="3255336" cy="757130"/>
          </a:xfrm>
          <a:prstGeom prst="rect">
            <a:avLst/>
          </a:prstGeom>
          <a:noFill/>
          <a:ln w="9525">
            <a:noFill/>
            <a:miter lim="800000"/>
          </a:ln>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单击此处输入文字单击此处输入文字</a:t>
            </a:r>
            <a:endParaRPr kumimoji="0" lang="zh-CN" altLang="en-US" sz="12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单击此处输入文字单击此处输入文字</a:t>
            </a:r>
            <a:endParaRPr kumimoji="0" lang="zh-CN" altLang="en-US" sz="12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20000"/>
              </a:lnSpc>
              <a:spcBef>
                <a:spcPts val="0"/>
              </a:spcBef>
              <a:spcAft>
                <a:spcPts val="0"/>
              </a:spcAft>
              <a:buClrTx/>
              <a:buSzTx/>
              <a:buFontTx/>
              <a:buNone/>
              <a:defRPr/>
            </a:pPr>
            <a:endParaRPr kumimoji="0" lang="zh-CN" altLang="en-US" sz="1200" b="0"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72" name="Rectangle 11"/>
          <p:cNvSpPr>
            <a:spLocks noChangeArrowheads="1"/>
          </p:cNvSpPr>
          <p:nvPr/>
        </p:nvSpPr>
        <p:spPr bwMode="gray">
          <a:xfrm>
            <a:off x="5945126" y="3003798"/>
            <a:ext cx="2500330" cy="358775"/>
          </a:xfrm>
          <a:prstGeom prst="rect">
            <a:avLst/>
          </a:prstGeom>
          <a:noFill/>
          <a:ln>
            <a:noFill/>
          </a:ln>
        </p:spPr>
        <p:txBody>
          <a:bodyPr lIns="0" tIns="0" rIns="0" bIns="0" anchor="ct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1"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单击此处输入</a:t>
            </a:r>
            <a:r>
              <a:rPr kumimoji="0" lang="zh-CN" altLang="en-US" sz="1400" b="1"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标题</a:t>
            </a:r>
            <a:endParaRPr kumimoji="0" lang="zh-CN" altLang="en-US" sz="1400" b="1"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73" name="Text Box 40"/>
          <p:cNvSpPr txBox="1">
            <a:spLocks noChangeArrowheads="1"/>
          </p:cNvSpPr>
          <p:nvPr/>
        </p:nvSpPr>
        <p:spPr bwMode="gray">
          <a:xfrm>
            <a:off x="5853168" y="4118876"/>
            <a:ext cx="3255336" cy="757130"/>
          </a:xfrm>
          <a:prstGeom prst="rect">
            <a:avLst/>
          </a:prstGeom>
          <a:noFill/>
          <a:ln w="9525">
            <a:noFill/>
            <a:miter lim="800000"/>
          </a:ln>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单击此处输入文字单击此处输入文字</a:t>
            </a:r>
            <a:endParaRPr kumimoji="0" lang="zh-CN" altLang="en-US" sz="12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单击此处输入文字单击此处输入文字</a:t>
            </a:r>
            <a:endParaRPr kumimoji="0" lang="zh-CN" altLang="en-US" sz="12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20000"/>
              </a:lnSpc>
              <a:spcBef>
                <a:spcPts val="0"/>
              </a:spcBef>
              <a:spcAft>
                <a:spcPts val="0"/>
              </a:spcAft>
              <a:buClrTx/>
              <a:buSzTx/>
              <a:buFontTx/>
              <a:buNone/>
              <a:defRPr/>
            </a:pPr>
            <a:endParaRPr kumimoji="0" lang="zh-CN" altLang="en-US" sz="1200" b="0"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74" name="Rectangle 11"/>
          <p:cNvSpPr>
            <a:spLocks noChangeArrowheads="1"/>
          </p:cNvSpPr>
          <p:nvPr/>
        </p:nvSpPr>
        <p:spPr bwMode="gray">
          <a:xfrm>
            <a:off x="5945126" y="3869159"/>
            <a:ext cx="2500330" cy="358775"/>
          </a:xfrm>
          <a:prstGeom prst="rect">
            <a:avLst/>
          </a:prstGeom>
          <a:noFill/>
          <a:ln>
            <a:noFill/>
          </a:ln>
        </p:spPr>
        <p:txBody>
          <a:bodyPr lIns="0" tIns="0" rIns="0" bIns="0" anchor="ct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1"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单击此处输入</a:t>
            </a:r>
            <a:r>
              <a:rPr kumimoji="0" lang="zh-CN" altLang="en-US" sz="1400" b="1"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标题</a:t>
            </a:r>
            <a:endParaRPr kumimoji="0" lang="zh-CN" altLang="en-US" sz="1400" b="1"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grpSp>
        <p:nvGrpSpPr>
          <p:cNvPr id="75" name="组合 4"/>
          <p:cNvGrpSpPr/>
          <p:nvPr/>
        </p:nvGrpSpPr>
        <p:grpSpPr bwMode="auto">
          <a:xfrm>
            <a:off x="5383232" y="3037771"/>
            <a:ext cx="397928" cy="398075"/>
            <a:chOff x="1187624" y="4077072"/>
            <a:chExt cx="1728192" cy="1728192"/>
          </a:xfrm>
          <a:effectLst>
            <a:outerShdw blurRad="50800" dist="38100" dir="2700000" algn="tl" rotWithShape="0">
              <a:prstClr val="black">
                <a:alpha val="40000"/>
              </a:prstClr>
            </a:outerShdw>
          </a:effectLst>
        </p:grpSpPr>
        <p:sp>
          <p:nvSpPr>
            <p:cNvPr id="76" name="泪滴形 75"/>
            <p:cNvSpPr/>
            <p:nvPr/>
          </p:nvSpPr>
          <p:spPr>
            <a:xfrm>
              <a:off x="1187624" y="4077072"/>
              <a:ext cx="1728192" cy="1728192"/>
            </a:xfrm>
            <a:prstGeom prst="teardrop">
              <a:avLst/>
            </a:prstGeom>
            <a:solidFill>
              <a:srgbClr val="FF6E00"/>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宋体" panose="02010600030101010101" pitchFamily="2" charset="-122"/>
                <a:ea typeface="宋体" panose="02010600030101010101" pitchFamily="2" charset="-122"/>
                <a:cs typeface="+mn-cs"/>
              </a:endParaRPr>
            </a:p>
          </p:txBody>
        </p:sp>
        <p:sp>
          <p:nvSpPr>
            <p:cNvPr id="77" name="椭圆​​ 3"/>
            <p:cNvSpPr/>
            <p:nvPr/>
          </p:nvSpPr>
          <p:spPr>
            <a:xfrm>
              <a:off x="1369740" y="4495805"/>
              <a:ext cx="1127342" cy="1127342"/>
            </a:xfrm>
            <a:prstGeom prst="ellipse">
              <a:avLst/>
            </a:prstGeom>
            <a:solidFill>
              <a:sysClr val="window" lastClr="FFFFFF"/>
            </a:solidFill>
            <a:ln w="3175" cap="flat" cmpd="sng" algn="ctr">
              <a:solidFill>
                <a:sysClr val="window" lastClr="FFFFFF">
                  <a:lumMod val="85000"/>
                </a:sysClr>
              </a:solidFill>
              <a:prstDash val="solid"/>
            </a:ln>
            <a:effectLst>
              <a:innerShdw blurRad="63500" dist="50800" dir="8100000">
                <a:prstClr val="black">
                  <a:alpha val="50000"/>
                </a:prstClr>
              </a:inn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宋体" panose="02010600030101010101" pitchFamily="2" charset="-122"/>
                <a:ea typeface="宋体" panose="02010600030101010101" pitchFamily="2" charset="-122"/>
                <a:cs typeface="+mn-cs"/>
              </a:endParaRPr>
            </a:p>
          </p:txBody>
        </p:sp>
      </p:grpSp>
      <p:grpSp>
        <p:nvGrpSpPr>
          <p:cNvPr id="78" name="组合 5"/>
          <p:cNvGrpSpPr/>
          <p:nvPr/>
        </p:nvGrpSpPr>
        <p:grpSpPr bwMode="auto">
          <a:xfrm flipH="1">
            <a:off x="5378817" y="3867894"/>
            <a:ext cx="402343" cy="402491"/>
            <a:chOff x="1187624" y="4077072"/>
            <a:chExt cx="1728192" cy="1728192"/>
          </a:xfrm>
          <a:effectLst>
            <a:outerShdw blurRad="50800" dist="38100" dir="2700000" algn="tl" rotWithShape="0">
              <a:prstClr val="black">
                <a:alpha val="40000"/>
              </a:prstClr>
            </a:outerShdw>
          </a:effectLst>
        </p:grpSpPr>
        <p:sp>
          <p:nvSpPr>
            <p:cNvPr id="79" name="泪滴形 78"/>
            <p:cNvSpPr/>
            <p:nvPr/>
          </p:nvSpPr>
          <p:spPr>
            <a:xfrm>
              <a:off x="1187624" y="4077072"/>
              <a:ext cx="1728192" cy="1728192"/>
            </a:xfrm>
            <a:prstGeom prst="teardrop">
              <a:avLst/>
            </a:prstGeom>
            <a:solidFill>
              <a:srgbClr val="DE0000"/>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宋体" panose="02010600030101010101" pitchFamily="2" charset="-122"/>
                <a:ea typeface="宋体" panose="02010600030101010101" pitchFamily="2" charset="-122"/>
                <a:cs typeface="+mn-cs"/>
              </a:endParaRPr>
            </a:p>
          </p:txBody>
        </p:sp>
        <p:sp>
          <p:nvSpPr>
            <p:cNvPr id="80" name="椭圆​​ 7"/>
            <p:cNvSpPr/>
            <p:nvPr/>
          </p:nvSpPr>
          <p:spPr>
            <a:xfrm>
              <a:off x="1369741" y="4577646"/>
              <a:ext cx="1045501" cy="1045501"/>
            </a:xfrm>
            <a:prstGeom prst="ellipse">
              <a:avLst/>
            </a:prstGeom>
            <a:solidFill>
              <a:sysClr val="window" lastClr="FFFFFF"/>
            </a:solidFill>
            <a:ln w="3175" cap="flat" cmpd="sng" algn="ctr">
              <a:solidFill>
                <a:sysClr val="window" lastClr="FFFFFF">
                  <a:lumMod val="85000"/>
                </a:sysClr>
              </a:solidFill>
              <a:prstDash val="solid"/>
            </a:ln>
            <a:effectLst>
              <a:innerShdw blurRad="63500" dist="50800" dir="8100000">
                <a:prstClr val="black">
                  <a:alpha val="50000"/>
                </a:prstClr>
              </a:inn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宋体" panose="02010600030101010101" pitchFamily="2" charset="-122"/>
                <a:ea typeface="宋体" panose="02010600030101010101" pitchFamily="2"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nodeType="afterEffect">
                                  <p:stCondLst>
                                    <p:cond delay="0"/>
                                  </p:stCondLst>
                                  <p:childTnLst>
                                    <p:set>
                                      <p:cBhvr>
                                        <p:cTn id="6" dur="1" fill="hold">
                                          <p:stCondLst>
                                            <p:cond delay="0"/>
                                          </p:stCondLst>
                                        </p:cTn>
                                        <p:tgtEl>
                                          <p:spTgt spid="52"/>
                                        </p:tgtEl>
                                        <p:attrNameLst>
                                          <p:attrName>style.visibility</p:attrName>
                                        </p:attrNameLst>
                                      </p:cBhvr>
                                      <p:to>
                                        <p:strVal val="visible"/>
                                      </p:to>
                                    </p:set>
                                    <p:anim calcmode="lin" valueType="num">
                                      <p:cBhvr additive="base">
                                        <p:cTn id="7" dur="750" fill="hold"/>
                                        <p:tgtEl>
                                          <p:spTgt spid="52"/>
                                        </p:tgtEl>
                                        <p:attrNameLst>
                                          <p:attrName>ppt_x</p:attrName>
                                        </p:attrNameLst>
                                      </p:cBhvr>
                                      <p:tavLst>
                                        <p:tav tm="0">
                                          <p:val>
                                            <p:strVal val="0-#ppt_w/2"/>
                                          </p:val>
                                        </p:tav>
                                        <p:tav tm="100000">
                                          <p:val>
                                            <p:strVal val="#ppt_x"/>
                                          </p:val>
                                        </p:tav>
                                      </p:tavLst>
                                    </p:anim>
                                    <p:anim calcmode="lin" valueType="num">
                                      <p:cBhvr additive="base">
                                        <p:cTn id="8" dur="750" fill="hold"/>
                                        <p:tgtEl>
                                          <p:spTgt spid="52"/>
                                        </p:tgtEl>
                                        <p:attrNameLst>
                                          <p:attrName>ppt_y</p:attrName>
                                        </p:attrNameLst>
                                      </p:cBhvr>
                                      <p:tavLst>
                                        <p:tav tm="0">
                                          <p:val>
                                            <p:strVal val="0-#ppt_h/2"/>
                                          </p:val>
                                        </p:tav>
                                        <p:tav tm="100000">
                                          <p:val>
                                            <p:strVal val="#ppt_y"/>
                                          </p:val>
                                        </p:tav>
                                      </p:tavLst>
                                    </p:anim>
                                  </p:childTnLst>
                                </p:cTn>
                              </p:par>
                            </p:childTnLst>
                          </p:cTn>
                        </p:par>
                        <p:par>
                          <p:cTn id="9" fill="hold">
                            <p:stCondLst>
                              <p:cond delay="1000"/>
                            </p:stCondLst>
                            <p:childTnLst>
                              <p:par>
                                <p:cTn id="10" presetID="2" presetClass="entr" presetSubtype="3" fill="hold" nodeType="afterEffect">
                                  <p:stCondLst>
                                    <p:cond delay="0"/>
                                  </p:stCondLst>
                                  <p:childTnLst>
                                    <p:set>
                                      <p:cBhvr>
                                        <p:cTn id="11" dur="1" fill="hold">
                                          <p:stCondLst>
                                            <p:cond delay="0"/>
                                          </p:stCondLst>
                                        </p:cTn>
                                        <p:tgtEl>
                                          <p:spTgt spid="56"/>
                                        </p:tgtEl>
                                        <p:attrNameLst>
                                          <p:attrName>style.visibility</p:attrName>
                                        </p:attrNameLst>
                                      </p:cBhvr>
                                      <p:to>
                                        <p:strVal val="visible"/>
                                      </p:to>
                                    </p:set>
                                    <p:anim calcmode="lin" valueType="num">
                                      <p:cBhvr additive="base">
                                        <p:cTn id="12" dur="750" fill="hold"/>
                                        <p:tgtEl>
                                          <p:spTgt spid="56"/>
                                        </p:tgtEl>
                                        <p:attrNameLst>
                                          <p:attrName>ppt_x</p:attrName>
                                        </p:attrNameLst>
                                      </p:cBhvr>
                                      <p:tavLst>
                                        <p:tav tm="0">
                                          <p:val>
                                            <p:strVal val="1+#ppt_w/2"/>
                                          </p:val>
                                        </p:tav>
                                        <p:tav tm="100000">
                                          <p:val>
                                            <p:strVal val="#ppt_x"/>
                                          </p:val>
                                        </p:tav>
                                      </p:tavLst>
                                    </p:anim>
                                    <p:anim calcmode="lin" valueType="num">
                                      <p:cBhvr additive="base">
                                        <p:cTn id="13" dur="750" fill="hold"/>
                                        <p:tgtEl>
                                          <p:spTgt spid="56"/>
                                        </p:tgtEl>
                                        <p:attrNameLst>
                                          <p:attrName>ppt_y</p:attrName>
                                        </p:attrNameLst>
                                      </p:cBhvr>
                                      <p:tavLst>
                                        <p:tav tm="0">
                                          <p:val>
                                            <p:strVal val="0-#ppt_h/2"/>
                                          </p:val>
                                        </p:tav>
                                        <p:tav tm="100000">
                                          <p:val>
                                            <p:strVal val="#ppt_y"/>
                                          </p:val>
                                        </p:tav>
                                      </p:tavLst>
                                    </p:anim>
                                  </p:childTnLst>
                                </p:cTn>
                              </p:par>
                            </p:childTnLst>
                          </p:cTn>
                        </p:par>
                        <p:par>
                          <p:cTn id="14" fill="hold">
                            <p:stCondLst>
                              <p:cond delay="2000"/>
                            </p:stCondLst>
                            <p:childTnLst>
                              <p:par>
                                <p:cTn id="15" presetID="2" presetClass="entr" presetSubtype="12" fill="hold" nodeType="afterEffect">
                                  <p:stCondLst>
                                    <p:cond delay="0"/>
                                  </p:stCondLst>
                                  <p:childTnLst>
                                    <p:set>
                                      <p:cBhvr>
                                        <p:cTn id="16" dur="1" fill="hold">
                                          <p:stCondLst>
                                            <p:cond delay="0"/>
                                          </p:stCondLst>
                                        </p:cTn>
                                        <p:tgtEl>
                                          <p:spTgt spid="42"/>
                                        </p:tgtEl>
                                        <p:attrNameLst>
                                          <p:attrName>style.visibility</p:attrName>
                                        </p:attrNameLst>
                                      </p:cBhvr>
                                      <p:to>
                                        <p:strVal val="visible"/>
                                      </p:to>
                                    </p:set>
                                    <p:anim calcmode="lin" valueType="num">
                                      <p:cBhvr additive="base">
                                        <p:cTn id="17" dur="750" fill="hold"/>
                                        <p:tgtEl>
                                          <p:spTgt spid="42"/>
                                        </p:tgtEl>
                                        <p:attrNameLst>
                                          <p:attrName>ppt_x</p:attrName>
                                        </p:attrNameLst>
                                      </p:cBhvr>
                                      <p:tavLst>
                                        <p:tav tm="0">
                                          <p:val>
                                            <p:strVal val="0-#ppt_w/2"/>
                                          </p:val>
                                        </p:tav>
                                        <p:tav tm="100000">
                                          <p:val>
                                            <p:strVal val="#ppt_x"/>
                                          </p:val>
                                        </p:tav>
                                      </p:tavLst>
                                    </p:anim>
                                    <p:anim calcmode="lin" valueType="num">
                                      <p:cBhvr additive="base">
                                        <p:cTn id="18" dur="750" fill="hold"/>
                                        <p:tgtEl>
                                          <p:spTgt spid="42"/>
                                        </p:tgtEl>
                                        <p:attrNameLst>
                                          <p:attrName>ppt_y</p:attrName>
                                        </p:attrNameLst>
                                      </p:cBhvr>
                                      <p:tavLst>
                                        <p:tav tm="0">
                                          <p:val>
                                            <p:strVal val="1+#ppt_h/2"/>
                                          </p:val>
                                        </p:tav>
                                        <p:tav tm="100000">
                                          <p:val>
                                            <p:strVal val="#ppt_y"/>
                                          </p:val>
                                        </p:tav>
                                      </p:tavLst>
                                    </p:anim>
                                  </p:childTnLst>
                                </p:cTn>
                              </p:par>
                            </p:childTnLst>
                          </p:cTn>
                        </p:par>
                        <p:par>
                          <p:cTn id="19" fill="hold">
                            <p:stCondLst>
                              <p:cond delay="3000"/>
                            </p:stCondLst>
                            <p:childTnLst>
                              <p:par>
                                <p:cTn id="20" presetID="2" presetClass="entr" presetSubtype="6" fill="hold" nodeType="afterEffect">
                                  <p:stCondLst>
                                    <p:cond delay="0"/>
                                  </p:stCondLst>
                                  <p:childTnLst>
                                    <p:set>
                                      <p:cBhvr>
                                        <p:cTn id="21" dur="1" fill="hold">
                                          <p:stCondLst>
                                            <p:cond delay="0"/>
                                          </p:stCondLst>
                                        </p:cTn>
                                        <p:tgtEl>
                                          <p:spTgt spid="47"/>
                                        </p:tgtEl>
                                        <p:attrNameLst>
                                          <p:attrName>style.visibility</p:attrName>
                                        </p:attrNameLst>
                                      </p:cBhvr>
                                      <p:to>
                                        <p:strVal val="visible"/>
                                      </p:to>
                                    </p:set>
                                    <p:anim calcmode="lin" valueType="num">
                                      <p:cBhvr additive="base">
                                        <p:cTn id="22" dur="750" fill="hold"/>
                                        <p:tgtEl>
                                          <p:spTgt spid="47"/>
                                        </p:tgtEl>
                                        <p:attrNameLst>
                                          <p:attrName>ppt_x</p:attrName>
                                        </p:attrNameLst>
                                      </p:cBhvr>
                                      <p:tavLst>
                                        <p:tav tm="0">
                                          <p:val>
                                            <p:strVal val="1+#ppt_w/2"/>
                                          </p:val>
                                        </p:tav>
                                        <p:tav tm="100000">
                                          <p:val>
                                            <p:strVal val="#ppt_x"/>
                                          </p:val>
                                        </p:tav>
                                      </p:tavLst>
                                    </p:anim>
                                    <p:anim calcmode="lin" valueType="num">
                                      <p:cBhvr additive="base">
                                        <p:cTn id="23" dur="750" fill="hold"/>
                                        <p:tgtEl>
                                          <p:spTgt spid="47"/>
                                        </p:tgtEl>
                                        <p:attrNameLst>
                                          <p:attrName>ppt_y</p:attrName>
                                        </p:attrNameLst>
                                      </p:cBhvr>
                                      <p:tavLst>
                                        <p:tav tm="0">
                                          <p:val>
                                            <p:strVal val="1+#ppt_h/2"/>
                                          </p:val>
                                        </p:tav>
                                        <p:tav tm="100000">
                                          <p:val>
                                            <p:strVal val="#ppt_y"/>
                                          </p:val>
                                        </p:tav>
                                      </p:tavLst>
                                    </p:anim>
                                  </p:childTnLst>
                                </p:cTn>
                              </p:par>
                            </p:childTnLst>
                          </p:cTn>
                        </p:par>
                        <p:par>
                          <p:cTn id="24" fill="hold">
                            <p:stCondLst>
                              <p:cond delay="4000"/>
                            </p:stCondLst>
                            <p:childTnLst>
                              <p:par>
                                <p:cTn id="25" presetID="42" presetClass="entr" presetSubtype="0" fill="hold" nodeType="afterEffect">
                                  <p:stCondLst>
                                    <p:cond delay="0"/>
                                  </p:stCondLst>
                                  <p:childTnLst>
                                    <p:set>
                                      <p:cBhvr>
                                        <p:cTn id="26" dur="1" fill="hold">
                                          <p:stCondLst>
                                            <p:cond delay="0"/>
                                          </p:stCondLst>
                                        </p:cTn>
                                        <p:tgtEl>
                                          <p:spTgt spid="61"/>
                                        </p:tgtEl>
                                        <p:attrNameLst>
                                          <p:attrName>style.visibility</p:attrName>
                                        </p:attrNameLst>
                                      </p:cBhvr>
                                      <p:to>
                                        <p:strVal val="visible"/>
                                      </p:to>
                                    </p:set>
                                    <p:animEffect transition="in" filter="fade">
                                      <p:cBhvr>
                                        <p:cTn id="27" dur="500"/>
                                        <p:tgtEl>
                                          <p:spTgt spid="61"/>
                                        </p:tgtEl>
                                      </p:cBhvr>
                                    </p:animEffect>
                                    <p:anim calcmode="lin" valueType="num">
                                      <p:cBhvr>
                                        <p:cTn id="28" dur="500" fill="hold"/>
                                        <p:tgtEl>
                                          <p:spTgt spid="61"/>
                                        </p:tgtEl>
                                        <p:attrNameLst>
                                          <p:attrName>ppt_x</p:attrName>
                                        </p:attrNameLst>
                                      </p:cBhvr>
                                      <p:tavLst>
                                        <p:tav tm="0">
                                          <p:val>
                                            <p:strVal val="#ppt_x"/>
                                          </p:val>
                                        </p:tav>
                                        <p:tav tm="100000">
                                          <p:val>
                                            <p:strVal val="#ppt_x"/>
                                          </p:val>
                                        </p:tav>
                                      </p:tavLst>
                                    </p:anim>
                                    <p:anim calcmode="lin" valueType="num">
                                      <p:cBhvr>
                                        <p:cTn id="29" dur="500" fill="hold"/>
                                        <p:tgtEl>
                                          <p:spTgt spid="61"/>
                                        </p:tgtEl>
                                        <p:attrNameLst>
                                          <p:attrName>ppt_y</p:attrName>
                                        </p:attrNameLst>
                                      </p:cBhvr>
                                      <p:tavLst>
                                        <p:tav tm="0">
                                          <p:val>
                                            <p:strVal val="#ppt_y+.1"/>
                                          </p:val>
                                        </p:tav>
                                        <p:tav tm="100000">
                                          <p:val>
                                            <p:strVal val="#ppt_y"/>
                                          </p:val>
                                        </p:tav>
                                      </p:tavLst>
                                    </p:anim>
                                  </p:childTnLst>
                                </p:cTn>
                              </p:par>
                            </p:childTnLst>
                          </p:cTn>
                        </p:par>
                        <p:par>
                          <p:cTn id="30" fill="hold">
                            <p:stCondLst>
                              <p:cond delay="4500"/>
                            </p:stCondLst>
                            <p:childTnLst>
                              <p:par>
                                <p:cTn id="31" presetID="41" presetClass="entr" presetSubtype="0" fill="hold" grpId="0" nodeType="afterEffect">
                                  <p:stCondLst>
                                    <p:cond delay="0"/>
                                  </p:stCondLst>
                                  <p:iterate type="lt">
                                    <p:tmPct val="10000"/>
                                  </p:iterate>
                                  <p:childTnLst>
                                    <p:set>
                                      <p:cBhvr>
                                        <p:cTn id="32" dur="1" fill="hold">
                                          <p:stCondLst>
                                            <p:cond delay="0"/>
                                          </p:stCondLst>
                                        </p:cTn>
                                        <p:tgtEl>
                                          <p:spTgt spid="65"/>
                                        </p:tgtEl>
                                        <p:attrNameLst>
                                          <p:attrName>style.visibility</p:attrName>
                                        </p:attrNameLst>
                                      </p:cBhvr>
                                      <p:to>
                                        <p:strVal val="visible"/>
                                      </p:to>
                                    </p:set>
                                    <p:anim calcmode="lin" valueType="num">
                                      <p:cBhvr>
                                        <p:cTn id="33" dur="500" fill="hold"/>
                                        <p:tgtEl>
                                          <p:spTgt spid="65"/>
                                        </p:tgtEl>
                                        <p:attrNameLst>
                                          <p:attrName>ppt_x</p:attrName>
                                        </p:attrNameLst>
                                      </p:cBhvr>
                                      <p:tavLst>
                                        <p:tav tm="0">
                                          <p:val>
                                            <p:strVal val="#ppt_x"/>
                                          </p:val>
                                        </p:tav>
                                        <p:tav tm="50000">
                                          <p:val>
                                            <p:strVal val="#ppt_x+.1"/>
                                          </p:val>
                                        </p:tav>
                                        <p:tav tm="100000">
                                          <p:val>
                                            <p:strVal val="#ppt_x"/>
                                          </p:val>
                                        </p:tav>
                                      </p:tavLst>
                                    </p:anim>
                                    <p:anim calcmode="lin" valueType="num">
                                      <p:cBhvr>
                                        <p:cTn id="34" dur="500" fill="hold"/>
                                        <p:tgtEl>
                                          <p:spTgt spid="65"/>
                                        </p:tgtEl>
                                        <p:attrNameLst>
                                          <p:attrName>ppt_y</p:attrName>
                                        </p:attrNameLst>
                                      </p:cBhvr>
                                      <p:tavLst>
                                        <p:tav tm="0">
                                          <p:val>
                                            <p:strVal val="#ppt_y"/>
                                          </p:val>
                                        </p:tav>
                                        <p:tav tm="100000">
                                          <p:val>
                                            <p:strVal val="#ppt_y"/>
                                          </p:val>
                                        </p:tav>
                                      </p:tavLst>
                                    </p:anim>
                                    <p:anim calcmode="lin" valueType="num">
                                      <p:cBhvr>
                                        <p:cTn id="35" dur="500" fill="hold"/>
                                        <p:tgtEl>
                                          <p:spTgt spid="65"/>
                                        </p:tgtEl>
                                        <p:attrNameLst>
                                          <p:attrName>ppt_h</p:attrName>
                                        </p:attrNameLst>
                                      </p:cBhvr>
                                      <p:tavLst>
                                        <p:tav tm="0">
                                          <p:val>
                                            <p:strVal val="#ppt_h/10"/>
                                          </p:val>
                                        </p:tav>
                                        <p:tav tm="50000">
                                          <p:val>
                                            <p:strVal val="#ppt_h+.01"/>
                                          </p:val>
                                        </p:tav>
                                        <p:tav tm="100000">
                                          <p:val>
                                            <p:strVal val="#ppt_h"/>
                                          </p:val>
                                        </p:tav>
                                      </p:tavLst>
                                    </p:anim>
                                    <p:anim calcmode="lin" valueType="num">
                                      <p:cBhvr>
                                        <p:cTn id="36" dur="500" fill="hold"/>
                                        <p:tgtEl>
                                          <p:spTgt spid="65"/>
                                        </p:tgtEl>
                                        <p:attrNameLst>
                                          <p:attrName>ppt_w</p:attrName>
                                        </p:attrNameLst>
                                      </p:cBhvr>
                                      <p:tavLst>
                                        <p:tav tm="0">
                                          <p:val>
                                            <p:strVal val="#ppt_w/10"/>
                                          </p:val>
                                        </p:tav>
                                        <p:tav tm="50000">
                                          <p:val>
                                            <p:strVal val="#ppt_w+.01"/>
                                          </p:val>
                                        </p:tav>
                                        <p:tav tm="100000">
                                          <p:val>
                                            <p:strVal val="#ppt_w"/>
                                          </p:val>
                                        </p:tav>
                                      </p:tavLst>
                                    </p:anim>
                                    <p:animEffect transition="in" filter="fade">
                                      <p:cBhvr>
                                        <p:cTn id="37" dur="500" tmFilter="0,0; .5, 1; 1, 1"/>
                                        <p:tgtEl>
                                          <p:spTgt spid="65"/>
                                        </p:tgtEl>
                                      </p:cBhvr>
                                    </p:animEffect>
                                  </p:childTnLst>
                                </p:cTn>
                              </p:par>
                            </p:childTnLst>
                          </p:cTn>
                        </p:par>
                        <p:par>
                          <p:cTn id="38" fill="hold">
                            <p:stCondLst>
                              <p:cond delay="4349"/>
                            </p:stCondLst>
                            <p:childTnLst>
                              <p:par>
                                <p:cTn id="39" presetID="42" presetClass="entr" presetSubtype="0" fill="hold" grpId="0" nodeType="afterEffect">
                                  <p:stCondLst>
                                    <p:cond delay="0"/>
                                  </p:stCondLst>
                                  <p:childTnLst>
                                    <p:set>
                                      <p:cBhvr>
                                        <p:cTn id="40" dur="1" fill="hold">
                                          <p:stCondLst>
                                            <p:cond delay="0"/>
                                          </p:stCondLst>
                                        </p:cTn>
                                        <p:tgtEl>
                                          <p:spTgt spid="64"/>
                                        </p:tgtEl>
                                        <p:attrNameLst>
                                          <p:attrName>style.visibility</p:attrName>
                                        </p:attrNameLst>
                                      </p:cBhvr>
                                      <p:to>
                                        <p:strVal val="visible"/>
                                      </p:to>
                                    </p:set>
                                    <p:animEffect transition="in" filter="fade">
                                      <p:cBhvr>
                                        <p:cTn id="41" dur="750"/>
                                        <p:tgtEl>
                                          <p:spTgt spid="64"/>
                                        </p:tgtEl>
                                      </p:cBhvr>
                                    </p:animEffect>
                                    <p:anim calcmode="lin" valueType="num">
                                      <p:cBhvr>
                                        <p:cTn id="42" dur="750" fill="hold"/>
                                        <p:tgtEl>
                                          <p:spTgt spid="64"/>
                                        </p:tgtEl>
                                        <p:attrNameLst>
                                          <p:attrName>ppt_x</p:attrName>
                                        </p:attrNameLst>
                                      </p:cBhvr>
                                      <p:tavLst>
                                        <p:tav tm="0">
                                          <p:val>
                                            <p:strVal val="#ppt_x"/>
                                          </p:val>
                                        </p:tav>
                                        <p:tav tm="100000">
                                          <p:val>
                                            <p:strVal val="#ppt_x"/>
                                          </p:val>
                                        </p:tav>
                                      </p:tavLst>
                                    </p:anim>
                                    <p:anim calcmode="lin" valueType="num">
                                      <p:cBhvr>
                                        <p:cTn id="43" dur="750" fill="hold"/>
                                        <p:tgtEl>
                                          <p:spTgt spid="64"/>
                                        </p:tgtEl>
                                        <p:attrNameLst>
                                          <p:attrName>ppt_y</p:attrName>
                                        </p:attrNameLst>
                                      </p:cBhvr>
                                      <p:tavLst>
                                        <p:tav tm="0">
                                          <p:val>
                                            <p:strVal val="#ppt_y+.1"/>
                                          </p:val>
                                        </p:tav>
                                        <p:tav tm="100000">
                                          <p:val>
                                            <p:strVal val="#ppt_y"/>
                                          </p:val>
                                        </p:tav>
                                      </p:tavLst>
                                    </p:anim>
                                  </p:childTnLst>
                                </p:cTn>
                              </p:par>
                            </p:childTnLst>
                          </p:cTn>
                        </p:par>
                        <p:par>
                          <p:cTn id="44" fill="hold">
                            <p:stCondLst>
                              <p:cond delay="5349"/>
                            </p:stCondLst>
                            <p:childTnLst>
                              <p:par>
                                <p:cTn id="45" presetID="42" presetClass="entr" presetSubtype="0" fill="hold" nodeType="afterEffect">
                                  <p:stCondLst>
                                    <p:cond delay="0"/>
                                  </p:stCondLst>
                                  <p:childTnLst>
                                    <p:set>
                                      <p:cBhvr>
                                        <p:cTn id="46" dur="1" fill="hold">
                                          <p:stCondLst>
                                            <p:cond delay="0"/>
                                          </p:stCondLst>
                                        </p:cTn>
                                        <p:tgtEl>
                                          <p:spTgt spid="66"/>
                                        </p:tgtEl>
                                        <p:attrNameLst>
                                          <p:attrName>style.visibility</p:attrName>
                                        </p:attrNameLst>
                                      </p:cBhvr>
                                      <p:to>
                                        <p:strVal val="visible"/>
                                      </p:to>
                                    </p:set>
                                    <p:animEffect transition="in" filter="fade">
                                      <p:cBhvr>
                                        <p:cTn id="47" dur="750"/>
                                        <p:tgtEl>
                                          <p:spTgt spid="66"/>
                                        </p:tgtEl>
                                      </p:cBhvr>
                                    </p:animEffect>
                                    <p:anim calcmode="lin" valueType="num">
                                      <p:cBhvr>
                                        <p:cTn id="48" dur="750" fill="hold"/>
                                        <p:tgtEl>
                                          <p:spTgt spid="66"/>
                                        </p:tgtEl>
                                        <p:attrNameLst>
                                          <p:attrName>ppt_x</p:attrName>
                                        </p:attrNameLst>
                                      </p:cBhvr>
                                      <p:tavLst>
                                        <p:tav tm="0">
                                          <p:val>
                                            <p:strVal val="#ppt_x"/>
                                          </p:val>
                                        </p:tav>
                                        <p:tav tm="100000">
                                          <p:val>
                                            <p:strVal val="#ppt_x"/>
                                          </p:val>
                                        </p:tav>
                                      </p:tavLst>
                                    </p:anim>
                                    <p:anim calcmode="lin" valueType="num">
                                      <p:cBhvr>
                                        <p:cTn id="49" dur="750" fill="hold"/>
                                        <p:tgtEl>
                                          <p:spTgt spid="66"/>
                                        </p:tgtEl>
                                        <p:attrNameLst>
                                          <p:attrName>ppt_y</p:attrName>
                                        </p:attrNameLst>
                                      </p:cBhvr>
                                      <p:tavLst>
                                        <p:tav tm="0">
                                          <p:val>
                                            <p:strVal val="#ppt_y+.1"/>
                                          </p:val>
                                        </p:tav>
                                        <p:tav tm="100000">
                                          <p:val>
                                            <p:strVal val="#ppt_y"/>
                                          </p:val>
                                        </p:tav>
                                      </p:tavLst>
                                    </p:anim>
                                  </p:childTnLst>
                                </p:cTn>
                              </p:par>
                            </p:childTnLst>
                          </p:cTn>
                        </p:par>
                        <p:par>
                          <p:cTn id="50" fill="hold">
                            <p:stCondLst>
                              <p:cond delay="6349"/>
                            </p:stCondLst>
                            <p:childTnLst>
                              <p:par>
                                <p:cTn id="51" presetID="41" presetClass="entr" presetSubtype="0" fill="hold" grpId="0" nodeType="afterEffect">
                                  <p:stCondLst>
                                    <p:cond delay="0"/>
                                  </p:stCondLst>
                                  <p:iterate type="lt">
                                    <p:tmPct val="10000"/>
                                  </p:iterate>
                                  <p:childTnLst>
                                    <p:set>
                                      <p:cBhvr>
                                        <p:cTn id="52" dur="1" fill="hold">
                                          <p:stCondLst>
                                            <p:cond delay="0"/>
                                          </p:stCondLst>
                                        </p:cTn>
                                        <p:tgtEl>
                                          <p:spTgt spid="70"/>
                                        </p:tgtEl>
                                        <p:attrNameLst>
                                          <p:attrName>style.visibility</p:attrName>
                                        </p:attrNameLst>
                                      </p:cBhvr>
                                      <p:to>
                                        <p:strVal val="visible"/>
                                      </p:to>
                                    </p:set>
                                    <p:anim calcmode="lin" valueType="num">
                                      <p:cBhvr>
                                        <p:cTn id="53" dur="500" fill="hold"/>
                                        <p:tgtEl>
                                          <p:spTgt spid="70"/>
                                        </p:tgtEl>
                                        <p:attrNameLst>
                                          <p:attrName>ppt_x</p:attrName>
                                        </p:attrNameLst>
                                      </p:cBhvr>
                                      <p:tavLst>
                                        <p:tav tm="0">
                                          <p:val>
                                            <p:strVal val="#ppt_x"/>
                                          </p:val>
                                        </p:tav>
                                        <p:tav tm="50000">
                                          <p:val>
                                            <p:strVal val="#ppt_x+.1"/>
                                          </p:val>
                                        </p:tav>
                                        <p:tav tm="100000">
                                          <p:val>
                                            <p:strVal val="#ppt_x"/>
                                          </p:val>
                                        </p:tav>
                                      </p:tavLst>
                                    </p:anim>
                                    <p:anim calcmode="lin" valueType="num">
                                      <p:cBhvr>
                                        <p:cTn id="54" dur="500" fill="hold"/>
                                        <p:tgtEl>
                                          <p:spTgt spid="70"/>
                                        </p:tgtEl>
                                        <p:attrNameLst>
                                          <p:attrName>ppt_y</p:attrName>
                                        </p:attrNameLst>
                                      </p:cBhvr>
                                      <p:tavLst>
                                        <p:tav tm="0">
                                          <p:val>
                                            <p:strVal val="#ppt_y"/>
                                          </p:val>
                                        </p:tav>
                                        <p:tav tm="100000">
                                          <p:val>
                                            <p:strVal val="#ppt_y"/>
                                          </p:val>
                                        </p:tav>
                                      </p:tavLst>
                                    </p:anim>
                                    <p:anim calcmode="lin" valueType="num">
                                      <p:cBhvr>
                                        <p:cTn id="55" dur="500" fill="hold"/>
                                        <p:tgtEl>
                                          <p:spTgt spid="70"/>
                                        </p:tgtEl>
                                        <p:attrNameLst>
                                          <p:attrName>ppt_h</p:attrName>
                                        </p:attrNameLst>
                                      </p:cBhvr>
                                      <p:tavLst>
                                        <p:tav tm="0">
                                          <p:val>
                                            <p:strVal val="#ppt_h/10"/>
                                          </p:val>
                                        </p:tav>
                                        <p:tav tm="50000">
                                          <p:val>
                                            <p:strVal val="#ppt_h+.01"/>
                                          </p:val>
                                        </p:tav>
                                        <p:tav tm="100000">
                                          <p:val>
                                            <p:strVal val="#ppt_h"/>
                                          </p:val>
                                        </p:tav>
                                      </p:tavLst>
                                    </p:anim>
                                    <p:anim calcmode="lin" valueType="num">
                                      <p:cBhvr>
                                        <p:cTn id="56" dur="500" fill="hold"/>
                                        <p:tgtEl>
                                          <p:spTgt spid="70"/>
                                        </p:tgtEl>
                                        <p:attrNameLst>
                                          <p:attrName>ppt_w</p:attrName>
                                        </p:attrNameLst>
                                      </p:cBhvr>
                                      <p:tavLst>
                                        <p:tav tm="0">
                                          <p:val>
                                            <p:strVal val="#ppt_w/10"/>
                                          </p:val>
                                        </p:tav>
                                        <p:tav tm="50000">
                                          <p:val>
                                            <p:strVal val="#ppt_w+.01"/>
                                          </p:val>
                                        </p:tav>
                                        <p:tav tm="100000">
                                          <p:val>
                                            <p:strVal val="#ppt_w"/>
                                          </p:val>
                                        </p:tav>
                                      </p:tavLst>
                                    </p:anim>
                                    <p:animEffect transition="in" filter="fade">
                                      <p:cBhvr>
                                        <p:cTn id="57" dur="500" tmFilter="0,0; .5, 1; 1, 1"/>
                                        <p:tgtEl>
                                          <p:spTgt spid="70"/>
                                        </p:tgtEl>
                                      </p:cBhvr>
                                    </p:animEffect>
                                  </p:childTnLst>
                                </p:cTn>
                              </p:par>
                            </p:childTnLst>
                          </p:cTn>
                        </p:par>
                        <p:par>
                          <p:cTn id="58" fill="hold">
                            <p:stCondLst>
                              <p:cond delay="6699"/>
                            </p:stCondLst>
                            <p:childTnLst>
                              <p:par>
                                <p:cTn id="59" presetID="42" presetClass="entr" presetSubtype="0" fill="hold" grpId="0" nodeType="afterEffect">
                                  <p:stCondLst>
                                    <p:cond delay="0"/>
                                  </p:stCondLst>
                                  <p:childTnLst>
                                    <p:set>
                                      <p:cBhvr>
                                        <p:cTn id="60" dur="1" fill="hold">
                                          <p:stCondLst>
                                            <p:cond delay="0"/>
                                          </p:stCondLst>
                                        </p:cTn>
                                        <p:tgtEl>
                                          <p:spTgt spid="69"/>
                                        </p:tgtEl>
                                        <p:attrNameLst>
                                          <p:attrName>style.visibility</p:attrName>
                                        </p:attrNameLst>
                                      </p:cBhvr>
                                      <p:to>
                                        <p:strVal val="visible"/>
                                      </p:to>
                                    </p:set>
                                    <p:animEffect transition="in" filter="fade">
                                      <p:cBhvr>
                                        <p:cTn id="61" dur="750"/>
                                        <p:tgtEl>
                                          <p:spTgt spid="69"/>
                                        </p:tgtEl>
                                      </p:cBhvr>
                                    </p:animEffect>
                                    <p:anim calcmode="lin" valueType="num">
                                      <p:cBhvr>
                                        <p:cTn id="62" dur="750" fill="hold"/>
                                        <p:tgtEl>
                                          <p:spTgt spid="69"/>
                                        </p:tgtEl>
                                        <p:attrNameLst>
                                          <p:attrName>ppt_x</p:attrName>
                                        </p:attrNameLst>
                                      </p:cBhvr>
                                      <p:tavLst>
                                        <p:tav tm="0">
                                          <p:val>
                                            <p:strVal val="#ppt_x"/>
                                          </p:val>
                                        </p:tav>
                                        <p:tav tm="100000">
                                          <p:val>
                                            <p:strVal val="#ppt_x"/>
                                          </p:val>
                                        </p:tav>
                                      </p:tavLst>
                                    </p:anim>
                                    <p:anim calcmode="lin" valueType="num">
                                      <p:cBhvr>
                                        <p:cTn id="63" dur="750" fill="hold"/>
                                        <p:tgtEl>
                                          <p:spTgt spid="69"/>
                                        </p:tgtEl>
                                        <p:attrNameLst>
                                          <p:attrName>ppt_y</p:attrName>
                                        </p:attrNameLst>
                                      </p:cBhvr>
                                      <p:tavLst>
                                        <p:tav tm="0">
                                          <p:val>
                                            <p:strVal val="#ppt_y+.1"/>
                                          </p:val>
                                        </p:tav>
                                        <p:tav tm="100000">
                                          <p:val>
                                            <p:strVal val="#ppt_y"/>
                                          </p:val>
                                        </p:tav>
                                      </p:tavLst>
                                    </p:anim>
                                  </p:childTnLst>
                                </p:cTn>
                              </p:par>
                            </p:childTnLst>
                          </p:cTn>
                        </p:par>
                        <p:par>
                          <p:cTn id="64" fill="hold">
                            <p:stCondLst>
                              <p:cond delay="7699"/>
                            </p:stCondLst>
                            <p:childTnLst>
                              <p:par>
                                <p:cTn id="65" presetID="42" presetClass="entr" presetSubtype="0" fill="hold" nodeType="afterEffect">
                                  <p:stCondLst>
                                    <p:cond delay="0"/>
                                  </p:stCondLst>
                                  <p:childTnLst>
                                    <p:set>
                                      <p:cBhvr>
                                        <p:cTn id="66" dur="1" fill="hold">
                                          <p:stCondLst>
                                            <p:cond delay="0"/>
                                          </p:stCondLst>
                                        </p:cTn>
                                        <p:tgtEl>
                                          <p:spTgt spid="75"/>
                                        </p:tgtEl>
                                        <p:attrNameLst>
                                          <p:attrName>style.visibility</p:attrName>
                                        </p:attrNameLst>
                                      </p:cBhvr>
                                      <p:to>
                                        <p:strVal val="visible"/>
                                      </p:to>
                                    </p:set>
                                    <p:animEffect transition="in" filter="fade">
                                      <p:cBhvr>
                                        <p:cTn id="67" dur="750"/>
                                        <p:tgtEl>
                                          <p:spTgt spid="75"/>
                                        </p:tgtEl>
                                      </p:cBhvr>
                                    </p:animEffect>
                                    <p:anim calcmode="lin" valueType="num">
                                      <p:cBhvr>
                                        <p:cTn id="68" dur="750" fill="hold"/>
                                        <p:tgtEl>
                                          <p:spTgt spid="75"/>
                                        </p:tgtEl>
                                        <p:attrNameLst>
                                          <p:attrName>ppt_x</p:attrName>
                                        </p:attrNameLst>
                                      </p:cBhvr>
                                      <p:tavLst>
                                        <p:tav tm="0">
                                          <p:val>
                                            <p:strVal val="#ppt_x"/>
                                          </p:val>
                                        </p:tav>
                                        <p:tav tm="100000">
                                          <p:val>
                                            <p:strVal val="#ppt_x"/>
                                          </p:val>
                                        </p:tav>
                                      </p:tavLst>
                                    </p:anim>
                                    <p:anim calcmode="lin" valueType="num">
                                      <p:cBhvr>
                                        <p:cTn id="69" dur="750" fill="hold"/>
                                        <p:tgtEl>
                                          <p:spTgt spid="75"/>
                                        </p:tgtEl>
                                        <p:attrNameLst>
                                          <p:attrName>ppt_y</p:attrName>
                                        </p:attrNameLst>
                                      </p:cBhvr>
                                      <p:tavLst>
                                        <p:tav tm="0">
                                          <p:val>
                                            <p:strVal val="#ppt_y+.1"/>
                                          </p:val>
                                        </p:tav>
                                        <p:tav tm="100000">
                                          <p:val>
                                            <p:strVal val="#ppt_y"/>
                                          </p:val>
                                        </p:tav>
                                      </p:tavLst>
                                    </p:anim>
                                  </p:childTnLst>
                                </p:cTn>
                              </p:par>
                            </p:childTnLst>
                          </p:cTn>
                        </p:par>
                        <p:par>
                          <p:cTn id="70" fill="hold">
                            <p:stCondLst>
                              <p:cond delay="8699"/>
                            </p:stCondLst>
                            <p:childTnLst>
                              <p:par>
                                <p:cTn id="71" presetID="41" presetClass="entr" presetSubtype="0" fill="hold" grpId="0" nodeType="afterEffect">
                                  <p:stCondLst>
                                    <p:cond delay="0"/>
                                  </p:stCondLst>
                                  <p:iterate type="lt">
                                    <p:tmPct val="10000"/>
                                  </p:iterate>
                                  <p:childTnLst>
                                    <p:set>
                                      <p:cBhvr>
                                        <p:cTn id="72" dur="1" fill="hold">
                                          <p:stCondLst>
                                            <p:cond delay="0"/>
                                          </p:stCondLst>
                                        </p:cTn>
                                        <p:tgtEl>
                                          <p:spTgt spid="72"/>
                                        </p:tgtEl>
                                        <p:attrNameLst>
                                          <p:attrName>style.visibility</p:attrName>
                                        </p:attrNameLst>
                                      </p:cBhvr>
                                      <p:to>
                                        <p:strVal val="visible"/>
                                      </p:to>
                                    </p:set>
                                    <p:anim calcmode="lin" valueType="num">
                                      <p:cBhvr>
                                        <p:cTn id="73" dur="500" fill="hold"/>
                                        <p:tgtEl>
                                          <p:spTgt spid="72"/>
                                        </p:tgtEl>
                                        <p:attrNameLst>
                                          <p:attrName>ppt_x</p:attrName>
                                        </p:attrNameLst>
                                      </p:cBhvr>
                                      <p:tavLst>
                                        <p:tav tm="0">
                                          <p:val>
                                            <p:strVal val="#ppt_x"/>
                                          </p:val>
                                        </p:tav>
                                        <p:tav tm="50000">
                                          <p:val>
                                            <p:strVal val="#ppt_x+.1"/>
                                          </p:val>
                                        </p:tav>
                                        <p:tav tm="100000">
                                          <p:val>
                                            <p:strVal val="#ppt_x"/>
                                          </p:val>
                                        </p:tav>
                                      </p:tavLst>
                                    </p:anim>
                                    <p:anim calcmode="lin" valueType="num">
                                      <p:cBhvr>
                                        <p:cTn id="74" dur="500" fill="hold"/>
                                        <p:tgtEl>
                                          <p:spTgt spid="72"/>
                                        </p:tgtEl>
                                        <p:attrNameLst>
                                          <p:attrName>ppt_y</p:attrName>
                                        </p:attrNameLst>
                                      </p:cBhvr>
                                      <p:tavLst>
                                        <p:tav tm="0">
                                          <p:val>
                                            <p:strVal val="#ppt_y"/>
                                          </p:val>
                                        </p:tav>
                                        <p:tav tm="100000">
                                          <p:val>
                                            <p:strVal val="#ppt_y"/>
                                          </p:val>
                                        </p:tav>
                                      </p:tavLst>
                                    </p:anim>
                                    <p:anim calcmode="lin" valueType="num">
                                      <p:cBhvr>
                                        <p:cTn id="75" dur="500" fill="hold"/>
                                        <p:tgtEl>
                                          <p:spTgt spid="72"/>
                                        </p:tgtEl>
                                        <p:attrNameLst>
                                          <p:attrName>ppt_h</p:attrName>
                                        </p:attrNameLst>
                                      </p:cBhvr>
                                      <p:tavLst>
                                        <p:tav tm="0">
                                          <p:val>
                                            <p:strVal val="#ppt_h/10"/>
                                          </p:val>
                                        </p:tav>
                                        <p:tav tm="50000">
                                          <p:val>
                                            <p:strVal val="#ppt_h+.01"/>
                                          </p:val>
                                        </p:tav>
                                        <p:tav tm="100000">
                                          <p:val>
                                            <p:strVal val="#ppt_h"/>
                                          </p:val>
                                        </p:tav>
                                      </p:tavLst>
                                    </p:anim>
                                    <p:anim calcmode="lin" valueType="num">
                                      <p:cBhvr>
                                        <p:cTn id="76" dur="500" fill="hold"/>
                                        <p:tgtEl>
                                          <p:spTgt spid="72"/>
                                        </p:tgtEl>
                                        <p:attrNameLst>
                                          <p:attrName>ppt_w</p:attrName>
                                        </p:attrNameLst>
                                      </p:cBhvr>
                                      <p:tavLst>
                                        <p:tav tm="0">
                                          <p:val>
                                            <p:strVal val="#ppt_w/10"/>
                                          </p:val>
                                        </p:tav>
                                        <p:tav tm="50000">
                                          <p:val>
                                            <p:strVal val="#ppt_w+.01"/>
                                          </p:val>
                                        </p:tav>
                                        <p:tav tm="100000">
                                          <p:val>
                                            <p:strVal val="#ppt_w"/>
                                          </p:val>
                                        </p:tav>
                                      </p:tavLst>
                                    </p:anim>
                                    <p:animEffect transition="in" filter="fade">
                                      <p:cBhvr>
                                        <p:cTn id="77" dur="500" tmFilter="0,0; .5, 1; 1, 1"/>
                                        <p:tgtEl>
                                          <p:spTgt spid="72"/>
                                        </p:tgtEl>
                                      </p:cBhvr>
                                    </p:animEffect>
                                  </p:childTnLst>
                                </p:cTn>
                              </p:par>
                            </p:childTnLst>
                          </p:cTn>
                        </p:par>
                        <p:par>
                          <p:cTn id="78" fill="hold">
                            <p:stCondLst>
                              <p:cond delay="9049"/>
                            </p:stCondLst>
                            <p:childTnLst>
                              <p:par>
                                <p:cTn id="79" presetID="42" presetClass="entr" presetSubtype="0" fill="hold" grpId="0" nodeType="afterEffect">
                                  <p:stCondLst>
                                    <p:cond delay="0"/>
                                  </p:stCondLst>
                                  <p:childTnLst>
                                    <p:set>
                                      <p:cBhvr>
                                        <p:cTn id="80" dur="1" fill="hold">
                                          <p:stCondLst>
                                            <p:cond delay="0"/>
                                          </p:stCondLst>
                                        </p:cTn>
                                        <p:tgtEl>
                                          <p:spTgt spid="71"/>
                                        </p:tgtEl>
                                        <p:attrNameLst>
                                          <p:attrName>style.visibility</p:attrName>
                                        </p:attrNameLst>
                                      </p:cBhvr>
                                      <p:to>
                                        <p:strVal val="visible"/>
                                      </p:to>
                                    </p:set>
                                    <p:animEffect transition="in" filter="fade">
                                      <p:cBhvr>
                                        <p:cTn id="81" dur="750"/>
                                        <p:tgtEl>
                                          <p:spTgt spid="71"/>
                                        </p:tgtEl>
                                      </p:cBhvr>
                                    </p:animEffect>
                                    <p:anim calcmode="lin" valueType="num">
                                      <p:cBhvr>
                                        <p:cTn id="82" dur="750" fill="hold"/>
                                        <p:tgtEl>
                                          <p:spTgt spid="71"/>
                                        </p:tgtEl>
                                        <p:attrNameLst>
                                          <p:attrName>ppt_x</p:attrName>
                                        </p:attrNameLst>
                                      </p:cBhvr>
                                      <p:tavLst>
                                        <p:tav tm="0">
                                          <p:val>
                                            <p:strVal val="#ppt_x"/>
                                          </p:val>
                                        </p:tav>
                                        <p:tav tm="100000">
                                          <p:val>
                                            <p:strVal val="#ppt_x"/>
                                          </p:val>
                                        </p:tav>
                                      </p:tavLst>
                                    </p:anim>
                                    <p:anim calcmode="lin" valueType="num">
                                      <p:cBhvr>
                                        <p:cTn id="83" dur="750" fill="hold"/>
                                        <p:tgtEl>
                                          <p:spTgt spid="71"/>
                                        </p:tgtEl>
                                        <p:attrNameLst>
                                          <p:attrName>ppt_y</p:attrName>
                                        </p:attrNameLst>
                                      </p:cBhvr>
                                      <p:tavLst>
                                        <p:tav tm="0">
                                          <p:val>
                                            <p:strVal val="#ppt_y+.1"/>
                                          </p:val>
                                        </p:tav>
                                        <p:tav tm="100000">
                                          <p:val>
                                            <p:strVal val="#ppt_y"/>
                                          </p:val>
                                        </p:tav>
                                      </p:tavLst>
                                    </p:anim>
                                  </p:childTnLst>
                                </p:cTn>
                              </p:par>
                            </p:childTnLst>
                          </p:cTn>
                        </p:par>
                        <p:par>
                          <p:cTn id="84" fill="hold">
                            <p:stCondLst>
                              <p:cond delay="10049"/>
                            </p:stCondLst>
                            <p:childTnLst>
                              <p:par>
                                <p:cTn id="85" presetID="42" presetClass="entr" presetSubtype="0" fill="hold" nodeType="afterEffect">
                                  <p:stCondLst>
                                    <p:cond delay="0"/>
                                  </p:stCondLst>
                                  <p:childTnLst>
                                    <p:set>
                                      <p:cBhvr>
                                        <p:cTn id="86" dur="1" fill="hold">
                                          <p:stCondLst>
                                            <p:cond delay="0"/>
                                          </p:stCondLst>
                                        </p:cTn>
                                        <p:tgtEl>
                                          <p:spTgt spid="78"/>
                                        </p:tgtEl>
                                        <p:attrNameLst>
                                          <p:attrName>style.visibility</p:attrName>
                                        </p:attrNameLst>
                                      </p:cBhvr>
                                      <p:to>
                                        <p:strVal val="visible"/>
                                      </p:to>
                                    </p:set>
                                    <p:animEffect transition="in" filter="fade">
                                      <p:cBhvr>
                                        <p:cTn id="87" dur="750"/>
                                        <p:tgtEl>
                                          <p:spTgt spid="78"/>
                                        </p:tgtEl>
                                      </p:cBhvr>
                                    </p:animEffect>
                                    <p:anim calcmode="lin" valueType="num">
                                      <p:cBhvr>
                                        <p:cTn id="88" dur="750" fill="hold"/>
                                        <p:tgtEl>
                                          <p:spTgt spid="78"/>
                                        </p:tgtEl>
                                        <p:attrNameLst>
                                          <p:attrName>ppt_x</p:attrName>
                                        </p:attrNameLst>
                                      </p:cBhvr>
                                      <p:tavLst>
                                        <p:tav tm="0">
                                          <p:val>
                                            <p:strVal val="#ppt_x"/>
                                          </p:val>
                                        </p:tav>
                                        <p:tav tm="100000">
                                          <p:val>
                                            <p:strVal val="#ppt_x"/>
                                          </p:val>
                                        </p:tav>
                                      </p:tavLst>
                                    </p:anim>
                                    <p:anim calcmode="lin" valueType="num">
                                      <p:cBhvr>
                                        <p:cTn id="89" dur="750" fill="hold"/>
                                        <p:tgtEl>
                                          <p:spTgt spid="78"/>
                                        </p:tgtEl>
                                        <p:attrNameLst>
                                          <p:attrName>ppt_y</p:attrName>
                                        </p:attrNameLst>
                                      </p:cBhvr>
                                      <p:tavLst>
                                        <p:tav tm="0">
                                          <p:val>
                                            <p:strVal val="#ppt_y+.1"/>
                                          </p:val>
                                        </p:tav>
                                        <p:tav tm="100000">
                                          <p:val>
                                            <p:strVal val="#ppt_y"/>
                                          </p:val>
                                        </p:tav>
                                      </p:tavLst>
                                    </p:anim>
                                  </p:childTnLst>
                                </p:cTn>
                              </p:par>
                            </p:childTnLst>
                          </p:cTn>
                        </p:par>
                        <p:par>
                          <p:cTn id="90" fill="hold">
                            <p:stCondLst>
                              <p:cond delay="11049"/>
                            </p:stCondLst>
                            <p:childTnLst>
                              <p:par>
                                <p:cTn id="91" presetID="41" presetClass="entr" presetSubtype="0" fill="hold" grpId="0" nodeType="afterEffect">
                                  <p:stCondLst>
                                    <p:cond delay="0"/>
                                  </p:stCondLst>
                                  <p:iterate type="lt">
                                    <p:tmPct val="10000"/>
                                  </p:iterate>
                                  <p:childTnLst>
                                    <p:set>
                                      <p:cBhvr>
                                        <p:cTn id="92" dur="1" fill="hold">
                                          <p:stCondLst>
                                            <p:cond delay="0"/>
                                          </p:stCondLst>
                                        </p:cTn>
                                        <p:tgtEl>
                                          <p:spTgt spid="74"/>
                                        </p:tgtEl>
                                        <p:attrNameLst>
                                          <p:attrName>style.visibility</p:attrName>
                                        </p:attrNameLst>
                                      </p:cBhvr>
                                      <p:to>
                                        <p:strVal val="visible"/>
                                      </p:to>
                                    </p:set>
                                    <p:anim calcmode="lin" valueType="num">
                                      <p:cBhvr>
                                        <p:cTn id="93" dur="500" fill="hold"/>
                                        <p:tgtEl>
                                          <p:spTgt spid="74"/>
                                        </p:tgtEl>
                                        <p:attrNameLst>
                                          <p:attrName>ppt_x</p:attrName>
                                        </p:attrNameLst>
                                      </p:cBhvr>
                                      <p:tavLst>
                                        <p:tav tm="0">
                                          <p:val>
                                            <p:strVal val="#ppt_x"/>
                                          </p:val>
                                        </p:tav>
                                        <p:tav tm="50000">
                                          <p:val>
                                            <p:strVal val="#ppt_x+.1"/>
                                          </p:val>
                                        </p:tav>
                                        <p:tav tm="100000">
                                          <p:val>
                                            <p:strVal val="#ppt_x"/>
                                          </p:val>
                                        </p:tav>
                                      </p:tavLst>
                                    </p:anim>
                                    <p:anim calcmode="lin" valueType="num">
                                      <p:cBhvr>
                                        <p:cTn id="94" dur="500" fill="hold"/>
                                        <p:tgtEl>
                                          <p:spTgt spid="74"/>
                                        </p:tgtEl>
                                        <p:attrNameLst>
                                          <p:attrName>ppt_y</p:attrName>
                                        </p:attrNameLst>
                                      </p:cBhvr>
                                      <p:tavLst>
                                        <p:tav tm="0">
                                          <p:val>
                                            <p:strVal val="#ppt_y"/>
                                          </p:val>
                                        </p:tav>
                                        <p:tav tm="100000">
                                          <p:val>
                                            <p:strVal val="#ppt_y"/>
                                          </p:val>
                                        </p:tav>
                                      </p:tavLst>
                                    </p:anim>
                                    <p:anim calcmode="lin" valueType="num">
                                      <p:cBhvr>
                                        <p:cTn id="95" dur="500" fill="hold"/>
                                        <p:tgtEl>
                                          <p:spTgt spid="74"/>
                                        </p:tgtEl>
                                        <p:attrNameLst>
                                          <p:attrName>ppt_h</p:attrName>
                                        </p:attrNameLst>
                                      </p:cBhvr>
                                      <p:tavLst>
                                        <p:tav tm="0">
                                          <p:val>
                                            <p:strVal val="#ppt_h/10"/>
                                          </p:val>
                                        </p:tav>
                                        <p:tav tm="50000">
                                          <p:val>
                                            <p:strVal val="#ppt_h+.01"/>
                                          </p:val>
                                        </p:tav>
                                        <p:tav tm="100000">
                                          <p:val>
                                            <p:strVal val="#ppt_h"/>
                                          </p:val>
                                        </p:tav>
                                      </p:tavLst>
                                    </p:anim>
                                    <p:anim calcmode="lin" valueType="num">
                                      <p:cBhvr>
                                        <p:cTn id="96" dur="500" fill="hold"/>
                                        <p:tgtEl>
                                          <p:spTgt spid="74"/>
                                        </p:tgtEl>
                                        <p:attrNameLst>
                                          <p:attrName>ppt_w</p:attrName>
                                        </p:attrNameLst>
                                      </p:cBhvr>
                                      <p:tavLst>
                                        <p:tav tm="0">
                                          <p:val>
                                            <p:strVal val="#ppt_w/10"/>
                                          </p:val>
                                        </p:tav>
                                        <p:tav tm="50000">
                                          <p:val>
                                            <p:strVal val="#ppt_w+.01"/>
                                          </p:val>
                                        </p:tav>
                                        <p:tav tm="100000">
                                          <p:val>
                                            <p:strVal val="#ppt_w"/>
                                          </p:val>
                                        </p:tav>
                                      </p:tavLst>
                                    </p:anim>
                                    <p:animEffect transition="in" filter="fade">
                                      <p:cBhvr>
                                        <p:cTn id="97" dur="500" tmFilter="0,0; .5, 1; 1, 1"/>
                                        <p:tgtEl>
                                          <p:spTgt spid="74"/>
                                        </p:tgtEl>
                                      </p:cBhvr>
                                    </p:animEffect>
                                  </p:childTnLst>
                                </p:cTn>
                              </p:par>
                            </p:childTnLst>
                          </p:cTn>
                        </p:par>
                        <p:par>
                          <p:cTn id="98" fill="hold">
                            <p:stCondLst>
                              <p:cond delay="11399"/>
                            </p:stCondLst>
                            <p:childTnLst>
                              <p:par>
                                <p:cTn id="99" presetID="42" presetClass="entr" presetSubtype="0" fill="hold" grpId="0" nodeType="afterEffect">
                                  <p:stCondLst>
                                    <p:cond delay="0"/>
                                  </p:stCondLst>
                                  <p:childTnLst>
                                    <p:set>
                                      <p:cBhvr>
                                        <p:cTn id="100" dur="1" fill="hold">
                                          <p:stCondLst>
                                            <p:cond delay="0"/>
                                          </p:stCondLst>
                                        </p:cTn>
                                        <p:tgtEl>
                                          <p:spTgt spid="73"/>
                                        </p:tgtEl>
                                        <p:attrNameLst>
                                          <p:attrName>style.visibility</p:attrName>
                                        </p:attrNameLst>
                                      </p:cBhvr>
                                      <p:to>
                                        <p:strVal val="visible"/>
                                      </p:to>
                                    </p:set>
                                    <p:animEffect transition="in" filter="fade">
                                      <p:cBhvr>
                                        <p:cTn id="101" dur="750"/>
                                        <p:tgtEl>
                                          <p:spTgt spid="73"/>
                                        </p:tgtEl>
                                      </p:cBhvr>
                                    </p:animEffect>
                                    <p:anim calcmode="lin" valueType="num">
                                      <p:cBhvr>
                                        <p:cTn id="102" dur="750" fill="hold"/>
                                        <p:tgtEl>
                                          <p:spTgt spid="73"/>
                                        </p:tgtEl>
                                        <p:attrNameLst>
                                          <p:attrName>ppt_x</p:attrName>
                                        </p:attrNameLst>
                                      </p:cBhvr>
                                      <p:tavLst>
                                        <p:tav tm="0">
                                          <p:val>
                                            <p:strVal val="#ppt_x"/>
                                          </p:val>
                                        </p:tav>
                                        <p:tav tm="100000">
                                          <p:val>
                                            <p:strVal val="#ppt_x"/>
                                          </p:val>
                                        </p:tav>
                                      </p:tavLst>
                                    </p:anim>
                                    <p:anim calcmode="lin" valueType="num">
                                      <p:cBhvr>
                                        <p:cTn id="103" dur="750" fill="hold"/>
                                        <p:tgtEl>
                                          <p:spTgt spid="7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65" grpId="0"/>
      <p:bldP spid="69" grpId="0"/>
      <p:bldP spid="70" grpId="0"/>
      <p:bldP spid="71" grpId="0"/>
      <p:bldP spid="72" grpId="0"/>
      <p:bldP spid="73" grpId="0"/>
      <p:bldP spid="7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点击此处添加标题</a:t>
            </a:r>
            <a:endParaRPr lang="zh-CN" altLang="en-US" dirty="0"/>
          </a:p>
        </p:txBody>
      </p:sp>
      <p:grpSp>
        <p:nvGrpSpPr>
          <p:cNvPr id="3" name="文本1"/>
          <p:cNvGrpSpPr/>
          <p:nvPr/>
        </p:nvGrpSpPr>
        <p:grpSpPr>
          <a:xfrm>
            <a:off x="1475656" y="1370285"/>
            <a:ext cx="6361113" cy="836922"/>
            <a:chOff x="1393825" y="1474614"/>
            <a:chExt cx="6361113" cy="1115896"/>
          </a:xfrm>
        </p:grpSpPr>
        <p:sp>
          <p:nvSpPr>
            <p:cNvPr id="4" name="AutoShape 45"/>
            <p:cNvSpPr>
              <a:spLocks noChangeArrowheads="1"/>
            </p:cNvSpPr>
            <p:nvPr/>
          </p:nvSpPr>
          <p:spPr bwMode="gray">
            <a:xfrm>
              <a:off x="1393825" y="1474614"/>
              <a:ext cx="6361113" cy="1030288"/>
            </a:xfrm>
            <a:prstGeom prst="roundRect">
              <a:avLst>
                <a:gd name="adj" fmla="val 16667"/>
              </a:avLst>
            </a:prstGeom>
            <a:gradFill rotWithShape="1">
              <a:gsLst>
                <a:gs pos="0">
                  <a:srgbClr val="F9F9F9"/>
                </a:gs>
                <a:gs pos="100000">
                  <a:srgbClr val="EAEAEA"/>
                </a:gs>
              </a:gsLst>
              <a:lin ang="5400000" scaled="1"/>
            </a:gradFill>
            <a:ln w="19050">
              <a:solidFill>
                <a:srgbClr val="EAEAEA"/>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5" name="Text Box 64"/>
            <p:cNvSpPr txBox="1">
              <a:spLocks noChangeArrowheads="1"/>
            </p:cNvSpPr>
            <p:nvPr/>
          </p:nvSpPr>
          <p:spPr bwMode="black">
            <a:xfrm>
              <a:off x="1452563" y="1749254"/>
              <a:ext cx="6215781" cy="841256"/>
            </a:xfrm>
            <a:prstGeom prst="rect">
              <a:avLst/>
            </a:prstGeom>
            <a:noFill/>
            <a:ln>
              <a:noFill/>
            </a:ln>
            <a:effectLst/>
            <a:extLst>
              <a:ext uri="{909E8E84-426E-40DD-AFC4-6F175D3DCCD1}">
                <a14:hiddenFill xmlns:a14="http://schemas.microsoft.com/office/drawing/2010/main">
                  <a:gradFill rotWithShape="1">
                    <a:gsLst>
                      <a:gs pos="0">
                        <a:schemeClr val="accent2"/>
                      </a:gs>
                      <a:gs pos="100000">
                        <a:srgbClr val="95C583"/>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i="1">
                  <a:solidFill>
                    <a:schemeClr val="tx1"/>
                  </a:solidFill>
                  <a:latin typeface="Arial" panose="020B0604020202020204" pitchFamily="34" charset="0"/>
                </a:defRPr>
              </a:lvl1pPr>
              <a:lvl2pPr marL="742950" indent="-285750" eaLnBrk="0" hangingPunct="0">
                <a:defRPr i="1">
                  <a:solidFill>
                    <a:schemeClr val="tx1"/>
                  </a:solidFill>
                  <a:latin typeface="Arial" panose="020B0604020202020204" pitchFamily="34" charset="0"/>
                </a:defRPr>
              </a:lvl2pPr>
              <a:lvl3pPr marL="1143000" indent="-228600" eaLnBrk="0" hangingPunct="0">
                <a:defRPr i="1">
                  <a:solidFill>
                    <a:schemeClr val="tx1"/>
                  </a:solidFill>
                  <a:latin typeface="Arial" panose="020B0604020202020204" pitchFamily="34" charset="0"/>
                </a:defRPr>
              </a:lvl3pPr>
              <a:lvl4pPr marL="1600200" indent="-228600" eaLnBrk="0" hangingPunct="0">
                <a:defRPr i="1">
                  <a:solidFill>
                    <a:schemeClr val="tx1"/>
                  </a:solidFill>
                  <a:latin typeface="Arial" panose="020B0604020202020204" pitchFamily="34" charset="0"/>
                </a:defRPr>
              </a:lvl4pPr>
              <a:lvl5pPr marL="2057400" indent="-228600" eaLnBrk="0" hangingPunct="0">
                <a:defRPr i="1">
                  <a:solidFill>
                    <a:schemeClr val="tx1"/>
                  </a:solidFill>
                  <a:latin typeface="Arial" panose="020B0604020202020204" pitchFamily="34" charset="0"/>
                </a:defRPr>
              </a:lvl5pPr>
              <a:lvl6pPr marL="2514600" indent="-228600" eaLnBrk="0" fontAlgn="base" hangingPunct="0">
                <a:spcBef>
                  <a:spcPct val="0"/>
                </a:spcBef>
                <a:spcAft>
                  <a:spcPct val="0"/>
                </a:spcAft>
                <a:defRPr i="1">
                  <a:solidFill>
                    <a:schemeClr val="tx1"/>
                  </a:solidFill>
                  <a:latin typeface="Arial" panose="020B0604020202020204" pitchFamily="34" charset="0"/>
                </a:defRPr>
              </a:lvl6pPr>
              <a:lvl7pPr marL="2971800" indent="-228600" eaLnBrk="0" fontAlgn="base" hangingPunct="0">
                <a:spcBef>
                  <a:spcPct val="0"/>
                </a:spcBef>
                <a:spcAft>
                  <a:spcPct val="0"/>
                </a:spcAft>
                <a:defRPr i="1">
                  <a:solidFill>
                    <a:schemeClr val="tx1"/>
                  </a:solidFill>
                  <a:latin typeface="Arial" panose="020B0604020202020204" pitchFamily="34" charset="0"/>
                </a:defRPr>
              </a:lvl7pPr>
              <a:lvl8pPr marL="3429000" indent="-228600" eaLnBrk="0" fontAlgn="base" hangingPunct="0">
                <a:spcBef>
                  <a:spcPct val="0"/>
                </a:spcBef>
                <a:spcAft>
                  <a:spcPct val="0"/>
                </a:spcAft>
                <a:defRPr i="1">
                  <a:solidFill>
                    <a:schemeClr val="tx1"/>
                  </a:solidFill>
                  <a:latin typeface="Arial" panose="020B0604020202020204" pitchFamily="34" charset="0"/>
                </a:defRPr>
              </a:lvl8pPr>
              <a:lvl9pPr marL="3886200" indent="-228600" eaLnBrk="0" fontAlgn="base" hangingPunct="0">
                <a:spcBef>
                  <a:spcPct val="0"/>
                </a:spcBef>
                <a:spcAft>
                  <a:spcPct val="0"/>
                </a:spcAft>
                <a:defRPr i="1">
                  <a:solidFill>
                    <a:schemeClr val="tx1"/>
                  </a:solidFill>
                  <a:latin typeface="Arial" panose="020B0604020202020204" pitchFamily="34" charset="0"/>
                </a:defRPr>
              </a:lvl9pPr>
            </a:lstStyle>
            <a:p>
              <a:pPr marL="285750" marR="0" lvl="0" indent="-285750" algn="l" defTabSz="914400" rtl="0" eaLnBrk="1" fontAlgn="auto" latinLnBrk="0" hangingPunct="1">
                <a:lnSpc>
                  <a:spcPct val="100000"/>
                </a:lnSpc>
                <a:spcBef>
                  <a:spcPct val="50000"/>
                </a:spcBef>
                <a:spcAft>
                  <a:spcPts val="0"/>
                </a:spcAft>
                <a:buClrTx/>
                <a:buSzTx/>
                <a:buFont typeface="Arial" panose="020B0604020202020204" pitchFamily="34" charset="0"/>
                <a:buChar char="•"/>
                <a:defRPr/>
              </a:pPr>
              <a:r>
                <a:rPr kumimoji="0" lang="zh-CN" altLang="en-US" sz="1400" b="0" i="0" u="none" strike="noStrike" kern="0" cap="none" spc="0" normalizeH="0" baseline="0" noProof="0" dirty="0">
                  <a:ln>
                    <a:noFill/>
                  </a:ln>
                  <a:solidFill>
                    <a:srgbClr val="888888"/>
                  </a:solidFill>
                  <a:effectLst/>
                  <a:uLnTx/>
                  <a:uFillTx/>
                  <a:latin typeface="微软雅黑" panose="020B0503020204020204" pitchFamily="34" charset="-122"/>
                  <a:ea typeface="微软雅黑" panose="020B0503020204020204" pitchFamily="34" charset="-122"/>
                  <a:cs typeface="Arial" panose="020B0604020202020204" pitchFamily="34" charset="0"/>
                </a:rPr>
                <a:t>点击</a:t>
              </a:r>
              <a:r>
                <a:rPr kumimoji="0" lang="zh-CN" altLang="en-US" sz="1400" b="0" i="0" u="none" strike="noStrike" kern="0" cap="none" spc="0" normalizeH="0" baseline="0" noProof="0" dirty="0" smtClean="0">
                  <a:ln>
                    <a:noFill/>
                  </a:ln>
                  <a:solidFill>
                    <a:srgbClr val="888888"/>
                  </a:solidFill>
                  <a:effectLst/>
                  <a:uLnTx/>
                  <a:uFillTx/>
                  <a:latin typeface="微软雅黑" panose="020B0503020204020204" pitchFamily="34" charset="-122"/>
                  <a:ea typeface="微软雅黑" panose="020B0503020204020204" pitchFamily="34" charset="-122"/>
                  <a:cs typeface="Arial" panose="020B0604020202020204" pitchFamily="34" charset="0"/>
                </a:rPr>
                <a:t>这里添加文字</a:t>
              </a:r>
              <a:endParaRPr kumimoji="0" lang="en-US" altLang="zh-CN" sz="1400" b="0" i="0" u="none" strike="noStrike" kern="0" cap="none" spc="0" normalizeH="0" baseline="0" noProof="0" dirty="0" smtClean="0">
                <a:ln>
                  <a:noFill/>
                </a:ln>
                <a:solidFill>
                  <a:srgbClr val="888888"/>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285750" marR="0" lvl="0" indent="-285750" algn="l" defTabSz="914400" rtl="0" eaLnBrk="1" fontAlgn="auto" latinLnBrk="0" hangingPunct="1">
                <a:lnSpc>
                  <a:spcPct val="100000"/>
                </a:lnSpc>
                <a:spcBef>
                  <a:spcPct val="50000"/>
                </a:spcBef>
                <a:spcAft>
                  <a:spcPts val="0"/>
                </a:spcAft>
                <a:buClrTx/>
                <a:buSzTx/>
                <a:buFont typeface="Arial" panose="020B0604020202020204" pitchFamily="34" charset="0"/>
                <a:buChar char="•"/>
                <a:defRPr/>
              </a:pPr>
              <a:r>
                <a:rPr kumimoji="0" lang="zh-CN" altLang="en-US" sz="1400" b="0" i="0" u="none" strike="noStrike" kern="0" cap="none" spc="0" normalizeH="0" baseline="0" noProof="0" dirty="0">
                  <a:ln>
                    <a:noFill/>
                  </a:ln>
                  <a:solidFill>
                    <a:srgbClr val="888888"/>
                  </a:solidFill>
                  <a:effectLst/>
                  <a:uLnTx/>
                  <a:uFillTx/>
                  <a:latin typeface="微软雅黑" panose="020B0503020204020204" pitchFamily="34" charset="-122"/>
                  <a:ea typeface="微软雅黑" panose="020B0503020204020204" pitchFamily="34" charset="-122"/>
                  <a:cs typeface="Arial" panose="020B0604020202020204" pitchFamily="34" charset="0"/>
                </a:rPr>
                <a:t>点击</a:t>
              </a:r>
              <a:r>
                <a:rPr kumimoji="0" lang="zh-CN" altLang="en-US" sz="1400" b="0" i="0" u="none" strike="noStrike" kern="0" cap="none" spc="0" normalizeH="0" baseline="0" noProof="0" dirty="0" smtClean="0">
                  <a:ln>
                    <a:noFill/>
                  </a:ln>
                  <a:solidFill>
                    <a:srgbClr val="888888"/>
                  </a:solidFill>
                  <a:effectLst/>
                  <a:uLnTx/>
                  <a:uFillTx/>
                  <a:latin typeface="微软雅黑" panose="020B0503020204020204" pitchFamily="34" charset="-122"/>
                  <a:ea typeface="微软雅黑" panose="020B0503020204020204" pitchFamily="34" charset="-122"/>
                  <a:cs typeface="Arial" panose="020B0604020202020204" pitchFamily="34" charset="0"/>
                </a:rPr>
                <a:t>这里添加文字</a:t>
              </a:r>
              <a:endParaRPr kumimoji="0" lang="en-US" altLang="zh-CN" sz="1400" b="0" i="0" u="none" strike="noStrike" kern="0" cap="none" spc="0" normalizeH="0" baseline="0" noProof="0" dirty="0">
                <a:ln>
                  <a:noFill/>
                </a:ln>
                <a:solidFill>
                  <a:srgbClr val="888888"/>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6" name="深色1"/>
          <p:cNvGrpSpPr/>
          <p:nvPr/>
        </p:nvGrpSpPr>
        <p:grpSpPr>
          <a:xfrm>
            <a:off x="2307505" y="1203598"/>
            <a:ext cx="4686300" cy="371893"/>
            <a:chOff x="2225675" y="1524000"/>
            <a:chExt cx="4686300" cy="495856"/>
          </a:xfrm>
        </p:grpSpPr>
        <p:sp>
          <p:nvSpPr>
            <p:cNvPr id="7" name="AutoShape 57"/>
            <p:cNvSpPr>
              <a:spLocks noChangeArrowheads="1"/>
            </p:cNvSpPr>
            <p:nvPr/>
          </p:nvSpPr>
          <p:spPr bwMode="gray">
            <a:xfrm>
              <a:off x="2225675" y="1524000"/>
              <a:ext cx="4686300" cy="463549"/>
            </a:xfrm>
            <a:prstGeom prst="roundRect">
              <a:avLst>
                <a:gd name="adj" fmla="val 24658"/>
              </a:avLst>
            </a:prstGeom>
            <a:solidFill>
              <a:srgbClr val="DE0000"/>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sp>
          <p:nvSpPr>
            <p:cNvPr id="8" name="AutoShape 9"/>
            <p:cNvSpPr>
              <a:spLocks noChangeArrowheads="1"/>
            </p:cNvSpPr>
            <p:nvPr/>
          </p:nvSpPr>
          <p:spPr bwMode="auto">
            <a:xfrm>
              <a:off x="2339751" y="1530342"/>
              <a:ext cx="4464497" cy="225433"/>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gradFill rotWithShape="1">
              <a:gsLst>
                <a:gs pos="0">
                  <a:srgbClr val="2676FF">
                    <a:lumMod val="20000"/>
                    <a:lumOff val="80000"/>
                    <a:alpha val="40000"/>
                  </a:srgbClr>
                </a:gs>
                <a:gs pos="100000">
                  <a:srgbClr val="FFFFFF">
                    <a:alpha val="0"/>
                  </a:srgbClr>
                </a:gs>
              </a:gsLst>
              <a:lin ang="5400000" scaled="1"/>
            </a:gra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sp>
          <p:nvSpPr>
            <p:cNvPr id="9" name="Rectangle 61"/>
            <p:cNvSpPr>
              <a:spLocks noChangeArrowheads="1"/>
            </p:cNvSpPr>
            <p:nvPr/>
          </p:nvSpPr>
          <p:spPr bwMode="gray">
            <a:xfrm>
              <a:off x="3551575" y="1568451"/>
              <a:ext cx="2031325" cy="451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1" fontAlgn="auto" latinLnBrk="0" hangingPunct="1">
                <a:lnSpc>
                  <a:spcPct val="100000"/>
                </a:lnSpc>
                <a:spcBef>
                  <a:spcPct val="50000"/>
                </a:spcBef>
                <a:spcAft>
                  <a:spcPts val="0"/>
                </a:spcAft>
                <a:buClr>
                  <a:srgbClr val="1F3F5F"/>
                </a:buClr>
                <a:buSzTx/>
                <a:buFontTx/>
                <a:buNone/>
                <a:defRPr/>
              </a:pPr>
              <a:r>
                <a:rPr kumimoji="0" lang="zh-CN" altLang="en-US" sz="1600" b="1" i="0" u="none" strike="noStrike" kern="0" cap="none" spc="0" normalizeH="0" baseline="0" noProof="0" dirty="0" smtClean="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rPr>
                <a:t>在这里添加</a:t>
              </a:r>
              <a:r>
                <a:rPr kumimoji="0" lang="zh-CN" altLang="en-US" sz="16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rPr>
                <a:t>标题</a:t>
              </a:r>
              <a:r>
                <a:rPr kumimoji="0" lang="zh-CN" altLang="en-US" sz="1600" b="1" i="0" u="none" strike="noStrike" kern="0" cap="none" spc="0" normalizeH="0" baseline="0" noProof="0" dirty="0" smtClean="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rPr>
                <a:t>文字</a:t>
              </a:r>
              <a:endParaRPr kumimoji="0" lang="en-US" altLang="zh-CN" sz="16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10" name="文本2"/>
          <p:cNvGrpSpPr/>
          <p:nvPr/>
        </p:nvGrpSpPr>
        <p:grpSpPr>
          <a:xfrm>
            <a:off x="1475656" y="2533059"/>
            <a:ext cx="6361113" cy="845424"/>
            <a:chOff x="1393825" y="3024981"/>
            <a:chExt cx="6361113" cy="1127233"/>
          </a:xfrm>
        </p:grpSpPr>
        <p:sp>
          <p:nvSpPr>
            <p:cNvPr id="11" name="AutoShape 45"/>
            <p:cNvSpPr>
              <a:spLocks noChangeArrowheads="1"/>
            </p:cNvSpPr>
            <p:nvPr/>
          </p:nvSpPr>
          <p:spPr bwMode="gray">
            <a:xfrm>
              <a:off x="1393825" y="3024981"/>
              <a:ext cx="6361113" cy="1030288"/>
            </a:xfrm>
            <a:prstGeom prst="roundRect">
              <a:avLst>
                <a:gd name="adj" fmla="val 16667"/>
              </a:avLst>
            </a:prstGeom>
            <a:gradFill rotWithShape="1">
              <a:gsLst>
                <a:gs pos="0">
                  <a:srgbClr val="F9F9F9"/>
                </a:gs>
                <a:gs pos="100000">
                  <a:srgbClr val="EAEAEA"/>
                </a:gs>
              </a:gsLst>
              <a:lin ang="5400000" scaled="1"/>
            </a:gradFill>
            <a:ln w="19050">
              <a:solidFill>
                <a:srgbClr val="EAEAEA"/>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12" name="Text Box 64"/>
            <p:cNvSpPr txBox="1">
              <a:spLocks noChangeArrowheads="1"/>
            </p:cNvSpPr>
            <p:nvPr/>
          </p:nvSpPr>
          <p:spPr bwMode="black">
            <a:xfrm>
              <a:off x="1452563" y="3299620"/>
              <a:ext cx="6215781" cy="852594"/>
            </a:xfrm>
            <a:prstGeom prst="rect">
              <a:avLst/>
            </a:prstGeom>
            <a:noFill/>
            <a:ln>
              <a:noFill/>
            </a:ln>
            <a:effectLst/>
            <a:extLst>
              <a:ext uri="{909E8E84-426E-40DD-AFC4-6F175D3DCCD1}">
                <a14:hiddenFill xmlns:a14="http://schemas.microsoft.com/office/drawing/2010/main">
                  <a:gradFill rotWithShape="1">
                    <a:gsLst>
                      <a:gs pos="0">
                        <a:schemeClr val="accent2"/>
                      </a:gs>
                      <a:gs pos="100000">
                        <a:srgbClr val="95C583"/>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i="1">
                  <a:solidFill>
                    <a:schemeClr val="tx1"/>
                  </a:solidFill>
                  <a:latin typeface="Arial" panose="020B0604020202020204" pitchFamily="34" charset="0"/>
                </a:defRPr>
              </a:lvl1pPr>
              <a:lvl2pPr marL="742950" indent="-285750" eaLnBrk="0" hangingPunct="0">
                <a:defRPr i="1">
                  <a:solidFill>
                    <a:schemeClr val="tx1"/>
                  </a:solidFill>
                  <a:latin typeface="Arial" panose="020B0604020202020204" pitchFamily="34" charset="0"/>
                </a:defRPr>
              </a:lvl2pPr>
              <a:lvl3pPr marL="1143000" indent="-228600" eaLnBrk="0" hangingPunct="0">
                <a:defRPr i="1">
                  <a:solidFill>
                    <a:schemeClr val="tx1"/>
                  </a:solidFill>
                  <a:latin typeface="Arial" panose="020B0604020202020204" pitchFamily="34" charset="0"/>
                </a:defRPr>
              </a:lvl3pPr>
              <a:lvl4pPr marL="1600200" indent="-228600" eaLnBrk="0" hangingPunct="0">
                <a:defRPr i="1">
                  <a:solidFill>
                    <a:schemeClr val="tx1"/>
                  </a:solidFill>
                  <a:latin typeface="Arial" panose="020B0604020202020204" pitchFamily="34" charset="0"/>
                </a:defRPr>
              </a:lvl4pPr>
              <a:lvl5pPr marL="2057400" indent="-228600" eaLnBrk="0" hangingPunct="0">
                <a:defRPr i="1">
                  <a:solidFill>
                    <a:schemeClr val="tx1"/>
                  </a:solidFill>
                  <a:latin typeface="Arial" panose="020B0604020202020204" pitchFamily="34" charset="0"/>
                </a:defRPr>
              </a:lvl5pPr>
              <a:lvl6pPr marL="2514600" indent="-228600" eaLnBrk="0" fontAlgn="base" hangingPunct="0">
                <a:spcBef>
                  <a:spcPct val="0"/>
                </a:spcBef>
                <a:spcAft>
                  <a:spcPct val="0"/>
                </a:spcAft>
                <a:defRPr i="1">
                  <a:solidFill>
                    <a:schemeClr val="tx1"/>
                  </a:solidFill>
                  <a:latin typeface="Arial" panose="020B0604020202020204" pitchFamily="34" charset="0"/>
                </a:defRPr>
              </a:lvl6pPr>
              <a:lvl7pPr marL="2971800" indent="-228600" eaLnBrk="0" fontAlgn="base" hangingPunct="0">
                <a:spcBef>
                  <a:spcPct val="0"/>
                </a:spcBef>
                <a:spcAft>
                  <a:spcPct val="0"/>
                </a:spcAft>
                <a:defRPr i="1">
                  <a:solidFill>
                    <a:schemeClr val="tx1"/>
                  </a:solidFill>
                  <a:latin typeface="Arial" panose="020B0604020202020204" pitchFamily="34" charset="0"/>
                </a:defRPr>
              </a:lvl7pPr>
              <a:lvl8pPr marL="3429000" indent="-228600" eaLnBrk="0" fontAlgn="base" hangingPunct="0">
                <a:spcBef>
                  <a:spcPct val="0"/>
                </a:spcBef>
                <a:spcAft>
                  <a:spcPct val="0"/>
                </a:spcAft>
                <a:defRPr i="1">
                  <a:solidFill>
                    <a:schemeClr val="tx1"/>
                  </a:solidFill>
                  <a:latin typeface="Arial" panose="020B0604020202020204" pitchFamily="34" charset="0"/>
                </a:defRPr>
              </a:lvl8pPr>
              <a:lvl9pPr marL="3886200" indent="-228600" eaLnBrk="0" fontAlgn="base" hangingPunct="0">
                <a:spcBef>
                  <a:spcPct val="0"/>
                </a:spcBef>
                <a:spcAft>
                  <a:spcPct val="0"/>
                </a:spcAft>
                <a:defRPr i="1">
                  <a:solidFill>
                    <a:schemeClr val="tx1"/>
                  </a:solidFill>
                  <a:latin typeface="Arial" panose="020B0604020202020204" pitchFamily="34" charset="0"/>
                </a:defRPr>
              </a:lvl9pPr>
            </a:lstStyle>
            <a:p>
              <a:pPr marL="285750" marR="0" lvl="0" indent="-285750" algn="l" defTabSz="914400" rtl="0" eaLnBrk="1" fontAlgn="auto" latinLnBrk="0" hangingPunct="1">
                <a:lnSpc>
                  <a:spcPct val="100000"/>
                </a:lnSpc>
                <a:spcBef>
                  <a:spcPct val="50000"/>
                </a:spcBef>
                <a:spcAft>
                  <a:spcPts val="0"/>
                </a:spcAft>
                <a:buClrTx/>
                <a:buSzTx/>
                <a:buFont typeface="Arial" panose="020B0604020202020204" pitchFamily="34" charset="0"/>
                <a:buChar char="•"/>
                <a:defRPr/>
              </a:pPr>
              <a:r>
                <a:rPr kumimoji="0" lang="zh-CN" altLang="en-US" sz="1400" b="0" i="0" u="none" strike="noStrike" kern="0" cap="none" spc="0" normalizeH="0" baseline="0" noProof="0" dirty="0">
                  <a:ln>
                    <a:noFill/>
                  </a:ln>
                  <a:solidFill>
                    <a:srgbClr val="888888"/>
                  </a:solidFill>
                  <a:effectLst/>
                  <a:uLnTx/>
                  <a:uFillTx/>
                  <a:latin typeface="微软雅黑" panose="020B0503020204020204" pitchFamily="34" charset="-122"/>
                  <a:ea typeface="微软雅黑" panose="020B0503020204020204" pitchFamily="34" charset="-122"/>
                  <a:cs typeface="Arial" panose="020B0604020202020204" pitchFamily="34" charset="0"/>
                </a:rPr>
                <a:t>点击</a:t>
              </a:r>
              <a:r>
                <a:rPr kumimoji="0" lang="zh-CN" altLang="en-US" sz="1400" b="0" i="0" u="none" strike="noStrike" kern="0" cap="none" spc="0" normalizeH="0" baseline="0" noProof="0" dirty="0" smtClean="0">
                  <a:ln>
                    <a:noFill/>
                  </a:ln>
                  <a:solidFill>
                    <a:srgbClr val="888888"/>
                  </a:solidFill>
                  <a:effectLst/>
                  <a:uLnTx/>
                  <a:uFillTx/>
                  <a:latin typeface="微软雅黑" panose="020B0503020204020204" pitchFamily="34" charset="-122"/>
                  <a:ea typeface="微软雅黑" panose="020B0503020204020204" pitchFamily="34" charset="-122"/>
                  <a:cs typeface="Arial" panose="020B0604020202020204" pitchFamily="34" charset="0"/>
                </a:rPr>
                <a:t>这里添加文字</a:t>
              </a:r>
              <a:endParaRPr kumimoji="0" lang="en-US" altLang="zh-CN" sz="1400" b="0" i="0" u="none" strike="noStrike" kern="0" cap="none" spc="0" normalizeH="0" baseline="0" noProof="0" dirty="0" smtClean="0">
                <a:ln>
                  <a:noFill/>
                </a:ln>
                <a:solidFill>
                  <a:srgbClr val="888888"/>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285750" marR="0" lvl="0" indent="-285750" algn="l" defTabSz="914400" rtl="0" eaLnBrk="1" fontAlgn="auto" latinLnBrk="0" hangingPunct="1">
                <a:lnSpc>
                  <a:spcPct val="100000"/>
                </a:lnSpc>
                <a:spcBef>
                  <a:spcPct val="50000"/>
                </a:spcBef>
                <a:spcAft>
                  <a:spcPts val="0"/>
                </a:spcAft>
                <a:buClrTx/>
                <a:buSzTx/>
                <a:buFont typeface="Arial" panose="020B0604020202020204" pitchFamily="34" charset="0"/>
                <a:buChar char="•"/>
                <a:defRPr/>
              </a:pPr>
              <a:r>
                <a:rPr kumimoji="0" lang="zh-CN" altLang="en-US" sz="1400" b="0" i="0" u="none" strike="noStrike" kern="0" cap="none" spc="0" normalizeH="0" baseline="0" noProof="0" dirty="0">
                  <a:ln>
                    <a:noFill/>
                  </a:ln>
                  <a:solidFill>
                    <a:srgbClr val="888888"/>
                  </a:solidFill>
                  <a:effectLst/>
                  <a:uLnTx/>
                  <a:uFillTx/>
                  <a:latin typeface="微软雅黑" panose="020B0503020204020204" pitchFamily="34" charset="-122"/>
                  <a:ea typeface="微软雅黑" panose="020B0503020204020204" pitchFamily="34" charset="-122"/>
                  <a:cs typeface="Arial" panose="020B0604020202020204" pitchFamily="34" charset="0"/>
                </a:rPr>
                <a:t>亮亮图文旗舰店  https://liangliangtuwen.tmall.com</a:t>
              </a:r>
              <a:endParaRPr kumimoji="0" lang="zh-CN" altLang="en-US" sz="1400" b="0" i="0" u="none" strike="noStrike" kern="0" cap="none" spc="0" normalizeH="0" baseline="0" noProof="0" dirty="0">
                <a:ln>
                  <a:noFill/>
                </a:ln>
                <a:solidFill>
                  <a:srgbClr val="888888"/>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13" name="深色2"/>
          <p:cNvGrpSpPr/>
          <p:nvPr/>
        </p:nvGrpSpPr>
        <p:grpSpPr>
          <a:xfrm>
            <a:off x="2307505" y="2366373"/>
            <a:ext cx="4686300" cy="371893"/>
            <a:chOff x="2225675" y="1524000"/>
            <a:chExt cx="4686300" cy="495856"/>
          </a:xfrm>
        </p:grpSpPr>
        <p:sp>
          <p:nvSpPr>
            <p:cNvPr id="14" name="AutoShape 57"/>
            <p:cNvSpPr>
              <a:spLocks noChangeArrowheads="1"/>
            </p:cNvSpPr>
            <p:nvPr/>
          </p:nvSpPr>
          <p:spPr bwMode="gray">
            <a:xfrm>
              <a:off x="2225675" y="1524000"/>
              <a:ext cx="4686300" cy="463550"/>
            </a:xfrm>
            <a:prstGeom prst="roundRect">
              <a:avLst>
                <a:gd name="adj" fmla="val 24658"/>
              </a:avLst>
            </a:prstGeom>
            <a:solidFill>
              <a:srgbClr val="FF6E00"/>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sp>
          <p:nvSpPr>
            <p:cNvPr id="15" name="AutoShape 9"/>
            <p:cNvSpPr>
              <a:spLocks noChangeArrowheads="1"/>
            </p:cNvSpPr>
            <p:nvPr/>
          </p:nvSpPr>
          <p:spPr bwMode="auto">
            <a:xfrm>
              <a:off x="2339751" y="1530342"/>
              <a:ext cx="4464497" cy="225433"/>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gradFill rotWithShape="1">
              <a:gsLst>
                <a:gs pos="0">
                  <a:srgbClr val="2676FF">
                    <a:lumMod val="20000"/>
                    <a:lumOff val="80000"/>
                    <a:alpha val="40000"/>
                  </a:srgbClr>
                </a:gs>
                <a:gs pos="100000">
                  <a:srgbClr val="FFFFFF">
                    <a:alpha val="0"/>
                  </a:srgbClr>
                </a:gs>
              </a:gsLst>
              <a:lin ang="5400000" scaled="1"/>
            </a:gra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sp>
          <p:nvSpPr>
            <p:cNvPr id="16" name="Rectangle 61"/>
            <p:cNvSpPr>
              <a:spLocks noChangeArrowheads="1"/>
            </p:cNvSpPr>
            <p:nvPr/>
          </p:nvSpPr>
          <p:spPr bwMode="gray">
            <a:xfrm>
              <a:off x="3551575" y="1568451"/>
              <a:ext cx="2031325" cy="451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1" fontAlgn="auto" latinLnBrk="0" hangingPunct="1">
                <a:lnSpc>
                  <a:spcPct val="100000"/>
                </a:lnSpc>
                <a:spcBef>
                  <a:spcPct val="50000"/>
                </a:spcBef>
                <a:spcAft>
                  <a:spcPts val="0"/>
                </a:spcAft>
                <a:buClr>
                  <a:srgbClr val="1F3F5F"/>
                </a:buClr>
                <a:buSzTx/>
                <a:buFontTx/>
                <a:buNone/>
                <a:defRPr/>
              </a:pPr>
              <a:r>
                <a:rPr kumimoji="0" lang="zh-CN" altLang="en-US" sz="1600" b="1" i="0" u="none" strike="noStrike" kern="0" cap="none" spc="0" normalizeH="0" baseline="0" noProof="0" dirty="0" smtClean="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rPr>
                <a:t>在这里添加</a:t>
              </a:r>
              <a:r>
                <a:rPr kumimoji="0" lang="zh-CN" altLang="en-US" sz="16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rPr>
                <a:t>标题</a:t>
              </a:r>
              <a:r>
                <a:rPr kumimoji="0" lang="zh-CN" altLang="en-US" sz="1600" b="1" i="0" u="none" strike="noStrike" kern="0" cap="none" spc="0" normalizeH="0" baseline="0" noProof="0" dirty="0" smtClean="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rPr>
                <a:t>文字</a:t>
              </a:r>
              <a:endParaRPr kumimoji="0" lang="en-US" altLang="zh-CN" sz="16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17" name="文本3"/>
          <p:cNvGrpSpPr/>
          <p:nvPr/>
        </p:nvGrpSpPr>
        <p:grpSpPr>
          <a:xfrm>
            <a:off x="1475656" y="3695834"/>
            <a:ext cx="6361113" cy="836921"/>
            <a:chOff x="1393825" y="4575348"/>
            <a:chExt cx="6361113" cy="1115895"/>
          </a:xfrm>
        </p:grpSpPr>
        <p:sp>
          <p:nvSpPr>
            <p:cNvPr id="18" name="AutoShape 45"/>
            <p:cNvSpPr>
              <a:spLocks noChangeArrowheads="1"/>
            </p:cNvSpPr>
            <p:nvPr/>
          </p:nvSpPr>
          <p:spPr bwMode="gray">
            <a:xfrm>
              <a:off x="1393825" y="4575348"/>
              <a:ext cx="6361113" cy="1030288"/>
            </a:xfrm>
            <a:prstGeom prst="roundRect">
              <a:avLst>
                <a:gd name="adj" fmla="val 16667"/>
              </a:avLst>
            </a:prstGeom>
            <a:gradFill rotWithShape="1">
              <a:gsLst>
                <a:gs pos="0">
                  <a:srgbClr val="F9F9F9"/>
                </a:gs>
                <a:gs pos="100000">
                  <a:srgbClr val="EAEAEA"/>
                </a:gs>
              </a:gsLst>
              <a:lin ang="5400000" scaled="1"/>
            </a:gradFill>
            <a:ln w="19050">
              <a:solidFill>
                <a:srgbClr val="EAEAEA"/>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19" name="Text Box 64"/>
            <p:cNvSpPr txBox="1">
              <a:spLocks noChangeArrowheads="1"/>
            </p:cNvSpPr>
            <p:nvPr/>
          </p:nvSpPr>
          <p:spPr bwMode="black">
            <a:xfrm>
              <a:off x="1452563" y="4849987"/>
              <a:ext cx="6215781" cy="841256"/>
            </a:xfrm>
            <a:prstGeom prst="rect">
              <a:avLst/>
            </a:prstGeom>
            <a:noFill/>
            <a:ln>
              <a:noFill/>
            </a:ln>
            <a:effectLst/>
            <a:extLst>
              <a:ext uri="{909E8E84-426E-40DD-AFC4-6F175D3DCCD1}">
                <a14:hiddenFill xmlns:a14="http://schemas.microsoft.com/office/drawing/2010/main">
                  <a:gradFill rotWithShape="1">
                    <a:gsLst>
                      <a:gs pos="0">
                        <a:schemeClr val="accent2"/>
                      </a:gs>
                      <a:gs pos="100000">
                        <a:srgbClr val="95C583"/>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i="1">
                  <a:solidFill>
                    <a:schemeClr val="tx1"/>
                  </a:solidFill>
                  <a:latin typeface="Arial" panose="020B0604020202020204" pitchFamily="34" charset="0"/>
                </a:defRPr>
              </a:lvl1pPr>
              <a:lvl2pPr marL="742950" indent="-285750" eaLnBrk="0" hangingPunct="0">
                <a:defRPr i="1">
                  <a:solidFill>
                    <a:schemeClr val="tx1"/>
                  </a:solidFill>
                  <a:latin typeface="Arial" panose="020B0604020202020204" pitchFamily="34" charset="0"/>
                </a:defRPr>
              </a:lvl2pPr>
              <a:lvl3pPr marL="1143000" indent="-228600" eaLnBrk="0" hangingPunct="0">
                <a:defRPr i="1">
                  <a:solidFill>
                    <a:schemeClr val="tx1"/>
                  </a:solidFill>
                  <a:latin typeface="Arial" panose="020B0604020202020204" pitchFamily="34" charset="0"/>
                </a:defRPr>
              </a:lvl3pPr>
              <a:lvl4pPr marL="1600200" indent="-228600" eaLnBrk="0" hangingPunct="0">
                <a:defRPr i="1">
                  <a:solidFill>
                    <a:schemeClr val="tx1"/>
                  </a:solidFill>
                  <a:latin typeface="Arial" panose="020B0604020202020204" pitchFamily="34" charset="0"/>
                </a:defRPr>
              </a:lvl4pPr>
              <a:lvl5pPr marL="2057400" indent="-228600" eaLnBrk="0" hangingPunct="0">
                <a:defRPr i="1">
                  <a:solidFill>
                    <a:schemeClr val="tx1"/>
                  </a:solidFill>
                  <a:latin typeface="Arial" panose="020B0604020202020204" pitchFamily="34" charset="0"/>
                </a:defRPr>
              </a:lvl5pPr>
              <a:lvl6pPr marL="2514600" indent="-228600" eaLnBrk="0" fontAlgn="base" hangingPunct="0">
                <a:spcBef>
                  <a:spcPct val="0"/>
                </a:spcBef>
                <a:spcAft>
                  <a:spcPct val="0"/>
                </a:spcAft>
                <a:defRPr i="1">
                  <a:solidFill>
                    <a:schemeClr val="tx1"/>
                  </a:solidFill>
                  <a:latin typeface="Arial" panose="020B0604020202020204" pitchFamily="34" charset="0"/>
                </a:defRPr>
              </a:lvl6pPr>
              <a:lvl7pPr marL="2971800" indent="-228600" eaLnBrk="0" fontAlgn="base" hangingPunct="0">
                <a:spcBef>
                  <a:spcPct val="0"/>
                </a:spcBef>
                <a:spcAft>
                  <a:spcPct val="0"/>
                </a:spcAft>
                <a:defRPr i="1">
                  <a:solidFill>
                    <a:schemeClr val="tx1"/>
                  </a:solidFill>
                  <a:latin typeface="Arial" panose="020B0604020202020204" pitchFamily="34" charset="0"/>
                </a:defRPr>
              </a:lvl7pPr>
              <a:lvl8pPr marL="3429000" indent="-228600" eaLnBrk="0" fontAlgn="base" hangingPunct="0">
                <a:spcBef>
                  <a:spcPct val="0"/>
                </a:spcBef>
                <a:spcAft>
                  <a:spcPct val="0"/>
                </a:spcAft>
                <a:defRPr i="1">
                  <a:solidFill>
                    <a:schemeClr val="tx1"/>
                  </a:solidFill>
                  <a:latin typeface="Arial" panose="020B0604020202020204" pitchFamily="34" charset="0"/>
                </a:defRPr>
              </a:lvl8pPr>
              <a:lvl9pPr marL="3886200" indent="-228600" eaLnBrk="0" fontAlgn="base" hangingPunct="0">
                <a:spcBef>
                  <a:spcPct val="0"/>
                </a:spcBef>
                <a:spcAft>
                  <a:spcPct val="0"/>
                </a:spcAft>
                <a:defRPr i="1">
                  <a:solidFill>
                    <a:schemeClr val="tx1"/>
                  </a:solidFill>
                  <a:latin typeface="Arial" panose="020B0604020202020204" pitchFamily="34" charset="0"/>
                </a:defRPr>
              </a:lvl9pPr>
            </a:lstStyle>
            <a:p>
              <a:pPr marL="285750" marR="0" lvl="0" indent="-285750" algn="l" defTabSz="914400" rtl="0" eaLnBrk="1" fontAlgn="auto" latinLnBrk="0" hangingPunct="1">
                <a:lnSpc>
                  <a:spcPct val="100000"/>
                </a:lnSpc>
                <a:spcBef>
                  <a:spcPct val="50000"/>
                </a:spcBef>
                <a:spcAft>
                  <a:spcPts val="0"/>
                </a:spcAft>
                <a:buClrTx/>
                <a:buSzTx/>
                <a:buFont typeface="Arial" panose="020B0604020202020204" pitchFamily="34" charset="0"/>
                <a:buChar char="•"/>
                <a:defRPr/>
              </a:pPr>
              <a:r>
                <a:rPr kumimoji="0" lang="zh-CN" altLang="en-US" sz="1400" b="0" i="0" u="none" strike="noStrike" kern="0" cap="none" spc="0" normalizeH="0" baseline="0" noProof="0" dirty="0">
                  <a:ln>
                    <a:noFill/>
                  </a:ln>
                  <a:solidFill>
                    <a:srgbClr val="888888"/>
                  </a:solidFill>
                  <a:effectLst/>
                  <a:uLnTx/>
                  <a:uFillTx/>
                  <a:latin typeface="微软雅黑" panose="020B0503020204020204" pitchFamily="34" charset="-122"/>
                  <a:ea typeface="微软雅黑" panose="020B0503020204020204" pitchFamily="34" charset="-122"/>
                  <a:cs typeface="Arial" panose="020B0604020202020204" pitchFamily="34" charset="0"/>
                </a:rPr>
                <a:t>点击</a:t>
              </a:r>
              <a:r>
                <a:rPr kumimoji="0" lang="zh-CN" altLang="en-US" sz="1400" b="0" i="0" u="none" strike="noStrike" kern="0" cap="none" spc="0" normalizeH="0" baseline="0" noProof="0" dirty="0" smtClean="0">
                  <a:ln>
                    <a:noFill/>
                  </a:ln>
                  <a:solidFill>
                    <a:srgbClr val="888888"/>
                  </a:solidFill>
                  <a:effectLst/>
                  <a:uLnTx/>
                  <a:uFillTx/>
                  <a:latin typeface="微软雅黑" panose="020B0503020204020204" pitchFamily="34" charset="-122"/>
                  <a:ea typeface="微软雅黑" panose="020B0503020204020204" pitchFamily="34" charset="-122"/>
                  <a:cs typeface="Arial" panose="020B0604020202020204" pitchFamily="34" charset="0"/>
                </a:rPr>
                <a:t>这里添加文字</a:t>
              </a:r>
              <a:endParaRPr kumimoji="0" lang="en-US" altLang="zh-CN" sz="1400" b="0" i="0" u="none" strike="noStrike" kern="0" cap="none" spc="0" normalizeH="0" baseline="0" noProof="0" dirty="0" smtClean="0">
                <a:ln>
                  <a:noFill/>
                </a:ln>
                <a:solidFill>
                  <a:srgbClr val="888888"/>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285750" marR="0" lvl="0" indent="-285750" algn="l" defTabSz="914400" rtl="0" eaLnBrk="1" fontAlgn="auto" latinLnBrk="0" hangingPunct="1">
                <a:lnSpc>
                  <a:spcPct val="100000"/>
                </a:lnSpc>
                <a:spcBef>
                  <a:spcPct val="50000"/>
                </a:spcBef>
                <a:spcAft>
                  <a:spcPts val="0"/>
                </a:spcAft>
                <a:buClrTx/>
                <a:buSzTx/>
                <a:buFont typeface="Arial" panose="020B0604020202020204" pitchFamily="34" charset="0"/>
                <a:buChar char="•"/>
                <a:defRPr/>
              </a:pPr>
              <a:r>
                <a:rPr kumimoji="0" lang="zh-CN" altLang="en-US" sz="1400" b="0" i="0" u="none" strike="noStrike" kern="0" cap="none" spc="0" normalizeH="0" baseline="0" noProof="0" dirty="0">
                  <a:ln>
                    <a:noFill/>
                  </a:ln>
                  <a:solidFill>
                    <a:srgbClr val="888888"/>
                  </a:solidFill>
                  <a:effectLst/>
                  <a:uLnTx/>
                  <a:uFillTx/>
                  <a:latin typeface="微软雅黑" panose="020B0503020204020204" pitchFamily="34" charset="-122"/>
                  <a:ea typeface="微软雅黑" panose="020B0503020204020204" pitchFamily="34" charset="-122"/>
                  <a:cs typeface="Arial" panose="020B0604020202020204" pitchFamily="34" charset="0"/>
                </a:rPr>
                <a:t>点击</a:t>
              </a:r>
              <a:r>
                <a:rPr kumimoji="0" lang="zh-CN" altLang="en-US" sz="1400" b="0" i="0" u="none" strike="noStrike" kern="0" cap="none" spc="0" normalizeH="0" baseline="0" noProof="0" dirty="0" smtClean="0">
                  <a:ln>
                    <a:noFill/>
                  </a:ln>
                  <a:solidFill>
                    <a:srgbClr val="888888"/>
                  </a:solidFill>
                  <a:effectLst/>
                  <a:uLnTx/>
                  <a:uFillTx/>
                  <a:latin typeface="微软雅黑" panose="020B0503020204020204" pitchFamily="34" charset="-122"/>
                  <a:ea typeface="微软雅黑" panose="020B0503020204020204" pitchFamily="34" charset="-122"/>
                  <a:cs typeface="Arial" panose="020B0604020202020204" pitchFamily="34" charset="0"/>
                </a:rPr>
                <a:t>这里添加文字</a:t>
              </a:r>
              <a:endParaRPr kumimoji="0" lang="en-US" altLang="zh-CN" sz="1400" b="0" i="0" u="none" strike="noStrike" kern="0" cap="none" spc="0" normalizeH="0" baseline="0" noProof="0" dirty="0">
                <a:ln>
                  <a:noFill/>
                </a:ln>
                <a:solidFill>
                  <a:srgbClr val="888888"/>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20" name="深色3"/>
          <p:cNvGrpSpPr/>
          <p:nvPr/>
        </p:nvGrpSpPr>
        <p:grpSpPr>
          <a:xfrm>
            <a:off x="2307505" y="3529148"/>
            <a:ext cx="4686300" cy="371893"/>
            <a:chOff x="2225675" y="1524000"/>
            <a:chExt cx="4686300" cy="495856"/>
          </a:xfrm>
        </p:grpSpPr>
        <p:sp>
          <p:nvSpPr>
            <p:cNvPr id="21" name="AutoShape 57"/>
            <p:cNvSpPr>
              <a:spLocks noChangeArrowheads="1"/>
            </p:cNvSpPr>
            <p:nvPr/>
          </p:nvSpPr>
          <p:spPr bwMode="gray">
            <a:xfrm>
              <a:off x="2225675" y="1524000"/>
              <a:ext cx="4686300" cy="463550"/>
            </a:xfrm>
            <a:prstGeom prst="roundRect">
              <a:avLst>
                <a:gd name="adj" fmla="val 24658"/>
              </a:avLst>
            </a:prstGeom>
            <a:solidFill>
              <a:srgbClr val="FF9900"/>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sp>
          <p:nvSpPr>
            <p:cNvPr id="22" name="AutoShape 9"/>
            <p:cNvSpPr>
              <a:spLocks noChangeArrowheads="1"/>
            </p:cNvSpPr>
            <p:nvPr/>
          </p:nvSpPr>
          <p:spPr bwMode="auto">
            <a:xfrm>
              <a:off x="2339751" y="1530342"/>
              <a:ext cx="4464497" cy="225433"/>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gradFill rotWithShape="1">
              <a:gsLst>
                <a:gs pos="0">
                  <a:srgbClr val="2676FF">
                    <a:lumMod val="20000"/>
                    <a:lumOff val="80000"/>
                    <a:alpha val="40000"/>
                  </a:srgbClr>
                </a:gs>
                <a:gs pos="100000">
                  <a:srgbClr val="FFFFFF">
                    <a:alpha val="0"/>
                  </a:srgbClr>
                </a:gs>
              </a:gsLst>
              <a:lin ang="5400000" scaled="1"/>
            </a:gra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sp>
          <p:nvSpPr>
            <p:cNvPr id="23" name="Rectangle 61"/>
            <p:cNvSpPr>
              <a:spLocks noChangeArrowheads="1"/>
            </p:cNvSpPr>
            <p:nvPr/>
          </p:nvSpPr>
          <p:spPr bwMode="gray">
            <a:xfrm>
              <a:off x="3551575" y="1568451"/>
              <a:ext cx="2031325" cy="451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1" fontAlgn="auto" latinLnBrk="0" hangingPunct="1">
                <a:lnSpc>
                  <a:spcPct val="100000"/>
                </a:lnSpc>
                <a:spcBef>
                  <a:spcPct val="50000"/>
                </a:spcBef>
                <a:spcAft>
                  <a:spcPts val="0"/>
                </a:spcAft>
                <a:buClr>
                  <a:srgbClr val="1F3F5F"/>
                </a:buClr>
                <a:buSzTx/>
                <a:buFontTx/>
                <a:buNone/>
                <a:defRPr/>
              </a:pPr>
              <a:r>
                <a:rPr kumimoji="0" lang="zh-CN" altLang="en-US" sz="1600" b="1" i="0" u="none" strike="noStrike" kern="0" cap="none" spc="0" normalizeH="0" baseline="0" noProof="0" dirty="0" smtClean="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rPr>
                <a:t>在这里添加</a:t>
              </a:r>
              <a:r>
                <a:rPr kumimoji="0" lang="zh-CN" altLang="en-US" sz="16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rPr>
                <a:t>标题</a:t>
              </a:r>
              <a:r>
                <a:rPr kumimoji="0" lang="zh-CN" altLang="en-US" sz="1600" b="1" i="0" u="none" strike="noStrike" kern="0" cap="none" spc="0" normalizeH="0" baseline="0" noProof="0" dirty="0" smtClean="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rPr>
                <a:t>文字</a:t>
              </a:r>
              <a:endParaRPr kumimoji="0" lang="en-US" altLang="zh-CN" sz="16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par>
                          <p:cTn id="8" fill="hold">
                            <p:stCondLst>
                              <p:cond delay="500"/>
                            </p:stCondLst>
                            <p:childTnLst>
                              <p:par>
                                <p:cTn id="9" presetID="16" presetClass="entr" presetSubtype="37"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arn(outVertical)">
                                      <p:cBhvr>
                                        <p:cTn id="11" dur="500"/>
                                        <p:tgtEl>
                                          <p:spTgt spid="3"/>
                                        </p:tgtEl>
                                      </p:cBhvr>
                                    </p:animEffect>
                                  </p:childTnLst>
                                </p:cTn>
                              </p:par>
                            </p:childTnLst>
                          </p:cTn>
                        </p:par>
                        <p:par>
                          <p:cTn id="12" fill="hold">
                            <p:stCondLst>
                              <p:cond delay="1000"/>
                            </p:stCondLst>
                            <p:childTnLst>
                              <p:par>
                                <p:cTn id="13" presetID="16" presetClass="entr" presetSubtype="21"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barn(inVertical)">
                                      <p:cBhvr>
                                        <p:cTn id="15" dur="500"/>
                                        <p:tgtEl>
                                          <p:spTgt spid="13"/>
                                        </p:tgtEl>
                                      </p:cBhvr>
                                    </p:animEffect>
                                  </p:childTnLst>
                                </p:cTn>
                              </p:par>
                            </p:childTnLst>
                          </p:cTn>
                        </p:par>
                        <p:par>
                          <p:cTn id="16" fill="hold">
                            <p:stCondLst>
                              <p:cond delay="1500"/>
                            </p:stCondLst>
                            <p:childTnLst>
                              <p:par>
                                <p:cTn id="17" presetID="16" presetClass="entr" presetSubtype="37" fill="hold"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barn(outVertical)">
                                      <p:cBhvr>
                                        <p:cTn id="19" dur="500"/>
                                        <p:tgtEl>
                                          <p:spTgt spid="10"/>
                                        </p:tgtEl>
                                      </p:cBhvr>
                                    </p:animEffect>
                                  </p:childTnLst>
                                </p:cTn>
                              </p:par>
                            </p:childTnLst>
                          </p:cTn>
                        </p:par>
                        <p:par>
                          <p:cTn id="20" fill="hold">
                            <p:stCondLst>
                              <p:cond delay="2000"/>
                            </p:stCondLst>
                            <p:childTnLst>
                              <p:par>
                                <p:cTn id="21" presetID="16" presetClass="entr" presetSubtype="21" fill="hold" nodeType="after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barn(inVertical)">
                                      <p:cBhvr>
                                        <p:cTn id="23" dur="500"/>
                                        <p:tgtEl>
                                          <p:spTgt spid="20"/>
                                        </p:tgtEl>
                                      </p:cBhvr>
                                    </p:animEffect>
                                  </p:childTnLst>
                                </p:cTn>
                              </p:par>
                            </p:childTnLst>
                          </p:cTn>
                        </p:par>
                        <p:par>
                          <p:cTn id="24" fill="hold">
                            <p:stCondLst>
                              <p:cond delay="2500"/>
                            </p:stCondLst>
                            <p:childTnLst>
                              <p:par>
                                <p:cTn id="25" presetID="16" presetClass="entr" presetSubtype="37" fill="hold"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barn(outVertical)">
                                      <p:cBhvr>
                                        <p:cTn id="2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点击此处添加标题</a:t>
            </a:r>
            <a:endParaRPr lang="zh-CN" altLang="en-US" dirty="0"/>
          </a:p>
        </p:txBody>
      </p:sp>
      <p:sp>
        <p:nvSpPr>
          <p:cNvPr id="3" name="椭圆 2"/>
          <p:cNvSpPr/>
          <p:nvPr/>
        </p:nvSpPr>
        <p:spPr>
          <a:xfrm>
            <a:off x="3291599" y="1538681"/>
            <a:ext cx="2650091" cy="2585455"/>
          </a:xfrm>
          <a:prstGeom prst="ellipse">
            <a:avLst/>
          </a:prstGeom>
          <a:solidFill>
            <a:srgbClr val="C80000"/>
          </a:solidFill>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内容</a:t>
            </a:r>
            <a:endParaRPr kumimoji="0" lang="zh-CN" altLang="en-US"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nvGrpSpPr>
          <p:cNvPr id="4" name="组合 3"/>
          <p:cNvGrpSpPr/>
          <p:nvPr/>
        </p:nvGrpSpPr>
        <p:grpSpPr>
          <a:xfrm>
            <a:off x="2599409" y="1417933"/>
            <a:ext cx="1398549" cy="1398549"/>
            <a:chOff x="2270685" y="1963548"/>
            <a:chExt cx="1545717" cy="1545717"/>
          </a:xfrm>
        </p:grpSpPr>
        <p:sp>
          <p:nvSpPr>
            <p:cNvPr id="5" name="泪滴形 4"/>
            <p:cNvSpPr/>
            <p:nvPr/>
          </p:nvSpPr>
          <p:spPr>
            <a:xfrm rot="15133697">
              <a:off x="2270685" y="1963548"/>
              <a:ext cx="1545717" cy="1545717"/>
            </a:xfrm>
            <a:prstGeom prst="teardrop">
              <a:avLst/>
            </a:prstGeom>
            <a:solidFill>
              <a:srgbClr val="FF6E0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椭圆 5"/>
            <p:cNvSpPr/>
            <p:nvPr/>
          </p:nvSpPr>
          <p:spPr>
            <a:xfrm>
              <a:off x="2428860" y="2121724"/>
              <a:ext cx="1214446" cy="121444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内容</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7" name="组合 6"/>
          <p:cNvGrpSpPr/>
          <p:nvPr/>
        </p:nvGrpSpPr>
        <p:grpSpPr>
          <a:xfrm>
            <a:off x="3867654" y="793219"/>
            <a:ext cx="1398549" cy="1398549"/>
            <a:chOff x="3674696" y="1248545"/>
            <a:chExt cx="1545717" cy="1545717"/>
          </a:xfrm>
          <a:effectLst/>
        </p:grpSpPr>
        <p:sp>
          <p:nvSpPr>
            <p:cNvPr id="8" name="泪滴形 7"/>
            <p:cNvSpPr/>
            <p:nvPr/>
          </p:nvSpPr>
          <p:spPr>
            <a:xfrm rot="18825864">
              <a:off x="3674696" y="1248545"/>
              <a:ext cx="1545717" cy="1545717"/>
            </a:xfrm>
            <a:prstGeom prst="teardrop">
              <a:avLst/>
            </a:prstGeom>
            <a:solidFill>
              <a:srgbClr val="FFCC00"/>
            </a:solidFill>
            <a:ln w="57150">
              <a:solidFill>
                <a:schemeClr val="bg1"/>
              </a:solidFill>
            </a:ln>
            <a:effectLst/>
            <a:scene3d>
              <a:camera prst="orthographicFront">
                <a:rot lat="0" lon="0" rev="0"/>
              </a:camera>
              <a:lightRig rig="threePt" dir="t">
                <a:rot lat="0" lon="0" rev="1200000"/>
              </a:lightRig>
            </a:scene3d>
            <a:sp3d/>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9" name="椭圆 8"/>
            <p:cNvSpPr/>
            <p:nvPr/>
          </p:nvSpPr>
          <p:spPr>
            <a:xfrm>
              <a:off x="3833870" y="1395281"/>
              <a:ext cx="1214446" cy="121444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内容</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10" name="组合 9"/>
          <p:cNvGrpSpPr/>
          <p:nvPr/>
        </p:nvGrpSpPr>
        <p:grpSpPr>
          <a:xfrm>
            <a:off x="5176766" y="1387578"/>
            <a:ext cx="1398549" cy="1398549"/>
            <a:chOff x="5171906" y="1745625"/>
            <a:chExt cx="1545717" cy="1545717"/>
          </a:xfrm>
        </p:grpSpPr>
        <p:sp>
          <p:nvSpPr>
            <p:cNvPr id="11" name="泪滴形 10"/>
            <p:cNvSpPr/>
            <p:nvPr/>
          </p:nvSpPr>
          <p:spPr>
            <a:xfrm rot="521598">
              <a:off x="5171906" y="1745625"/>
              <a:ext cx="1545717" cy="1545717"/>
            </a:xfrm>
            <a:prstGeom prst="teardrop">
              <a:avLst/>
            </a:prstGeom>
            <a:solidFill>
              <a:srgbClr val="FF9933"/>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2" name="椭圆 11"/>
            <p:cNvSpPr/>
            <p:nvPr/>
          </p:nvSpPr>
          <p:spPr>
            <a:xfrm>
              <a:off x="5357818" y="1916927"/>
              <a:ext cx="1214446" cy="121444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内容</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13" name="组合 12"/>
          <p:cNvGrpSpPr/>
          <p:nvPr/>
        </p:nvGrpSpPr>
        <p:grpSpPr>
          <a:xfrm>
            <a:off x="5170696" y="2831408"/>
            <a:ext cx="1398549" cy="1398549"/>
            <a:chOff x="5316511" y="3342364"/>
            <a:chExt cx="1545717" cy="1545717"/>
          </a:xfrm>
        </p:grpSpPr>
        <p:sp>
          <p:nvSpPr>
            <p:cNvPr id="14" name="泪滴形 13"/>
            <p:cNvSpPr/>
            <p:nvPr/>
          </p:nvSpPr>
          <p:spPr>
            <a:xfrm rot="4505506">
              <a:off x="5316511" y="3342364"/>
              <a:ext cx="1545717" cy="1545717"/>
            </a:xfrm>
            <a:prstGeom prst="teardrop">
              <a:avLst/>
            </a:prstGeom>
            <a:solidFill>
              <a:srgbClr val="FF660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5" name="椭圆 14"/>
            <p:cNvSpPr/>
            <p:nvPr/>
          </p:nvSpPr>
          <p:spPr>
            <a:xfrm>
              <a:off x="5488819" y="3502796"/>
              <a:ext cx="1214446" cy="121444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内容</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16" name="组合 15"/>
          <p:cNvGrpSpPr/>
          <p:nvPr/>
        </p:nvGrpSpPr>
        <p:grpSpPr>
          <a:xfrm>
            <a:off x="3902451" y="3398916"/>
            <a:ext cx="1398549" cy="1398549"/>
            <a:chOff x="3925384" y="4127643"/>
            <a:chExt cx="1545717" cy="1545717"/>
          </a:xfrm>
        </p:grpSpPr>
        <p:sp>
          <p:nvSpPr>
            <p:cNvPr id="17" name="泪滴形 16"/>
            <p:cNvSpPr/>
            <p:nvPr/>
          </p:nvSpPr>
          <p:spPr>
            <a:xfrm rot="8197085">
              <a:off x="3925384" y="4127643"/>
              <a:ext cx="1545717" cy="1545717"/>
            </a:xfrm>
            <a:prstGeom prst="teardrop">
              <a:avLst/>
            </a:prstGeom>
            <a:solidFill>
              <a:srgbClr val="FF505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8" name="椭圆 17"/>
            <p:cNvSpPr/>
            <p:nvPr/>
          </p:nvSpPr>
          <p:spPr>
            <a:xfrm>
              <a:off x="4095872" y="4312364"/>
              <a:ext cx="1214446" cy="121444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内容</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19" name="组合 18"/>
          <p:cNvGrpSpPr/>
          <p:nvPr/>
        </p:nvGrpSpPr>
        <p:grpSpPr>
          <a:xfrm>
            <a:off x="2613124" y="2831408"/>
            <a:ext cx="1398549" cy="1398549"/>
            <a:chOff x="2497542" y="3507721"/>
            <a:chExt cx="1545717" cy="1545717"/>
          </a:xfrm>
        </p:grpSpPr>
        <p:sp>
          <p:nvSpPr>
            <p:cNvPr id="20" name="泪滴形 19"/>
            <p:cNvSpPr/>
            <p:nvPr/>
          </p:nvSpPr>
          <p:spPr>
            <a:xfrm rot="11090926">
              <a:off x="2497542" y="3507721"/>
              <a:ext cx="1545717" cy="1545717"/>
            </a:xfrm>
            <a:prstGeom prst="teardrop">
              <a:avLst/>
            </a:prstGeom>
            <a:solidFill>
              <a:srgbClr val="FF330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1" name="椭圆 20"/>
            <p:cNvSpPr/>
            <p:nvPr/>
          </p:nvSpPr>
          <p:spPr>
            <a:xfrm>
              <a:off x="2643174" y="3693360"/>
              <a:ext cx="1214446" cy="121444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内容</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22" name="Text Box 40"/>
          <p:cNvSpPr txBox="1">
            <a:spLocks noChangeArrowheads="1"/>
          </p:cNvSpPr>
          <p:nvPr/>
        </p:nvSpPr>
        <p:spPr bwMode="gray">
          <a:xfrm>
            <a:off x="-36512" y="2732596"/>
            <a:ext cx="3255336" cy="684546"/>
          </a:xfrm>
          <a:prstGeom prst="rect">
            <a:avLst/>
          </a:prstGeom>
          <a:noFill/>
          <a:ln w="9525">
            <a:noFill/>
            <a:miter lim="800000"/>
          </a:ln>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单击此处输入文字单击此处输入文字</a:t>
            </a:r>
            <a:endParaRPr kumimoji="0" lang="zh-CN" altLang="en-US" sz="11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单击此处输入文字单击此处输入文字</a:t>
            </a:r>
            <a:endParaRPr kumimoji="0" lang="zh-CN" altLang="en-US" sz="11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2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23" name="Rectangle 11"/>
          <p:cNvSpPr>
            <a:spLocks noChangeArrowheads="1"/>
          </p:cNvSpPr>
          <p:nvPr/>
        </p:nvSpPr>
        <p:spPr bwMode="gray">
          <a:xfrm>
            <a:off x="323528" y="2355726"/>
            <a:ext cx="2500330" cy="358775"/>
          </a:xfrm>
          <a:prstGeom prst="rect">
            <a:avLst/>
          </a:prstGeom>
          <a:noFill/>
          <a:ln>
            <a:noFill/>
          </a:ln>
        </p:spPr>
        <p:txBody>
          <a:bodyPr lIns="0" tIns="0" rIns="0" bIns="0"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单击此处输入</a:t>
            </a:r>
            <a:r>
              <a:rPr kumimoji="0" lang="zh-CN" altLang="en-US" sz="1600" b="1"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标题</a:t>
            </a:r>
            <a:endParaRPr kumimoji="0" lang="zh-CN" altLang="en-US" sz="1600" b="1"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24" name="Text Box 40"/>
          <p:cNvSpPr txBox="1">
            <a:spLocks noChangeArrowheads="1"/>
          </p:cNvSpPr>
          <p:nvPr/>
        </p:nvSpPr>
        <p:spPr bwMode="gray">
          <a:xfrm>
            <a:off x="6012160" y="2732596"/>
            <a:ext cx="3255336" cy="684546"/>
          </a:xfrm>
          <a:prstGeom prst="rect">
            <a:avLst/>
          </a:prstGeom>
          <a:noFill/>
          <a:ln w="9525">
            <a:noFill/>
            <a:miter lim="800000"/>
          </a:ln>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单击此处输入文字单击此处输入文字</a:t>
            </a:r>
            <a:endParaRPr kumimoji="0" lang="zh-CN" altLang="en-US" sz="11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单击此处输入文字单击此处输入文字</a:t>
            </a:r>
            <a:endParaRPr kumimoji="0" lang="zh-CN" altLang="en-US" sz="11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2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25" name="Rectangle 11"/>
          <p:cNvSpPr>
            <a:spLocks noChangeArrowheads="1"/>
          </p:cNvSpPr>
          <p:nvPr/>
        </p:nvSpPr>
        <p:spPr bwMode="gray">
          <a:xfrm>
            <a:off x="6242747" y="2355726"/>
            <a:ext cx="2500330" cy="358775"/>
          </a:xfrm>
          <a:prstGeom prst="rect">
            <a:avLst/>
          </a:prstGeom>
          <a:noFill/>
          <a:ln>
            <a:noFill/>
          </a:ln>
        </p:spPr>
        <p:txBody>
          <a:bodyPr lIns="0" tIns="0" rIns="0" bIns="0"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单击此处输入</a:t>
            </a:r>
            <a:r>
              <a:rPr kumimoji="0" lang="zh-CN" altLang="en-US" sz="1600" b="1"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标题</a:t>
            </a:r>
            <a:endParaRPr kumimoji="0" lang="zh-CN" altLang="en-US" sz="1600" b="1"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p:stCondLst>
                              <p:cond delay="500"/>
                            </p:stCondLst>
                            <p:childTnLst>
                              <p:par>
                                <p:cTn id="11" presetID="10" presetClass="entr" presetSubtype="0"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750"/>
                                        <p:tgtEl>
                                          <p:spTgt spid="7"/>
                                        </p:tgtEl>
                                      </p:cBhvr>
                                    </p:animEffect>
                                  </p:childTnLst>
                                </p:cTn>
                              </p:par>
                              <p:par>
                                <p:cTn id="14" presetID="10" presetClass="entr" presetSubtype="0" fill="hold" nodeType="withEffect">
                                  <p:stCondLst>
                                    <p:cond delay="25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750"/>
                                        <p:tgtEl>
                                          <p:spTgt spid="10"/>
                                        </p:tgtEl>
                                      </p:cBhvr>
                                    </p:animEffect>
                                  </p:childTnLst>
                                </p:cTn>
                              </p:par>
                              <p:par>
                                <p:cTn id="17" presetID="10" presetClass="entr" presetSubtype="0" fill="hold" nodeType="withEffect">
                                  <p:stCondLst>
                                    <p:cond delay="50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750"/>
                                        <p:tgtEl>
                                          <p:spTgt spid="13"/>
                                        </p:tgtEl>
                                      </p:cBhvr>
                                    </p:animEffect>
                                  </p:childTnLst>
                                </p:cTn>
                              </p:par>
                              <p:par>
                                <p:cTn id="20" presetID="10" presetClass="entr" presetSubtype="0" fill="hold" nodeType="withEffect">
                                  <p:stCondLst>
                                    <p:cond delay="75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750"/>
                                        <p:tgtEl>
                                          <p:spTgt spid="16"/>
                                        </p:tgtEl>
                                      </p:cBhvr>
                                    </p:animEffect>
                                  </p:childTnLst>
                                </p:cTn>
                              </p:par>
                              <p:par>
                                <p:cTn id="23" presetID="10" presetClass="entr" presetSubtype="0" fill="hold" nodeType="withEffect">
                                  <p:stCondLst>
                                    <p:cond delay="100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750"/>
                                        <p:tgtEl>
                                          <p:spTgt spid="19"/>
                                        </p:tgtEl>
                                      </p:cBhvr>
                                    </p:animEffect>
                                  </p:childTnLst>
                                </p:cTn>
                              </p:par>
                              <p:par>
                                <p:cTn id="26" presetID="10" presetClass="entr" presetSubtype="0" fill="hold" nodeType="withEffect">
                                  <p:stCondLst>
                                    <p:cond delay="125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750"/>
                                        <p:tgtEl>
                                          <p:spTgt spid="4"/>
                                        </p:tgtEl>
                                      </p:cBhvr>
                                    </p:animEffect>
                                  </p:childTnLst>
                                </p:cTn>
                              </p:par>
                            </p:childTnLst>
                          </p:cTn>
                        </p:par>
                        <p:par>
                          <p:cTn id="29" fill="hold">
                            <p:stCondLst>
                              <p:cond delay="1500"/>
                            </p:stCondLst>
                            <p:childTnLst>
                              <p:par>
                                <p:cTn id="30" presetID="41" presetClass="entr" presetSubtype="0" fill="hold" grpId="0" nodeType="afterEffect">
                                  <p:stCondLst>
                                    <p:cond delay="0"/>
                                  </p:stCondLst>
                                  <p:iterate type="lt">
                                    <p:tmPct val="10000"/>
                                  </p:iterate>
                                  <p:childTnLst>
                                    <p:set>
                                      <p:cBhvr>
                                        <p:cTn id="31" dur="1" fill="hold">
                                          <p:stCondLst>
                                            <p:cond delay="0"/>
                                          </p:stCondLst>
                                        </p:cTn>
                                        <p:tgtEl>
                                          <p:spTgt spid="23"/>
                                        </p:tgtEl>
                                        <p:attrNameLst>
                                          <p:attrName>style.visibility</p:attrName>
                                        </p:attrNameLst>
                                      </p:cBhvr>
                                      <p:to>
                                        <p:strVal val="visible"/>
                                      </p:to>
                                    </p:set>
                                    <p:anim calcmode="lin" valueType="num">
                                      <p:cBhvr>
                                        <p:cTn id="32" dur="750" fill="hold"/>
                                        <p:tgtEl>
                                          <p:spTgt spid="23"/>
                                        </p:tgtEl>
                                        <p:attrNameLst>
                                          <p:attrName>ppt_x</p:attrName>
                                        </p:attrNameLst>
                                      </p:cBhvr>
                                      <p:tavLst>
                                        <p:tav tm="0">
                                          <p:val>
                                            <p:strVal val="#ppt_x"/>
                                          </p:val>
                                        </p:tav>
                                        <p:tav tm="50000">
                                          <p:val>
                                            <p:strVal val="#ppt_x+.1"/>
                                          </p:val>
                                        </p:tav>
                                        <p:tav tm="100000">
                                          <p:val>
                                            <p:strVal val="#ppt_x"/>
                                          </p:val>
                                        </p:tav>
                                      </p:tavLst>
                                    </p:anim>
                                    <p:anim calcmode="lin" valueType="num">
                                      <p:cBhvr>
                                        <p:cTn id="33" dur="750" fill="hold"/>
                                        <p:tgtEl>
                                          <p:spTgt spid="23"/>
                                        </p:tgtEl>
                                        <p:attrNameLst>
                                          <p:attrName>ppt_y</p:attrName>
                                        </p:attrNameLst>
                                      </p:cBhvr>
                                      <p:tavLst>
                                        <p:tav tm="0">
                                          <p:val>
                                            <p:strVal val="#ppt_y"/>
                                          </p:val>
                                        </p:tav>
                                        <p:tav tm="100000">
                                          <p:val>
                                            <p:strVal val="#ppt_y"/>
                                          </p:val>
                                        </p:tav>
                                      </p:tavLst>
                                    </p:anim>
                                    <p:anim calcmode="lin" valueType="num">
                                      <p:cBhvr>
                                        <p:cTn id="34" dur="750" fill="hold"/>
                                        <p:tgtEl>
                                          <p:spTgt spid="23"/>
                                        </p:tgtEl>
                                        <p:attrNameLst>
                                          <p:attrName>ppt_h</p:attrName>
                                        </p:attrNameLst>
                                      </p:cBhvr>
                                      <p:tavLst>
                                        <p:tav tm="0">
                                          <p:val>
                                            <p:strVal val="#ppt_h/10"/>
                                          </p:val>
                                        </p:tav>
                                        <p:tav tm="50000">
                                          <p:val>
                                            <p:strVal val="#ppt_h+.01"/>
                                          </p:val>
                                        </p:tav>
                                        <p:tav tm="100000">
                                          <p:val>
                                            <p:strVal val="#ppt_h"/>
                                          </p:val>
                                        </p:tav>
                                      </p:tavLst>
                                    </p:anim>
                                    <p:anim calcmode="lin" valueType="num">
                                      <p:cBhvr>
                                        <p:cTn id="35" dur="750" fill="hold"/>
                                        <p:tgtEl>
                                          <p:spTgt spid="23"/>
                                        </p:tgtEl>
                                        <p:attrNameLst>
                                          <p:attrName>ppt_w</p:attrName>
                                        </p:attrNameLst>
                                      </p:cBhvr>
                                      <p:tavLst>
                                        <p:tav tm="0">
                                          <p:val>
                                            <p:strVal val="#ppt_w/10"/>
                                          </p:val>
                                        </p:tav>
                                        <p:tav tm="50000">
                                          <p:val>
                                            <p:strVal val="#ppt_w+.01"/>
                                          </p:val>
                                        </p:tav>
                                        <p:tav tm="100000">
                                          <p:val>
                                            <p:strVal val="#ppt_w"/>
                                          </p:val>
                                        </p:tav>
                                      </p:tavLst>
                                    </p:anim>
                                    <p:animEffect transition="in" filter="fade">
                                      <p:cBhvr>
                                        <p:cTn id="36" dur="750" tmFilter="0,0; .5, 1; 1, 1"/>
                                        <p:tgtEl>
                                          <p:spTgt spid="23"/>
                                        </p:tgtEl>
                                      </p:cBhvr>
                                    </p:animEffect>
                                  </p:childTnLst>
                                </p:cTn>
                              </p:par>
                            </p:childTnLst>
                          </p:cTn>
                        </p:par>
                        <p:par>
                          <p:cTn id="37" fill="hold">
                            <p:stCondLst>
                              <p:cond delay="3775"/>
                            </p:stCondLst>
                            <p:childTnLst>
                              <p:par>
                                <p:cTn id="38" presetID="42" presetClass="entr" presetSubtype="0" fill="hold" grpId="0" nodeType="after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750"/>
                                        <p:tgtEl>
                                          <p:spTgt spid="22"/>
                                        </p:tgtEl>
                                      </p:cBhvr>
                                    </p:animEffect>
                                    <p:anim calcmode="lin" valueType="num">
                                      <p:cBhvr>
                                        <p:cTn id="41" dur="750" fill="hold"/>
                                        <p:tgtEl>
                                          <p:spTgt spid="22"/>
                                        </p:tgtEl>
                                        <p:attrNameLst>
                                          <p:attrName>ppt_x</p:attrName>
                                        </p:attrNameLst>
                                      </p:cBhvr>
                                      <p:tavLst>
                                        <p:tav tm="0">
                                          <p:val>
                                            <p:strVal val="#ppt_x"/>
                                          </p:val>
                                        </p:tav>
                                        <p:tav tm="100000">
                                          <p:val>
                                            <p:strVal val="#ppt_x"/>
                                          </p:val>
                                        </p:tav>
                                      </p:tavLst>
                                    </p:anim>
                                    <p:anim calcmode="lin" valueType="num">
                                      <p:cBhvr>
                                        <p:cTn id="42" dur="750" fill="hold"/>
                                        <p:tgtEl>
                                          <p:spTgt spid="22"/>
                                        </p:tgtEl>
                                        <p:attrNameLst>
                                          <p:attrName>ppt_y</p:attrName>
                                        </p:attrNameLst>
                                      </p:cBhvr>
                                      <p:tavLst>
                                        <p:tav tm="0">
                                          <p:val>
                                            <p:strVal val="#ppt_y+.1"/>
                                          </p:val>
                                        </p:tav>
                                        <p:tav tm="100000">
                                          <p:val>
                                            <p:strVal val="#ppt_y"/>
                                          </p:val>
                                        </p:tav>
                                      </p:tavLst>
                                    </p:anim>
                                  </p:childTnLst>
                                </p:cTn>
                              </p:par>
                            </p:childTnLst>
                          </p:cTn>
                        </p:par>
                        <p:par>
                          <p:cTn id="43" fill="hold">
                            <p:stCondLst>
                              <p:cond delay="4775"/>
                            </p:stCondLst>
                            <p:childTnLst>
                              <p:par>
                                <p:cTn id="44" presetID="41" presetClass="entr" presetSubtype="0" fill="hold" grpId="0" nodeType="afterEffect">
                                  <p:stCondLst>
                                    <p:cond delay="0"/>
                                  </p:stCondLst>
                                  <p:iterate type="lt">
                                    <p:tmPct val="10000"/>
                                  </p:iterate>
                                  <p:childTnLst>
                                    <p:set>
                                      <p:cBhvr>
                                        <p:cTn id="45" dur="1" fill="hold">
                                          <p:stCondLst>
                                            <p:cond delay="0"/>
                                          </p:stCondLst>
                                        </p:cTn>
                                        <p:tgtEl>
                                          <p:spTgt spid="25"/>
                                        </p:tgtEl>
                                        <p:attrNameLst>
                                          <p:attrName>style.visibility</p:attrName>
                                        </p:attrNameLst>
                                      </p:cBhvr>
                                      <p:to>
                                        <p:strVal val="visible"/>
                                      </p:to>
                                    </p:set>
                                    <p:anim calcmode="lin" valueType="num">
                                      <p:cBhvr>
                                        <p:cTn id="46" dur="500" fill="hold"/>
                                        <p:tgtEl>
                                          <p:spTgt spid="25"/>
                                        </p:tgtEl>
                                        <p:attrNameLst>
                                          <p:attrName>ppt_x</p:attrName>
                                        </p:attrNameLst>
                                      </p:cBhvr>
                                      <p:tavLst>
                                        <p:tav tm="0">
                                          <p:val>
                                            <p:strVal val="#ppt_x"/>
                                          </p:val>
                                        </p:tav>
                                        <p:tav tm="50000">
                                          <p:val>
                                            <p:strVal val="#ppt_x+.1"/>
                                          </p:val>
                                        </p:tav>
                                        <p:tav tm="100000">
                                          <p:val>
                                            <p:strVal val="#ppt_x"/>
                                          </p:val>
                                        </p:tav>
                                      </p:tavLst>
                                    </p:anim>
                                    <p:anim calcmode="lin" valueType="num">
                                      <p:cBhvr>
                                        <p:cTn id="47" dur="500" fill="hold"/>
                                        <p:tgtEl>
                                          <p:spTgt spid="25"/>
                                        </p:tgtEl>
                                        <p:attrNameLst>
                                          <p:attrName>ppt_y</p:attrName>
                                        </p:attrNameLst>
                                      </p:cBhvr>
                                      <p:tavLst>
                                        <p:tav tm="0">
                                          <p:val>
                                            <p:strVal val="#ppt_y"/>
                                          </p:val>
                                        </p:tav>
                                        <p:tav tm="100000">
                                          <p:val>
                                            <p:strVal val="#ppt_y"/>
                                          </p:val>
                                        </p:tav>
                                      </p:tavLst>
                                    </p:anim>
                                    <p:anim calcmode="lin" valueType="num">
                                      <p:cBhvr>
                                        <p:cTn id="48" dur="500" fill="hold"/>
                                        <p:tgtEl>
                                          <p:spTgt spid="25"/>
                                        </p:tgtEl>
                                        <p:attrNameLst>
                                          <p:attrName>ppt_h</p:attrName>
                                        </p:attrNameLst>
                                      </p:cBhvr>
                                      <p:tavLst>
                                        <p:tav tm="0">
                                          <p:val>
                                            <p:strVal val="#ppt_h/10"/>
                                          </p:val>
                                        </p:tav>
                                        <p:tav tm="50000">
                                          <p:val>
                                            <p:strVal val="#ppt_h+.01"/>
                                          </p:val>
                                        </p:tav>
                                        <p:tav tm="100000">
                                          <p:val>
                                            <p:strVal val="#ppt_h"/>
                                          </p:val>
                                        </p:tav>
                                      </p:tavLst>
                                    </p:anim>
                                    <p:anim calcmode="lin" valueType="num">
                                      <p:cBhvr>
                                        <p:cTn id="49" dur="500" fill="hold"/>
                                        <p:tgtEl>
                                          <p:spTgt spid="25"/>
                                        </p:tgtEl>
                                        <p:attrNameLst>
                                          <p:attrName>ppt_w</p:attrName>
                                        </p:attrNameLst>
                                      </p:cBhvr>
                                      <p:tavLst>
                                        <p:tav tm="0">
                                          <p:val>
                                            <p:strVal val="#ppt_w/10"/>
                                          </p:val>
                                        </p:tav>
                                        <p:tav tm="50000">
                                          <p:val>
                                            <p:strVal val="#ppt_w+.01"/>
                                          </p:val>
                                        </p:tav>
                                        <p:tav tm="100000">
                                          <p:val>
                                            <p:strVal val="#ppt_w"/>
                                          </p:val>
                                        </p:tav>
                                      </p:tavLst>
                                    </p:anim>
                                    <p:animEffect transition="in" filter="fade">
                                      <p:cBhvr>
                                        <p:cTn id="50" dur="500" tmFilter="0,0; .5, 1; 1, 1"/>
                                        <p:tgtEl>
                                          <p:spTgt spid="25"/>
                                        </p:tgtEl>
                                      </p:cBhvr>
                                    </p:animEffect>
                                  </p:childTnLst>
                                </p:cTn>
                              </p:par>
                            </p:childTnLst>
                          </p:cTn>
                        </p:par>
                        <p:par>
                          <p:cTn id="51" fill="hold">
                            <p:stCondLst>
                              <p:cond delay="5375"/>
                            </p:stCondLst>
                            <p:childTnLst>
                              <p:par>
                                <p:cTn id="52" presetID="42" presetClass="entr" presetSubtype="0" fill="hold" grpId="0" nodeType="after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750"/>
                                        <p:tgtEl>
                                          <p:spTgt spid="24"/>
                                        </p:tgtEl>
                                      </p:cBhvr>
                                    </p:animEffect>
                                    <p:anim calcmode="lin" valueType="num">
                                      <p:cBhvr>
                                        <p:cTn id="55" dur="750" fill="hold"/>
                                        <p:tgtEl>
                                          <p:spTgt spid="24"/>
                                        </p:tgtEl>
                                        <p:attrNameLst>
                                          <p:attrName>ppt_x</p:attrName>
                                        </p:attrNameLst>
                                      </p:cBhvr>
                                      <p:tavLst>
                                        <p:tav tm="0">
                                          <p:val>
                                            <p:strVal val="#ppt_x"/>
                                          </p:val>
                                        </p:tav>
                                        <p:tav tm="100000">
                                          <p:val>
                                            <p:strVal val="#ppt_x"/>
                                          </p:val>
                                        </p:tav>
                                      </p:tavLst>
                                    </p:anim>
                                    <p:anim calcmode="lin" valueType="num">
                                      <p:cBhvr>
                                        <p:cTn id="56" dur="75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2" grpId="0"/>
      <p:bldP spid="23" grpId="0"/>
      <p:bldP spid="24" grpId="0"/>
      <p:bldP spid="2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点击此处添加标题</a:t>
            </a:r>
            <a:endParaRPr lang="zh-CN" altLang="en-US" dirty="0"/>
          </a:p>
        </p:txBody>
      </p:sp>
      <p:grpSp>
        <p:nvGrpSpPr>
          <p:cNvPr id="3" name="组合 2"/>
          <p:cNvGrpSpPr/>
          <p:nvPr/>
        </p:nvGrpSpPr>
        <p:grpSpPr>
          <a:xfrm>
            <a:off x="4755916" y="1699121"/>
            <a:ext cx="3294347" cy="1872851"/>
            <a:chOff x="4734037" y="2628379"/>
            <a:chExt cx="3294347" cy="1872851"/>
          </a:xfrm>
          <a:solidFill>
            <a:schemeClr val="accent3"/>
          </a:solidFill>
        </p:grpSpPr>
        <p:sp>
          <p:nvSpPr>
            <p:cNvPr id="4" name="AutoShape 3"/>
            <p:cNvSpPr>
              <a:spLocks noChangeArrowheads="1"/>
            </p:cNvSpPr>
            <p:nvPr/>
          </p:nvSpPr>
          <p:spPr bwMode="gray">
            <a:xfrm>
              <a:off x="4734037" y="2628379"/>
              <a:ext cx="3294347" cy="1872851"/>
            </a:xfrm>
            <a:prstGeom prst="rightArrow">
              <a:avLst>
                <a:gd name="adj1" fmla="val 64000"/>
                <a:gd name="adj2" fmla="val 37599"/>
              </a:avLst>
            </a:prstGeom>
            <a:solidFill>
              <a:srgbClr val="FF9900"/>
            </a:solidFill>
            <a:ln w="25400" algn="ctr">
              <a:noFill/>
              <a:miter lim="800000"/>
            </a:ln>
          </p:spPr>
          <p:txBody>
            <a:bodyPr lIns="45720" tIns="44450" rIns="45720" bIns="44450" anchor="ctr" anchorCtr="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TW" altLang="en-US" sz="1800" b="0" i="0" u="none" strike="noStrike" kern="0" cap="none" spc="0" normalizeH="0" baseline="0" noProof="0" smtClean="0">
                <a:ln>
                  <a:noFill/>
                </a:ln>
                <a:solidFill>
                  <a:sysClr val="windowText" lastClr="000000"/>
                </a:solidFill>
                <a:effectLst/>
                <a:uLnTx/>
                <a:uFillTx/>
                <a:latin typeface="Calibri" panose="020F0502020204030204"/>
                <a:ea typeface="PMingLiU" panose="02020500000000000000" pitchFamily="18" charset="-120"/>
                <a:cs typeface="+mn-cs"/>
              </a:endParaRPr>
            </a:p>
          </p:txBody>
        </p:sp>
        <p:sp>
          <p:nvSpPr>
            <p:cNvPr id="5" name="TextBox 11"/>
            <p:cNvSpPr txBox="1">
              <a:spLocks noChangeArrowheads="1"/>
            </p:cNvSpPr>
            <p:nvPr/>
          </p:nvSpPr>
          <p:spPr bwMode="auto">
            <a:xfrm flipH="1">
              <a:off x="5699417" y="3356992"/>
              <a:ext cx="1752902" cy="400110"/>
            </a:xfrm>
            <a:prstGeom prst="rect">
              <a:avLst/>
            </a:prstGeom>
            <a:noFill/>
            <a:ln>
              <a:noFill/>
            </a:ln>
            <a:effec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点击添加标题    </a:t>
              </a:r>
              <a:endParaRPr kumimoji="0" lang="en-US" altLang="zh-CN" sz="2000" b="1" i="0" u="none" strike="noStrike" kern="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6" name="AutoShape 5"/>
          <p:cNvSpPr>
            <a:spLocks noChangeArrowheads="1"/>
          </p:cNvSpPr>
          <p:nvPr/>
        </p:nvSpPr>
        <p:spPr bwMode="auto">
          <a:xfrm>
            <a:off x="4757405" y="2043144"/>
            <a:ext cx="963892" cy="662685"/>
          </a:xfrm>
          <a:custGeom>
            <a:avLst/>
            <a:gdLst>
              <a:gd name="connsiteX0" fmla="*/ 0 w 959131"/>
              <a:gd name="connsiteY0" fmla="*/ 641255 h 641255"/>
              <a:gd name="connsiteX1" fmla="*/ 0 w 959131"/>
              <a:gd name="connsiteY1" fmla="*/ 0 h 641255"/>
              <a:gd name="connsiteX2" fmla="*/ 959131 w 959131"/>
              <a:gd name="connsiteY2" fmla="*/ 641255 h 641255"/>
              <a:gd name="connsiteX3" fmla="*/ 0 w 959131"/>
              <a:gd name="connsiteY3" fmla="*/ 641255 h 641255"/>
              <a:gd name="connsiteX0-1" fmla="*/ 0 w 963893"/>
              <a:gd name="connsiteY0-2" fmla="*/ 641255 h 655542"/>
              <a:gd name="connsiteX1-3" fmla="*/ 0 w 963893"/>
              <a:gd name="connsiteY1-4" fmla="*/ 0 h 655542"/>
              <a:gd name="connsiteX2-5" fmla="*/ 963893 w 963893"/>
              <a:gd name="connsiteY2-6" fmla="*/ 655542 h 655542"/>
              <a:gd name="connsiteX3-7" fmla="*/ 0 w 963893"/>
              <a:gd name="connsiteY3-8" fmla="*/ 641255 h 655542"/>
              <a:gd name="connsiteX0-9" fmla="*/ 0 w 963893"/>
              <a:gd name="connsiteY0-10" fmla="*/ 660305 h 660305"/>
              <a:gd name="connsiteX1-11" fmla="*/ 0 w 963893"/>
              <a:gd name="connsiteY1-12" fmla="*/ 0 h 660305"/>
              <a:gd name="connsiteX2-13" fmla="*/ 963893 w 963893"/>
              <a:gd name="connsiteY2-14" fmla="*/ 655542 h 660305"/>
              <a:gd name="connsiteX3-15" fmla="*/ 0 w 963893"/>
              <a:gd name="connsiteY3-16" fmla="*/ 660305 h 660305"/>
              <a:gd name="connsiteX0-17" fmla="*/ 0 w 966274"/>
              <a:gd name="connsiteY0-18" fmla="*/ 660305 h 660305"/>
              <a:gd name="connsiteX1-19" fmla="*/ 0 w 966274"/>
              <a:gd name="connsiteY1-20" fmla="*/ 0 h 660305"/>
              <a:gd name="connsiteX2-21" fmla="*/ 966274 w 966274"/>
              <a:gd name="connsiteY2-22" fmla="*/ 657923 h 660305"/>
              <a:gd name="connsiteX3-23" fmla="*/ 0 w 966274"/>
              <a:gd name="connsiteY3-24" fmla="*/ 660305 h 660305"/>
              <a:gd name="connsiteX0-25" fmla="*/ 0 w 959130"/>
              <a:gd name="connsiteY0-26" fmla="*/ 660305 h 660305"/>
              <a:gd name="connsiteX1-27" fmla="*/ 0 w 959130"/>
              <a:gd name="connsiteY1-28" fmla="*/ 0 h 660305"/>
              <a:gd name="connsiteX2-29" fmla="*/ 959130 w 959130"/>
              <a:gd name="connsiteY2-30" fmla="*/ 657923 h 660305"/>
              <a:gd name="connsiteX3-31" fmla="*/ 0 w 959130"/>
              <a:gd name="connsiteY3-32" fmla="*/ 660305 h 660305"/>
              <a:gd name="connsiteX0-33" fmla="*/ 0 w 963892"/>
              <a:gd name="connsiteY0-34" fmla="*/ 660305 h 662685"/>
              <a:gd name="connsiteX1-35" fmla="*/ 0 w 963892"/>
              <a:gd name="connsiteY1-36" fmla="*/ 0 h 662685"/>
              <a:gd name="connsiteX2-37" fmla="*/ 963892 w 963892"/>
              <a:gd name="connsiteY2-38" fmla="*/ 662685 h 662685"/>
              <a:gd name="connsiteX3-39" fmla="*/ 0 w 963892"/>
              <a:gd name="connsiteY3-40" fmla="*/ 660305 h 662685"/>
            </a:gdLst>
            <a:ahLst/>
            <a:cxnLst>
              <a:cxn ang="0">
                <a:pos x="connsiteX0-1" y="connsiteY0-2"/>
              </a:cxn>
              <a:cxn ang="0">
                <a:pos x="connsiteX1-3" y="connsiteY1-4"/>
              </a:cxn>
              <a:cxn ang="0">
                <a:pos x="connsiteX2-5" y="connsiteY2-6"/>
              </a:cxn>
              <a:cxn ang="0">
                <a:pos x="connsiteX3-7" y="connsiteY3-8"/>
              </a:cxn>
            </a:cxnLst>
            <a:rect l="l" t="t" r="r" b="b"/>
            <a:pathLst>
              <a:path w="963892" h="662685">
                <a:moveTo>
                  <a:pt x="0" y="660305"/>
                </a:moveTo>
                <a:lnTo>
                  <a:pt x="0" y="0"/>
                </a:lnTo>
                <a:lnTo>
                  <a:pt x="963892" y="662685"/>
                </a:lnTo>
                <a:lnTo>
                  <a:pt x="0" y="660305"/>
                </a:lnTo>
                <a:close/>
              </a:path>
            </a:pathLst>
          </a:custGeom>
          <a:solidFill>
            <a:srgbClr val="FF9900"/>
          </a:solidFill>
          <a:ln>
            <a:noFill/>
          </a:ln>
        </p:spPr>
        <p:txBody>
          <a:bodyPr wrap="none"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TW" altLang="en-US" sz="1800" b="0" i="0" u="none" strike="noStrike" kern="0" cap="none" spc="0" normalizeH="0" baseline="0" noProof="0" smtClean="0">
              <a:ln>
                <a:noFill/>
              </a:ln>
              <a:solidFill>
                <a:sysClr val="windowText" lastClr="000000"/>
              </a:solidFill>
              <a:effectLst/>
              <a:uLnTx/>
              <a:uFillTx/>
              <a:latin typeface="Calibri" panose="020F0502020204030204"/>
              <a:ea typeface="PMingLiU" panose="02020500000000000000" pitchFamily="18" charset="-120"/>
              <a:cs typeface="+mn-cs"/>
            </a:endParaRPr>
          </a:p>
        </p:txBody>
      </p:sp>
      <p:grpSp>
        <p:nvGrpSpPr>
          <p:cNvPr id="7" name="组合 6"/>
          <p:cNvGrpSpPr/>
          <p:nvPr/>
        </p:nvGrpSpPr>
        <p:grpSpPr>
          <a:xfrm>
            <a:off x="2851415" y="2705039"/>
            <a:ext cx="2865008" cy="1133894"/>
            <a:chOff x="2829536" y="3634297"/>
            <a:chExt cx="2865008" cy="1133894"/>
          </a:xfrm>
          <a:solidFill>
            <a:srgbClr val="FF6E00"/>
          </a:solidFill>
        </p:grpSpPr>
        <p:sp>
          <p:nvSpPr>
            <p:cNvPr id="8" name="Rectangle 4"/>
            <p:cNvSpPr>
              <a:spLocks noChangeArrowheads="1"/>
            </p:cNvSpPr>
            <p:nvPr/>
          </p:nvSpPr>
          <p:spPr bwMode="gray">
            <a:xfrm>
              <a:off x="2829536" y="3634297"/>
              <a:ext cx="2865008" cy="1133894"/>
            </a:xfrm>
            <a:prstGeom prst="rect">
              <a:avLst/>
            </a:prstGeom>
            <a:grpFill/>
            <a:ln w="25400" algn="ctr">
              <a:noFill/>
              <a:miter lim="800000"/>
            </a:ln>
          </p:spPr>
          <p:txBody>
            <a:bodyPr lIns="45720" tIns="44450" rIns="45720" bIns="44450" anchor="ctr" anchorCtr="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TW" altLang="en-US" sz="1800" b="0" i="0" u="none" strike="noStrike" kern="0" cap="none" spc="0" normalizeH="0" baseline="0" noProof="0" smtClean="0">
                <a:ln>
                  <a:noFill/>
                </a:ln>
                <a:solidFill>
                  <a:sysClr val="windowText" lastClr="000000"/>
                </a:solidFill>
                <a:effectLst/>
                <a:uLnTx/>
                <a:uFillTx/>
                <a:latin typeface="Calibri" panose="020F0502020204030204"/>
                <a:ea typeface="PMingLiU" panose="02020500000000000000" pitchFamily="18" charset="-120"/>
                <a:cs typeface="+mn-cs"/>
              </a:endParaRPr>
            </a:p>
          </p:txBody>
        </p:sp>
        <p:sp>
          <p:nvSpPr>
            <p:cNvPr id="9" name="TextBox 11"/>
            <p:cNvSpPr txBox="1">
              <a:spLocks noChangeArrowheads="1"/>
            </p:cNvSpPr>
            <p:nvPr/>
          </p:nvSpPr>
          <p:spPr bwMode="auto">
            <a:xfrm flipH="1">
              <a:off x="3695549" y="3974399"/>
              <a:ext cx="1752902" cy="400110"/>
            </a:xfrm>
            <a:prstGeom prst="rect">
              <a:avLst/>
            </a:prstGeom>
            <a:grpFill/>
            <a:ln>
              <a:noFill/>
            </a:ln>
            <a:effec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点击添加标题    </a:t>
              </a:r>
              <a:endParaRPr kumimoji="0" lang="en-US" altLang="zh-CN" sz="2000" b="1" i="0" u="none" strike="noStrike" kern="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10" name="AutoShape 8"/>
          <p:cNvSpPr>
            <a:spLocks noChangeArrowheads="1"/>
          </p:cNvSpPr>
          <p:nvPr/>
        </p:nvSpPr>
        <p:spPr bwMode="auto">
          <a:xfrm>
            <a:off x="2851414" y="2705829"/>
            <a:ext cx="778871" cy="695135"/>
          </a:xfrm>
          <a:custGeom>
            <a:avLst/>
            <a:gdLst>
              <a:gd name="connsiteX0" fmla="*/ 0 w 820146"/>
              <a:gd name="connsiteY0" fmla="*/ 697675 h 697675"/>
              <a:gd name="connsiteX1" fmla="*/ 0 w 820146"/>
              <a:gd name="connsiteY1" fmla="*/ 0 h 697675"/>
              <a:gd name="connsiteX2" fmla="*/ 820146 w 820146"/>
              <a:gd name="connsiteY2" fmla="*/ 697675 h 697675"/>
              <a:gd name="connsiteX3" fmla="*/ 0 w 820146"/>
              <a:gd name="connsiteY3" fmla="*/ 697675 h 697675"/>
              <a:gd name="connsiteX0-1" fmla="*/ 0 w 778871"/>
              <a:gd name="connsiteY0-2" fmla="*/ 697675 h 697675"/>
              <a:gd name="connsiteX1-3" fmla="*/ 0 w 778871"/>
              <a:gd name="connsiteY1-4" fmla="*/ 0 h 697675"/>
              <a:gd name="connsiteX2-5" fmla="*/ 778871 w 778871"/>
              <a:gd name="connsiteY2-6" fmla="*/ 678625 h 697675"/>
              <a:gd name="connsiteX3-7" fmla="*/ 0 w 778871"/>
              <a:gd name="connsiteY3-8" fmla="*/ 697675 h 697675"/>
              <a:gd name="connsiteX0-9" fmla="*/ 0 w 778871"/>
              <a:gd name="connsiteY0-10" fmla="*/ 672275 h 678625"/>
              <a:gd name="connsiteX1-11" fmla="*/ 0 w 778871"/>
              <a:gd name="connsiteY1-12" fmla="*/ 0 h 678625"/>
              <a:gd name="connsiteX2-13" fmla="*/ 778871 w 778871"/>
              <a:gd name="connsiteY2-14" fmla="*/ 678625 h 678625"/>
              <a:gd name="connsiteX3-15" fmla="*/ 0 w 778871"/>
              <a:gd name="connsiteY3-16" fmla="*/ 672275 h 678625"/>
              <a:gd name="connsiteX0-17" fmla="*/ 0 w 778871"/>
              <a:gd name="connsiteY0-18" fmla="*/ 672275 h 678625"/>
              <a:gd name="connsiteX1-19" fmla="*/ 0 w 778871"/>
              <a:gd name="connsiteY1-20" fmla="*/ 0 h 678625"/>
              <a:gd name="connsiteX2-21" fmla="*/ 778871 w 778871"/>
              <a:gd name="connsiteY2-22" fmla="*/ 678625 h 678625"/>
              <a:gd name="connsiteX3-23" fmla="*/ 0 w 778871"/>
              <a:gd name="connsiteY3-24" fmla="*/ 672275 h 678625"/>
              <a:gd name="connsiteX0-25" fmla="*/ 0 w 778871"/>
              <a:gd name="connsiteY0-26" fmla="*/ 695135 h 695135"/>
              <a:gd name="connsiteX1-27" fmla="*/ 0 w 778871"/>
              <a:gd name="connsiteY1-28" fmla="*/ 0 h 695135"/>
              <a:gd name="connsiteX2-29" fmla="*/ 778871 w 778871"/>
              <a:gd name="connsiteY2-30" fmla="*/ 678625 h 695135"/>
              <a:gd name="connsiteX3-31" fmla="*/ 0 w 778871"/>
              <a:gd name="connsiteY3-32" fmla="*/ 695135 h 695135"/>
            </a:gdLst>
            <a:ahLst/>
            <a:cxnLst>
              <a:cxn ang="0">
                <a:pos x="connsiteX0-1" y="connsiteY0-2"/>
              </a:cxn>
              <a:cxn ang="0">
                <a:pos x="connsiteX1-3" y="connsiteY1-4"/>
              </a:cxn>
              <a:cxn ang="0">
                <a:pos x="connsiteX2-5" y="connsiteY2-6"/>
              </a:cxn>
              <a:cxn ang="0">
                <a:pos x="connsiteX3-7" y="connsiteY3-8"/>
              </a:cxn>
            </a:cxnLst>
            <a:rect l="l" t="t" r="r" b="b"/>
            <a:pathLst>
              <a:path w="778871" h="695135">
                <a:moveTo>
                  <a:pt x="0" y="695135"/>
                </a:moveTo>
                <a:lnTo>
                  <a:pt x="0" y="0"/>
                </a:lnTo>
                <a:lnTo>
                  <a:pt x="778871" y="678625"/>
                </a:lnTo>
                <a:lnTo>
                  <a:pt x="0" y="695135"/>
                </a:lnTo>
                <a:close/>
              </a:path>
            </a:pathLst>
          </a:custGeom>
          <a:solidFill>
            <a:srgbClr val="DE0000"/>
          </a:solidFill>
          <a:ln>
            <a:noFill/>
          </a:ln>
        </p:spPr>
        <p:txBody>
          <a:bodyPr wrap="none"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TW" altLang="en-US" sz="1800" b="0" i="0" u="none" strike="noStrike" kern="0" cap="none" spc="0" normalizeH="0" baseline="0" noProof="0" smtClean="0">
              <a:ln>
                <a:noFill/>
              </a:ln>
              <a:solidFill>
                <a:sysClr val="windowText" lastClr="000000"/>
              </a:solidFill>
              <a:effectLst/>
              <a:uLnTx/>
              <a:uFillTx/>
              <a:latin typeface="Calibri" panose="020F0502020204030204"/>
              <a:ea typeface="PMingLiU" panose="02020500000000000000" pitchFamily="18" charset="-120"/>
              <a:cs typeface="+mn-cs"/>
            </a:endParaRPr>
          </a:p>
        </p:txBody>
      </p:sp>
      <p:grpSp>
        <p:nvGrpSpPr>
          <p:cNvPr id="11" name="组合 10"/>
          <p:cNvGrpSpPr/>
          <p:nvPr/>
        </p:nvGrpSpPr>
        <p:grpSpPr>
          <a:xfrm>
            <a:off x="1142318" y="3380696"/>
            <a:ext cx="2479705" cy="1135270"/>
            <a:chOff x="1120439" y="4309954"/>
            <a:chExt cx="2479705" cy="1135270"/>
          </a:xfrm>
          <a:solidFill>
            <a:schemeClr val="accent1"/>
          </a:solidFill>
        </p:grpSpPr>
        <p:sp>
          <p:nvSpPr>
            <p:cNvPr id="12" name="Rectangle 6"/>
            <p:cNvSpPr>
              <a:spLocks noChangeArrowheads="1"/>
            </p:cNvSpPr>
            <p:nvPr/>
          </p:nvSpPr>
          <p:spPr bwMode="gray">
            <a:xfrm>
              <a:off x="1120439" y="4309954"/>
              <a:ext cx="2479705" cy="1135270"/>
            </a:xfrm>
            <a:prstGeom prst="rect">
              <a:avLst/>
            </a:prstGeom>
            <a:solidFill>
              <a:srgbClr val="C80000"/>
            </a:solidFill>
            <a:ln w="25400" algn="ctr">
              <a:noFill/>
              <a:miter lim="800000"/>
            </a:ln>
          </p:spPr>
          <p:txBody>
            <a:bodyPr lIns="45720" tIns="44450" rIns="45720" bIns="44450" anchor="ctr" anchorCtr="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TW" altLang="en-US" sz="1800" b="0" i="0" u="none" strike="noStrike" kern="0" cap="none" spc="0" normalizeH="0" baseline="0" noProof="0" smtClean="0">
                <a:ln>
                  <a:noFill/>
                </a:ln>
                <a:solidFill>
                  <a:sysClr val="windowText" lastClr="000000"/>
                </a:solidFill>
                <a:effectLst/>
                <a:uLnTx/>
                <a:uFillTx/>
                <a:latin typeface="Calibri" panose="020F0502020204030204"/>
                <a:ea typeface="PMingLiU" panose="02020500000000000000" pitchFamily="18" charset="-120"/>
                <a:cs typeface="+mn-cs"/>
              </a:endParaRPr>
            </a:p>
          </p:txBody>
        </p:sp>
        <p:sp>
          <p:nvSpPr>
            <p:cNvPr id="13" name="TextBox 11"/>
            <p:cNvSpPr txBox="1">
              <a:spLocks noChangeArrowheads="1"/>
            </p:cNvSpPr>
            <p:nvPr/>
          </p:nvSpPr>
          <p:spPr bwMode="auto">
            <a:xfrm flipH="1">
              <a:off x="1490153" y="4677534"/>
              <a:ext cx="1752902" cy="400110"/>
            </a:xfrm>
            <a:prstGeom prst="rect">
              <a:avLst/>
            </a:prstGeom>
            <a:noFill/>
            <a:ln>
              <a:noFill/>
            </a:ln>
            <a:effec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点击添加标题    </a:t>
              </a:r>
              <a:endParaRPr kumimoji="0" lang="en-US" altLang="zh-CN" sz="2000" b="1" i="0" u="none" strike="noStrike" kern="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14" name="Text Box 40"/>
          <p:cNvSpPr txBox="1">
            <a:spLocks noChangeArrowheads="1"/>
          </p:cNvSpPr>
          <p:nvPr/>
        </p:nvSpPr>
        <p:spPr bwMode="gray">
          <a:xfrm>
            <a:off x="956624" y="1601292"/>
            <a:ext cx="3255336" cy="846001"/>
          </a:xfrm>
          <a:prstGeom prst="rect">
            <a:avLst/>
          </a:prstGeom>
          <a:noFill/>
          <a:ln w="9525">
            <a:noFill/>
            <a:miter lim="800000"/>
          </a:ln>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单击此处输入文字单击此处输入文字</a:t>
            </a:r>
            <a:endParaRPr kumimoji="0" lang="zh-CN" altLang="en-US" sz="14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单击此处输入文字单击此处输入文字</a:t>
            </a:r>
            <a:endParaRPr kumimoji="0" lang="zh-CN" altLang="en-US" sz="14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2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15" name="Rectangle 11"/>
          <p:cNvSpPr>
            <a:spLocks noChangeArrowheads="1"/>
          </p:cNvSpPr>
          <p:nvPr/>
        </p:nvSpPr>
        <p:spPr bwMode="gray">
          <a:xfrm>
            <a:off x="1030644" y="1224422"/>
            <a:ext cx="2500330" cy="358775"/>
          </a:xfrm>
          <a:prstGeom prst="rect">
            <a:avLst/>
          </a:prstGeom>
          <a:noFill/>
          <a:ln>
            <a:noFill/>
          </a:ln>
        </p:spPr>
        <p:txBody>
          <a:bodyPr lIns="0" tIns="0" rIns="0" bIns="0" anchor="ct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1"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单击此处</a:t>
            </a:r>
            <a:r>
              <a:rPr kumimoji="0" lang="zh-CN" altLang="en-US" sz="2000" b="1"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输入小标题</a:t>
            </a:r>
            <a:endParaRPr kumimoji="0" lang="zh-CN" altLang="en-US" sz="2000" b="1"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300"/>
                                        <p:tgtEl>
                                          <p:spTgt spid="11"/>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down)">
                                      <p:cBhvr>
                                        <p:cTn id="11" dur="300"/>
                                        <p:tgtEl>
                                          <p:spTgt spid="10"/>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300"/>
                                        <p:tgtEl>
                                          <p:spTgt spid="7"/>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down)">
                                      <p:cBhvr>
                                        <p:cTn id="19" dur="300"/>
                                        <p:tgtEl>
                                          <p:spTgt spid="6"/>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left)">
                                      <p:cBhvr>
                                        <p:cTn id="23" dur="300"/>
                                        <p:tgtEl>
                                          <p:spTgt spid="3"/>
                                        </p:tgtEl>
                                      </p:cBhvr>
                                    </p:animEffect>
                                  </p:childTnLst>
                                </p:cTn>
                              </p:par>
                            </p:childTnLst>
                          </p:cTn>
                        </p:par>
                        <p:par>
                          <p:cTn id="24" fill="hold">
                            <p:stCondLst>
                              <p:cond delay="2500"/>
                            </p:stCondLst>
                            <p:childTnLst>
                              <p:par>
                                <p:cTn id="25" presetID="41" presetClass="entr" presetSubtype="0" fill="hold" grpId="0" nodeType="afterEffect">
                                  <p:stCondLst>
                                    <p:cond delay="0"/>
                                  </p:stCondLst>
                                  <p:iterate type="lt">
                                    <p:tmPct val="10000"/>
                                  </p:iterate>
                                  <p:childTnLst>
                                    <p:set>
                                      <p:cBhvr>
                                        <p:cTn id="26" dur="1" fill="hold">
                                          <p:stCondLst>
                                            <p:cond delay="0"/>
                                          </p:stCondLst>
                                        </p:cTn>
                                        <p:tgtEl>
                                          <p:spTgt spid="15"/>
                                        </p:tgtEl>
                                        <p:attrNameLst>
                                          <p:attrName>style.visibility</p:attrName>
                                        </p:attrNameLst>
                                      </p:cBhvr>
                                      <p:to>
                                        <p:strVal val="visible"/>
                                      </p:to>
                                    </p:set>
                                    <p:anim calcmode="lin" valueType="num">
                                      <p:cBhvr>
                                        <p:cTn id="27" dur="500" fill="hold"/>
                                        <p:tgtEl>
                                          <p:spTgt spid="15"/>
                                        </p:tgtEl>
                                        <p:attrNameLst>
                                          <p:attrName>ppt_x</p:attrName>
                                        </p:attrNameLst>
                                      </p:cBhvr>
                                      <p:tavLst>
                                        <p:tav tm="0">
                                          <p:val>
                                            <p:strVal val="#ppt_x"/>
                                          </p:val>
                                        </p:tav>
                                        <p:tav tm="50000">
                                          <p:val>
                                            <p:strVal val="#ppt_x+.1"/>
                                          </p:val>
                                        </p:tav>
                                        <p:tav tm="100000">
                                          <p:val>
                                            <p:strVal val="#ppt_x"/>
                                          </p:val>
                                        </p:tav>
                                      </p:tavLst>
                                    </p:anim>
                                    <p:anim calcmode="lin" valueType="num">
                                      <p:cBhvr>
                                        <p:cTn id="28" dur="500" fill="hold"/>
                                        <p:tgtEl>
                                          <p:spTgt spid="15"/>
                                        </p:tgtEl>
                                        <p:attrNameLst>
                                          <p:attrName>ppt_y</p:attrName>
                                        </p:attrNameLst>
                                      </p:cBhvr>
                                      <p:tavLst>
                                        <p:tav tm="0">
                                          <p:val>
                                            <p:strVal val="#ppt_y"/>
                                          </p:val>
                                        </p:tav>
                                        <p:tav tm="100000">
                                          <p:val>
                                            <p:strVal val="#ppt_y"/>
                                          </p:val>
                                        </p:tav>
                                      </p:tavLst>
                                    </p:anim>
                                    <p:anim calcmode="lin" valueType="num">
                                      <p:cBhvr>
                                        <p:cTn id="29" dur="500" fill="hold"/>
                                        <p:tgtEl>
                                          <p:spTgt spid="15"/>
                                        </p:tgtEl>
                                        <p:attrNameLst>
                                          <p:attrName>ppt_h</p:attrName>
                                        </p:attrNameLst>
                                      </p:cBhvr>
                                      <p:tavLst>
                                        <p:tav tm="0">
                                          <p:val>
                                            <p:strVal val="#ppt_h/10"/>
                                          </p:val>
                                        </p:tav>
                                        <p:tav tm="50000">
                                          <p:val>
                                            <p:strVal val="#ppt_h+.01"/>
                                          </p:val>
                                        </p:tav>
                                        <p:tav tm="100000">
                                          <p:val>
                                            <p:strVal val="#ppt_h"/>
                                          </p:val>
                                        </p:tav>
                                      </p:tavLst>
                                    </p:anim>
                                    <p:anim calcmode="lin" valueType="num">
                                      <p:cBhvr>
                                        <p:cTn id="30" dur="500" fill="hold"/>
                                        <p:tgtEl>
                                          <p:spTgt spid="15"/>
                                        </p:tgtEl>
                                        <p:attrNameLst>
                                          <p:attrName>ppt_w</p:attrName>
                                        </p:attrNameLst>
                                      </p:cBhvr>
                                      <p:tavLst>
                                        <p:tav tm="0">
                                          <p:val>
                                            <p:strVal val="#ppt_w/10"/>
                                          </p:val>
                                        </p:tav>
                                        <p:tav tm="50000">
                                          <p:val>
                                            <p:strVal val="#ppt_w+.01"/>
                                          </p:val>
                                        </p:tav>
                                        <p:tav tm="100000">
                                          <p:val>
                                            <p:strVal val="#ppt_w"/>
                                          </p:val>
                                        </p:tav>
                                      </p:tavLst>
                                    </p:anim>
                                    <p:animEffect transition="in" filter="fade">
                                      <p:cBhvr>
                                        <p:cTn id="31" dur="500" tmFilter="0,0; .5, 1; 1, 1"/>
                                        <p:tgtEl>
                                          <p:spTgt spid="15"/>
                                        </p:tgtEl>
                                      </p:cBhvr>
                                    </p:animEffect>
                                  </p:childTnLst>
                                </p:cTn>
                              </p:par>
                            </p:childTnLst>
                          </p:cTn>
                        </p:par>
                        <p:par>
                          <p:cTn id="32" fill="hold">
                            <p:stCondLst>
                              <p:cond delay="2399"/>
                            </p:stCondLst>
                            <p:childTnLst>
                              <p:par>
                                <p:cTn id="33" presetID="42" presetClass="entr" presetSubtype="0"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750"/>
                                        <p:tgtEl>
                                          <p:spTgt spid="14"/>
                                        </p:tgtEl>
                                      </p:cBhvr>
                                    </p:animEffect>
                                    <p:anim calcmode="lin" valueType="num">
                                      <p:cBhvr>
                                        <p:cTn id="36" dur="750" fill="hold"/>
                                        <p:tgtEl>
                                          <p:spTgt spid="14"/>
                                        </p:tgtEl>
                                        <p:attrNameLst>
                                          <p:attrName>ppt_x</p:attrName>
                                        </p:attrNameLst>
                                      </p:cBhvr>
                                      <p:tavLst>
                                        <p:tav tm="0">
                                          <p:val>
                                            <p:strVal val="#ppt_x"/>
                                          </p:val>
                                        </p:tav>
                                        <p:tav tm="100000">
                                          <p:val>
                                            <p:strVal val="#ppt_x"/>
                                          </p:val>
                                        </p:tav>
                                      </p:tavLst>
                                    </p:anim>
                                    <p:anim calcmode="lin" valueType="num">
                                      <p:cBhvr>
                                        <p:cTn id="37" dur="75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4" grpId="0"/>
      <p:bldP spid="1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78" y="0"/>
            <a:ext cx="9144000" cy="5143500"/>
          </a:xfrm>
          <a:prstGeom prst="rect">
            <a:avLst/>
          </a:prstGeom>
        </p:spPr>
      </p:pic>
      <p:pic>
        <p:nvPicPr>
          <p:cNvPr id="32" name="图片 31"/>
          <p:cNvPicPr>
            <a:picLocks noChangeAspect="1"/>
          </p:cNvPicPr>
          <p:nvPr/>
        </p:nvPicPr>
        <p:blipFill>
          <a:blip r:embed="rId2">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378" y="3455048"/>
            <a:ext cx="9143244" cy="1688452"/>
          </a:xfrm>
          <a:prstGeom prst="rect">
            <a:avLst/>
          </a:prstGeom>
        </p:spPr>
      </p:pic>
      <p:grpSp>
        <p:nvGrpSpPr>
          <p:cNvPr id="131" name="组合 130"/>
          <p:cNvGrpSpPr/>
          <p:nvPr/>
        </p:nvGrpSpPr>
        <p:grpSpPr>
          <a:xfrm>
            <a:off x="933624" y="574727"/>
            <a:ext cx="1215718" cy="2400657"/>
            <a:chOff x="702732" y="1342594"/>
            <a:chExt cx="1215718" cy="2400657"/>
          </a:xfrm>
        </p:grpSpPr>
        <p:sp>
          <p:nvSpPr>
            <p:cNvPr id="132" name="TextBox 131"/>
            <p:cNvSpPr txBox="1"/>
            <p:nvPr/>
          </p:nvSpPr>
          <p:spPr>
            <a:xfrm>
              <a:off x="702732" y="1342594"/>
              <a:ext cx="1015663" cy="2400657"/>
            </a:xfrm>
            <a:prstGeom prst="rect">
              <a:avLst/>
            </a:prstGeom>
            <a:noFill/>
          </p:spPr>
          <p:txBody>
            <a:bodyPr vert="eaVert"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5400" b="1" i="0" u="none" strike="noStrike" kern="1200" cap="none" spc="60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mn-cs"/>
                </a:rPr>
                <a:t>过渡页</a:t>
              </a:r>
              <a:endParaRPr kumimoji="0" lang="zh-CN" altLang="en-US" sz="5400" b="1" i="0" u="none" strike="noStrike" kern="1200" cap="none" spc="60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33" name="TextBox 132"/>
            <p:cNvSpPr txBox="1"/>
            <p:nvPr/>
          </p:nvSpPr>
          <p:spPr>
            <a:xfrm>
              <a:off x="1456785" y="2052576"/>
              <a:ext cx="461665" cy="1208023"/>
            </a:xfrm>
            <a:prstGeom prst="rect">
              <a:avLst/>
            </a:prstGeom>
            <a:noFill/>
          </p:spPr>
          <p:txBody>
            <a:bodyPr vert="eaVert"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150" normalizeH="0" baseline="0" noProof="0" dirty="0" smtClean="0">
                  <a:ln>
                    <a:noFill/>
                  </a:ln>
                  <a:solidFill>
                    <a:srgbClr val="C00000"/>
                  </a:solidFill>
                  <a:effectLst/>
                  <a:uLnTx/>
                  <a:uFillTx/>
                  <a:latin typeface="Arial" panose="020B0604020202020204" pitchFamily="34" charset="0"/>
                  <a:ea typeface="宋体" panose="02010600030101010101" pitchFamily="2" charset="-122"/>
                  <a:cs typeface="Arial" panose="020B0604020202020204" pitchFamily="34" charset="0"/>
                </a:rPr>
                <a:t>CONTENTS</a:t>
              </a:r>
              <a:endParaRPr kumimoji="0" lang="zh-CN" altLang="en-US" sz="1800" b="1" i="0" u="none" strike="noStrike" kern="1200" cap="none" spc="-150" normalizeH="0" baseline="0" noProof="0" dirty="0">
                <a:ln>
                  <a:noFill/>
                </a:ln>
                <a:solidFill>
                  <a:srgbClr val="C00000"/>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sp>
        <p:nvSpPr>
          <p:cNvPr id="2" name="文本框 1"/>
          <p:cNvSpPr txBox="1"/>
          <p:nvPr/>
        </p:nvSpPr>
        <p:spPr>
          <a:xfrm>
            <a:off x="3820061" y="896527"/>
            <a:ext cx="2646878" cy="830997"/>
          </a:xfrm>
          <a:prstGeom prst="rect">
            <a:avLst/>
          </a:prstGeom>
          <a:noFill/>
        </p:spPr>
        <p:txBody>
          <a:bodyPr wrap="none" rtlCol="0">
            <a:spAutoFit/>
          </a:bodyPr>
          <a:lstStyle/>
          <a:p>
            <a:r>
              <a:rPr lang="zh-CN" altLang="en-US" sz="4800" b="1" dirty="0" smtClean="0">
                <a:solidFill>
                  <a:srgbClr val="C00000"/>
                </a:solidFill>
                <a:latin typeface="微软雅黑" panose="020B0503020204020204" pitchFamily="34" charset="-122"/>
                <a:ea typeface="微软雅黑" panose="020B0503020204020204" pitchFamily="34" charset="-122"/>
              </a:rPr>
              <a:t>第二部分</a:t>
            </a:r>
            <a:endParaRPr lang="zh-CN" altLang="en-US" sz="4800" b="1" dirty="0">
              <a:solidFill>
                <a:srgbClr val="C00000"/>
              </a:solidFill>
              <a:latin typeface="微软雅黑" panose="020B0503020204020204" pitchFamily="34" charset="-122"/>
              <a:ea typeface="微软雅黑" panose="020B0503020204020204" pitchFamily="34" charset="-122"/>
            </a:endParaRPr>
          </a:p>
        </p:txBody>
      </p:sp>
      <p:grpSp>
        <p:nvGrpSpPr>
          <p:cNvPr id="8" name="组合 7"/>
          <p:cNvGrpSpPr/>
          <p:nvPr/>
        </p:nvGrpSpPr>
        <p:grpSpPr>
          <a:xfrm>
            <a:off x="2578100" y="1977488"/>
            <a:ext cx="5130800" cy="830997"/>
            <a:chOff x="2578100" y="1977488"/>
            <a:chExt cx="5130800" cy="830997"/>
          </a:xfrm>
        </p:grpSpPr>
        <p:sp>
          <p:nvSpPr>
            <p:cNvPr id="3" name="对角圆角矩形 2"/>
            <p:cNvSpPr/>
            <p:nvPr/>
          </p:nvSpPr>
          <p:spPr>
            <a:xfrm>
              <a:off x="2578100" y="1979257"/>
              <a:ext cx="5130800" cy="796695"/>
            </a:xfrm>
            <a:prstGeom prst="round2Diag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p:cNvSpPr txBox="1"/>
            <p:nvPr/>
          </p:nvSpPr>
          <p:spPr>
            <a:xfrm>
              <a:off x="2599809" y="1977488"/>
              <a:ext cx="5109091" cy="830997"/>
            </a:xfrm>
            <a:prstGeom prst="rect">
              <a:avLst/>
            </a:prstGeom>
            <a:noFill/>
          </p:spPr>
          <p:txBody>
            <a:bodyPr wrap="none" rtlCol="0">
              <a:spAutoFit/>
            </a:bodyPr>
            <a:lstStyle/>
            <a:p>
              <a:r>
                <a:rPr lang="zh-CN" altLang="en-US" sz="4800" b="1" dirty="0" smtClean="0">
                  <a:solidFill>
                    <a:schemeClr val="bg1"/>
                  </a:solidFill>
                  <a:latin typeface="微软雅黑" panose="020B0503020204020204" pitchFamily="34" charset="-122"/>
                  <a:ea typeface="微软雅黑" panose="020B0503020204020204" pitchFamily="34" charset="-122"/>
                </a:rPr>
                <a:t>单击此处添加标题</a:t>
              </a:r>
              <a:endParaRPr lang="zh-CN" altLang="en-US" sz="4800" b="1" dirty="0">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afterEffect">
                                  <p:stCondLst>
                                    <p:cond delay="0"/>
                                  </p:stCondLst>
                                  <p:childTnLst>
                                    <p:set>
                                      <p:cBhvr>
                                        <p:cTn id="6" dur="1" fill="hold">
                                          <p:stCondLst>
                                            <p:cond delay="0"/>
                                          </p:stCondLst>
                                        </p:cTn>
                                        <p:tgtEl>
                                          <p:spTgt spid="131"/>
                                        </p:tgtEl>
                                        <p:attrNameLst>
                                          <p:attrName>style.visibility</p:attrName>
                                        </p:attrNameLst>
                                      </p:cBhvr>
                                      <p:to>
                                        <p:strVal val="visible"/>
                                      </p:to>
                                    </p:set>
                                    <p:anim calcmode="lin" valueType="num">
                                      <p:cBhvr additive="base">
                                        <p:cTn id="7" dur="500"/>
                                        <p:tgtEl>
                                          <p:spTgt spid="131"/>
                                        </p:tgtEl>
                                        <p:attrNameLst>
                                          <p:attrName>ppt_x</p:attrName>
                                        </p:attrNameLst>
                                      </p:cBhvr>
                                      <p:tavLst>
                                        <p:tav tm="0">
                                          <p:val>
                                            <p:strVal val="#ppt_x+#ppt_w*1.125000"/>
                                          </p:val>
                                        </p:tav>
                                        <p:tav tm="100000">
                                          <p:val>
                                            <p:strVal val="#ppt_x"/>
                                          </p:val>
                                        </p:tav>
                                      </p:tavLst>
                                    </p:anim>
                                    <p:animEffect transition="in" filter="wipe(left)">
                                      <p:cBhvr>
                                        <p:cTn id="8" dur="500"/>
                                        <p:tgtEl>
                                          <p:spTgt spid="131"/>
                                        </p:tgtEl>
                                      </p:cBhvr>
                                    </p:animEffect>
                                  </p:childTnLst>
                                </p:cTn>
                              </p:par>
                            </p:childTnLst>
                          </p:cTn>
                        </p:par>
                        <p:par>
                          <p:cTn id="9" fill="hold">
                            <p:stCondLst>
                              <p:cond delay="500"/>
                            </p:stCondLst>
                            <p:childTnLst>
                              <p:par>
                                <p:cTn id="10" presetID="31" presetClass="entr" presetSubtype="0"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fltVal val="0"/>
                                          </p:val>
                                        </p:tav>
                                        <p:tav tm="100000">
                                          <p:val>
                                            <p:strVal val="#ppt_w"/>
                                          </p:val>
                                        </p:tav>
                                      </p:tavLst>
                                    </p:anim>
                                    <p:anim calcmode="lin" valueType="num">
                                      <p:cBhvr>
                                        <p:cTn id="13" dur="1000" fill="hold"/>
                                        <p:tgtEl>
                                          <p:spTgt spid="2"/>
                                        </p:tgtEl>
                                        <p:attrNameLst>
                                          <p:attrName>ppt_h</p:attrName>
                                        </p:attrNameLst>
                                      </p:cBhvr>
                                      <p:tavLst>
                                        <p:tav tm="0">
                                          <p:val>
                                            <p:fltVal val="0"/>
                                          </p:val>
                                        </p:tav>
                                        <p:tav tm="100000">
                                          <p:val>
                                            <p:strVal val="#ppt_h"/>
                                          </p:val>
                                        </p:tav>
                                      </p:tavLst>
                                    </p:anim>
                                    <p:anim calcmode="lin" valueType="num">
                                      <p:cBhvr>
                                        <p:cTn id="14" dur="1000" fill="hold"/>
                                        <p:tgtEl>
                                          <p:spTgt spid="2"/>
                                        </p:tgtEl>
                                        <p:attrNameLst>
                                          <p:attrName>style.rotation</p:attrName>
                                        </p:attrNameLst>
                                      </p:cBhvr>
                                      <p:tavLst>
                                        <p:tav tm="0">
                                          <p:val>
                                            <p:fltVal val="90"/>
                                          </p:val>
                                        </p:tav>
                                        <p:tav tm="100000">
                                          <p:val>
                                            <p:fltVal val="0"/>
                                          </p:val>
                                        </p:tav>
                                      </p:tavLst>
                                    </p:anim>
                                    <p:animEffect transition="in" filter="fade">
                                      <p:cBhvr>
                                        <p:cTn id="15" dur="1000"/>
                                        <p:tgtEl>
                                          <p:spTgt spid="2"/>
                                        </p:tgtEl>
                                      </p:cBhvr>
                                    </p:animEffect>
                                  </p:childTnLst>
                                </p:cTn>
                              </p:par>
                            </p:childTnLst>
                          </p:cTn>
                        </p:par>
                        <p:par>
                          <p:cTn id="16" fill="hold">
                            <p:stCondLst>
                              <p:cond delay="1500"/>
                            </p:stCondLst>
                            <p:childTnLst>
                              <p:par>
                                <p:cTn id="17" presetID="42" presetClass="entr" presetSubtype="0"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点击此处添加标题</a:t>
            </a:r>
            <a:endParaRPr lang="zh-CN" altLang="en-US" dirty="0"/>
          </a:p>
        </p:txBody>
      </p:sp>
      <p:pic>
        <p:nvPicPr>
          <p:cNvPr id="3" name="_effect"/>
          <p:cNvPicPr>
            <a:picLocks noChangeAspect="1" noChangeArrowheads="1"/>
          </p:cNvPicPr>
          <p:nvPr/>
        </p:nvPicPr>
        <p:blipFill>
          <a:blip r:embed="rId1" cstate="print">
            <a:lum bright="20000"/>
          </a:blip>
          <a:srcRect/>
          <a:stretch>
            <a:fillRect/>
          </a:stretch>
        </p:blipFill>
        <p:spPr bwMode="gray">
          <a:xfrm>
            <a:off x="2183833" y="3957375"/>
            <a:ext cx="2677443" cy="403407"/>
          </a:xfrm>
          <a:prstGeom prst="rect">
            <a:avLst/>
          </a:prstGeom>
          <a:noFill/>
          <a:ln w="9525">
            <a:miter lim="800000"/>
            <a:headEnd/>
            <a:tailEnd/>
          </a:ln>
          <a:effectLst/>
        </p:spPr>
      </p:pic>
      <p:pic>
        <p:nvPicPr>
          <p:cNvPr id="4" name="_effect"/>
          <p:cNvPicPr>
            <a:picLocks noChangeAspect="1" noChangeArrowheads="1"/>
          </p:cNvPicPr>
          <p:nvPr/>
        </p:nvPicPr>
        <p:blipFill>
          <a:blip r:embed="rId1" cstate="print">
            <a:lum bright="20000"/>
          </a:blip>
          <a:srcRect/>
          <a:stretch>
            <a:fillRect/>
          </a:stretch>
        </p:blipFill>
        <p:spPr bwMode="gray">
          <a:xfrm>
            <a:off x="4510454" y="3957375"/>
            <a:ext cx="2677443" cy="403407"/>
          </a:xfrm>
          <a:prstGeom prst="rect">
            <a:avLst/>
          </a:prstGeom>
          <a:noFill/>
          <a:ln w="9525">
            <a:miter lim="800000"/>
            <a:headEnd/>
            <a:tailEnd/>
          </a:ln>
          <a:effectLst/>
        </p:spPr>
      </p:pic>
      <p:sp>
        <p:nvSpPr>
          <p:cNvPr id="5" name="_color1"/>
          <p:cNvSpPr/>
          <p:nvPr/>
        </p:nvSpPr>
        <p:spPr bwMode="gray">
          <a:xfrm>
            <a:off x="2401640" y="3371235"/>
            <a:ext cx="1098572" cy="718297"/>
          </a:xfrm>
          <a:custGeom>
            <a:avLst/>
            <a:gdLst/>
            <a:ahLst/>
            <a:cxnLst>
              <a:cxn ang="0">
                <a:pos x="367" y="174"/>
              </a:cxn>
              <a:cxn ang="0">
                <a:pos x="67" y="0"/>
              </a:cxn>
              <a:cxn ang="0">
                <a:pos x="42" y="36"/>
              </a:cxn>
              <a:cxn ang="0">
                <a:pos x="0" y="39"/>
              </a:cxn>
              <a:cxn ang="0">
                <a:pos x="367" y="252"/>
              </a:cxn>
              <a:cxn ang="0">
                <a:pos x="385" y="214"/>
              </a:cxn>
              <a:cxn ang="0">
                <a:pos x="367" y="174"/>
              </a:cxn>
            </a:cxnLst>
            <a:rect l="0" t="0" r="r" b="b"/>
            <a:pathLst>
              <a:path w="385" h="252">
                <a:moveTo>
                  <a:pt x="367" y="174"/>
                </a:moveTo>
                <a:cubicBezTo>
                  <a:pt x="240" y="169"/>
                  <a:pt x="130" y="101"/>
                  <a:pt x="67" y="0"/>
                </a:cubicBezTo>
                <a:cubicBezTo>
                  <a:pt x="42" y="36"/>
                  <a:pt x="42" y="36"/>
                  <a:pt x="42" y="36"/>
                </a:cubicBezTo>
                <a:cubicBezTo>
                  <a:pt x="0" y="39"/>
                  <a:pt x="0" y="39"/>
                  <a:pt x="0" y="39"/>
                </a:cubicBezTo>
                <a:cubicBezTo>
                  <a:pt x="76" y="163"/>
                  <a:pt x="212" y="247"/>
                  <a:pt x="367" y="252"/>
                </a:cubicBezTo>
                <a:cubicBezTo>
                  <a:pt x="385" y="214"/>
                  <a:pt x="385" y="214"/>
                  <a:pt x="385" y="214"/>
                </a:cubicBezTo>
                <a:lnTo>
                  <a:pt x="367" y="174"/>
                </a:lnTo>
                <a:close/>
              </a:path>
            </a:pathLst>
          </a:custGeom>
          <a:solidFill>
            <a:srgbClr val="C80000"/>
          </a:solidFill>
          <a:ln w="12700" cap="flat" cmpd="sng" algn="ctr">
            <a:noFill/>
            <a:prstDash val="solid"/>
            <a:round/>
            <a:headEnd type="none" w="sm" len="sm"/>
            <a:tailEnd type="none" w="sm" len="sm"/>
          </a:ln>
          <a:effectLst/>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de-DE" altLang="zh-CN" sz="11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endParaRPr>
          </a:p>
        </p:txBody>
      </p:sp>
      <p:sp>
        <p:nvSpPr>
          <p:cNvPr id="6" name="_color1"/>
          <p:cNvSpPr/>
          <p:nvPr/>
        </p:nvSpPr>
        <p:spPr bwMode="gray">
          <a:xfrm>
            <a:off x="2404054" y="1543501"/>
            <a:ext cx="1050283" cy="709846"/>
          </a:xfrm>
          <a:custGeom>
            <a:avLst/>
            <a:gdLst/>
            <a:ahLst/>
            <a:cxnLst>
              <a:cxn ang="0">
                <a:pos x="68" y="249"/>
              </a:cxn>
              <a:cxn ang="0">
                <a:pos x="368" y="78"/>
              </a:cxn>
              <a:cxn ang="0">
                <a:pos x="350" y="39"/>
              </a:cxn>
              <a:cxn ang="0">
                <a:pos x="368" y="0"/>
              </a:cxn>
              <a:cxn ang="0">
                <a:pos x="0" y="211"/>
              </a:cxn>
              <a:cxn ang="0">
                <a:pos x="25" y="245"/>
              </a:cxn>
              <a:cxn ang="0">
                <a:pos x="68" y="249"/>
              </a:cxn>
            </a:cxnLst>
            <a:rect l="0" t="0" r="r" b="b"/>
            <a:pathLst>
              <a:path w="368" h="249">
                <a:moveTo>
                  <a:pt x="68" y="249"/>
                </a:moveTo>
                <a:cubicBezTo>
                  <a:pt x="132" y="149"/>
                  <a:pt x="242" y="82"/>
                  <a:pt x="368" y="78"/>
                </a:cubicBezTo>
                <a:cubicBezTo>
                  <a:pt x="350" y="39"/>
                  <a:pt x="350" y="39"/>
                  <a:pt x="350" y="39"/>
                </a:cubicBezTo>
                <a:cubicBezTo>
                  <a:pt x="368" y="0"/>
                  <a:pt x="368" y="0"/>
                  <a:pt x="368" y="0"/>
                </a:cubicBezTo>
                <a:cubicBezTo>
                  <a:pt x="212" y="4"/>
                  <a:pt x="77" y="87"/>
                  <a:pt x="0" y="211"/>
                </a:cubicBezTo>
                <a:cubicBezTo>
                  <a:pt x="25" y="245"/>
                  <a:pt x="25" y="245"/>
                  <a:pt x="25" y="245"/>
                </a:cubicBezTo>
                <a:lnTo>
                  <a:pt x="68" y="249"/>
                </a:lnTo>
                <a:close/>
              </a:path>
            </a:pathLst>
          </a:custGeom>
          <a:solidFill>
            <a:srgbClr val="C80000"/>
          </a:solidFill>
          <a:ln w="12700" cap="flat" cmpd="sng" algn="ctr">
            <a:noFill/>
            <a:prstDash val="solid"/>
            <a:round/>
            <a:headEnd type="none" w="sm" len="sm"/>
            <a:tailEnd type="none" w="sm" len="sm"/>
          </a:ln>
          <a:effectLst/>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de-DE" altLang="zh-CN" sz="11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endParaRPr>
          </a:p>
        </p:txBody>
      </p:sp>
      <p:sp>
        <p:nvSpPr>
          <p:cNvPr id="7" name="_color1"/>
          <p:cNvSpPr/>
          <p:nvPr/>
        </p:nvSpPr>
        <p:spPr bwMode="gray">
          <a:xfrm>
            <a:off x="3477274" y="1543501"/>
            <a:ext cx="1097365" cy="720712"/>
          </a:xfrm>
          <a:custGeom>
            <a:avLst/>
            <a:gdLst/>
            <a:ahLst/>
            <a:cxnLst>
              <a:cxn ang="0">
                <a:pos x="19" y="78"/>
              </a:cxn>
              <a:cxn ang="0">
                <a:pos x="318" y="253"/>
              </a:cxn>
              <a:cxn ang="0">
                <a:pos x="343" y="216"/>
              </a:cxn>
              <a:cxn ang="0">
                <a:pos x="385" y="213"/>
              </a:cxn>
              <a:cxn ang="0">
                <a:pos x="18" y="0"/>
              </a:cxn>
              <a:cxn ang="0">
                <a:pos x="0" y="39"/>
              </a:cxn>
              <a:cxn ang="0">
                <a:pos x="19" y="78"/>
              </a:cxn>
            </a:cxnLst>
            <a:rect l="0" t="0" r="r" b="b"/>
            <a:pathLst>
              <a:path w="385" h="253">
                <a:moveTo>
                  <a:pt x="19" y="78"/>
                </a:moveTo>
                <a:cubicBezTo>
                  <a:pt x="145" y="83"/>
                  <a:pt x="255" y="151"/>
                  <a:pt x="318" y="253"/>
                </a:cubicBezTo>
                <a:cubicBezTo>
                  <a:pt x="343" y="216"/>
                  <a:pt x="343" y="216"/>
                  <a:pt x="343" y="216"/>
                </a:cubicBezTo>
                <a:cubicBezTo>
                  <a:pt x="385" y="213"/>
                  <a:pt x="385" y="213"/>
                  <a:pt x="385" y="213"/>
                </a:cubicBezTo>
                <a:cubicBezTo>
                  <a:pt x="309" y="88"/>
                  <a:pt x="173" y="4"/>
                  <a:pt x="18" y="0"/>
                </a:cubicBezTo>
                <a:cubicBezTo>
                  <a:pt x="0" y="39"/>
                  <a:pt x="0" y="39"/>
                  <a:pt x="0" y="39"/>
                </a:cubicBezTo>
                <a:lnTo>
                  <a:pt x="19" y="78"/>
                </a:lnTo>
                <a:close/>
              </a:path>
            </a:pathLst>
          </a:custGeom>
          <a:solidFill>
            <a:srgbClr val="C80000"/>
          </a:solidFill>
          <a:ln w="12700" cap="flat" cmpd="sng" algn="ctr">
            <a:noFill/>
            <a:prstDash val="solid"/>
            <a:round/>
            <a:headEnd type="none" w="sm" len="sm"/>
            <a:tailEnd type="none" w="sm" len="sm"/>
          </a:ln>
          <a:effectLst/>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de-DE" altLang="zh-CN" sz="11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endParaRPr>
          </a:p>
        </p:txBody>
      </p:sp>
      <p:sp>
        <p:nvSpPr>
          <p:cNvPr id="8" name="_color1"/>
          <p:cNvSpPr/>
          <p:nvPr/>
        </p:nvSpPr>
        <p:spPr bwMode="gray">
          <a:xfrm>
            <a:off x="2213313" y="2207473"/>
            <a:ext cx="347680" cy="1212051"/>
          </a:xfrm>
          <a:custGeom>
            <a:avLst/>
            <a:gdLst/>
            <a:ahLst/>
            <a:cxnLst>
              <a:cxn ang="0">
                <a:pos x="120" y="385"/>
              </a:cxn>
              <a:cxn ang="0">
                <a:pos x="78" y="213"/>
              </a:cxn>
              <a:cxn ang="0">
                <a:pos x="122" y="39"/>
              </a:cxn>
              <a:cxn ang="0">
                <a:pos x="79" y="35"/>
              </a:cxn>
              <a:cxn ang="0">
                <a:pos x="54" y="0"/>
              </a:cxn>
              <a:cxn ang="0">
                <a:pos x="0" y="213"/>
              </a:cxn>
              <a:cxn ang="0">
                <a:pos x="53" y="425"/>
              </a:cxn>
              <a:cxn ang="0">
                <a:pos x="95" y="421"/>
              </a:cxn>
              <a:cxn ang="0">
                <a:pos x="120" y="385"/>
              </a:cxn>
            </a:cxnLst>
            <a:rect l="0" t="0" r="r" b="b"/>
            <a:pathLst>
              <a:path w="122" h="425">
                <a:moveTo>
                  <a:pt x="120" y="385"/>
                </a:moveTo>
                <a:cubicBezTo>
                  <a:pt x="93" y="334"/>
                  <a:pt x="78" y="275"/>
                  <a:pt x="78" y="213"/>
                </a:cubicBezTo>
                <a:cubicBezTo>
                  <a:pt x="78" y="150"/>
                  <a:pt x="94" y="91"/>
                  <a:pt x="122" y="39"/>
                </a:cubicBezTo>
                <a:cubicBezTo>
                  <a:pt x="79" y="35"/>
                  <a:pt x="79" y="35"/>
                  <a:pt x="79" y="35"/>
                </a:cubicBezTo>
                <a:cubicBezTo>
                  <a:pt x="54" y="0"/>
                  <a:pt x="54" y="0"/>
                  <a:pt x="54" y="0"/>
                </a:cubicBezTo>
                <a:cubicBezTo>
                  <a:pt x="19" y="64"/>
                  <a:pt x="0" y="136"/>
                  <a:pt x="0" y="213"/>
                </a:cubicBezTo>
                <a:cubicBezTo>
                  <a:pt x="0" y="290"/>
                  <a:pt x="19" y="362"/>
                  <a:pt x="53" y="425"/>
                </a:cubicBezTo>
                <a:cubicBezTo>
                  <a:pt x="95" y="421"/>
                  <a:pt x="95" y="421"/>
                  <a:pt x="95" y="421"/>
                </a:cubicBezTo>
                <a:lnTo>
                  <a:pt x="120" y="385"/>
                </a:lnTo>
                <a:close/>
              </a:path>
            </a:pathLst>
          </a:custGeom>
          <a:solidFill>
            <a:srgbClr val="C80000"/>
          </a:solidFill>
          <a:ln w="12700" cap="flat" cmpd="sng" algn="ctr">
            <a:noFill/>
            <a:prstDash val="solid"/>
            <a:round/>
            <a:headEnd type="none" w="sm" len="sm"/>
            <a:tailEnd type="none" w="sm" len="sm"/>
          </a:ln>
          <a:effectLst/>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de-DE" altLang="zh-CN" sz="11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endParaRPr>
          </a:p>
        </p:txBody>
      </p:sp>
      <p:sp>
        <p:nvSpPr>
          <p:cNvPr id="9" name="_color1"/>
          <p:cNvSpPr/>
          <p:nvPr/>
        </p:nvSpPr>
        <p:spPr bwMode="gray">
          <a:xfrm>
            <a:off x="3523148" y="3379685"/>
            <a:ext cx="1046662" cy="709846"/>
          </a:xfrm>
          <a:custGeom>
            <a:avLst/>
            <a:gdLst/>
            <a:ahLst/>
            <a:cxnLst>
              <a:cxn ang="0">
                <a:pos x="299" y="0"/>
              </a:cxn>
              <a:cxn ang="0">
                <a:pos x="0" y="171"/>
              </a:cxn>
              <a:cxn ang="0">
                <a:pos x="18" y="211"/>
              </a:cxn>
              <a:cxn ang="0">
                <a:pos x="0" y="249"/>
              </a:cxn>
              <a:cxn ang="0">
                <a:pos x="367" y="39"/>
              </a:cxn>
              <a:cxn ang="0">
                <a:pos x="342" y="4"/>
              </a:cxn>
              <a:cxn ang="0">
                <a:pos x="299" y="0"/>
              </a:cxn>
            </a:cxnLst>
            <a:rect l="0" t="0" r="r" b="b"/>
            <a:pathLst>
              <a:path w="367" h="249">
                <a:moveTo>
                  <a:pt x="299" y="0"/>
                </a:moveTo>
                <a:cubicBezTo>
                  <a:pt x="236" y="100"/>
                  <a:pt x="126" y="167"/>
                  <a:pt x="0" y="171"/>
                </a:cubicBezTo>
                <a:cubicBezTo>
                  <a:pt x="18" y="211"/>
                  <a:pt x="18" y="211"/>
                  <a:pt x="18" y="211"/>
                </a:cubicBezTo>
                <a:cubicBezTo>
                  <a:pt x="0" y="249"/>
                  <a:pt x="0" y="249"/>
                  <a:pt x="0" y="249"/>
                </a:cubicBezTo>
                <a:cubicBezTo>
                  <a:pt x="155" y="245"/>
                  <a:pt x="290" y="162"/>
                  <a:pt x="367" y="39"/>
                </a:cubicBezTo>
                <a:cubicBezTo>
                  <a:pt x="342" y="4"/>
                  <a:pt x="342" y="4"/>
                  <a:pt x="342" y="4"/>
                </a:cubicBezTo>
                <a:lnTo>
                  <a:pt x="299" y="0"/>
                </a:lnTo>
                <a:close/>
              </a:path>
            </a:pathLst>
          </a:custGeom>
          <a:solidFill>
            <a:srgbClr val="C80000"/>
          </a:solidFill>
          <a:ln w="12700" cap="flat" cmpd="sng" algn="ctr">
            <a:noFill/>
            <a:prstDash val="solid"/>
            <a:round/>
            <a:headEnd type="none" w="sm" len="sm"/>
            <a:tailEnd type="none" w="sm" len="sm"/>
          </a:ln>
          <a:effectLst/>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de-DE" altLang="zh-CN" sz="11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endParaRPr>
          </a:p>
        </p:txBody>
      </p:sp>
      <p:sp>
        <p:nvSpPr>
          <p:cNvPr id="10" name="_color1"/>
          <p:cNvSpPr/>
          <p:nvPr/>
        </p:nvSpPr>
        <p:spPr bwMode="gray">
          <a:xfrm>
            <a:off x="4729163" y="1543501"/>
            <a:ext cx="1097364" cy="718297"/>
          </a:xfrm>
          <a:custGeom>
            <a:avLst/>
            <a:gdLst/>
            <a:ahLst/>
            <a:cxnLst>
              <a:cxn ang="0">
                <a:pos x="367" y="0"/>
              </a:cxn>
              <a:cxn ang="0">
                <a:pos x="0" y="213"/>
              </a:cxn>
              <a:cxn ang="0">
                <a:pos x="41" y="216"/>
              </a:cxn>
              <a:cxn ang="0">
                <a:pos x="67" y="252"/>
              </a:cxn>
              <a:cxn ang="0">
                <a:pos x="367" y="78"/>
              </a:cxn>
              <a:cxn ang="0">
                <a:pos x="385" y="40"/>
              </a:cxn>
              <a:cxn ang="0">
                <a:pos x="367" y="0"/>
              </a:cxn>
            </a:cxnLst>
            <a:rect l="0" t="0" r="r" b="b"/>
            <a:pathLst>
              <a:path w="385" h="252">
                <a:moveTo>
                  <a:pt x="367" y="0"/>
                </a:moveTo>
                <a:cubicBezTo>
                  <a:pt x="211" y="4"/>
                  <a:pt x="76" y="88"/>
                  <a:pt x="0" y="213"/>
                </a:cubicBezTo>
                <a:cubicBezTo>
                  <a:pt x="41" y="216"/>
                  <a:pt x="41" y="216"/>
                  <a:pt x="41" y="216"/>
                </a:cubicBezTo>
                <a:cubicBezTo>
                  <a:pt x="67" y="252"/>
                  <a:pt x="67" y="252"/>
                  <a:pt x="67" y="252"/>
                </a:cubicBezTo>
                <a:cubicBezTo>
                  <a:pt x="130" y="151"/>
                  <a:pt x="240" y="82"/>
                  <a:pt x="367" y="78"/>
                </a:cubicBezTo>
                <a:cubicBezTo>
                  <a:pt x="385" y="40"/>
                  <a:pt x="385" y="40"/>
                  <a:pt x="385" y="40"/>
                </a:cubicBezTo>
                <a:lnTo>
                  <a:pt x="367" y="0"/>
                </a:lnTo>
                <a:close/>
              </a:path>
            </a:pathLst>
          </a:custGeom>
          <a:solidFill>
            <a:srgbClr val="FF6E00"/>
          </a:solidFill>
          <a:ln w="12700" cap="flat" cmpd="sng" algn="ctr">
            <a:noFill/>
            <a:prstDash val="solid"/>
            <a:round/>
            <a:headEnd type="none" w="sm" len="sm"/>
            <a:tailEnd type="none" w="sm" len="sm"/>
          </a:ln>
          <a:effectLst/>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de-DE" altLang="zh-CN" sz="11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endParaRPr>
          </a:p>
        </p:txBody>
      </p:sp>
      <p:sp>
        <p:nvSpPr>
          <p:cNvPr id="11" name="_color1"/>
          <p:cNvSpPr/>
          <p:nvPr/>
        </p:nvSpPr>
        <p:spPr bwMode="gray">
          <a:xfrm>
            <a:off x="5849465" y="1543501"/>
            <a:ext cx="1050284" cy="709847"/>
          </a:xfrm>
          <a:custGeom>
            <a:avLst/>
            <a:gdLst/>
            <a:ahLst/>
            <a:cxnLst>
              <a:cxn ang="0">
                <a:pos x="368" y="211"/>
              </a:cxn>
              <a:cxn ang="0">
                <a:pos x="0" y="0"/>
              </a:cxn>
              <a:cxn ang="0">
                <a:pos x="18" y="40"/>
              </a:cxn>
              <a:cxn ang="0">
                <a:pos x="0" y="78"/>
              </a:cxn>
              <a:cxn ang="0">
                <a:pos x="300" y="249"/>
              </a:cxn>
              <a:cxn ang="0">
                <a:pos x="343" y="245"/>
              </a:cxn>
              <a:cxn ang="0">
                <a:pos x="368" y="211"/>
              </a:cxn>
            </a:cxnLst>
            <a:rect l="0" t="0" r="r" b="b"/>
            <a:pathLst>
              <a:path w="368" h="249">
                <a:moveTo>
                  <a:pt x="368" y="211"/>
                </a:moveTo>
                <a:cubicBezTo>
                  <a:pt x="291" y="87"/>
                  <a:pt x="155" y="4"/>
                  <a:pt x="0" y="0"/>
                </a:cubicBezTo>
                <a:cubicBezTo>
                  <a:pt x="18" y="40"/>
                  <a:pt x="18" y="40"/>
                  <a:pt x="18" y="40"/>
                </a:cubicBezTo>
                <a:cubicBezTo>
                  <a:pt x="0" y="78"/>
                  <a:pt x="0" y="78"/>
                  <a:pt x="0" y="78"/>
                </a:cubicBezTo>
                <a:cubicBezTo>
                  <a:pt x="126" y="82"/>
                  <a:pt x="236" y="149"/>
                  <a:pt x="300" y="249"/>
                </a:cubicBezTo>
                <a:cubicBezTo>
                  <a:pt x="343" y="245"/>
                  <a:pt x="343" y="245"/>
                  <a:pt x="343" y="245"/>
                </a:cubicBezTo>
                <a:lnTo>
                  <a:pt x="368" y="211"/>
                </a:lnTo>
                <a:close/>
              </a:path>
            </a:pathLst>
          </a:custGeom>
          <a:solidFill>
            <a:srgbClr val="FF6E00"/>
          </a:solidFill>
          <a:ln w="12700" cap="flat" cmpd="sng" algn="ctr">
            <a:noFill/>
            <a:prstDash val="solid"/>
            <a:round/>
            <a:headEnd type="none" w="sm" len="sm"/>
            <a:tailEnd type="none" w="sm" len="sm"/>
          </a:ln>
          <a:effectLst/>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de-DE" altLang="zh-CN" sz="11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endParaRPr>
          </a:p>
        </p:txBody>
      </p:sp>
      <p:sp>
        <p:nvSpPr>
          <p:cNvPr id="12" name="_color1"/>
          <p:cNvSpPr/>
          <p:nvPr/>
        </p:nvSpPr>
        <p:spPr bwMode="gray">
          <a:xfrm>
            <a:off x="4731578" y="3379685"/>
            <a:ext cx="1052697" cy="709846"/>
          </a:xfrm>
          <a:custGeom>
            <a:avLst/>
            <a:gdLst/>
            <a:ahLst/>
            <a:cxnLst>
              <a:cxn ang="0">
                <a:pos x="369" y="171"/>
              </a:cxn>
              <a:cxn ang="0">
                <a:pos x="68" y="0"/>
              </a:cxn>
              <a:cxn ang="0">
                <a:pos x="26" y="4"/>
              </a:cxn>
              <a:cxn ang="0">
                <a:pos x="0" y="39"/>
              </a:cxn>
              <a:cxn ang="0">
                <a:pos x="368" y="249"/>
              </a:cxn>
              <a:cxn ang="0">
                <a:pos x="351" y="211"/>
              </a:cxn>
              <a:cxn ang="0">
                <a:pos x="369" y="171"/>
              </a:cxn>
            </a:cxnLst>
            <a:rect l="0" t="0" r="r" b="b"/>
            <a:pathLst>
              <a:path w="369" h="249">
                <a:moveTo>
                  <a:pt x="369" y="171"/>
                </a:moveTo>
                <a:cubicBezTo>
                  <a:pt x="242" y="167"/>
                  <a:pt x="132" y="100"/>
                  <a:pt x="68" y="0"/>
                </a:cubicBezTo>
                <a:cubicBezTo>
                  <a:pt x="26" y="4"/>
                  <a:pt x="26" y="4"/>
                  <a:pt x="26" y="4"/>
                </a:cubicBezTo>
                <a:cubicBezTo>
                  <a:pt x="0" y="39"/>
                  <a:pt x="0" y="39"/>
                  <a:pt x="0" y="39"/>
                </a:cubicBezTo>
                <a:cubicBezTo>
                  <a:pt x="78" y="162"/>
                  <a:pt x="213" y="245"/>
                  <a:pt x="368" y="249"/>
                </a:cubicBezTo>
                <a:cubicBezTo>
                  <a:pt x="351" y="211"/>
                  <a:pt x="351" y="211"/>
                  <a:pt x="351" y="211"/>
                </a:cubicBezTo>
                <a:lnTo>
                  <a:pt x="369" y="171"/>
                </a:lnTo>
                <a:close/>
              </a:path>
            </a:pathLst>
          </a:custGeom>
          <a:solidFill>
            <a:srgbClr val="FF6E00"/>
          </a:solidFill>
          <a:ln w="12700" cap="flat" cmpd="sng" algn="ctr">
            <a:noFill/>
            <a:prstDash val="solid"/>
            <a:round/>
            <a:headEnd type="none" w="sm" len="sm"/>
            <a:tailEnd type="none" w="sm" len="sm"/>
          </a:ln>
          <a:effectLst/>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de-DE" altLang="zh-CN" sz="11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endParaRPr>
          </a:p>
        </p:txBody>
      </p:sp>
      <p:sp>
        <p:nvSpPr>
          <p:cNvPr id="13" name="_color1"/>
          <p:cNvSpPr/>
          <p:nvPr/>
        </p:nvSpPr>
        <p:spPr bwMode="gray">
          <a:xfrm>
            <a:off x="5807212" y="3371235"/>
            <a:ext cx="1094951" cy="718297"/>
          </a:xfrm>
          <a:custGeom>
            <a:avLst/>
            <a:gdLst/>
            <a:ahLst/>
            <a:cxnLst>
              <a:cxn ang="0">
                <a:pos x="316" y="0"/>
              </a:cxn>
              <a:cxn ang="0">
                <a:pos x="18" y="174"/>
              </a:cxn>
              <a:cxn ang="0">
                <a:pos x="0" y="214"/>
              </a:cxn>
              <a:cxn ang="0">
                <a:pos x="18" y="252"/>
              </a:cxn>
              <a:cxn ang="0">
                <a:pos x="384" y="39"/>
              </a:cxn>
              <a:cxn ang="0">
                <a:pos x="342" y="36"/>
              </a:cxn>
              <a:cxn ang="0">
                <a:pos x="316" y="0"/>
              </a:cxn>
            </a:cxnLst>
            <a:rect l="0" t="0" r="r" b="b"/>
            <a:pathLst>
              <a:path w="384" h="252">
                <a:moveTo>
                  <a:pt x="316" y="0"/>
                </a:moveTo>
                <a:cubicBezTo>
                  <a:pt x="254" y="101"/>
                  <a:pt x="144" y="169"/>
                  <a:pt x="18" y="174"/>
                </a:cubicBezTo>
                <a:cubicBezTo>
                  <a:pt x="0" y="214"/>
                  <a:pt x="0" y="214"/>
                  <a:pt x="0" y="214"/>
                </a:cubicBezTo>
                <a:cubicBezTo>
                  <a:pt x="18" y="252"/>
                  <a:pt x="18" y="252"/>
                  <a:pt x="18" y="252"/>
                </a:cubicBezTo>
                <a:cubicBezTo>
                  <a:pt x="173" y="247"/>
                  <a:pt x="307" y="163"/>
                  <a:pt x="384" y="39"/>
                </a:cubicBezTo>
                <a:cubicBezTo>
                  <a:pt x="342" y="36"/>
                  <a:pt x="342" y="36"/>
                  <a:pt x="342" y="36"/>
                </a:cubicBezTo>
                <a:lnTo>
                  <a:pt x="316" y="0"/>
                </a:lnTo>
                <a:close/>
              </a:path>
            </a:pathLst>
          </a:custGeom>
          <a:solidFill>
            <a:srgbClr val="FF6E00"/>
          </a:solidFill>
          <a:ln w="12700" cap="flat" cmpd="sng" algn="ctr">
            <a:noFill/>
            <a:prstDash val="solid"/>
            <a:round/>
            <a:headEnd type="none" w="sm" len="sm"/>
            <a:tailEnd type="none" w="sm" len="sm"/>
          </a:ln>
          <a:effectLst/>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de-DE" altLang="zh-CN" sz="11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endParaRPr>
          </a:p>
        </p:txBody>
      </p:sp>
      <p:sp>
        <p:nvSpPr>
          <p:cNvPr id="14" name="_color1"/>
          <p:cNvSpPr/>
          <p:nvPr/>
        </p:nvSpPr>
        <p:spPr bwMode="gray">
          <a:xfrm>
            <a:off x="6742809" y="2211094"/>
            <a:ext cx="347680" cy="1208429"/>
          </a:xfrm>
          <a:custGeom>
            <a:avLst/>
            <a:gdLst/>
            <a:ahLst/>
            <a:cxnLst>
              <a:cxn ang="0">
                <a:pos x="69" y="424"/>
              </a:cxn>
              <a:cxn ang="0">
                <a:pos x="122" y="212"/>
              </a:cxn>
              <a:cxn ang="0">
                <a:pos x="68" y="0"/>
              </a:cxn>
              <a:cxn ang="0">
                <a:pos x="43" y="34"/>
              </a:cxn>
              <a:cxn ang="0">
                <a:pos x="0" y="38"/>
              </a:cxn>
              <a:cxn ang="0">
                <a:pos x="44" y="212"/>
              </a:cxn>
              <a:cxn ang="0">
                <a:pos x="2" y="384"/>
              </a:cxn>
              <a:cxn ang="0">
                <a:pos x="27" y="420"/>
              </a:cxn>
              <a:cxn ang="0">
                <a:pos x="69" y="424"/>
              </a:cxn>
            </a:cxnLst>
            <a:rect l="0" t="0" r="r" b="b"/>
            <a:pathLst>
              <a:path w="122" h="424">
                <a:moveTo>
                  <a:pt x="69" y="424"/>
                </a:moveTo>
                <a:cubicBezTo>
                  <a:pt x="103" y="361"/>
                  <a:pt x="122" y="289"/>
                  <a:pt x="122" y="212"/>
                </a:cubicBezTo>
                <a:cubicBezTo>
                  <a:pt x="122" y="135"/>
                  <a:pt x="102" y="63"/>
                  <a:pt x="68" y="0"/>
                </a:cubicBezTo>
                <a:cubicBezTo>
                  <a:pt x="43" y="34"/>
                  <a:pt x="43" y="34"/>
                  <a:pt x="43" y="34"/>
                </a:cubicBezTo>
                <a:cubicBezTo>
                  <a:pt x="0" y="38"/>
                  <a:pt x="0" y="38"/>
                  <a:pt x="0" y="38"/>
                </a:cubicBezTo>
                <a:cubicBezTo>
                  <a:pt x="28" y="90"/>
                  <a:pt x="44" y="149"/>
                  <a:pt x="44" y="212"/>
                </a:cubicBezTo>
                <a:cubicBezTo>
                  <a:pt x="44" y="274"/>
                  <a:pt x="29" y="333"/>
                  <a:pt x="2" y="384"/>
                </a:cubicBezTo>
                <a:cubicBezTo>
                  <a:pt x="27" y="420"/>
                  <a:pt x="27" y="420"/>
                  <a:pt x="27" y="420"/>
                </a:cubicBezTo>
                <a:lnTo>
                  <a:pt x="69" y="424"/>
                </a:lnTo>
                <a:close/>
              </a:path>
            </a:pathLst>
          </a:custGeom>
          <a:solidFill>
            <a:srgbClr val="FF6E00"/>
          </a:solidFill>
          <a:ln w="12700" cap="flat" cmpd="sng" algn="ctr">
            <a:noFill/>
            <a:prstDash val="solid"/>
            <a:round/>
            <a:headEnd type="none" w="sm" len="sm"/>
            <a:tailEnd type="none" w="sm" len="sm"/>
          </a:ln>
          <a:effectLst/>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de-DE" altLang="zh-CN" sz="11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endParaRPr>
          </a:p>
        </p:txBody>
      </p:sp>
      <p:sp>
        <p:nvSpPr>
          <p:cNvPr id="15" name="_color1"/>
          <p:cNvSpPr/>
          <p:nvPr/>
        </p:nvSpPr>
        <p:spPr bwMode="gray">
          <a:xfrm>
            <a:off x="4421323" y="2215923"/>
            <a:ext cx="467195" cy="1209636"/>
          </a:xfrm>
          <a:custGeom>
            <a:avLst/>
            <a:gdLst/>
            <a:ahLst/>
            <a:cxnLst>
              <a:cxn ang="0">
                <a:pos x="164" y="385"/>
              </a:cxn>
              <a:cxn ang="0">
                <a:pos x="120" y="210"/>
              </a:cxn>
              <a:cxn ang="0">
                <a:pos x="81" y="28"/>
              </a:cxn>
              <a:cxn ang="0">
                <a:pos x="67" y="0"/>
              </a:cxn>
              <a:cxn ang="0">
                <a:pos x="26" y="3"/>
              </a:cxn>
              <a:cxn ang="0">
                <a:pos x="0" y="40"/>
              </a:cxn>
              <a:cxn ang="0">
                <a:pos x="42" y="210"/>
              </a:cxn>
              <a:cxn ang="0">
                <a:pos x="81" y="393"/>
              </a:cxn>
              <a:cxn ang="0">
                <a:pos x="96" y="424"/>
              </a:cxn>
              <a:cxn ang="0">
                <a:pos x="122" y="389"/>
              </a:cxn>
              <a:cxn ang="0">
                <a:pos x="164" y="385"/>
              </a:cxn>
            </a:cxnLst>
            <a:rect l="0" t="0" r="r" b="b"/>
            <a:pathLst>
              <a:path w="164" h="424">
                <a:moveTo>
                  <a:pt x="164" y="385"/>
                </a:moveTo>
                <a:cubicBezTo>
                  <a:pt x="136" y="333"/>
                  <a:pt x="120" y="274"/>
                  <a:pt x="120" y="210"/>
                </a:cubicBezTo>
                <a:cubicBezTo>
                  <a:pt x="120" y="145"/>
                  <a:pt x="106" y="83"/>
                  <a:pt x="81" y="28"/>
                </a:cubicBezTo>
                <a:cubicBezTo>
                  <a:pt x="77" y="18"/>
                  <a:pt x="72" y="9"/>
                  <a:pt x="67" y="0"/>
                </a:cubicBezTo>
                <a:cubicBezTo>
                  <a:pt x="26" y="3"/>
                  <a:pt x="26" y="3"/>
                  <a:pt x="26" y="3"/>
                </a:cubicBezTo>
                <a:cubicBezTo>
                  <a:pt x="0" y="40"/>
                  <a:pt x="0" y="40"/>
                  <a:pt x="0" y="40"/>
                </a:cubicBezTo>
                <a:cubicBezTo>
                  <a:pt x="27" y="91"/>
                  <a:pt x="42" y="149"/>
                  <a:pt x="42" y="210"/>
                </a:cubicBezTo>
                <a:cubicBezTo>
                  <a:pt x="42" y="275"/>
                  <a:pt x="56" y="337"/>
                  <a:pt x="81" y="393"/>
                </a:cubicBezTo>
                <a:cubicBezTo>
                  <a:pt x="86" y="404"/>
                  <a:pt x="91" y="414"/>
                  <a:pt x="96" y="424"/>
                </a:cubicBezTo>
                <a:cubicBezTo>
                  <a:pt x="122" y="389"/>
                  <a:pt x="122" y="389"/>
                  <a:pt x="122" y="389"/>
                </a:cubicBezTo>
                <a:lnTo>
                  <a:pt x="164" y="385"/>
                </a:lnTo>
                <a:close/>
              </a:path>
            </a:pathLst>
          </a:custGeom>
          <a:solidFill>
            <a:srgbClr val="C80000"/>
          </a:solidFill>
          <a:ln w="12700" cap="flat" cmpd="sng" algn="ctr">
            <a:noFill/>
            <a:prstDash val="solid"/>
            <a:round/>
            <a:headEnd type="none" w="sm" len="sm"/>
            <a:tailEnd type="none" w="sm" len="sm"/>
          </a:ln>
          <a:effectLst/>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de-DE" altLang="zh-CN" sz="11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endParaRPr>
          </a:p>
        </p:txBody>
      </p:sp>
      <p:sp>
        <p:nvSpPr>
          <p:cNvPr id="16" name="TextBox 15"/>
          <p:cNvSpPr txBox="1"/>
          <p:nvPr/>
        </p:nvSpPr>
        <p:spPr>
          <a:xfrm>
            <a:off x="2387153" y="2256008"/>
            <a:ext cx="2180082" cy="116955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500" b="1" i="0" u="none" strike="noStrike" kern="120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单击</a:t>
            </a:r>
            <a:endParaRPr kumimoji="0" lang="en-US" altLang="zh-CN" sz="3500" b="1" i="0" u="none" strike="noStrike" kern="120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500" b="1" i="0" u="none" strike="noStrike" kern="120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添加</a:t>
            </a:r>
            <a:endParaRPr kumimoji="0" lang="zh-CN" altLang="en-US" sz="35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17" name="TextBox 16"/>
          <p:cNvSpPr txBox="1"/>
          <p:nvPr/>
        </p:nvSpPr>
        <p:spPr>
          <a:xfrm>
            <a:off x="4704113" y="2211710"/>
            <a:ext cx="2181350" cy="116955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500" b="1" i="0" u="none" strike="noStrike" kern="120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单击</a:t>
            </a:r>
            <a:endParaRPr kumimoji="0" lang="en-US" altLang="zh-CN" sz="3500" b="1" i="0" u="none" strike="noStrike" kern="120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500" b="1" i="0" u="none" strike="noStrike" kern="120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添加</a:t>
            </a:r>
            <a:endParaRPr kumimoji="0" lang="zh-CN" altLang="en-US" sz="35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18" name="Text Box 40"/>
          <p:cNvSpPr txBox="1">
            <a:spLocks noChangeArrowheads="1"/>
          </p:cNvSpPr>
          <p:nvPr/>
        </p:nvSpPr>
        <p:spPr bwMode="gray">
          <a:xfrm>
            <a:off x="290126" y="4287013"/>
            <a:ext cx="3255336" cy="609398"/>
          </a:xfrm>
          <a:prstGeom prst="rect">
            <a:avLst/>
          </a:prstGeom>
          <a:noFill/>
          <a:ln w="9525">
            <a:noFill/>
            <a:miter lim="800000"/>
          </a:ln>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单击此处输入文字单击此处输入文字</a:t>
            </a:r>
            <a:endParaRPr kumimoji="0" lang="zh-CN" altLang="en-US" sz="14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单击此处输入文字单击此处输入文字</a:t>
            </a:r>
            <a:endParaRPr kumimoji="0" lang="zh-CN" altLang="en-US" sz="1400" b="0"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19" name="Rectangle 11"/>
          <p:cNvSpPr>
            <a:spLocks noChangeArrowheads="1"/>
          </p:cNvSpPr>
          <p:nvPr/>
        </p:nvSpPr>
        <p:spPr bwMode="gray">
          <a:xfrm>
            <a:off x="364146" y="3910143"/>
            <a:ext cx="2500330" cy="358775"/>
          </a:xfrm>
          <a:prstGeom prst="rect">
            <a:avLst/>
          </a:prstGeom>
          <a:noFill/>
          <a:ln>
            <a:noFill/>
          </a:ln>
        </p:spPr>
        <p:txBody>
          <a:bodyPr lIns="0" tIns="0" rIns="0" bIns="0" anchor="ct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1"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单击此处</a:t>
            </a:r>
            <a:r>
              <a:rPr kumimoji="0" lang="zh-CN" altLang="en-US" sz="2000" b="1"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输入小标题</a:t>
            </a:r>
            <a:endParaRPr kumimoji="0" lang="zh-CN" altLang="en-US" sz="2000" b="1"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20" name="Text Box 40"/>
          <p:cNvSpPr txBox="1">
            <a:spLocks noChangeArrowheads="1"/>
          </p:cNvSpPr>
          <p:nvPr/>
        </p:nvSpPr>
        <p:spPr bwMode="gray">
          <a:xfrm>
            <a:off x="5592464" y="1076412"/>
            <a:ext cx="3255336" cy="587469"/>
          </a:xfrm>
          <a:prstGeom prst="rect">
            <a:avLst/>
          </a:prstGeom>
          <a:noFill/>
          <a:ln w="9525">
            <a:noFill/>
            <a:miter lim="800000"/>
          </a:ln>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单击此处输入文字单击此处输入文字</a:t>
            </a:r>
            <a:endParaRPr kumimoji="0" lang="zh-CN" altLang="en-US" sz="14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单击此处输入文字单击此处输入文字</a:t>
            </a:r>
            <a:endParaRPr kumimoji="0" lang="zh-CN" altLang="en-US" sz="1400" b="0"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21" name="Rectangle 11"/>
          <p:cNvSpPr>
            <a:spLocks noChangeArrowheads="1"/>
          </p:cNvSpPr>
          <p:nvPr/>
        </p:nvSpPr>
        <p:spPr bwMode="gray">
          <a:xfrm>
            <a:off x="6228184" y="699542"/>
            <a:ext cx="2500330" cy="358775"/>
          </a:xfrm>
          <a:prstGeom prst="rect">
            <a:avLst/>
          </a:prstGeom>
          <a:noFill/>
          <a:ln>
            <a:noFill/>
          </a:ln>
        </p:spPr>
        <p:txBody>
          <a:bodyPr lIns="0" tIns="0" rIns="0" bIns="0" anchor="ct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2000" b="1"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单击此处</a:t>
            </a:r>
            <a:r>
              <a:rPr kumimoji="0" lang="zh-CN" altLang="en-US" sz="2000" b="1"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输入小标题</a:t>
            </a:r>
            <a:endParaRPr kumimoji="0" lang="zh-CN" altLang="en-US" sz="2000" b="1"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100"/>
                                        <p:tgtEl>
                                          <p:spTgt spid="1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100"/>
                                        <p:tgtEl>
                                          <p:spTgt spid="11"/>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up)">
                                      <p:cBhvr>
                                        <p:cTn id="15" dur="100"/>
                                        <p:tgtEl>
                                          <p:spTgt spid="14"/>
                                        </p:tgtEl>
                                      </p:cBhvr>
                                    </p:animEffect>
                                  </p:childTnLst>
                                </p:cTn>
                              </p:par>
                            </p:childTnLst>
                          </p:cTn>
                        </p:par>
                        <p:par>
                          <p:cTn id="16" fill="hold">
                            <p:stCondLst>
                              <p:cond delay="1500"/>
                            </p:stCondLst>
                            <p:childTnLst>
                              <p:par>
                                <p:cTn id="17" presetID="22" presetClass="entr" presetSubtype="2"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right)">
                                      <p:cBhvr>
                                        <p:cTn id="19" dur="100"/>
                                        <p:tgtEl>
                                          <p:spTgt spid="13"/>
                                        </p:tgtEl>
                                      </p:cBhvr>
                                    </p:animEffect>
                                  </p:childTnLst>
                                </p:cTn>
                              </p:par>
                            </p:childTnLst>
                          </p:cTn>
                        </p:par>
                        <p:par>
                          <p:cTn id="20" fill="hold">
                            <p:stCondLst>
                              <p:cond delay="2000"/>
                            </p:stCondLst>
                            <p:childTnLst>
                              <p:par>
                                <p:cTn id="21" presetID="22" presetClass="entr" presetSubtype="2"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right)">
                                      <p:cBhvr>
                                        <p:cTn id="23" dur="100"/>
                                        <p:tgtEl>
                                          <p:spTgt spid="12"/>
                                        </p:tgtEl>
                                      </p:cBhvr>
                                    </p:animEffect>
                                  </p:childTnLst>
                                </p:cTn>
                              </p:par>
                            </p:childTnLst>
                          </p:cTn>
                        </p:par>
                        <p:par>
                          <p:cTn id="24" fill="hold">
                            <p:stCondLst>
                              <p:cond delay="2500"/>
                            </p:stCondLst>
                            <p:childTnLst>
                              <p:par>
                                <p:cTn id="25" presetID="22" presetClass="entr" presetSubtype="4" fill="hold" grpId="0" nodeType="after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down)">
                                      <p:cBhvr>
                                        <p:cTn id="27" dur="100"/>
                                        <p:tgtEl>
                                          <p:spTgt spid="15"/>
                                        </p:tgtEl>
                                      </p:cBhvr>
                                    </p:animEffect>
                                  </p:childTnLst>
                                </p:cTn>
                              </p:par>
                            </p:childTnLst>
                          </p:cTn>
                        </p:par>
                        <p:par>
                          <p:cTn id="28" fill="hold">
                            <p:stCondLst>
                              <p:cond delay="3000"/>
                            </p:stCondLst>
                            <p:childTnLst>
                              <p:par>
                                <p:cTn id="29" presetID="22" presetClass="entr" presetSubtype="2"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right)">
                                      <p:cBhvr>
                                        <p:cTn id="31" dur="100"/>
                                        <p:tgtEl>
                                          <p:spTgt spid="7"/>
                                        </p:tgtEl>
                                      </p:cBhvr>
                                    </p:animEffect>
                                  </p:childTnLst>
                                </p:cTn>
                              </p:par>
                            </p:childTnLst>
                          </p:cTn>
                        </p:par>
                        <p:par>
                          <p:cTn id="32" fill="hold">
                            <p:stCondLst>
                              <p:cond delay="3500"/>
                            </p:stCondLst>
                            <p:childTnLst>
                              <p:par>
                                <p:cTn id="33" presetID="22" presetClass="entr" presetSubtype="2" fill="hold" grpId="0" nodeType="after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wipe(right)">
                                      <p:cBhvr>
                                        <p:cTn id="35" dur="100"/>
                                        <p:tgtEl>
                                          <p:spTgt spid="6"/>
                                        </p:tgtEl>
                                      </p:cBhvr>
                                    </p:animEffect>
                                  </p:childTnLst>
                                </p:cTn>
                              </p:par>
                            </p:childTnLst>
                          </p:cTn>
                        </p:par>
                        <p:par>
                          <p:cTn id="36" fill="hold">
                            <p:stCondLst>
                              <p:cond delay="4000"/>
                            </p:stCondLst>
                            <p:childTnLst>
                              <p:par>
                                <p:cTn id="37" presetID="22" presetClass="entr" presetSubtype="1" fill="hold" grpId="0" nodeType="after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wipe(up)">
                                      <p:cBhvr>
                                        <p:cTn id="39" dur="100"/>
                                        <p:tgtEl>
                                          <p:spTgt spid="8"/>
                                        </p:tgtEl>
                                      </p:cBhvr>
                                    </p:animEffect>
                                  </p:childTnLst>
                                </p:cTn>
                              </p:par>
                            </p:childTnLst>
                          </p:cTn>
                        </p:par>
                        <p:par>
                          <p:cTn id="40" fill="hold">
                            <p:stCondLst>
                              <p:cond delay="4500"/>
                            </p:stCondLst>
                            <p:childTnLst>
                              <p:par>
                                <p:cTn id="41" presetID="22" presetClass="entr" presetSubtype="8" fill="hold" grpId="0" nodeType="after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wipe(left)">
                                      <p:cBhvr>
                                        <p:cTn id="43" dur="100"/>
                                        <p:tgtEl>
                                          <p:spTgt spid="5"/>
                                        </p:tgtEl>
                                      </p:cBhvr>
                                    </p:animEffect>
                                  </p:childTnLst>
                                </p:cTn>
                              </p:par>
                            </p:childTnLst>
                          </p:cTn>
                        </p:par>
                        <p:par>
                          <p:cTn id="44" fill="hold">
                            <p:stCondLst>
                              <p:cond delay="5000"/>
                            </p:stCondLst>
                            <p:childTnLst>
                              <p:par>
                                <p:cTn id="45" presetID="22" presetClass="entr" presetSubtype="8" fill="hold" grpId="0" nodeType="after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wipe(left)">
                                      <p:cBhvr>
                                        <p:cTn id="47" dur="100"/>
                                        <p:tgtEl>
                                          <p:spTgt spid="9"/>
                                        </p:tgtEl>
                                      </p:cBhvr>
                                    </p:animEffect>
                                  </p:childTnLst>
                                </p:cTn>
                              </p:par>
                            </p:childTnLst>
                          </p:cTn>
                        </p:par>
                        <p:par>
                          <p:cTn id="48" fill="hold">
                            <p:stCondLst>
                              <p:cond delay="5500"/>
                            </p:stCondLst>
                            <p:childTnLst>
                              <p:par>
                                <p:cTn id="49" presetID="10" presetClass="entr" presetSubtype="0" fill="hold" nodeType="afterEffect">
                                  <p:stCondLst>
                                    <p:cond delay="0"/>
                                  </p:stCondLst>
                                  <p:childTnLst>
                                    <p:set>
                                      <p:cBhvr>
                                        <p:cTn id="50" dur="1" fill="hold">
                                          <p:stCondLst>
                                            <p:cond delay="0"/>
                                          </p:stCondLst>
                                        </p:cTn>
                                        <p:tgtEl>
                                          <p:spTgt spid="3"/>
                                        </p:tgtEl>
                                        <p:attrNameLst>
                                          <p:attrName>style.visibility</p:attrName>
                                        </p:attrNameLst>
                                      </p:cBhvr>
                                      <p:to>
                                        <p:strVal val="visible"/>
                                      </p:to>
                                    </p:set>
                                    <p:animEffect transition="in" filter="fade">
                                      <p:cBhvr>
                                        <p:cTn id="51" dur="300"/>
                                        <p:tgtEl>
                                          <p:spTgt spid="3"/>
                                        </p:tgtEl>
                                      </p:cBhvr>
                                    </p:animEffect>
                                  </p:childTnLst>
                                </p:cTn>
                              </p:par>
                              <p:par>
                                <p:cTn id="52" presetID="10" presetClass="entr" presetSubtype="0" fill="hold" nodeType="withEffect">
                                  <p:stCondLst>
                                    <p:cond delay="0"/>
                                  </p:stCondLst>
                                  <p:childTnLst>
                                    <p:set>
                                      <p:cBhvr>
                                        <p:cTn id="53" dur="1" fill="hold">
                                          <p:stCondLst>
                                            <p:cond delay="0"/>
                                          </p:stCondLst>
                                        </p:cTn>
                                        <p:tgtEl>
                                          <p:spTgt spid="4"/>
                                        </p:tgtEl>
                                        <p:attrNameLst>
                                          <p:attrName>style.visibility</p:attrName>
                                        </p:attrNameLst>
                                      </p:cBhvr>
                                      <p:to>
                                        <p:strVal val="visible"/>
                                      </p:to>
                                    </p:set>
                                    <p:animEffect transition="in" filter="fade">
                                      <p:cBhvr>
                                        <p:cTn id="54" dur="300"/>
                                        <p:tgtEl>
                                          <p:spTgt spid="4"/>
                                        </p:tgtEl>
                                      </p:cBhvr>
                                    </p:animEffect>
                                  </p:childTnLst>
                                </p:cTn>
                              </p:par>
                            </p:childTnLst>
                          </p:cTn>
                        </p:par>
                        <p:par>
                          <p:cTn id="55" fill="hold">
                            <p:stCondLst>
                              <p:cond delay="600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00"/>
                                        <p:tgtEl>
                                          <p:spTgt spid="16"/>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500"/>
                                        <p:tgtEl>
                                          <p:spTgt spid="17"/>
                                        </p:tgtEl>
                                      </p:cBhvr>
                                    </p:animEffect>
                                  </p:childTnLst>
                                </p:cTn>
                              </p:par>
                            </p:childTnLst>
                          </p:cTn>
                        </p:par>
                        <p:par>
                          <p:cTn id="62" fill="hold">
                            <p:stCondLst>
                              <p:cond delay="6500"/>
                            </p:stCondLst>
                            <p:childTnLst>
                              <p:par>
                                <p:cTn id="63" presetID="41" presetClass="entr" presetSubtype="0" fill="hold" grpId="0" nodeType="afterEffect">
                                  <p:stCondLst>
                                    <p:cond delay="0"/>
                                  </p:stCondLst>
                                  <p:iterate type="lt">
                                    <p:tmPct val="10000"/>
                                  </p:iterate>
                                  <p:childTnLst>
                                    <p:set>
                                      <p:cBhvr>
                                        <p:cTn id="64" dur="1" fill="hold">
                                          <p:stCondLst>
                                            <p:cond delay="0"/>
                                          </p:stCondLst>
                                        </p:cTn>
                                        <p:tgtEl>
                                          <p:spTgt spid="19"/>
                                        </p:tgtEl>
                                        <p:attrNameLst>
                                          <p:attrName>style.visibility</p:attrName>
                                        </p:attrNameLst>
                                      </p:cBhvr>
                                      <p:to>
                                        <p:strVal val="visible"/>
                                      </p:to>
                                    </p:set>
                                    <p:anim calcmode="lin" valueType="num">
                                      <p:cBhvr>
                                        <p:cTn id="65"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66" dur="500" fill="hold"/>
                                        <p:tgtEl>
                                          <p:spTgt spid="19"/>
                                        </p:tgtEl>
                                        <p:attrNameLst>
                                          <p:attrName>ppt_y</p:attrName>
                                        </p:attrNameLst>
                                      </p:cBhvr>
                                      <p:tavLst>
                                        <p:tav tm="0">
                                          <p:val>
                                            <p:strVal val="#ppt_y"/>
                                          </p:val>
                                        </p:tav>
                                        <p:tav tm="100000">
                                          <p:val>
                                            <p:strVal val="#ppt_y"/>
                                          </p:val>
                                        </p:tav>
                                      </p:tavLst>
                                    </p:anim>
                                    <p:anim calcmode="lin" valueType="num">
                                      <p:cBhvr>
                                        <p:cTn id="67"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68"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69" dur="500" tmFilter="0,0; .5, 1; 1, 1"/>
                                        <p:tgtEl>
                                          <p:spTgt spid="19"/>
                                        </p:tgtEl>
                                      </p:cBhvr>
                                    </p:animEffect>
                                  </p:childTnLst>
                                </p:cTn>
                              </p:par>
                            </p:childTnLst>
                          </p:cTn>
                        </p:par>
                        <p:par>
                          <p:cTn id="70" fill="hold">
                            <p:stCondLst>
                              <p:cond delay="2799"/>
                            </p:stCondLst>
                            <p:childTnLst>
                              <p:par>
                                <p:cTn id="71" presetID="42" presetClass="entr" presetSubtype="0" fill="hold" grpId="0" nodeType="after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fade">
                                      <p:cBhvr>
                                        <p:cTn id="73" dur="750"/>
                                        <p:tgtEl>
                                          <p:spTgt spid="18"/>
                                        </p:tgtEl>
                                      </p:cBhvr>
                                    </p:animEffect>
                                    <p:anim calcmode="lin" valueType="num">
                                      <p:cBhvr>
                                        <p:cTn id="74" dur="750" fill="hold"/>
                                        <p:tgtEl>
                                          <p:spTgt spid="18"/>
                                        </p:tgtEl>
                                        <p:attrNameLst>
                                          <p:attrName>ppt_x</p:attrName>
                                        </p:attrNameLst>
                                      </p:cBhvr>
                                      <p:tavLst>
                                        <p:tav tm="0">
                                          <p:val>
                                            <p:strVal val="#ppt_x"/>
                                          </p:val>
                                        </p:tav>
                                        <p:tav tm="100000">
                                          <p:val>
                                            <p:strVal val="#ppt_x"/>
                                          </p:val>
                                        </p:tav>
                                      </p:tavLst>
                                    </p:anim>
                                    <p:anim calcmode="lin" valueType="num">
                                      <p:cBhvr>
                                        <p:cTn id="75" dur="750" fill="hold"/>
                                        <p:tgtEl>
                                          <p:spTgt spid="18"/>
                                        </p:tgtEl>
                                        <p:attrNameLst>
                                          <p:attrName>ppt_y</p:attrName>
                                        </p:attrNameLst>
                                      </p:cBhvr>
                                      <p:tavLst>
                                        <p:tav tm="0">
                                          <p:val>
                                            <p:strVal val="#ppt_y+.1"/>
                                          </p:val>
                                        </p:tav>
                                        <p:tav tm="100000">
                                          <p:val>
                                            <p:strVal val="#ppt_y"/>
                                          </p:val>
                                        </p:tav>
                                      </p:tavLst>
                                    </p:anim>
                                  </p:childTnLst>
                                </p:cTn>
                              </p:par>
                            </p:childTnLst>
                          </p:cTn>
                        </p:par>
                        <p:par>
                          <p:cTn id="76" fill="hold">
                            <p:stCondLst>
                              <p:cond delay="3799"/>
                            </p:stCondLst>
                            <p:childTnLst>
                              <p:par>
                                <p:cTn id="77" presetID="41" presetClass="entr" presetSubtype="0" fill="hold" grpId="0" nodeType="afterEffect">
                                  <p:stCondLst>
                                    <p:cond delay="0"/>
                                  </p:stCondLst>
                                  <p:iterate type="lt">
                                    <p:tmPct val="10000"/>
                                  </p:iterate>
                                  <p:childTnLst>
                                    <p:set>
                                      <p:cBhvr>
                                        <p:cTn id="78" dur="1" fill="hold">
                                          <p:stCondLst>
                                            <p:cond delay="0"/>
                                          </p:stCondLst>
                                        </p:cTn>
                                        <p:tgtEl>
                                          <p:spTgt spid="21"/>
                                        </p:tgtEl>
                                        <p:attrNameLst>
                                          <p:attrName>style.visibility</p:attrName>
                                        </p:attrNameLst>
                                      </p:cBhvr>
                                      <p:to>
                                        <p:strVal val="visible"/>
                                      </p:to>
                                    </p:set>
                                    <p:anim calcmode="lin" valueType="num">
                                      <p:cBhvr>
                                        <p:cTn id="79" dur="500" fill="hold"/>
                                        <p:tgtEl>
                                          <p:spTgt spid="21"/>
                                        </p:tgtEl>
                                        <p:attrNameLst>
                                          <p:attrName>ppt_x</p:attrName>
                                        </p:attrNameLst>
                                      </p:cBhvr>
                                      <p:tavLst>
                                        <p:tav tm="0">
                                          <p:val>
                                            <p:strVal val="#ppt_x"/>
                                          </p:val>
                                        </p:tav>
                                        <p:tav tm="50000">
                                          <p:val>
                                            <p:strVal val="#ppt_x+.1"/>
                                          </p:val>
                                        </p:tav>
                                        <p:tav tm="100000">
                                          <p:val>
                                            <p:strVal val="#ppt_x"/>
                                          </p:val>
                                        </p:tav>
                                      </p:tavLst>
                                    </p:anim>
                                    <p:anim calcmode="lin" valueType="num">
                                      <p:cBhvr>
                                        <p:cTn id="80" dur="500" fill="hold"/>
                                        <p:tgtEl>
                                          <p:spTgt spid="21"/>
                                        </p:tgtEl>
                                        <p:attrNameLst>
                                          <p:attrName>ppt_y</p:attrName>
                                        </p:attrNameLst>
                                      </p:cBhvr>
                                      <p:tavLst>
                                        <p:tav tm="0">
                                          <p:val>
                                            <p:strVal val="#ppt_y"/>
                                          </p:val>
                                        </p:tav>
                                        <p:tav tm="100000">
                                          <p:val>
                                            <p:strVal val="#ppt_y"/>
                                          </p:val>
                                        </p:tav>
                                      </p:tavLst>
                                    </p:anim>
                                    <p:anim calcmode="lin" valueType="num">
                                      <p:cBhvr>
                                        <p:cTn id="81" dur="500" fill="hold"/>
                                        <p:tgtEl>
                                          <p:spTgt spid="21"/>
                                        </p:tgtEl>
                                        <p:attrNameLst>
                                          <p:attrName>ppt_h</p:attrName>
                                        </p:attrNameLst>
                                      </p:cBhvr>
                                      <p:tavLst>
                                        <p:tav tm="0">
                                          <p:val>
                                            <p:strVal val="#ppt_h/10"/>
                                          </p:val>
                                        </p:tav>
                                        <p:tav tm="50000">
                                          <p:val>
                                            <p:strVal val="#ppt_h+.01"/>
                                          </p:val>
                                        </p:tav>
                                        <p:tav tm="100000">
                                          <p:val>
                                            <p:strVal val="#ppt_h"/>
                                          </p:val>
                                        </p:tav>
                                      </p:tavLst>
                                    </p:anim>
                                    <p:anim calcmode="lin" valueType="num">
                                      <p:cBhvr>
                                        <p:cTn id="82" dur="500" fill="hold"/>
                                        <p:tgtEl>
                                          <p:spTgt spid="21"/>
                                        </p:tgtEl>
                                        <p:attrNameLst>
                                          <p:attrName>ppt_w</p:attrName>
                                        </p:attrNameLst>
                                      </p:cBhvr>
                                      <p:tavLst>
                                        <p:tav tm="0">
                                          <p:val>
                                            <p:strVal val="#ppt_w/10"/>
                                          </p:val>
                                        </p:tav>
                                        <p:tav tm="50000">
                                          <p:val>
                                            <p:strVal val="#ppt_w+.01"/>
                                          </p:val>
                                        </p:tav>
                                        <p:tav tm="100000">
                                          <p:val>
                                            <p:strVal val="#ppt_w"/>
                                          </p:val>
                                        </p:tav>
                                      </p:tavLst>
                                    </p:anim>
                                    <p:animEffect transition="in" filter="fade">
                                      <p:cBhvr>
                                        <p:cTn id="83" dur="500" tmFilter="0,0; .5, 1; 1, 1"/>
                                        <p:tgtEl>
                                          <p:spTgt spid="21"/>
                                        </p:tgtEl>
                                      </p:cBhvr>
                                    </p:animEffect>
                                  </p:childTnLst>
                                </p:cTn>
                              </p:par>
                            </p:childTnLst>
                          </p:cTn>
                        </p:par>
                        <p:par>
                          <p:cTn id="84" fill="hold">
                            <p:stCondLst>
                              <p:cond delay="4449"/>
                            </p:stCondLst>
                            <p:childTnLst>
                              <p:par>
                                <p:cTn id="85" presetID="42" presetClass="entr" presetSubtype="0" fill="hold" grpId="0" nodeType="after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750"/>
                                        <p:tgtEl>
                                          <p:spTgt spid="20"/>
                                        </p:tgtEl>
                                      </p:cBhvr>
                                    </p:animEffect>
                                    <p:anim calcmode="lin" valueType="num">
                                      <p:cBhvr>
                                        <p:cTn id="88" dur="750" fill="hold"/>
                                        <p:tgtEl>
                                          <p:spTgt spid="20"/>
                                        </p:tgtEl>
                                        <p:attrNameLst>
                                          <p:attrName>ppt_x</p:attrName>
                                        </p:attrNameLst>
                                      </p:cBhvr>
                                      <p:tavLst>
                                        <p:tav tm="0">
                                          <p:val>
                                            <p:strVal val="#ppt_x"/>
                                          </p:val>
                                        </p:tav>
                                        <p:tav tm="100000">
                                          <p:val>
                                            <p:strVal val="#ppt_x"/>
                                          </p:val>
                                        </p:tav>
                                      </p:tavLst>
                                    </p:anim>
                                    <p:anim calcmode="lin" valueType="num">
                                      <p:cBhvr>
                                        <p:cTn id="89" dur="75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p:bldP spid="17" grpId="0"/>
      <p:bldP spid="18" grpId="0"/>
      <p:bldP spid="19" grpId="0"/>
      <p:bldP spid="20" grpId="0"/>
      <p:bldP spid="2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点击此处添加标题</a:t>
            </a:r>
            <a:endParaRPr lang="zh-CN" altLang="en-US" dirty="0"/>
          </a:p>
        </p:txBody>
      </p:sp>
      <p:grpSp>
        <p:nvGrpSpPr>
          <p:cNvPr id="3" name="组合 2"/>
          <p:cNvGrpSpPr/>
          <p:nvPr/>
        </p:nvGrpSpPr>
        <p:grpSpPr>
          <a:xfrm>
            <a:off x="416802" y="2847706"/>
            <a:ext cx="8363729" cy="1884284"/>
            <a:chOff x="416802" y="3527919"/>
            <a:chExt cx="8363729" cy="2512378"/>
          </a:xfrm>
        </p:grpSpPr>
        <p:sp>
          <p:nvSpPr>
            <p:cNvPr id="4" name="等腰三角形 5"/>
            <p:cNvSpPr/>
            <p:nvPr/>
          </p:nvSpPr>
          <p:spPr>
            <a:xfrm>
              <a:off x="416802" y="3527919"/>
              <a:ext cx="8363729" cy="2205337"/>
            </a:xfrm>
            <a:custGeom>
              <a:avLst/>
              <a:gdLst/>
              <a:ahLst/>
              <a:cxnLst/>
              <a:rect l="l" t="t" r="r" b="b"/>
              <a:pathLst>
                <a:path w="8363729" h="2205337">
                  <a:moveTo>
                    <a:pt x="4181865" y="0"/>
                  </a:moveTo>
                  <a:lnTo>
                    <a:pt x="8363729" y="2205337"/>
                  </a:lnTo>
                  <a:lnTo>
                    <a:pt x="5501308" y="2205337"/>
                  </a:lnTo>
                  <a:lnTo>
                    <a:pt x="4180569" y="10775"/>
                  </a:lnTo>
                  <a:lnTo>
                    <a:pt x="2859830" y="2205337"/>
                  </a:lnTo>
                  <a:lnTo>
                    <a:pt x="0" y="2205337"/>
                  </a:lnTo>
                  <a:close/>
                </a:path>
              </a:pathLst>
            </a:custGeom>
            <a:gradFill flip="none" rotWithShape="1">
              <a:gsLst>
                <a:gs pos="0">
                  <a:srgbClr val="D7D7D7"/>
                </a:gs>
                <a:gs pos="100000">
                  <a:srgbClr val="E6E6E6"/>
                </a:gs>
              </a:gsLst>
              <a:lin ang="16200000" scaled="1"/>
              <a:tileRect/>
            </a:gradFill>
            <a:ln w="25400" cap="flat" cmpd="sng" algn="ctr">
              <a:noFill/>
              <a:prstDash val="solid"/>
            </a:ln>
            <a:effectLst>
              <a:outerShdw blurRad="50800" dist="38100" algn="l" rotWithShape="0">
                <a:prstClr val="black">
                  <a:alpha val="40000"/>
                </a:prstClr>
              </a:outerShdw>
            </a:effectLst>
            <a:scene3d>
              <a:camera prst="orthographicFront">
                <a:rot lat="19799998" lon="0" rev="0"/>
              </a:camera>
              <a:lightRig rig="contrasting" dir="t">
                <a:rot lat="0" lon="0" rev="5400000"/>
              </a:lightRig>
            </a:scene3d>
            <a:sp3d extrusionH="711200">
              <a:bevelB w="0" h="0"/>
              <a:extrusionClr>
                <a:srgbClr val="C5C5C5"/>
              </a:extrusionClr>
            </a:sp3d>
          </p:spPr>
          <p:txBody>
            <a:bodyPr anchor="ctr"/>
            <a:lstStyle/>
            <a:p>
              <a:pPr marL="0" marR="0" lvl="0" indent="0" algn="ctr" defTabSz="914400" rtl="0" eaLnBrk="1" fontAlgn="auto" latinLnBrk="0" hangingPunct="1">
                <a:lnSpc>
                  <a:spcPct val="120000"/>
                </a:lnSpc>
                <a:spcBef>
                  <a:spcPts val="0"/>
                </a:spcBef>
                <a:spcAft>
                  <a:spcPts val="0"/>
                </a:spcAft>
                <a:buClrTx/>
                <a:buSzTx/>
                <a:buFontTx/>
                <a:buNone/>
                <a:defRPr/>
              </a:pPr>
              <a:endParaRPr kumimoji="0" lang="zh-CN" altLang="en-US" sz="1800" b="1" i="0" u="none" strike="noStrike" kern="0" cap="none" spc="0" normalizeH="0" baseline="0" noProof="0" dirty="0">
                <a:ln>
                  <a:noFill/>
                </a:ln>
                <a:solidFill>
                  <a:sysClr val="window" lastClr="FFFFFF"/>
                </a:solidFill>
                <a:effectLst/>
                <a:uLnTx/>
                <a:uFillTx/>
                <a:latin typeface="Impact" panose="020B0806030902050204" pitchFamily="34" charset="0"/>
                <a:ea typeface="微软雅黑" panose="020B0503020204020204" pitchFamily="34" charset="-122"/>
                <a:cs typeface="+mn-cs"/>
              </a:endParaRPr>
            </a:p>
          </p:txBody>
        </p:sp>
        <p:sp>
          <p:nvSpPr>
            <p:cNvPr id="5" name="矩形 4"/>
            <p:cNvSpPr/>
            <p:nvPr/>
          </p:nvSpPr>
          <p:spPr>
            <a:xfrm>
              <a:off x="1475656" y="5629928"/>
              <a:ext cx="654346" cy="41036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smtClean="0">
                  <a:ln>
                    <a:noFill/>
                  </a:ln>
                  <a:solidFill>
                    <a:srgbClr val="7D7D7D"/>
                  </a:solidFill>
                  <a:effectLst/>
                  <a:uLnTx/>
                  <a:uFillTx/>
                  <a:latin typeface="微软雅黑" panose="020B0503020204020204" pitchFamily="34" charset="-122"/>
                  <a:ea typeface="微软雅黑" panose="020B0503020204020204" pitchFamily="34" charset="-122"/>
                  <a:cs typeface="+mn-cs"/>
                </a:rPr>
                <a:t>文本</a:t>
              </a:r>
              <a:r>
                <a:rPr kumimoji="0" lang="en-US" altLang="zh-CN" sz="1400" b="1" i="0" u="none" strike="noStrike" kern="0" cap="none" spc="0" normalizeH="0" baseline="0" noProof="0" dirty="0" smtClean="0">
                  <a:ln>
                    <a:noFill/>
                  </a:ln>
                  <a:solidFill>
                    <a:srgbClr val="7D7D7D"/>
                  </a:solidFill>
                  <a:effectLst/>
                  <a:uLnTx/>
                  <a:uFillTx/>
                  <a:latin typeface="微软雅黑" panose="020B0503020204020204" pitchFamily="34" charset="-122"/>
                  <a:ea typeface="微软雅黑" panose="020B0503020204020204" pitchFamily="34" charset="-122"/>
                  <a:cs typeface="+mn-cs"/>
                </a:rPr>
                <a:t>1</a:t>
              </a:r>
              <a:endParaRPr kumimoji="0" lang="zh-CN" altLang="en-US" sz="1400" b="0" i="0" u="none" strike="noStrike" kern="0" cap="none" spc="0" normalizeH="0" baseline="0" noProof="0" dirty="0">
                <a:ln>
                  <a:noFill/>
                </a:ln>
                <a:solidFill>
                  <a:srgbClr val="7D7D7D"/>
                </a:solidFill>
                <a:effectLst/>
                <a:uLnTx/>
                <a:uFillTx/>
                <a:latin typeface="Impact" panose="020B0806030902050204" pitchFamily="34" charset="0"/>
                <a:ea typeface="微软雅黑" panose="020B0503020204020204" pitchFamily="34" charset="-122"/>
                <a:cs typeface="+mn-cs"/>
              </a:endParaRPr>
            </a:p>
          </p:txBody>
        </p:sp>
        <p:sp>
          <p:nvSpPr>
            <p:cNvPr id="6" name="矩形 5"/>
            <p:cNvSpPr/>
            <p:nvPr/>
          </p:nvSpPr>
          <p:spPr>
            <a:xfrm>
              <a:off x="7164288" y="5629928"/>
              <a:ext cx="654346" cy="41036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smtClean="0">
                  <a:ln>
                    <a:noFill/>
                  </a:ln>
                  <a:solidFill>
                    <a:srgbClr val="7D7D7D"/>
                  </a:solidFill>
                  <a:effectLst/>
                  <a:uLnTx/>
                  <a:uFillTx/>
                  <a:latin typeface="微软雅黑" panose="020B0503020204020204" pitchFamily="34" charset="-122"/>
                  <a:ea typeface="微软雅黑" panose="020B0503020204020204" pitchFamily="34" charset="-122"/>
                  <a:cs typeface="+mn-cs"/>
                </a:rPr>
                <a:t>文本</a:t>
              </a:r>
              <a:r>
                <a:rPr kumimoji="0" lang="en-US" altLang="zh-CN" sz="1400" b="1" i="0" u="none" strike="noStrike" kern="0" cap="none" spc="0" normalizeH="0" baseline="0" noProof="0" dirty="0" smtClean="0">
                  <a:ln>
                    <a:noFill/>
                  </a:ln>
                  <a:solidFill>
                    <a:srgbClr val="7D7D7D"/>
                  </a:solidFill>
                  <a:effectLst/>
                  <a:uLnTx/>
                  <a:uFillTx/>
                  <a:latin typeface="微软雅黑" panose="020B0503020204020204" pitchFamily="34" charset="-122"/>
                  <a:ea typeface="微软雅黑" panose="020B0503020204020204" pitchFamily="34" charset="-122"/>
                  <a:cs typeface="+mn-cs"/>
                </a:rPr>
                <a:t>3</a:t>
              </a:r>
              <a:endParaRPr kumimoji="0" lang="zh-CN" altLang="en-US" sz="1400" b="0" i="0" u="none" strike="noStrike" kern="0" cap="none" spc="0" normalizeH="0" baseline="0" noProof="0" dirty="0">
                <a:ln>
                  <a:noFill/>
                </a:ln>
                <a:solidFill>
                  <a:srgbClr val="7D7D7D"/>
                </a:solidFill>
                <a:effectLst/>
                <a:uLnTx/>
                <a:uFillTx/>
                <a:latin typeface="Impact" panose="020B0806030902050204" pitchFamily="34" charset="0"/>
                <a:ea typeface="微软雅黑" panose="020B0503020204020204" pitchFamily="34" charset="-122"/>
                <a:cs typeface="+mn-cs"/>
              </a:endParaRPr>
            </a:p>
          </p:txBody>
        </p:sp>
      </p:grpSp>
      <p:grpSp>
        <p:nvGrpSpPr>
          <p:cNvPr id="7" name="组合 6"/>
          <p:cNvGrpSpPr/>
          <p:nvPr/>
        </p:nvGrpSpPr>
        <p:grpSpPr>
          <a:xfrm>
            <a:off x="3283040" y="2855159"/>
            <a:ext cx="2635846" cy="1876831"/>
            <a:chOff x="3283040" y="3537856"/>
            <a:chExt cx="2635846" cy="2502441"/>
          </a:xfrm>
        </p:grpSpPr>
        <p:sp>
          <p:nvSpPr>
            <p:cNvPr id="8" name="等腰三角形 7"/>
            <p:cNvSpPr/>
            <p:nvPr/>
          </p:nvSpPr>
          <p:spPr>
            <a:xfrm>
              <a:off x="3283040" y="3537856"/>
              <a:ext cx="2635846" cy="2195099"/>
            </a:xfrm>
            <a:prstGeom prst="triangle">
              <a:avLst/>
            </a:prstGeom>
            <a:gradFill flip="none" rotWithShape="1">
              <a:gsLst>
                <a:gs pos="0">
                  <a:srgbClr val="C5C5C5"/>
                </a:gs>
                <a:gs pos="100000">
                  <a:srgbClr val="D7D7D7"/>
                </a:gs>
              </a:gsLst>
              <a:lin ang="16200000" scaled="1"/>
              <a:tileRect/>
            </a:gradFill>
            <a:ln w="25400" cap="flat" cmpd="sng" algn="ctr">
              <a:noFill/>
              <a:prstDash val="solid"/>
            </a:ln>
            <a:effectLst/>
            <a:scene3d>
              <a:camera prst="orthographicFront">
                <a:rot lat="19800000" lon="0" rev="0"/>
              </a:camera>
              <a:lightRig rig="contrasting" dir="t"/>
            </a:scene3d>
            <a:sp3d extrusionH="711200">
              <a:bevelB w="0" h="0"/>
              <a:extrusionClr>
                <a:srgbClr val="A9A9A9"/>
              </a:extrusionClr>
            </a:sp3d>
          </p:spPr>
          <p:txBody>
            <a:bodyPr anchor="ctr"/>
            <a:lstStyle/>
            <a:p>
              <a:pPr marL="0" marR="0" lvl="0" indent="0" algn="ctr" defTabSz="914400" rtl="0" eaLnBrk="1" fontAlgn="auto" latinLnBrk="0" hangingPunct="1">
                <a:lnSpc>
                  <a:spcPct val="120000"/>
                </a:lnSpc>
                <a:spcBef>
                  <a:spcPts val="0"/>
                </a:spcBef>
                <a:spcAft>
                  <a:spcPts val="0"/>
                </a:spcAft>
                <a:buClrTx/>
                <a:buSzTx/>
                <a:buFontTx/>
                <a:buNone/>
                <a:defRPr/>
              </a:pPr>
              <a:endParaRPr kumimoji="0" lang="zh-CN" altLang="en-US" sz="1800" b="1" i="0" u="none" strike="noStrike" kern="0" cap="none" spc="0" normalizeH="0" baseline="0" noProof="0" dirty="0">
                <a:ln>
                  <a:noFill/>
                </a:ln>
                <a:solidFill>
                  <a:sysClr val="window" lastClr="FFFFFF"/>
                </a:solidFill>
                <a:effectLst/>
                <a:uLnTx/>
                <a:uFillTx/>
                <a:latin typeface="Impact" panose="020B0806030902050204" pitchFamily="34" charset="0"/>
                <a:ea typeface="微软雅黑" panose="020B0503020204020204" pitchFamily="34" charset="-122"/>
                <a:cs typeface="+mn-cs"/>
              </a:endParaRPr>
            </a:p>
          </p:txBody>
        </p:sp>
        <p:sp>
          <p:nvSpPr>
            <p:cNvPr id="9" name="矩形 8"/>
            <p:cNvSpPr/>
            <p:nvPr/>
          </p:nvSpPr>
          <p:spPr>
            <a:xfrm>
              <a:off x="4283968" y="5629928"/>
              <a:ext cx="654346" cy="41036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smtClean="0">
                  <a:ln>
                    <a:noFill/>
                  </a:ln>
                  <a:solidFill>
                    <a:sysClr val="window" lastClr="FFFFFF">
                      <a:lumMod val="95000"/>
                    </a:sysClr>
                  </a:solidFill>
                  <a:effectLst/>
                  <a:uLnTx/>
                  <a:uFillTx/>
                  <a:latin typeface="微软雅黑" panose="020B0503020204020204" pitchFamily="34" charset="-122"/>
                  <a:ea typeface="微软雅黑" panose="020B0503020204020204" pitchFamily="34" charset="-122"/>
                  <a:cs typeface="+mn-cs"/>
                </a:rPr>
                <a:t>文本</a:t>
              </a:r>
              <a:r>
                <a:rPr kumimoji="0" lang="en-US" altLang="zh-CN" sz="1400" b="1" i="0" u="none" strike="noStrike" kern="0" cap="none" spc="0" normalizeH="0" baseline="0" noProof="0" dirty="0" smtClean="0">
                  <a:ln>
                    <a:noFill/>
                  </a:ln>
                  <a:solidFill>
                    <a:sysClr val="window" lastClr="FFFFFF">
                      <a:lumMod val="95000"/>
                    </a:sysClr>
                  </a:solidFill>
                  <a:effectLst/>
                  <a:uLnTx/>
                  <a:uFillTx/>
                  <a:latin typeface="微软雅黑" panose="020B0503020204020204" pitchFamily="34" charset="-122"/>
                  <a:ea typeface="微软雅黑" panose="020B0503020204020204" pitchFamily="34" charset="-122"/>
                  <a:cs typeface="+mn-cs"/>
                </a:rPr>
                <a:t>2</a:t>
              </a:r>
              <a:endParaRPr kumimoji="0" lang="zh-CN" altLang="en-US" sz="1400" b="0" i="0" u="none" strike="noStrike" kern="0" cap="none" spc="0" normalizeH="0" baseline="0" noProof="0" dirty="0">
                <a:ln>
                  <a:noFill/>
                </a:ln>
                <a:solidFill>
                  <a:sysClr val="window" lastClr="FFFFFF">
                    <a:lumMod val="95000"/>
                  </a:sysClr>
                </a:solidFill>
                <a:effectLst/>
                <a:uLnTx/>
                <a:uFillTx/>
                <a:latin typeface="Impact" panose="020B0806030902050204" pitchFamily="34" charset="0"/>
                <a:ea typeface="微软雅黑" panose="020B0503020204020204" pitchFamily="34" charset="-122"/>
                <a:cs typeface="+mn-cs"/>
              </a:endParaRPr>
            </a:p>
          </p:txBody>
        </p:sp>
      </p:grpSp>
      <p:grpSp>
        <p:nvGrpSpPr>
          <p:cNvPr id="10" name="组合 20"/>
          <p:cNvGrpSpPr/>
          <p:nvPr/>
        </p:nvGrpSpPr>
        <p:grpSpPr bwMode="auto">
          <a:xfrm>
            <a:off x="1849528" y="3107364"/>
            <a:ext cx="1433512" cy="1125861"/>
            <a:chOff x="7242844" y="2761727"/>
            <a:chExt cx="1677511" cy="1374579"/>
          </a:xfrm>
        </p:grpSpPr>
        <p:grpSp>
          <p:nvGrpSpPr>
            <p:cNvPr id="11" name="组合 21"/>
            <p:cNvGrpSpPr/>
            <p:nvPr/>
          </p:nvGrpSpPr>
          <p:grpSpPr bwMode="auto">
            <a:xfrm>
              <a:off x="7242844" y="2761727"/>
              <a:ext cx="1677511" cy="1374579"/>
              <a:chOff x="7737176" y="3044094"/>
              <a:chExt cx="1677511" cy="1374579"/>
            </a:xfrm>
          </p:grpSpPr>
          <p:grpSp>
            <p:nvGrpSpPr>
              <p:cNvPr id="23" name="组合 33"/>
              <p:cNvGrpSpPr/>
              <p:nvPr/>
            </p:nvGrpSpPr>
            <p:grpSpPr bwMode="auto">
              <a:xfrm>
                <a:off x="7737176" y="3044094"/>
                <a:ext cx="1677511" cy="1374579"/>
                <a:chOff x="7647017" y="2699415"/>
                <a:chExt cx="2617944" cy="2145185"/>
              </a:xfrm>
            </p:grpSpPr>
            <p:sp>
              <p:nvSpPr>
                <p:cNvPr id="25" name="Oval 8"/>
                <p:cNvSpPr>
                  <a:spLocks noChangeArrowheads="1"/>
                </p:cNvSpPr>
                <p:nvPr/>
              </p:nvSpPr>
              <p:spPr bwMode="auto">
                <a:xfrm flipV="1">
                  <a:off x="7647017" y="4398170"/>
                  <a:ext cx="2617944" cy="446430"/>
                </a:xfrm>
                <a:prstGeom prst="ellipse">
                  <a:avLst/>
                </a:prstGeom>
                <a:gradFill rotWithShape="1">
                  <a:gsLst>
                    <a:gs pos="0">
                      <a:srgbClr val="000000">
                        <a:alpha val="70000"/>
                      </a:srgbClr>
                    </a:gs>
                    <a:gs pos="100000">
                      <a:srgbClr val="FFFFFF">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26" name="Oval 19"/>
                <p:cNvSpPr>
                  <a:spLocks noChangeArrowheads="1"/>
                </p:cNvSpPr>
                <p:nvPr/>
              </p:nvSpPr>
              <p:spPr bwMode="auto">
                <a:xfrm>
                  <a:off x="8012312" y="2699415"/>
                  <a:ext cx="1930843" cy="1930666"/>
                </a:xfrm>
                <a:prstGeom prst="ellipse">
                  <a:avLst/>
                </a:prstGeom>
                <a:solidFill>
                  <a:srgbClr val="FF6E00"/>
                </a:solidFill>
                <a:ln w="9525">
                  <a:noFill/>
                  <a:rou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27" name="未知"/>
                <p:cNvSpPr/>
                <p:nvPr/>
              </p:nvSpPr>
              <p:spPr bwMode="auto">
                <a:xfrm>
                  <a:off x="8232648" y="2742899"/>
                  <a:ext cx="1490170" cy="727623"/>
                </a:xfrm>
                <a:custGeom>
                  <a:avLst/>
                  <a:gdLst>
                    <a:gd name="T0" fmla="*/ 729 w 1321"/>
                    <a:gd name="T1" fmla="*/ 203 h 712"/>
                    <a:gd name="T2" fmla="*/ 738 w 1321"/>
                    <a:gd name="T3" fmla="*/ 224 h 712"/>
                    <a:gd name="T4" fmla="*/ 740 w 1321"/>
                    <a:gd name="T5" fmla="*/ 244 h 712"/>
                    <a:gd name="T6" fmla="*/ 737 w 1321"/>
                    <a:gd name="T7" fmla="*/ 262 h 712"/>
                    <a:gd name="T8" fmla="*/ 727 w 1321"/>
                    <a:gd name="T9" fmla="*/ 279 h 712"/>
                    <a:gd name="T10" fmla="*/ 713 w 1321"/>
                    <a:gd name="T11" fmla="*/ 294 h 712"/>
                    <a:gd name="T12" fmla="*/ 694 w 1321"/>
                    <a:gd name="T13" fmla="*/ 306 h 712"/>
                    <a:gd name="T14" fmla="*/ 670 w 1321"/>
                    <a:gd name="T15" fmla="*/ 318 h 712"/>
                    <a:gd name="T16" fmla="*/ 643 w 1321"/>
                    <a:gd name="T17" fmla="*/ 329 h 712"/>
                    <a:gd name="T18" fmla="*/ 612 w 1321"/>
                    <a:gd name="T19" fmla="*/ 338 h 712"/>
                    <a:gd name="T20" fmla="*/ 578 w 1321"/>
                    <a:gd name="T21" fmla="*/ 346 h 712"/>
                    <a:gd name="T22" fmla="*/ 542 w 1321"/>
                    <a:gd name="T23" fmla="*/ 352 h 712"/>
                    <a:gd name="T24" fmla="*/ 502 w 1321"/>
                    <a:gd name="T25" fmla="*/ 357 h 712"/>
                    <a:gd name="T26" fmla="*/ 462 w 1321"/>
                    <a:gd name="T27" fmla="*/ 360 h 712"/>
                    <a:gd name="T28" fmla="*/ 445 w 1321"/>
                    <a:gd name="T29" fmla="*/ 361 h 712"/>
                    <a:gd name="T30" fmla="*/ 267 w 1321"/>
                    <a:gd name="T31" fmla="*/ 361 h 712"/>
                    <a:gd name="T32" fmla="*/ 264 w 1321"/>
                    <a:gd name="T33" fmla="*/ 361 h 712"/>
                    <a:gd name="T34" fmla="*/ 229 w 1321"/>
                    <a:gd name="T35" fmla="*/ 359 h 712"/>
                    <a:gd name="T36" fmla="*/ 195 w 1321"/>
                    <a:gd name="T37" fmla="*/ 357 h 712"/>
                    <a:gd name="T38" fmla="*/ 162 w 1321"/>
                    <a:gd name="T39" fmla="*/ 353 h 712"/>
                    <a:gd name="T40" fmla="*/ 132 w 1321"/>
                    <a:gd name="T41" fmla="*/ 349 h 712"/>
                    <a:gd name="T42" fmla="*/ 104 w 1321"/>
                    <a:gd name="T43" fmla="*/ 343 h 712"/>
                    <a:gd name="T44" fmla="*/ 79 w 1321"/>
                    <a:gd name="T45" fmla="*/ 336 h 712"/>
                    <a:gd name="T46" fmla="*/ 57 w 1321"/>
                    <a:gd name="T47" fmla="*/ 329 h 712"/>
                    <a:gd name="T48" fmla="*/ 38 w 1321"/>
                    <a:gd name="T49" fmla="*/ 319 h 712"/>
                    <a:gd name="T50" fmla="*/ 22 w 1321"/>
                    <a:gd name="T51" fmla="*/ 308 h 712"/>
                    <a:gd name="T52" fmla="*/ 10 w 1321"/>
                    <a:gd name="T53" fmla="*/ 296 h 712"/>
                    <a:gd name="T54" fmla="*/ 3 w 1321"/>
                    <a:gd name="T55" fmla="*/ 281 h 712"/>
                    <a:gd name="T56" fmla="*/ 0 w 1321"/>
                    <a:gd name="T57" fmla="*/ 266 h 712"/>
                    <a:gd name="T58" fmla="*/ 0 w 1321"/>
                    <a:gd name="T59" fmla="*/ 264 h 712"/>
                    <a:gd name="T60" fmla="*/ 2 w 1321"/>
                    <a:gd name="T61" fmla="*/ 247 h 712"/>
                    <a:gd name="T62" fmla="*/ 9 w 1321"/>
                    <a:gd name="T63" fmla="*/ 226 h 712"/>
                    <a:gd name="T64" fmla="*/ 29 w 1321"/>
                    <a:gd name="T65" fmla="*/ 188 h 712"/>
                    <a:gd name="T66" fmla="*/ 53 w 1321"/>
                    <a:gd name="T67" fmla="*/ 152 h 712"/>
                    <a:gd name="T68" fmla="*/ 82 w 1321"/>
                    <a:gd name="T69" fmla="*/ 119 h 712"/>
                    <a:gd name="T70" fmla="*/ 114 w 1321"/>
                    <a:gd name="T71" fmla="*/ 89 h 712"/>
                    <a:gd name="T72" fmla="*/ 151 w 1321"/>
                    <a:gd name="T73" fmla="*/ 63 h 712"/>
                    <a:gd name="T74" fmla="*/ 191 w 1321"/>
                    <a:gd name="T75" fmla="*/ 42 h 712"/>
                    <a:gd name="T76" fmla="*/ 232 w 1321"/>
                    <a:gd name="T77" fmla="*/ 24 h 712"/>
                    <a:gd name="T78" fmla="*/ 278 w 1321"/>
                    <a:gd name="T79" fmla="*/ 11 h 712"/>
                    <a:gd name="T80" fmla="*/ 325 w 1321"/>
                    <a:gd name="T81" fmla="*/ 3 h 712"/>
                    <a:gd name="T82" fmla="*/ 374 w 1321"/>
                    <a:gd name="T83" fmla="*/ 0 h 712"/>
                    <a:gd name="T84" fmla="*/ 374 w 1321"/>
                    <a:gd name="T85" fmla="*/ 0 h 712"/>
                    <a:gd name="T86" fmla="*/ 425 w 1321"/>
                    <a:gd name="T87" fmla="*/ 3 h 712"/>
                    <a:gd name="T88" fmla="*/ 474 w 1321"/>
                    <a:gd name="T89" fmla="*/ 12 h 712"/>
                    <a:gd name="T90" fmla="*/ 522 w 1321"/>
                    <a:gd name="T91" fmla="*/ 27 h 712"/>
                    <a:gd name="T92" fmla="*/ 566 w 1321"/>
                    <a:gd name="T93" fmla="*/ 46 h 712"/>
                    <a:gd name="T94" fmla="*/ 606 w 1321"/>
                    <a:gd name="T95" fmla="*/ 69 h 712"/>
                    <a:gd name="T96" fmla="*/ 644 w 1321"/>
                    <a:gd name="T97" fmla="*/ 98 h 712"/>
                    <a:gd name="T98" fmla="*/ 677 w 1321"/>
                    <a:gd name="T99" fmla="*/ 130 h 712"/>
                    <a:gd name="T100" fmla="*/ 705 w 1321"/>
                    <a:gd name="T101" fmla="*/ 165 h 712"/>
                    <a:gd name="T102" fmla="*/ 729 w 1321"/>
                    <a:gd name="T103" fmla="*/ 203 h 712"/>
                    <a:gd name="T104" fmla="*/ 729 w 1321"/>
                    <a:gd name="T105" fmla="*/ 203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FF0000">
                        <a:alpha val="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Impact" panose="020B0806030902050204" pitchFamily="34" charset="0"/>
                    <a:ea typeface="微软雅黑" panose="020B0503020204020204" pitchFamily="34" charset="-122"/>
                    <a:cs typeface="+mn-cs"/>
                  </a:endParaRPr>
                </a:p>
              </p:txBody>
            </p:sp>
          </p:grpSp>
          <p:sp>
            <p:nvSpPr>
              <p:cNvPr id="24" name="TextBox 34"/>
              <p:cNvSpPr txBox="1">
                <a:spLocks noChangeArrowheads="1"/>
              </p:cNvSpPr>
              <p:nvPr/>
            </p:nvSpPr>
            <p:spPr bwMode="auto">
              <a:xfrm>
                <a:off x="8359908" y="3160739"/>
                <a:ext cx="488097" cy="1008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dirty="0">
                    <a:ln>
                      <a:noFill/>
                    </a:ln>
                    <a:solidFill>
                      <a:sysClr val="window" lastClr="FFFFFF"/>
                    </a:solidFill>
                    <a:effectLst/>
                    <a:uLnTx/>
                    <a:uFillTx/>
                    <a:latin typeface="Impact" panose="020B0806030902050204" pitchFamily="34" charset="0"/>
                    <a:ea typeface="微软雅黑" panose="020B0503020204020204" pitchFamily="34" charset="-122"/>
                    <a:cs typeface="+mn-cs"/>
                  </a:rPr>
                  <a:t>2</a:t>
                </a:r>
                <a:endParaRPr kumimoji="0" lang="zh-CN" altLang="en-US" sz="3600" b="0" i="0" u="none" strike="noStrike" kern="0" cap="none" spc="0" normalizeH="0" baseline="0" noProof="0" dirty="0">
                  <a:ln>
                    <a:noFill/>
                  </a:ln>
                  <a:solidFill>
                    <a:sysClr val="window" lastClr="FFFFFF"/>
                  </a:solidFill>
                  <a:effectLst/>
                  <a:uLnTx/>
                  <a:uFillTx/>
                  <a:latin typeface="Impact" panose="020B0806030902050204" pitchFamily="34" charset="0"/>
                  <a:ea typeface="微软雅黑" panose="020B0503020204020204" pitchFamily="34" charset="-122"/>
                  <a:cs typeface="+mn-cs"/>
                </a:endParaRPr>
              </a:p>
            </p:txBody>
          </p:sp>
        </p:grpSp>
        <p:grpSp>
          <p:nvGrpSpPr>
            <p:cNvPr id="12" name="Group 12"/>
            <p:cNvGrpSpPr/>
            <p:nvPr/>
          </p:nvGrpSpPr>
          <p:grpSpPr bwMode="auto">
            <a:xfrm rot="-1693754" flipH="1" flipV="1">
              <a:off x="7549762" y="3711857"/>
              <a:ext cx="1227443" cy="293770"/>
              <a:chOff x="2532" y="1051"/>
              <a:chExt cx="893" cy="246"/>
            </a:xfrm>
          </p:grpSpPr>
          <p:grpSp>
            <p:nvGrpSpPr>
              <p:cNvPr id="13" name="Group 13"/>
              <p:cNvGrpSpPr/>
              <p:nvPr/>
            </p:nvGrpSpPr>
            <p:grpSpPr bwMode="auto">
              <a:xfrm>
                <a:off x="2532" y="1051"/>
                <a:ext cx="743" cy="185"/>
                <a:chOff x="1565" y="2568"/>
                <a:chExt cx="1118" cy="279"/>
              </a:xfrm>
            </p:grpSpPr>
            <p:sp>
              <p:nvSpPr>
                <p:cNvPr id="19" name="AutoShape 14"/>
                <p:cNvSpPr>
                  <a:spLocks noChangeArrowheads="1"/>
                </p:cNvSpPr>
                <p:nvPr/>
              </p:nvSpPr>
              <p:spPr bwMode="ltGray">
                <a:xfrm rot="5263130">
                  <a:off x="1859" y="2292"/>
                  <a:ext cx="239" cy="824"/>
                </a:xfrm>
                <a:prstGeom prst="moon">
                  <a:avLst>
                    <a:gd name="adj" fmla="val 49773"/>
                  </a:avLst>
                </a:prstGeom>
                <a:solidFill>
                  <a:srgbClr val="F8F8F8">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Impact" panose="020B0806030902050204" pitchFamily="34" charset="0"/>
                    <a:ea typeface="微软雅黑" panose="020B0503020204020204" pitchFamily="34" charset="-122"/>
                    <a:cs typeface="+mn-cs"/>
                  </a:endParaRPr>
                </a:p>
              </p:txBody>
            </p:sp>
            <p:sp>
              <p:nvSpPr>
                <p:cNvPr id="20" name="AutoShape 15"/>
                <p:cNvSpPr>
                  <a:spLocks noChangeArrowheads="1"/>
                </p:cNvSpPr>
                <p:nvPr/>
              </p:nvSpPr>
              <p:spPr bwMode="ltGray">
                <a:xfrm rot="6078281">
                  <a:off x="1993" y="2295"/>
                  <a:ext cx="239" cy="820"/>
                </a:xfrm>
                <a:prstGeom prst="moon">
                  <a:avLst>
                    <a:gd name="adj" fmla="val 49773"/>
                  </a:avLst>
                </a:prstGeom>
                <a:solidFill>
                  <a:srgbClr val="F8F8F8">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Impact" panose="020B0806030902050204" pitchFamily="34" charset="0"/>
                    <a:ea typeface="微软雅黑" panose="020B0503020204020204" pitchFamily="34" charset="-122"/>
                    <a:cs typeface="+mn-cs"/>
                  </a:endParaRPr>
                </a:p>
              </p:txBody>
            </p:sp>
            <p:sp>
              <p:nvSpPr>
                <p:cNvPr id="21" name="AutoShape 16"/>
                <p:cNvSpPr>
                  <a:spLocks noChangeArrowheads="1"/>
                </p:cNvSpPr>
                <p:nvPr/>
              </p:nvSpPr>
              <p:spPr bwMode="ltGray">
                <a:xfrm rot="6373927">
                  <a:off x="2070" y="2313"/>
                  <a:ext cx="242" cy="826"/>
                </a:xfrm>
                <a:prstGeom prst="moon">
                  <a:avLst>
                    <a:gd name="adj" fmla="val 49773"/>
                  </a:avLst>
                </a:prstGeom>
                <a:solidFill>
                  <a:srgbClr val="F8F8F8">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Impact" panose="020B0806030902050204" pitchFamily="34" charset="0"/>
                    <a:ea typeface="微软雅黑" panose="020B0503020204020204" pitchFamily="34" charset="-122"/>
                    <a:cs typeface="+mn-cs"/>
                  </a:endParaRPr>
                </a:p>
              </p:txBody>
            </p:sp>
            <p:sp>
              <p:nvSpPr>
                <p:cNvPr id="22" name="AutoShape 17"/>
                <p:cNvSpPr>
                  <a:spLocks noChangeArrowheads="1"/>
                </p:cNvSpPr>
                <p:nvPr/>
              </p:nvSpPr>
              <p:spPr bwMode="ltGray">
                <a:xfrm rot="6906312">
                  <a:off x="2163" y="2352"/>
                  <a:ext cx="239" cy="816"/>
                </a:xfrm>
                <a:prstGeom prst="moon">
                  <a:avLst>
                    <a:gd name="adj" fmla="val 49773"/>
                  </a:avLst>
                </a:prstGeom>
                <a:solidFill>
                  <a:srgbClr val="F8F8F8">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Impact" panose="020B0806030902050204" pitchFamily="34" charset="0"/>
                    <a:ea typeface="微软雅黑" panose="020B0503020204020204" pitchFamily="34" charset="-122"/>
                    <a:cs typeface="+mn-cs"/>
                  </a:endParaRPr>
                </a:p>
              </p:txBody>
            </p:sp>
          </p:grpSp>
          <p:grpSp>
            <p:nvGrpSpPr>
              <p:cNvPr id="14" name="Group 18"/>
              <p:cNvGrpSpPr/>
              <p:nvPr/>
            </p:nvGrpSpPr>
            <p:grpSpPr bwMode="auto">
              <a:xfrm rot="1353540">
                <a:off x="2682" y="1111"/>
                <a:ext cx="743" cy="186"/>
                <a:chOff x="1565" y="2568"/>
                <a:chExt cx="1118" cy="279"/>
              </a:xfrm>
            </p:grpSpPr>
            <p:sp>
              <p:nvSpPr>
                <p:cNvPr id="15" name="AutoShape 19"/>
                <p:cNvSpPr>
                  <a:spLocks noChangeArrowheads="1"/>
                </p:cNvSpPr>
                <p:nvPr/>
              </p:nvSpPr>
              <p:spPr bwMode="ltGray">
                <a:xfrm rot="5263130">
                  <a:off x="1865" y="2297"/>
                  <a:ext cx="236" cy="820"/>
                </a:xfrm>
                <a:prstGeom prst="moon">
                  <a:avLst>
                    <a:gd name="adj" fmla="val 49773"/>
                  </a:avLst>
                </a:prstGeom>
                <a:solidFill>
                  <a:srgbClr val="F8F8F8">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Impact" panose="020B0806030902050204" pitchFamily="34" charset="0"/>
                    <a:ea typeface="微软雅黑" panose="020B0503020204020204" pitchFamily="34" charset="-122"/>
                    <a:cs typeface="+mn-cs"/>
                  </a:endParaRPr>
                </a:p>
              </p:txBody>
            </p:sp>
            <p:sp>
              <p:nvSpPr>
                <p:cNvPr id="16" name="AutoShape 20"/>
                <p:cNvSpPr>
                  <a:spLocks noChangeArrowheads="1"/>
                </p:cNvSpPr>
                <p:nvPr/>
              </p:nvSpPr>
              <p:spPr bwMode="ltGray">
                <a:xfrm rot="6078281">
                  <a:off x="2006" y="2290"/>
                  <a:ext cx="233" cy="824"/>
                </a:xfrm>
                <a:prstGeom prst="moon">
                  <a:avLst>
                    <a:gd name="adj" fmla="val 49773"/>
                  </a:avLst>
                </a:prstGeom>
                <a:solidFill>
                  <a:srgbClr val="F8F8F8">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Impact" panose="020B0806030902050204" pitchFamily="34" charset="0"/>
                    <a:ea typeface="微软雅黑" panose="020B0503020204020204" pitchFamily="34" charset="-122"/>
                    <a:cs typeface="+mn-cs"/>
                  </a:endParaRPr>
                </a:p>
              </p:txBody>
            </p:sp>
            <p:sp>
              <p:nvSpPr>
                <p:cNvPr id="17" name="AutoShape 21"/>
                <p:cNvSpPr>
                  <a:spLocks noChangeArrowheads="1"/>
                </p:cNvSpPr>
                <p:nvPr/>
              </p:nvSpPr>
              <p:spPr bwMode="ltGray">
                <a:xfrm rot="6373927">
                  <a:off x="2082" y="2311"/>
                  <a:ext cx="233" cy="820"/>
                </a:xfrm>
                <a:prstGeom prst="moon">
                  <a:avLst>
                    <a:gd name="adj" fmla="val 49773"/>
                  </a:avLst>
                </a:prstGeom>
                <a:solidFill>
                  <a:srgbClr val="F8F8F8">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Impact" panose="020B0806030902050204" pitchFamily="34" charset="0"/>
                    <a:ea typeface="微软雅黑" panose="020B0503020204020204" pitchFamily="34" charset="-122"/>
                    <a:cs typeface="+mn-cs"/>
                  </a:endParaRPr>
                </a:p>
              </p:txBody>
            </p:sp>
            <p:sp>
              <p:nvSpPr>
                <p:cNvPr id="18" name="AutoShape 22"/>
                <p:cNvSpPr>
                  <a:spLocks noChangeArrowheads="1"/>
                </p:cNvSpPr>
                <p:nvPr/>
              </p:nvSpPr>
              <p:spPr bwMode="ltGray">
                <a:xfrm rot="6906312">
                  <a:off x="2172" y="2348"/>
                  <a:ext cx="233" cy="818"/>
                </a:xfrm>
                <a:prstGeom prst="moon">
                  <a:avLst>
                    <a:gd name="adj" fmla="val 49773"/>
                  </a:avLst>
                </a:prstGeom>
                <a:solidFill>
                  <a:srgbClr val="F8F8F8">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Impact" panose="020B0806030902050204" pitchFamily="34" charset="0"/>
                    <a:ea typeface="微软雅黑" panose="020B0503020204020204" pitchFamily="34" charset="-122"/>
                    <a:cs typeface="+mn-cs"/>
                  </a:endParaRPr>
                </a:p>
              </p:txBody>
            </p:sp>
          </p:grpSp>
        </p:grpSp>
      </p:grpSp>
      <p:grpSp>
        <p:nvGrpSpPr>
          <p:cNvPr id="28" name="组合 57"/>
          <p:cNvGrpSpPr/>
          <p:nvPr/>
        </p:nvGrpSpPr>
        <p:grpSpPr bwMode="auto">
          <a:xfrm>
            <a:off x="3881910" y="3133557"/>
            <a:ext cx="1433512" cy="1125861"/>
            <a:chOff x="7242844" y="2761727"/>
            <a:chExt cx="1677511" cy="1374579"/>
          </a:xfrm>
        </p:grpSpPr>
        <p:grpSp>
          <p:nvGrpSpPr>
            <p:cNvPr id="29" name="组合 58"/>
            <p:cNvGrpSpPr/>
            <p:nvPr/>
          </p:nvGrpSpPr>
          <p:grpSpPr bwMode="auto">
            <a:xfrm>
              <a:off x="7242844" y="2761727"/>
              <a:ext cx="1677511" cy="1374579"/>
              <a:chOff x="7737176" y="3044094"/>
              <a:chExt cx="1677511" cy="1374579"/>
            </a:xfrm>
          </p:grpSpPr>
          <p:grpSp>
            <p:nvGrpSpPr>
              <p:cNvPr id="41" name="组合 70"/>
              <p:cNvGrpSpPr/>
              <p:nvPr/>
            </p:nvGrpSpPr>
            <p:grpSpPr bwMode="auto">
              <a:xfrm>
                <a:off x="7737176" y="3044094"/>
                <a:ext cx="1677511" cy="1374579"/>
                <a:chOff x="7647017" y="2699415"/>
                <a:chExt cx="2617944" cy="2145185"/>
              </a:xfrm>
            </p:grpSpPr>
            <p:sp>
              <p:nvSpPr>
                <p:cNvPr id="43" name="Oval 8"/>
                <p:cNvSpPr>
                  <a:spLocks noChangeArrowheads="1"/>
                </p:cNvSpPr>
                <p:nvPr/>
              </p:nvSpPr>
              <p:spPr bwMode="auto">
                <a:xfrm flipV="1">
                  <a:off x="7647017" y="4398170"/>
                  <a:ext cx="2617944" cy="446430"/>
                </a:xfrm>
                <a:prstGeom prst="ellipse">
                  <a:avLst/>
                </a:prstGeom>
                <a:gradFill rotWithShape="1">
                  <a:gsLst>
                    <a:gs pos="0">
                      <a:srgbClr val="000000">
                        <a:alpha val="70000"/>
                      </a:srgbClr>
                    </a:gs>
                    <a:gs pos="100000">
                      <a:srgbClr val="FFFFFF">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44" name="Oval 19"/>
                <p:cNvSpPr>
                  <a:spLocks noChangeArrowheads="1"/>
                </p:cNvSpPr>
                <p:nvPr/>
              </p:nvSpPr>
              <p:spPr bwMode="auto">
                <a:xfrm>
                  <a:off x="8012312" y="2699415"/>
                  <a:ext cx="1930843" cy="1930666"/>
                </a:xfrm>
                <a:prstGeom prst="ellipse">
                  <a:avLst/>
                </a:prstGeom>
                <a:solidFill>
                  <a:srgbClr val="C80000"/>
                </a:solidFill>
                <a:ln w="9525">
                  <a:noFill/>
                  <a:rou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45" name="未知"/>
                <p:cNvSpPr/>
                <p:nvPr/>
              </p:nvSpPr>
              <p:spPr bwMode="auto">
                <a:xfrm>
                  <a:off x="8232648" y="2742899"/>
                  <a:ext cx="1490170" cy="727623"/>
                </a:xfrm>
                <a:custGeom>
                  <a:avLst/>
                  <a:gdLst>
                    <a:gd name="T0" fmla="*/ 729 w 1321"/>
                    <a:gd name="T1" fmla="*/ 203 h 712"/>
                    <a:gd name="T2" fmla="*/ 738 w 1321"/>
                    <a:gd name="T3" fmla="*/ 224 h 712"/>
                    <a:gd name="T4" fmla="*/ 740 w 1321"/>
                    <a:gd name="T5" fmla="*/ 244 h 712"/>
                    <a:gd name="T6" fmla="*/ 737 w 1321"/>
                    <a:gd name="T7" fmla="*/ 262 h 712"/>
                    <a:gd name="T8" fmla="*/ 727 w 1321"/>
                    <a:gd name="T9" fmla="*/ 279 h 712"/>
                    <a:gd name="T10" fmla="*/ 713 w 1321"/>
                    <a:gd name="T11" fmla="*/ 294 h 712"/>
                    <a:gd name="T12" fmla="*/ 694 w 1321"/>
                    <a:gd name="T13" fmla="*/ 306 h 712"/>
                    <a:gd name="T14" fmla="*/ 670 w 1321"/>
                    <a:gd name="T15" fmla="*/ 318 h 712"/>
                    <a:gd name="T16" fmla="*/ 643 w 1321"/>
                    <a:gd name="T17" fmla="*/ 329 h 712"/>
                    <a:gd name="T18" fmla="*/ 612 w 1321"/>
                    <a:gd name="T19" fmla="*/ 338 h 712"/>
                    <a:gd name="T20" fmla="*/ 578 w 1321"/>
                    <a:gd name="T21" fmla="*/ 346 h 712"/>
                    <a:gd name="T22" fmla="*/ 542 w 1321"/>
                    <a:gd name="T23" fmla="*/ 352 h 712"/>
                    <a:gd name="T24" fmla="*/ 502 w 1321"/>
                    <a:gd name="T25" fmla="*/ 357 h 712"/>
                    <a:gd name="T26" fmla="*/ 462 w 1321"/>
                    <a:gd name="T27" fmla="*/ 360 h 712"/>
                    <a:gd name="T28" fmla="*/ 445 w 1321"/>
                    <a:gd name="T29" fmla="*/ 361 h 712"/>
                    <a:gd name="T30" fmla="*/ 267 w 1321"/>
                    <a:gd name="T31" fmla="*/ 361 h 712"/>
                    <a:gd name="T32" fmla="*/ 264 w 1321"/>
                    <a:gd name="T33" fmla="*/ 361 h 712"/>
                    <a:gd name="T34" fmla="*/ 229 w 1321"/>
                    <a:gd name="T35" fmla="*/ 359 h 712"/>
                    <a:gd name="T36" fmla="*/ 195 w 1321"/>
                    <a:gd name="T37" fmla="*/ 357 h 712"/>
                    <a:gd name="T38" fmla="*/ 162 w 1321"/>
                    <a:gd name="T39" fmla="*/ 353 h 712"/>
                    <a:gd name="T40" fmla="*/ 132 w 1321"/>
                    <a:gd name="T41" fmla="*/ 349 h 712"/>
                    <a:gd name="T42" fmla="*/ 104 w 1321"/>
                    <a:gd name="T43" fmla="*/ 343 h 712"/>
                    <a:gd name="T44" fmla="*/ 79 w 1321"/>
                    <a:gd name="T45" fmla="*/ 336 h 712"/>
                    <a:gd name="T46" fmla="*/ 57 w 1321"/>
                    <a:gd name="T47" fmla="*/ 329 h 712"/>
                    <a:gd name="T48" fmla="*/ 38 w 1321"/>
                    <a:gd name="T49" fmla="*/ 319 h 712"/>
                    <a:gd name="T50" fmla="*/ 22 w 1321"/>
                    <a:gd name="T51" fmla="*/ 308 h 712"/>
                    <a:gd name="T52" fmla="*/ 10 w 1321"/>
                    <a:gd name="T53" fmla="*/ 296 h 712"/>
                    <a:gd name="T54" fmla="*/ 3 w 1321"/>
                    <a:gd name="T55" fmla="*/ 281 h 712"/>
                    <a:gd name="T56" fmla="*/ 0 w 1321"/>
                    <a:gd name="T57" fmla="*/ 266 h 712"/>
                    <a:gd name="T58" fmla="*/ 0 w 1321"/>
                    <a:gd name="T59" fmla="*/ 264 h 712"/>
                    <a:gd name="T60" fmla="*/ 2 w 1321"/>
                    <a:gd name="T61" fmla="*/ 247 h 712"/>
                    <a:gd name="T62" fmla="*/ 9 w 1321"/>
                    <a:gd name="T63" fmla="*/ 226 h 712"/>
                    <a:gd name="T64" fmla="*/ 29 w 1321"/>
                    <a:gd name="T65" fmla="*/ 188 h 712"/>
                    <a:gd name="T66" fmla="*/ 53 w 1321"/>
                    <a:gd name="T67" fmla="*/ 152 h 712"/>
                    <a:gd name="T68" fmla="*/ 82 w 1321"/>
                    <a:gd name="T69" fmla="*/ 119 h 712"/>
                    <a:gd name="T70" fmla="*/ 114 w 1321"/>
                    <a:gd name="T71" fmla="*/ 89 h 712"/>
                    <a:gd name="T72" fmla="*/ 151 w 1321"/>
                    <a:gd name="T73" fmla="*/ 63 h 712"/>
                    <a:gd name="T74" fmla="*/ 191 w 1321"/>
                    <a:gd name="T75" fmla="*/ 42 h 712"/>
                    <a:gd name="T76" fmla="*/ 232 w 1321"/>
                    <a:gd name="T77" fmla="*/ 24 h 712"/>
                    <a:gd name="T78" fmla="*/ 278 w 1321"/>
                    <a:gd name="T79" fmla="*/ 11 h 712"/>
                    <a:gd name="T80" fmla="*/ 325 w 1321"/>
                    <a:gd name="T81" fmla="*/ 3 h 712"/>
                    <a:gd name="T82" fmla="*/ 374 w 1321"/>
                    <a:gd name="T83" fmla="*/ 0 h 712"/>
                    <a:gd name="T84" fmla="*/ 374 w 1321"/>
                    <a:gd name="T85" fmla="*/ 0 h 712"/>
                    <a:gd name="T86" fmla="*/ 425 w 1321"/>
                    <a:gd name="T87" fmla="*/ 3 h 712"/>
                    <a:gd name="T88" fmla="*/ 474 w 1321"/>
                    <a:gd name="T89" fmla="*/ 12 h 712"/>
                    <a:gd name="T90" fmla="*/ 522 w 1321"/>
                    <a:gd name="T91" fmla="*/ 27 h 712"/>
                    <a:gd name="T92" fmla="*/ 566 w 1321"/>
                    <a:gd name="T93" fmla="*/ 46 h 712"/>
                    <a:gd name="T94" fmla="*/ 606 w 1321"/>
                    <a:gd name="T95" fmla="*/ 69 h 712"/>
                    <a:gd name="T96" fmla="*/ 644 w 1321"/>
                    <a:gd name="T97" fmla="*/ 98 h 712"/>
                    <a:gd name="T98" fmla="*/ 677 w 1321"/>
                    <a:gd name="T99" fmla="*/ 130 h 712"/>
                    <a:gd name="T100" fmla="*/ 705 w 1321"/>
                    <a:gd name="T101" fmla="*/ 165 h 712"/>
                    <a:gd name="T102" fmla="*/ 729 w 1321"/>
                    <a:gd name="T103" fmla="*/ 203 h 712"/>
                    <a:gd name="T104" fmla="*/ 729 w 1321"/>
                    <a:gd name="T105" fmla="*/ 203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FF0000">
                        <a:alpha val="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Impact" panose="020B0806030902050204" pitchFamily="34" charset="0"/>
                    <a:ea typeface="微软雅黑" panose="020B0503020204020204" pitchFamily="34" charset="-122"/>
                    <a:cs typeface="+mn-cs"/>
                  </a:endParaRPr>
                </a:p>
              </p:txBody>
            </p:sp>
          </p:grpSp>
          <p:sp>
            <p:nvSpPr>
              <p:cNvPr id="42" name="TextBox 71"/>
              <p:cNvSpPr txBox="1">
                <a:spLocks noChangeArrowheads="1"/>
              </p:cNvSpPr>
              <p:nvPr/>
            </p:nvSpPr>
            <p:spPr bwMode="auto">
              <a:xfrm>
                <a:off x="8359908" y="3160739"/>
                <a:ext cx="422441" cy="1008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dirty="0">
                    <a:ln>
                      <a:noFill/>
                    </a:ln>
                    <a:solidFill>
                      <a:sysClr val="window" lastClr="FFFFFF"/>
                    </a:solidFill>
                    <a:effectLst/>
                    <a:uLnTx/>
                    <a:uFillTx/>
                    <a:latin typeface="Impact" panose="020B0806030902050204" pitchFamily="34" charset="0"/>
                    <a:ea typeface="微软雅黑" panose="020B0503020204020204" pitchFamily="34" charset="-122"/>
                    <a:cs typeface="+mn-cs"/>
                  </a:rPr>
                  <a:t>1</a:t>
                </a:r>
                <a:endParaRPr kumimoji="0" lang="zh-CN" altLang="en-US" sz="3600" b="0" i="0" u="none" strike="noStrike" kern="0" cap="none" spc="0" normalizeH="0" baseline="0" noProof="0" dirty="0">
                  <a:ln>
                    <a:noFill/>
                  </a:ln>
                  <a:solidFill>
                    <a:sysClr val="window" lastClr="FFFFFF"/>
                  </a:solidFill>
                  <a:effectLst/>
                  <a:uLnTx/>
                  <a:uFillTx/>
                  <a:latin typeface="Impact" panose="020B0806030902050204" pitchFamily="34" charset="0"/>
                  <a:ea typeface="微软雅黑" panose="020B0503020204020204" pitchFamily="34" charset="-122"/>
                  <a:cs typeface="+mn-cs"/>
                </a:endParaRPr>
              </a:p>
            </p:txBody>
          </p:sp>
        </p:grpSp>
        <p:grpSp>
          <p:nvGrpSpPr>
            <p:cNvPr id="30" name="Group 12"/>
            <p:cNvGrpSpPr/>
            <p:nvPr/>
          </p:nvGrpSpPr>
          <p:grpSpPr bwMode="auto">
            <a:xfrm rot="-1693754" flipH="1" flipV="1">
              <a:off x="7549762" y="3711857"/>
              <a:ext cx="1227443" cy="293770"/>
              <a:chOff x="2532" y="1051"/>
              <a:chExt cx="893" cy="246"/>
            </a:xfrm>
          </p:grpSpPr>
          <p:grpSp>
            <p:nvGrpSpPr>
              <p:cNvPr id="31" name="Group 13"/>
              <p:cNvGrpSpPr/>
              <p:nvPr/>
            </p:nvGrpSpPr>
            <p:grpSpPr bwMode="auto">
              <a:xfrm>
                <a:off x="2532" y="1051"/>
                <a:ext cx="743" cy="185"/>
                <a:chOff x="1565" y="2568"/>
                <a:chExt cx="1118" cy="279"/>
              </a:xfrm>
            </p:grpSpPr>
            <p:sp>
              <p:nvSpPr>
                <p:cNvPr id="37" name="AutoShape 14"/>
                <p:cNvSpPr>
                  <a:spLocks noChangeArrowheads="1"/>
                </p:cNvSpPr>
                <p:nvPr/>
              </p:nvSpPr>
              <p:spPr bwMode="ltGray">
                <a:xfrm rot="5263130">
                  <a:off x="1859" y="2292"/>
                  <a:ext cx="239" cy="824"/>
                </a:xfrm>
                <a:prstGeom prst="moon">
                  <a:avLst>
                    <a:gd name="adj" fmla="val 49773"/>
                  </a:avLst>
                </a:prstGeom>
                <a:solidFill>
                  <a:srgbClr val="F8F8F8">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Impact" panose="020B0806030902050204" pitchFamily="34" charset="0"/>
                    <a:ea typeface="微软雅黑" panose="020B0503020204020204" pitchFamily="34" charset="-122"/>
                    <a:cs typeface="+mn-cs"/>
                  </a:endParaRPr>
                </a:p>
              </p:txBody>
            </p:sp>
            <p:sp>
              <p:nvSpPr>
                <p:cNvPr id="38" name="AutoShape 15"/>
                <p:cNvSpPr>
                  <a:spLocks noChangeArrowheads="1"/>
                </p:cNvSpPr>
                <p:nvPr/>
              </p:nvSpPr>
              <p:spPr bwMode="ltGray">
                <a:xfrm rot="6078281">
                  <a:off x="1993" y="2295"/>
                  <a:ext cx="239" cy="820"/>
                </a:xfrm>
                <a:prstGeom prst="moon">
                  <a:avLst>
                    <a:gd name="adj" fmla="val 49773"/>
                  </a:avLst>
                </a:prstGeom>
                <a:solidFill>
                  <a:srgbClr val="F8F8F8">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Impact" panose="020B0806030902050204" pitchFamily="34" charset="0"/>
                    <a:ea typeface="微软雅黑" panose="020B0503020204020204" pitchFamily="34" charset="-122"/>
                    <a:cs typeface="+mn-cs"/>
                  </a:endParaRPr>
                </a:p>
              </p:txBody>
            </p:sp>
            <p:sp>
              <p:nvSpPr>
                <p:cNvPr id="39" name="AutoShape 16"/>
                <p:cNvSpPr>
                  <a:spLocks noChangeArrowheads="1"/>
                </p:cNvSpPr>
                <p:nvPr/>
              </p:nvSpPr>
              <p:spPr bwMode="ltGray">
                <a:xfrm rot="6373927">
                  <a:off x="2070" y="2313"/>
                  <a:ext cx="242" cy="826"/>
                </a:xfrm>
                <a:prstGeom prst="moon">
                  <a:avLst>
                    <a:gd name="adj" fmla="val 49773"/>
                  </a:avLst>
                </a:prstGeom>
                <a:solidFill>
                  <a:srgbClr val="F8F8F8">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Impact" panose="020B0806030902050204" pitchFamily="34" charset="0"/>
                    <a:ea typeface="微软雅黑" panose="020B0503020204020204" pitchFamily="34" charset="-122"/>
                    <a:cs typeface="+mn-cs"/>
                  </a:endParaRPr>
                </a:p>
              </p:txBody>
            </p:sp>
            <p:sp>
              <p:nvSpPr>
                <p:cNvPr id="40" name="AutoShape 17"/>
                <p:cNvSpPr>
                  <a:spLocks noChangeArrowheads="1"/>
                </p:cNvSpPr>
                <p:nvPr/>
              </p:nvSpPr>
              <p:spPr bwMode="ltGray">
                <a:xfrm rot="6906312">
                  <a:off x="2163" y="2352"/>
                  <a:ext cx="239" cy="816"/>
                </a:xfrm>
                <a:prstGeom prst="moon">
                  <a:avLst>
                    <a:gd name="adj" fmla="val 49773"/>
                  </a:avLst>
                </a:prstGeom>
                <a:solidFill>
                  <a:srgbClr val="F8F8F8">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Impact" panose="020B0806030902050204" pitchFamily="34" charset="0"/>
                    <a:ea typeface="微软雅黑" panose="020B0503020204020204" pitchFamily="34" charset="-122"/>
                    <a:cs typeface="+mn-cs"/>
                  </a:endParaRPr>
                </a:p>
              </p:txBody>
            </p:sp>
          </p:grpSp>
          <p:grpSp>
            <p:nvGrpSpPr>
              <p:cNvPr id="32" name="Group 18"/>
              <p:cNvGrpSpPr/>
              <p:nvPr/>
            </p:nvGrpSpPr>
            <p:grpSpPr bwMode="auto">
              <a:xfrm rot="1353540">
                <a:off x="2682" y="1111"/>
                <a:ext cx="743" cy="186"/>
                <a:chOff x="1565" y="2568"/>
                <a:chExt cx="1118" cy="279"/>
              </a:xfrm>
            </p:grpSpPr>
            <p:sp>
              <p:nvSpPr>
                <p:cNvPr id="33" name="AutoShape 19"/>
                <p:cNvSpPr>
                  <a:spLocks noChangeArrowheads="1"/>
                </p:cNvSpPr>
                <p:nvPr/>
              </p:nvSpPr>
              <p:spPr bwMode="ltGray">
                <a:xfrm rot="5263130">
                  <a:off x="1865" y="2297"/>
                  <a:ext cx="236" cy="820"/>
                </a:xfrm>
                <a:prstGeom prst="moon">
                  <a:avLst>
                    <a:gd name="adj" fmla="val 49773"/>
                  </a:avLst>
                </a:prstGeom>
                <a:solidFill>
                  <a:srgbClr val="F8F8F8">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Impact" panose="020B0806030902050204" pitchFamily="34" charset="0"/>
                    <a:ea typeface="微软雅黑" panose="020B0503020204020204" pitchFamily="34" charset="-122"/>
                    <a:cs typeface="+mn-cs"/>
                  </a:endParaRPr>
                </a:p>
              </p:txBody>
            </p:sp>
            <p:sp>
              <p:nvSpPr>
                <p:cNvPr id="34" name="AutoShape 20"/>
                <p:cNvSpPr>
                  <a:spLocks noChangeArrowheads="1"/>
                </p:cNvSpPr>
                <p:nvPr/>
              </p:nvSpPr>
              <p:spPr bwMode="ltGray">
                <a:xfrm rot="6078281">
                  <a:off x="2006" y="2290"/>
                  <a:ext cx="233" cy="824"/>
                </a:xfrm>
                <a:prstGeom prst="moon">
                  <a:avLst>
                    <a:gd name="adj" fmla="val 49773"/>
                  </a:avLst>
                </a:prstGeom>
                <a:solidFill>
                  <a:srgbClr val="F8F8F8">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Impact" panose="020B0806030902050204" pitchFamily="34" charset="0"/>
                    <a:ea typeface="微软雅黑" panose="020B0503020204020204" pitchFamily="34" charset="-122"/>
                    <a:cs typeface="+mn-cs"/>
                  </a:endParaRPr>
                </a:p>
              </p:txBody>
            </p:sp>
            <p:sp>
              <p:nvSpPr>
                <p:cNvPr id="35" name="AutoShape 21"/>
                <p:cNvSpPr>
                  <a:spLocks noChangeArrowheads="1"/>
                </p:cNvSpPr>
                <p:nvPr/>
              </p:nvSpPr>
              <p:spPr bwMode="ltGray">
                <a:xfrm rot="6373927">
                  <a:off x="2082" y="2311"/>
                  <a:ext cx="233" cy="820"/>
                </a:xfrm>
                <a:prstGeom prst="moon">
                  <a:avLst>
                    <a:gd name="adj" fmla="val 49773"/>
                  </a:avLst>
                </a:prstGeom>
                <a:solidFill>
                  <a:srgbClr val="F8F8F8">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Impact" panose="020B0806030902050204" pitchFamily="34" charset="0"/>
                    <a:ea typeface="微软雅黑" panose="020B0503020204020204" pitchFamily="34" charset="-122"/>
                    <a:cs typeface="+mn-cs"/>
                  </a:endParaRPr>
                </a:p>
              </p:txBody>
            </p:sp>
            <p:sp>
              <p:nvSpPr>
                <p:cNvPr id="36" name="AutoShape 22"/>
                <p:cNvSpPr>
                  <a:spLocks noChangeArrowheads="1"/>
                </p:cNvSpPr>
                <p:nvPr/>
              </p:nvSpPr>
              <p:spPr bwMode="ltGray">
                <a:xfrm rot="6906312">
                  <a:off x="2172" y="2348"/>
                  <a:ext cx="233" cy="818"/>
                </a:xfrm>
                <a:prstGeom prst="moon">
                  <a:avLst>
                    <a:gd name="adj" fmla="val 49773"/>
                  </a:avLst>
                </a:prstGeom>
                <a:solidFill>
                  <a:srgbClr val="F8F8F8">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Impact" panose="020B0806030902050204" pitchFamily="34" charset="0"/>
                    <a:ea typeface="微软雅黑" panose="020B0503020204020204" pitchFamily="34" charset="-122"/>
                    <a:cs typeface="+mn-cs"/>
                  </a:endParaRPr>
                </a:p>
              </p:txBody>
            </p:sp>
          </p:grpSp>
        </p:grpSp>
      </p:grpSp>
      <p:grpSp>
        <p:nvGrpSpPr>
          <p:cNvPr id="46" name="组合 93"/>
          <p:cNvGrpSpPr/>
          <p:nvPr/>
        </p:nvGrpSpPr>
        <p:grpSpPr bwMode="auto">
          <a:xfrm>
            <a:off x="6000751" y="3133557"/>
            <a:ext cx="1433513" cy="1125861"/>
            <a:chOff x="7242844" y="2761727"/>
            <a:chExt cx="1677511" cy="1374579"/>
          </a:xfrm>
        </p:grpSpPr>
        <p:grpSp>
          <p:nvGrpSpPr>
            <p:cNvPr id="47" name="组合 94"/>
            <p:cNvGrpSpPr/>
            <p:nvPr/>
          </p:nvGrpSpPr>
          <p:grpSpPr bwMode="auto">
            <a:xfrm>
              <a:off x="7242844" y="2761727"/>
              <a:ext cx="1677511" cy="1374579"/>
              <a:chOff x="7737176" y="3044094"/>
              <a:chExt cx="1677511" cy="1374579"/>
            </a:xfrm>
          </p:grpSpPr>
          <p:grpSp>
            <p:nvGrpSpPr>
              <p:cNvPr id="59" name="组合 106"/>
              <p:cNvGrpSpPr/>
              <p:nvPr/>
            </p:nvGrpSpPr>
            <p:grpSpPr bwMode="auto">
              <a:xfrm>
                <a:off x="7737176" y="3044094"/>
                <a:ext cx="1677511" cy="1374579"/>
                <a:chOff x="7647017" y="2699415"/>
                <a:chExt cx="2617944" cy="2145185"/>
              </a:xfrm>
            </p:grpSpPr>
            <p:sp>
              <p:nvSpPr>
                <p:cNvPr id="61" name="Oval 8"/>
                <p:cNvSpPr>
                  <a:spLocks noChangeArrowheads="1"/>
                </p:cNvSpPr>
                <p:nvPr/>
              </p:nvSpPr>
              <p:spPr bwMode="auto">
                <a:xfrm flipV="1">
                  <a:off x="7647017" y="4398170"/>
                  <a:ext cx="2617944" cy="446430"/>
                </a:xfrm>
                <a:prstGeom prst="ellipse">
                  <a:avLst/>
                </a:prstGeom>
                <a:gradFill rotWithShape="1">
                  <a:gsLst>
                    <a:gs pos="0">
                      <a:srgbClr val="000000">
                        <a:alpha val="70000"/>
                      </a:srgbClr>
                    </a:gs>
                    <a:gs pos="100000">
                      <a:srgbClr val="FFFFFF">
                        <a:alpha val="0"/>
                      </a:srgbClr>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62" name="Oval 19"/>
                <p:cNvSpPr>
                  <a:spLocks noChangeArrowheads="1"/>
                </p:cNvSpPr>
                <p:nvPr/>
              </p:nvSpPr>
              <p:spPr bwMode="auto">
                <a:xfrm>
                  <a:off x="8012311" y="2699415"/>
                  <a:ext cx="1930842" cy="1930666"/>
                </a:xfrm>
                <a:prstGeom prst="ellipse">
                  <a:avLst/>
                </a:prstGeom>
                <a:solidFill>
                  <a:srgbClr val="FF9900"/>
                </a:solidFill>
                <a:ln w="9525">
                  <a:noFill/>
                  <a:rou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63" name="未知"/>
                <p:cNvSpPr/>
                <p:nvPr/>
              </p:nvSpPr>
              <p:spPr bwMode="auto">
                <a:xfrm>
                  <a:off x="8232648" y="2742899"/>
                  <a:ext cx="1490169" cy="727623"/>
                </a:xfrm>
                <a:custGeom>
                  <a:avLst/>
                  <a:gdLst>
                    <a:gd name="T0" fmla="*/ 729 w 1321"/>
                    <a:gd name="T1" fmla="*/ 203 h 712"/>
                    <a:gd name="T2" fmla="*/ 738 w 1321"/>
                    <a:gd name="T3" fmla="*/ 224 h 712"/>
                    <a:gd name="T4" fmla="*/ 740 w 1321"/>
                    <a:gd name="T5" fmla="*/ 244 h 712"/>
                    <a:gd name="T6" fmla="*/ 737 w 1321"/>
                    <a:gd name="T7" fmla="*/ 262 h 712"/>
                    <a:gd name="T8" fmla="*/ 727 w 1321"/>
                    <a:gd name="T9" fmla="*/ 279 h 712"/>
                    <a:gd name="T10" fmla="*/ 713 w 1321"/>
                    <a:gd name="T11" fmla="*/ 294 h 712"/>
                    <a:gd name="T12" fmla="*/ 694 w 1321"/>
                    <a:gd name="T13" fmla="*/ 306 h 712"/>
                    <a:gd name="T14" fmla="*/ 670 w 1321"/>
                    <a:gd name="T15" fmla="*/ 318 h 712"/>
                    <a:gd name="T16" fmla="*/ 643 w 1321"/>
                    <a:gd name="T17" fmla="*/ 329 h 712"/>
                    <a:gd name="T18" fmla="*/ 612 w 1321"/>
                    <a:gd name="T19" fmla="*/ 338 h 712"/>
                    <a:gd name="T20" fmla="*/ 578 w 1321"/>
                    <a:gd name="T21" fmla="*/ 346 h 712"/>
                    <a:gd name="T22" fmla="*/ 542 w 1321"/>
                    <a:gd name="T23" fmla="*/ 352 h 712"/>
                    <a:gd name="T24" fmla="*/ 502 w 1321"/>
                    <a:gd name="T25" fmla="*/ 357 h 712"/>
                    <a:gd name="T26" fmla="*/ 462 w 1321"/>
                    <a:gd name="T27" fmla="*/ 360 h 712"/>
                    <a:gd name="T28" fmla="*/ 445 w 1321"/>
                    <a:gd name="T29" fmla="*/ 361 h 712"/>
                    <a:gd name="T30" fmla="*/ 267 w 1321"/>
                    <a:gd name="T31" fmla="*/ 361 h 712"/>
                    <a:gd name="T32" fmla="*/ 264 w 1321"/>
                    <a:gd name="T33" fmla="*/ 361 h 712"/>
                    <a:gd name="T34" fmla="*/ 229 w 1321"/>
                    <a:gd name="T35" fmla="*/ 359 h 712"/>
                    <a:gd name="T36" fmla="*/ 195 w 1321"/>
                    <a:gd name="T37" fmla="*/ 357 h 712"/>
                    <a:gd name="T38" fmla="*/ 162 w 1321"/>
                    <a:gd name="T39" fmla="*/ 353 h 712"/>
                    <a:gd name="T40" fmla="*/ 132 w 1321"/>
                    <a:gd name="T41" fmla="*/ 349 h 712"/>
                    <a:gd name="T42" fmla="*/ 104 w 1321"/>
                    <a:gd name="T43" fmla="*/ 343 h 712"/>
                    <a:gd name="T44" fmla="*/ 79 w 1321"/>
                    <a:gd name="T45" fmla="*/ 336 h 712"/>
                    <a:gd name="T46" fmla="*/ 57 w 1321"/>
                    <a:gd name="T47" fmla="*/ 329 h 712"/>
                    <a:gd name="T48" fmla="*/ 38 w 1321"/>
                    <a:gd name="T49" fmla="*/ 319 h 712"/>
                    <a:gd name="T50" fmla="*/ 22 w 1321"/>
                    <a:gd name="T51" fmla="*/ 308 h 712"/>
                    <a:gd name="T52" fmla="*/ 10 w 1321"/>
                    <a:gd name="T53" fmla="*/ 296 h 712"/>
                    <a:gd name="T54" fmla="*/ 3 w 1321"/>
                    <a:gd name="T55" fmla="*/ 281 h 712"/>
                    <a:gd name="T56" fmla="*/ 0 w 1321"/>
                    <a:gd name="T57" fmla="*/ 266 h 712"/>
                    <a:gd name="T58" fmla="*/ 0 w 1321"/>
                    <a:gd name="T59" fmla="*/ 264 h 712"/>
                    <a:gd name="T60" fmla="*/ 2 w 1321"/>
                    <a:gd name="T61" fmla="*/ 247 h 712"/>
                    <a:gd name="T62" fmla="*/ 9 w 1321"/>
                    <a:gd name="T63" fmla="*/ 226 h 712"/>
                    <a:gd name="T64" fmla="*/ 29 w 1321"/>
                    <a:gd name="T65" fmla="*/ 188 h 712"/>
                    <a:gd name="T66" fmla="*/ 53 w 1321"/>
                    <a:gd name="T67" fmla="*/ 152 h 712"/>
                    <a:gd name="T68" fmla="*/ 82 w 1321"/>
                    <a:gd name="T69" fmla="*/ 119 h 712"/>
                    <a:gd name="T70" fmla="*/ 114 w 1321"/>
                    <a:gd name="T71" fmla="*/ 89 h 712"/>
                    <a:gd name="T72" fmla="*/ 151 w 1321"/>
                    <a:gd name="T73" fmla="*/ 63 h 712"/>
                    <a:gd name="T74" fmla="*/ 191 w 1321"/>
                    <a:gd name="T75" fmla="*/ 42 h 712"/>
                    <a:gd name="T76" fmla="*/ 232 w 1321"/>
                    <a:gd name="T77" fmla="*/ 24 h 712"/>
                    <a:gd name="T78" fmla="*/ 278 w 1321"/>
                    <a:gd name="T79" fmla="*/ 11 h 712"/>
                    <a:gd name="T80" fmla="*/ 325 w 1321"/>
                    <a:gd name="T81" fmla="*/ 3 h 712"/>
                    <a:gd name="T82" fmla="*/ 374 w 1321"/>
                    <a:gd name="T83" fmla="*/ 0 h 712"/>
                    <a:gd name="T84" fmla="*/ 374 w 1321"/>
                    <a:gd name="T85" fmla="*/ 0 h 712"/>
                    <a:gd name="T86" fmla="*/ 425 w 1321"/>
                    <a:gd name="T87" fmla="*/ 3 h 712"/>
                    <a:gd name="T88" fmla="*/ 474 w 1321"/>
                    <a:gd name="T89" fmla="*/ 12 h 712"/>
                    <a:gd name="T90" fmla="*/ 522 w 1321"/>
                    <a:gd name="T91" fmla="*/ 27 h 712"/>
                    <a:gd name="T92" fmla="*/ 566 w 1321"/>
                    <a:gd name="T93" fmla="*/ 46 h 712"/>
                    <a:gd name="T94" fmla="*/ 606 w 1321"/>
                    <a:gd name="T95" fmla="*/ 69 h 712"/>
                    <a:gd name="T96" fmla="*/ 644 w 1321"/>
                    <a:gd name="T97" fmla="*/ 98 h 712"/>
                    <a:gd name="T98" fmla="*/ 677 w 1321"/>
                    <a:gd name="T99" fmla="*/ 130 h 712"/>
                    <a:gd name="T100" fmla="*/ 705 w 1321"/>
                    <a:gd name="T101" fmla="*/ 165 h 712"/>
                    <a:gd name="T102" fmla="*/ 729 w 1321"/>
                    <a:gd name="T103" fmla="*/ 203 h 712"/>
                    <a:gd name="T104" fmla="*/ 729 w 1321"/>
                    <a:gd name="T105" fmla="*/ 203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FF0000">
                        <a:alpha val="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Impact" panose="020B0806030902050204" pitchFamily="34" charset="0"/>
                    <a:ea typeface="微软雅黑" panose="020B0503020204020204" pitchFamily="34" charset="-122"/>
                    <a:cs typeface="+mn-cs"/>
                  </a:endParaRPr>
                </a:p>
              </p:txBody>
            </p:sp>
          </p:grpSp>
          <p:sp>
            <p:nvSpPr>
              <p:cNvPr id="60" name="TextBox 107"/>
              <p:cNvSpPr txBox="1">
                <a:spLocks noChangeArrowheads="1"/>
              </p:cNvSpPr>
              <p:nvPr/>
            </p:nvSpPr>
            <p:spPr bwMode="auto">
              <a:xfrm>
                <a:off x="8359908" y="3160739"/>
                <a:ext cx="503104" cy="1008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dirty="0">
                    <a:ln>
                      <a:noFill/>
                    </a:ln>
                    <a:solidFill>
                      <a:sysClr val="window" lastClr="FFFFFF"/>
                    </a:solidFill>
                    <a:effectLst/>
                    <a:uLnTx/>
                    <a:uFillTx/>
                    <a:latin typeface="Impact" panose="020B0806030902050204" pitchFamily="34" charset="0"/>
                    <a:ea typeface="微软雅黑" panose="020B0503020204020204" pitchFamily="34" charset="-122"/>
                    <a:cs typeface="+mn-cs"/>
                  </a:rPr>
                  <a:t>3</a:t>
                </a:r>
                <a:endParaRPr kumimoji="0" lang="zh-CN" altLang="en-US" sz="3600" b="0" i="0" u="none" strike="noStrike" kern="0" cap="none" spc="0" normalizeH="0" baseline="0" noProof="0" dirty="0">
                  <a:ln>
                    <a:noFill/>
                  </a:ln>
                  <a:solidFill>
                    <a:sysClr val="window" lastClr="FFFFFF"/>
                  </a:solidFill>
                  <a:effectLst/>
                  <a:uLnTx/>
                  <a:uFillTx/>
                  <a:latin typeface="Impact" panose="020B0806030902050204" pitchFamily="34" charset="0"/>
                  <a:ea typeface="微软雅黑" panose="020B0503020204020204" pitchFamily="34" charset="-122"/>
                  <a:cs typeface="+mn-cs"/>
                </a:endParaRPr>
              </a:p>
            </p:txBody>
          </p:sp>
        </p:grpSp>
        <p:grpSp>
          <p:nvGrpSpPr>
            <p:cNvPr id="48" name="Group 12"/>
            <p:cNvGrpSpPr/>
            <p:nvPr/>
          </p:nvGrpSpPr>
          <p:grpSpPr bwMode="auto">
            <a:xfrm rot="-1693754" flipH="1" flipV="1">
              <a:off x="7549762" y="3711857"/>
              <a:ext cx="1227443" cy="293770"/>
              <a:chOff x="2532" y="1051"/>
              <a:chExt cx="893" cy="246"/>
            </a:xfrm>
          </p:grpSpPr>
          <p:grpSp>
            <p:nvGrpSpPr>
              <p:cNvPr id="49" name="Group 13"/>
              <p:cNvGrpSpPr/>
              <p:nvPr/>
            </p:nvGrpSpPr>
            <p:grpSpPr bwMode="auto">
              <a:xfrm>
                <a:off x="2532" y="1051"/>
                <a:ext cx="743" cy="185"/>
                <a:chOff x="1565" y="2568"/>
                <a:chExt cx="1118" cy="279"/>
              </a:xfrm>
            </p:grpSpPr>
            <p:sp>
              <p:nvSpPr>
                <p:cNvPr id="55" name="AutoShape 14"/>
                <p:cNvSpPr>
                  <a:spLocks noChangeArrowheads="1"/>
                </p:cNvSpPr>
                <p:nvPr/>
              </p:nvSpPr>
              <p:spPr bwMode="ltGray">
                <a:xfrm rot="5263130">
                  <a:off x="1859" y="2292"/>
                  <a:ext cx="239" cy="824"/>
                </a:xfrm>
                <a:prstGeom prst="moon">
                  <a:avLst>
                    <a:gd name="adj" fmla="val 49773"/>
                  </a:avLst>
                </a:prstGeom>
                <a:solidFill>
                  <a:srgbClr val="F8F8F8">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Impact" panose="020B0806030902050204" pitchFamily="34" charset="0"/>
                    <a:ea typeface="微软雅黑" panose="020B0503020204020204" pitchFamily="34" charset="-122"/>
                    <a:cs typeface="+mn-cs"/>
                  </a:endParaRPr>
                </a:p>
              </p:txBody>
            </p:sp>
            <p:sp>
              <p:nvSpPr>
                <p:cNvPr id="56" name="AutoShape 15"/>
                <p:cNvSpPr>
                  <a:spLocks noChangeArrowheads="1"/>
                </p:cNvSpPr>
                <p:nvPr/>
              </p:nvSpPr>
              <p:spPr bwMode="ltGray">
                <a:xfrm rot="6078281">
                  <a:off x="1993" y="2295"/>
                  <a:ext cx="239" cy="820"/>
                </a:xfrm>
                <a:prstGeom prst="moon">
                  <a:avLst>
                    <a:gd name="adj" fmla="val 49773"/>
                  </a:avLst>
                </a:prstGeom>
                <a:solidFill>
                  <a:srgbClr val="F8F8F8">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Impact" panose="020B0806030902050204" pitchFamily="34" charset="0"/>
                    <a:ea typeface="微软雅黑" panose="020B0503020204020204" pitchFamily="34" charset="-122"/>
                    <a:cs typeface="+mn-cs"/>
                  </a:endParaRPr>
                </a:p>
              </p:txBody>
            </p:sp>
            <p:sp>
              <p:nvSpPr>
                <p:cNvPr id="57" name="AutoShape 16"/>
                <p:cNvSpPr>
                  <a:spLocks noChangeArrowheads="1"/>
                </p:cNvSpPr>
                <p:nvPr/>
              </p:nvSpPr>
              <p:spPr bwMode="ltGray">
                <a:xfrm rot="6373927">
                  <a:off x="2070" y="2313"/>
                  <a:ext cx="242" cy="826"/>
                </a:xfrm>
                <a:prstGeom prst="moon">
                  <a:avLst>
                    <a:gd name="adj" fmla="val 49773"/>
                  </a:avLst>
                </a:prstGeom>
                <a:solidFill>
                  <a:srgbClr val="F8F8F8">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Impact" panose="020B0806030902050204" pitchFamily="34" charset="0"/>
                    <a:ea typeface="微软雅黑" panose="020B0503020204020204" pitchFamily="34" charset="-122"/>
                    <a:cs typeface="+mn-cs"/>
                  </a:endParaRPr>
                </a:p>
              </p:txBody>
            </p:sp>
            <p:sp>
              <p:nvSpPr>
                <p:cNvPr id="58" name="AutoShape 17"/>
                <p:cNvSpPr>
                  <a:spLocks noChangeArrowheads="1"/>
                </p:cNvSpPr>
                <p:nvPr/>
              </p:nvSpPr>
              <p:spPr bwMode="ltGray">
                <a:xfrm rot="6906312">
                  <a:off x="2163" y="2352"/>
                  <a:ext cx="239" cy="816"/>
                </a:xfrm>
                <a:prstGeom prst="moon">
                  <a:avLst>
                    <a:gd name="adj" fmla="val 49773"/>
                  </a:avLst>
                </a:prstGeom>
                <a:solidFill>
                  <a:srgbClr val="F8F8F8">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Impact" panose="020B0806030902050204" pitchFamily="34" charset="0"/>
                    <a:ea typeface="微软雅黑" panose="020B0503020204020204" pitchFamily="34" charset="-122"/>
                    <a:cs typeface="+mn-cs"/>
                  </a:endParaRPr>
                </a:p>
              </p:txBody>
            </p:sp>
          </p:grpSp>
          <p:grpSp>
            <p:nvGrpSpPr>
              <p:cNvPr id="50" name="Group 18"/>
              <p:cNvGrpSpPr/>
              <p:nvPr/>
            </p:nvGrpSpPr>
            <p:grpSpPr bwMode="auto">
              <a:xfrm rot="1353540">
                <a:off x="2682" y="1111"/>
                <a:ext cx="743" cy="186"/>
                <a:chOff x="1565" y="2568"/>
                <a:chExt cx="1118" cy="279"/>
              </a:xfrm>
            </p:grpSpPr>
            <p:sp>
              <p:nvSpPr>
                <p:cNvPr id="51" name="AutoShape 19"/>
                <p:cNvSpPr>
                  <a:spLocks noChangeArrowheads="1"/>
                </p:cNvSpPr>
                <p:nvPr/>
              </p:nvSpPr>
              <p:spPr bwMode="ltGray">
                <a:xfrm rot="5263130">
                  <a:off x="1865" y="2297"/>
                  <a:ext cx="236" cy="820"/>
                </a:xfrm>
                <a:prstGeom prst="moon">
                  <a:avLst>
                    <a:gd name="adj" fmla="val 49773"/>
                  </a:avLst>
                </a:prstGeom>
                <a:solidFill>
                  <a:srgbClr val="F8F8F8">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Impact" panose="020B0806030902050204" pitchFamily="34" charset="0"/>
                    <a:ea typeface="微软雅黑" panose="020B0503020204020204" pitchFamily="34" charset="-122"/>
                    <a:cs typeface="+mn-cs"/>
                  </a:endParaRPr>
                </a:p>
              </p:txBody>
            </p:sp>
            <p:sp>
              <p:nvSpPr>
                <p:cNvPr id="52" name="AutoShape 20"/>
                <p:cNvSpPr>
                  <a:spLocks noChangeArrowheads="1"/>
                </p:cNvSpPr>
                <p:nvPr/>
              </p:nvSpPr>
              <p:spPr bwMode="ltGray">
                <a:xfrm rot="6078281">
                  <a:off x="2006" y="2290"/>
                  <a:ext cx="233" cy="824"/>
                </a:xfrm>
                <a:prstGeom prst="moon">
                  <a:avLst>
                    <a:gd name="adj" fmla="val 49773"/>
                  </a:avLst>
                </a:prstGeom>
                <a:solidFill>
                  <a:srgbClr val="F8F8F8">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Impact" panose="020B0806030902050204" pitchFamily="34" charset="0"/>
                    <a:ea typeface="微软雅黑" panose="020B0503020204020204" pitchFamily="34" charset="-122"/>
                    <a:cs typeface="+mn-cs"/>
                  </a:endParaRPr>
                </a:p>
              </p:txBody>
            </p:sp>
            <p:sp>
              <p:nvSpPr>
                <p:cNvPr id="53" name="AutoShape 21"/>
                <p:cNvSpPr>
                  <a:spLocks noChangeArrowheads="1"/>
                </p:cNvSpPr>
                <p:nvPr/>
              </p:nvSpPr>
              <p:spPr bwMode="ltGray">
                <a:xfrm rot="6373927">
                  <a:off x="2082" y="2311"/>
                  <a:ext cx="233" cy="820"/>
                </a:xfrm>
                <a:prstGeom prst="moon">
                  <a:avLst>
                    <a:gd name="adj" fmla="val 49773"/>
                  </a:avLst>
                </a:prstGeom>
                <a:solidFill>
                  <a:srgbClr val="F8F8F8">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Impact" panose="020B0806030902050204" pitchFamily="34" charset="0"/>
                    <a:ea typeface="微软雅黑" panose="020B0503020204020204" pitchFamily="34" charset="-122"/>
                    <a:cs typeface="+mn-cs"/>
                  </a:endParaRPr>
                </a:p>
              </p:txBody>
            </p:sp>
            <p:sp>
              <p:nvSpPr>
                <p:cNvPr id="54" name="AutoShape 22"/>
                <p:cNvSpPr>
                  <a:spLocks noChangeArrowheads="1"/>
                </p:cNvSpPr>
                <p:nvPr/>
              </p:nvSpPr>
              <p:spPr bwMode="ltGray">
                <a:xfrm rot="6906312">
                  <a:off x="2172" y="2348"/>
                  <a:ext cx="233" cy="818"/>
                </a:xfrm>
                <a:prstGeom prst="moon">
                  <a:avLst>
                    <a:gd name="adj" fmla="val 49773"/>
                  </a:avLst>
                </a:prstGeom>
                <a:solidFill>
                  <a:srgbClr val="F8F8F8">
                    <a:alpha val="3999"/>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Text" lastClr="000000"/>
                    </a:solidFill>
                    <a:effectLst/>
                    <a:uLnTx/>
                    <a:uFillTx/>
                    <a:latin typeface="Impact" panose="020B0806030902050204" pitchFamily="34" charset="0"/>
                    <a:ea typeface="微软雅黑" panose="020B0503020204020204" pitchFamily="34" charset="-122"/>
                    <a:cs typeface="+mn-cs"/>
                  </a:endParaRPr>
                </a:p>
              </p:txBody>
            </p:sp>
          </p:grpSp>
        </p:grpSp>
      </p:grpSp>
      <p:sp>
        <p:nvSpPr>
          <p:cNvPr id="64" name="矩形 63"/>
          <p:cNvSpPr/>
          <p:nvPr/>
        </p:nvSpPr>
        <p:spPr>
          <a:xfrm>
            <a:off x="251520" y="1221600"/>
            <a:ext cx="2062861" cy="270030"/>
          </a:xfrm>
          <a:prstGeom prst="rect">
            <a:avLst/>
          </a:prstGeom>
          <a:solidFill>
            <a:srgbClr val="C80000"/>
          </a:solidFill>
          <a:ln w="3175" cap="flat" cmpd="sng" algn="ctr">
            <a:solidFill>
              <a:srgbClr val="D7D7D7"/>
            </a:solidFill>
            <a:prstDash val="solid"/>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F9F9F9"/>
                </a:solidFill>
                <a:effectLst/>
                <a:uLnTx/>
                <a:uFillTx/>
                <a:latin typeface="微软雅黑" panose="020B0503020204020204" pitchFamily="34" charset="-122"/>
                <a:ea typeface="微软雅黑" panose="020B0503020204020204" pitchFamily="34" charset="-122"/>
                <a:cs typeface="+mn-cs"/>
              </a:rPr>
              <a:t>单击此处添加文本</a:t>
            </a:r>
            <a:endParaRPr kumimoji="0" lang="zh-CN" altLang="en-US" sz="1400" b="1" i="0" u="none" strike="noStrike" kern="0" cap="none" spc="0" normalizeH="0" baseline="0" noProof="0" dirty="0">
              <a:ln>
                <a:noFill/>
              </a:ln>
              <a:solidFill>
                <a:srgbClr val="F9F9F9"/>
              </a:solidFill>
              <a:effectLst/>
              <a:uLnTx/>
              <a:uFillTx/>
              <a:latin typeface="微软雅黑" panose="020B0503020204020204" pitchFamily="34" charset="-122"/>
              <a:ea typeface="微软雅黑" panose="020B0503020204020204" pitchFamily="34" charset="-122"/>
              <a:cs typeface="+mn-cs"/>
            </a:endParaRPr>
          </a:p>
        </p:txBody>
      </p:sp>
      <p:sp>
        <p:nvSpPr>
          <p:cNvPr id="65" name="矩形 64"/>
          <p:cNvSpPr/>
          <p:nvPr/>
        </p:nvSpPr>
        <p:spPr>
          <a:xfrm>
            <a:off x="6717821" y="1245166"/>
            <a:ext cx="2062861" cy="270030"/>
          </a:xfrm>
          <a:prstGeom prst="rect">
            <a:avLst/>
          </a:prstGeom>
          <a:solidFill>
            <a:srgbClr val="C80000"/>
          </a:solidFill>
          <a:ln w="3175" cap="flat" cmpd="sng" algn="ctr">
            <a:solidFill>
              <a:srgbClr val="D7D7D7"/>
            </a:solidFill>
            <a:prstDash val="solid"/>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F9F9F9"/>
                </a:solidFill>
                <a:effectLst/>
                <a:uLnTx/>
                <a:uFillTx/>
                <a:latin typeface="微软雅黑" panose="020B0503020204020204" pitchFamily="34" charset="-122"/>
                <a:ea typeface="微软雅黑" panose="020B0503020204020204" pitchFamily="34" charset="-122"/>
                <a:cs typeface="+mn-cs"/>
              </a:rPr>
              <a:t>单击此处添加文本</a:t>
            </a:r>
            <a:endParaRPr kumimoji="0" lang="zh-CN" altLang="en-US" sz="1400" b="1" i="0" u="none" strike="noStrike" kern="0" cap="none" spc="0" normalizeH="0" baseline="0" noProof="0" dirty="0">
              <a:ln>
                <a:noFill/>
              </a:ln>
              <a:solidFill>
                <a:srgbClr val="F9F9F9"/>
              </a:solidFill>
              <a:effectLst/>
              <a:uLnTx/>
              <a:uFillTx/>
              <a:latin typeface="微软雅黑" panose="020B0503020204020204" pitchFamily="34" charset="-122"/>
              <a:ea typeface="微软雅黑" panose="020B0503020204020204" pitchFamily="34" charset="-122"/>
              <a:cs typeface="+mn-cs"/>
            </a:endParaRPr>
          </a:p>
        </p:txBody>
      </p:sp>
      <p:sp>
        <p:nvSpPr>
          <p:cNvPr id="66" name="矩形 65"/>
          <p:cNvSpPr/>
          <p:nvPr/>
        </p:nvSpPr>
        <p:spPr>
          <a:xfrm>
            <a:off x="2483768" y="1245166"/>
            <a:ext cx="4104456" cy="354476"/>
          </a:xfrm>
          <a:prstGeom prst="rect">
            <a:avLst/>
          </a:prstGeom>
          <a:solidFill>
            <a:srgbClr val="C80000"/>
          </a:solidFill>
          <a:ln w="3175" cap="flat" cmpd="sng" algn="ctr">
            <a:solidFill>
              <a:srgbClr val="D7D7D7"/>
            </a:solidFill>
            <a:prstDash val="solid"/>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F9F9F9"/>
                </a:solidFill>
                <a:effectLst/>
                <a:uLnTx/>
                <a:uFillTx/>
                <a:latin typeface="微软雅黑" panose="020B0503020204020204" pitchFamily="34" charset="-122"/>
                <a:ea typeface="微软雅黑" panose="020B0503020204020204" pitchFamily="34" charset="-122"/>
                <a:cs typeface="+mn-cs"/>
              </a:rPr>
              <a:t>单击此处添加文本</a:t>
            </a:r>
            <a:endParaRPr kumimoji="0" lang="zh-CN" altLang="en-US" sz="1400" b="1" i="0" u="none" strike="noStrike" kern="0" cap="none" spc="0" normalizeH="0" baseline="0" noProof="0" dirty="0">
              <a:ln>
                <a:noFill/>
              </a:ln>
              <a:solidFill>
                <a:srgbClr val="F9F9F9"/>
              </a:solidFill>
              <a:effectLst/>
              <a:uLnTx/>
              <a:uFillTx/>
              <a:latin typeface="微软雅黑" panose="020B0503020204020204" pitchFamily="34" charset="-122"/>
              <a:ea typeface="微软雅黑" panose="020B0503020204020204" pitchFamily="34" charset="-122"/>
              <a:cs typeface="+mn-cs"/>
            </a:endParaRPr>
          </a:p>
        </p:txBody>
      </p:sp>
      <p:sp>
        <p:nvSpPr>
          <p:cNvPr id="67" name="矩形 66"/>
          <p:cNvSpPr/>
          <p:nvPr/>
        </p:nvSpPr>
        <p:spPr>
          <a:xfrm>
            <a:off x="250825" y="1491854"/>
            <a:ext cx="2063750" cy="1512094"/>
          </a:xfrm>
          <a:prstGeom prst="rect">
            <a:avLst/>
          </a:prstGeom>
          <a:gradFill>
            <a:gsLst>
              <a:gs pos="33000">
                <a:srgbClr val="F9F9F9"/>
              </a:gs>
              <a:gs pos="100000">
                <a:srgbClr val="D7D7D7"/>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lIns="180000" tIns="180000" rIns="180000" anchor="t"/>
          <a:lstStyle/>
          <a:p>
            <a:pPr marL="0" marR="0" lvl="0" indent="0" algn="l" defTabSz="914400" rtl="0" eaLnBrk="1" fontAlgn="auto" latinLnBrk="0" hangingPunct="1">
              <a:lnSpc>
                <a:spcPct val="150000"/>
              </a:lnSpc>
              <a:spcBef>
                <a:spcPts val="1200"/>
              </a:spcBef>
              <a:spcAft>
                <a:spcPts val="0"/>
              </a:spcAft>
              <a:buClrTx/>
              <a:buSzTx/>
              <a:buFontTx/>
              <a:buNone/>
              <a:defRPr/>
            </a:pPr>
            <a:r>
              <a:rPr kumimoji="0" lang="zh-CN" altLang="en-US" sz="1200" b="0" i="0" u="none" strike="noStrike" kern="0" cap="none" spc="0" normalizeH="0" baseline="0" noProof="0" dirty="0">
                <a:ln>
                  <a:noFill/>
                </a:ln>
                <a:solidFill>
                  <a:srgbClr val="7D7D7D"/>
                </a:solidFill>
                <a:effectLst/>
                <a:uLnTx/>
                <a:uFillTx/>
                <a:latin typeface="微软雅黑" panose="020B0503020204020204" pitchFamily="34" charset="-122"/>
                <a:ea typeface="微软雅黑" panose="020B0503020204020204" pitchFamily="34" charset="-122"/>
                <a:cs typeface="+mn-cs"/>
              </a:rPr>
              <a:t>单击此处添加段落文本单击此处添加段落文本单击此处添加段落文本单击此处添加段落文本</a:t>
            </a:r>
            <a:endParaRPr kumimoji="0" lang="en-US" altLang="zh-CN" sz="1200" b="0" i="0" u="none" strike="noStrike" kern="0" cap="none" spc="0" normalizeH="0" baseline="0" noProof="0" dirty="0">
              <a:ln>
                <a:noFill/>
              </a:ln>
              <a:solidFill>
                <a:srgbClr val="7D7D7D"/>
              </a:solidFill>
              <a:effectLst/>
              <a:uLnTx/>
              <a:uFillTx/>
              <a:latin typeface="微软雅黑" panose="020B0503020204020204" pitchFamily="34" charset="-122"/>
              <a:ea typeface="微软雅黑" panose="020B0503020204020204" pitchFamily="34" charset="-122"/>
              <a:cs typeface="+mn-cs"/>
            </a:endParaRPr>
          </a:p>
        </p:txBody>
      </p:sp>
      <p:sp>
        <p:nvSpPr>
          <p:cNvPr id="68" name="矩形 67"/>
          <p:cNvSpPr/>
          <p:nvPr/>
        </p:nvSpPr>
        <p:spPr>
          <a:xfrm>
            <a:off x="6718301" y="1515666"/>
            <a:ext cx="2062163" cy="1512094"/>
          </a:xfrm>
          <a:prstGeom prst="rect">
            <a:avLst/>
          </a:prstGeom>
          <a:gradFill>
            <a:gsLst>
              <a:gs pos="33000">
                <a:srgbClr val="F9F9F9"/>
              </a:gs>
              <a:gs pos="100000">
                <a:srgbClr val="D7D7D7"/>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lIns="180000" tIns="180000" rIns="180000" anchor="t"/>
          <a:lstStyle/>
          <a:p>
            <a:pPr marL="0" marR="0" lvl="0" indent="0" algn="l" defTabSz="914400" rtl="0" eaLnBrk="1" fontAlgn="auto" latinLnBrk="0" hangingPunct="1">
              <a:lnSpc>
                <a:spcPct val="150000"/>
              </a:lnSpc>
              <a:spcBef>
                <a:spcPts val="1200"/>
              </a:spcBef>
              <a:spcAft>
                <a:spcPts val="0"/>
              </a:spcAft>
              <a:buClrTx/>
              <a:buSzTx/>
              <a:buFontTx/>
              <a:buNone/>
              <a:defRPr/>
            </a:pPr>
            <a:r>
              <a:rPr kumimoji="0" lang="zh-CN" altLang="en-US" sz="1200" b="0" i="0" u="none" strike="noStrike" kern="0" cap="none" spc="0" normalizeH="0" baseline="0" noProof="0" dirty="0">
                <a:ln>
                  <a:noFill/>
                </a:ln>
                <a:solidFill>
                  <a:srgbClr val="7D7D7D"/>
                </a:solidFill>
                <a:effectLst/>
                <a:uLnTx/>
                <a:uFillTx/>
                <a:latin typeface="微软雅黑" panose="020B0503020204020204" pitchFamily="34" charset="-122"/>
                <a:ea typeface="微软雅黑" panose="020B0503020204020204" pitchFamily="34" charset="-122"/>
                <a:cs typeface="+mn-cs"/>
              </a:rPr>
              <a:t>单击此处添加段落文本单击此处添加段落文本单击此处添加段落文本单击此处添加段落文本</a:t>
            </a:r>
            <a:endParaRPr kumimoji="0" lang="en-US" altLang="zh-CN" sz="1200" b="0" i="0" u="none" strike="noStrike" kern="0" cap="none" spc="0" normalizeH="0" baseline="0" noProof="0" dirty="0">
              <a:ln>
                <a:noFill/>
              </a:ln>
              <a:solidFill>
                <a:srgbClr val="7D7D7D"/>
              </a:solidFill>
              <a:effectLst/>
              <a:uLnTx/>
              <a:uFillTx/>
              <a:latin typeface="微软雅黑" panose="020B0503020204020204" pitchFamily="34" charset="-122"/>
              <a:ea typeface="微软雅黑" panose="020B0503020204020204" pitchFamily="34" charset="-122"/>
              <a:cs typeface="+mn-cs"/>
            </a:endParaRPr>
          </a:p>
        </p:txBody>
      </p:sp>
      <p:sp>
        <p:nvSpPr>
          <p:cNvPr id="69" name="矩形 68"/>
          <p:cNvSpPr/>
          <p:nvPr/>
        </p:nvSpPr>
        <p:spPr>
          <a:xfrm>
            <a:off x="2484439" y="1600200"/>
            <a:ext cx="4103687" cy="756047"/>
          </a:xfrm>
          <a:prstGeom prst="rect">
            <a:avLst/>
          </a:prstGeom>
          <a:gradFill>
            <a:gsLst>
              <a:gs pos="33000">
                <a:srgbClr val="F9F9F9"/>
              </a:gs>
              <a:gs pos="100000">
                <a:srgbClr val="D7D7D7"/>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lIns="180000" tIns="180000" rIns="180000" anchor="t"/>
          <a:lstStyle/>
          <a:p>
            <a:pPr marL="0" marR="0" lvl="0" indent="0" algn="l" defTabSz="914400" rtl="0" eaLnBrk="1" fontAlgn="auto" latinLnBrk="0" hangingPunct="1">
              <a:lnSpc>
                <a:spcPct val="150000"/>
              </a:lnSpc>
              <a:spcBef>
                <a:spcPts val="1200"/>
              </a:spcBef>
              <a:spcAft>
                <a:spcPts val="0"/>
              </a:spcAft>
              <a:buClrTx/>
              <a:buSzTx/>
              <a:buFontTx/>
              <a:buNone/>
              <a:defRPr/>
            </a:pPr>
            <a:r>
              <a:rPr kumimoji="0" lang="zh-CN" altLang="en-US" sz="1200" b="0" i="0" u="none" strike="noStrike" kern="0" cap="none" spc="0" normalizeH="0" baseline="0" noProof="0" dirty="0">
                <a:ln>
                  <a:noFill/>
                </a:ln>
                <a:solidFill>
                  <a:srgbClr val="7D7D7D"/>
                </a:solidFill>
                <a:effectLst/>
                <a:uLnTx/>
                <a:uFillTx/>
                <a:latin typeface="微软雅黑" panose="020B0503020204020204" pitchFamily="34" charset="-122"/>
                <a:ea typeface="微软雅黑" panose="020B0503020204020204" pitchFamily="34" charset="-122"/>
                <a:cs typeface="+mn-cs"/>
              </a:rPr>
              <a:t>单击此处添加段落文本单击此处添加段落文本单击此处亮亮图文旗舰店  https://liangliangtuwen.tmall.com</a:t>
            </a:r>
            <a:endParaRPr kumimoji="0" lang="zh-CN" altLang="en-US" sz="1200" b="0" i="0" u="none" strike="noStrike" kern="0" cap="none" spc="0" normalizeH="0" baseline="0" noProof="0" dirty="0">
              <a:ln>
                <a:noFill/>
              </a:ln>
              <a:solidFill>
                <a:srgbClr val="7D7D7D"/>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2" presetClass="entr" presetSubtype="4"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down)">
                                      <p:cBhvr>
                                        <p:cTn id="10" dur="750"/>
                                        <p:tgtEl>
                                          <p:spTgt spid="7"/>
                                        </p:tgtEl>
                                      </p:cBhvr>
                                    </p:animEffect>
                                  </p:childTnLst>
                                </p:cTn>
                              </p:par>
                            </p:childTnLst>
                          </p:cTn>
                        </p:par>
                        <p:par>
                          <p:cTn id="11" fill="hold">
                            <p:stCondLst>
                              <p:cond delay="500"/>
                            </p:stCondLst>
                            <p:childTnLst>
                              <p:par>
                                <p:cTn id="12" presetID="53" presetClass="entr" presetSubtype="16" fill="hold" nodeType="afterEffect">
                                  <p:stCondLst>
                                    <p:cond delay="0"/>
                                  </p:stCondLst>
                                  <p:childTnLst>
                                    <p:set>
                                      <p:cBhvr>
                                        <p:cTn id="13" dur="1" fill="hold">
                                          <p:stCondLst>
                                            <p:cond delay="0"/>
                                          </p:stCondLst>
                                        </p:cTn>
                                        <p:tgtEl>
                                          <p:spTgt spid="28"/>
                                        </p:tgtEl>
                                        <p:attrNameLst>
                                          <p:attrName>style.visibility</p:attrName>
                                        </p:attrNameLst>
                                      </p:cBhvr>
                                      <p:to>
                                        <p:strVal val="visible"/>
                                      </p:to>
                                    </p:set>
                                    <p:anim calcmode="lin" valueType="num">
                                      <p:cBhvr>
                                        <p:cTn id="14" dur="500" fill="hold"/>
                                        <p:tgtEl>
                                          <p:spTgt spid="28"/>
                                        </p:tgtEl>
                                        <p:attrNameLst>
                                          <p:attrName>ppt_w</p:attrName>
                                        </p:attrNameLst>
                                      </p:cBhvr>
                                      <p:tavLst>
                                        <p:tav tm="0">
                                          <p:val>
                                            <p:fltVal val="0"/>
                                          </p:val>
                                        </p:tav>
                                        <p:tav tm="100000">
                                          <p:val>
                                            <p:strVal val="#ppt_w"/>
                                          </p:val>
                                        </p:tav>
                                      </p:tavLst>
                                    </p:anim>
                                    <p:anim calcmode="lin" valueType="num">
                                      <p:cBhvr>
                                        <p:cTn id="15" dur="500" fill="hold"/>
                                        <p:tgtEl>
                                          <p:spTgt spid="28"/>
                                        </p:tgtEl>
                                        <p:attrNameLst>
                                          <p:attrName>ppt_h</p:attrName>
                                        </p:attrNameLst>
                                      </p:cBhvr>
                                      <p:tavLst>
                                        <p:tav tm="0">
                                          <p:val>
                                            <p:fltVal val="0"/>
                                          </p:val>
                                        </p:tav>
                                        <p:tav tm="100000">
                                          <p:val>
                                            <p:strVal val="#ppt_h"/>
                                          </p:val>
                                        </p:tav>
                                      </p:tavLst>
                                    </p:anim>
                                    <p:animEffect transition="in" filter="fade">
                                      <p:cBhvr>
                                        <p:cTn id="16" dur="500"/>
                                        <p:tgtEl>
                                          <p:spTgt spid="28"/>
                                        </p:tgtEl>
                                      </p:cBhvr>
                                    </p:animEffect>
                                  </p:childTnLst>
                                </p:cTn>
                              </p:par>
                            </p:childTnLst>
                          </p:cTn>
                        </p:par>
                        <p:par>
                          <p:cTn id="17" fill="hold">
                            <p:stCondLst>
                              <p:cond delay="1000"/>
                            </p:stCondLst>
                            <p:childTnLst>
                              <p:par>
                                <p:cTn id="18" presetID="16" presetClass="entr" presetSubtype="21" fill="hold" grpId="0" nodeType="afterEffect">
                                  <p:stCondLst>
                                    <p:cond delay="0"/>
                                  </p:stCondLst>
                                  <p:childTnLst>
                                    <p:set>
                                      <p:cBhvr>
                                        <p:cTn id="19" dur="1" fill="hold">
                                          <p:stCondLst>
                                            <p:cond delay="0"/>
                                          </p:stCondLst>
                                        </p:cTn>
                                        <p:tgtEl>
                                          <p:spTgt spid="66"/>
                                        </p:tgtEl>
                                        <p:attrNameLst>
                                          <p:attrName>style.visibility</p:attrName>
                                        </p:attrNameLst>
                                      </p:cBhvr>
                                      <p:to>
                                        <p:strVal val="visible"/>
                                      </p:to>
                                    </p:set>
                                    <p:animEffect transition="in" filter="barn(inVertical)">
                                      <p:cBhvr>
                                        <p:cTn id="20" dur="500"/>
                                        <p:tgtEl>
                                          <p:spTgt spid="66"/>
                                        </p:tgtEl>
                                      </p:cBhvr>
                                    </p:animEffect>
                                  </p:childTnLst>
                                </p:cTn>
                              </p:par>
                            </p:childTnLst>
                          </p:cTn>
                        </p:par>
                        <p:par>
                          <p:cTn id="21" fill="hold">
                            <p:stCondLst>
                              <p:cond delay="1500"/>
                            </p:stCondLst>
                            <p:childTnLst>
                              <p:par>
                                <p:cTn id="22" presetID="22" presetClass="entr" presetSubtype="1" fill="hold" grpId="0" nodeType="afterEffect">
                                  <p:stCondLst>
                                    <p:cond delay="0"/>
                                  </p:stCondLst>
                                  <p:childTnLst>
                                    <p:set>
                                      <p:cBhvr>
                                        <p:cTn id="23" dur="1" fill="hold">
                                          <p:stCondLst>
                                            <p:cond delay="0"/>
                                          </p:stCondLst>
                                        </p:cTn>
                                        <p:tgtEl>
                                          <p:spTgt spid="69"/>
                                        </p:tgtEl>
                                        <p:attrNameLst>
                                          <p:attrName>style.visibility</p:attrName>
                                        </p:attrNameLst>
                                      </p:cBhvr>
                                      <p:to>
                                        <p:strVal val="visible"/>
                                      </p:to>
                                    </p:set>
                                    <p:animEffect transition="in" filter="wipe(up)">
                                      <p:cBhvr>
                                        <p:cTn id="24" dur="500"/>
                                        <p:tgtEl>
                                          <p:spTgt spid="69"/>
                                        </p:tgtEl>
                                      </p:cBhvr>
                                    </p:animEffect>
                                  </p:childTnLst>
                                </p:cTn>
                              </p:par>
                            </p:childTnLst>
                          </p:cTn>
                        </p:par>
                        <p:par>
                          <p:cTn id="25" fill="hold">
                            <p:stCondLst>
                              <p:cond delay="2000"/>
                            </p:stCondLst>
                            <p:childTnLst>
                              <p:par>
                                <p:cTn id="26" presetID="53" presetClass="entr" presetSubtype="16" fill="hold" nodeType="after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p:cTn id="28" dur="500" fill="hold"/>
                                        <p:tgtEl>
                                          <p:spTgt spid="10"/>
                                        </p:tgtEl>
                                        <p:attrNameLst>
                                          <p:attrName>ppt_w</p:attrName>
                                        </p:attrNameLst>
                                      </p:cBhvr>
                                      <p:tavLst>
                                        <p:tav tm="0">
                                          <p:val>
                                            <p:fltVal val="0"/>
                                          </p:val>
                                        </p:tav>
                                        <p:tav tm="100000">
                                          <p:val>
                                            <p:strVal val="#ppt_w"/>
                                          </p:val>
                                        </p:tav>
                                      </p:tavLst>
                                    </p:anim>
                                    <p:anim calcmode="lin" valueType="num">
                                      <p:cBhvr>
                                        <p:cTn id="29" dur="500" fill="hold"/>
                                        <p:tgtEl>
                                          <p:spTgt spid="10"/>
                                        </p:tgtEl>
                                        <p:attrNameLst>
                                          <p:attrName>ppt_h</p:attrName>
                                        </p:attrNameLst>
                                      </p:cBhvr>
                                      <p:tavLst>
                                        <p:tav tm="0">
                                          <p:val>
                                            <p:fltVal val="0"/>
                                          </p:val>
                                        </p:tav>
                                        <p:tav tm="100000">
                                          <p:val>
                                            <p:strVal val="#ppt_h"/>
                                          </p:val>
                                        </p:tav>
                                      </p:tavLst>
                                    </p:anim>
                                    <p:animEffect transition="in" filter="fade">
                                      <p:cBhvr>
                                        <p:cTn id="30" dur="500"/>
                                        <p:tgtEl>
                                          <p:spTgt spid="10"/>
                                        </p:tgtEl>
                                      </p:cBhvr>
                                    </p:animEffect>
                                  </p:childTnLst>
                                </p:cTn>
                              </p:par>
                            </p:childTnLst>
                          </p:cTn>
                        </p:par>
                        <p:par>
                          <p:cTn id="31" fill="hold">
                            <p:stCondLst>
                              <p:cond delay="2500"/>
                            </p:stCondLst>
                            <p:childTnLst>
                              <p:par>
                                <p:cTn id="32" presetID="16" presetClass="entr" presetSubtype="21" fill="hold" grpId="0" nodeType="afterEffect">
                                  <p:stCondLst>
                                    <p:cond delay="0"/>
                                  </p:stCondLst>
                                  <p:childTnLst>
                                    <p:set>
                                      <p:cBhvr>
                                        <p:cTn id="33" dur="1" fill="hold">
                                          <p:stCondLst>
                                            <p:cond delay="0"/>
                                          </p:stCondLst>
                                        </p:cTn>
                                        <p:tgtEl>
                                          <p:spTgt spid="64"/>
                                        </p:tgtEl>
                                        <p:attrNameLst>
                                          <p:attrName>style.visibility</p:attrName>
                                        </p:attrNameLst>
                                      </p:cBhvr>
                                      <p:to>
                                        <p:strVal val="visible"/>
                                      </p:to>
                                    </p:set>
                                    <p:animEffect transition="in" filter="barn(inVertical)">
                                      <p:cBhvr>
                                        <p:cTn id="34" dur="500"/>
                                        <p:tgtEl>
                                          <p:spTgt spid="64"/>
                                        </p:tgtEl>
                                      </p:cBhvr>
                                    </p:animEffect>
                                  </p:childTnLst>
                                </p:cTn>
                              </p:par>
                            </p:childTnLst>
                          </p:cTn>
                        </p:par>
                        <p:par>
                          <p:cTn id="35" fill="hold">
                            <p:stCondLst>
                              <p:cond delay="3000"/>
                            </p:stCondLst>
                            <p:childTnLst>
                              <p:par>
                                <p:cTn id="36" presetID="22" presetClass="entr" presetSubtype="1" fill="hold" grpId="0" nodeType="afterEffect">
                                  <p:stCondLst>
                                    <p:cond delay="0"/>
                                  </p:stCondLst>
                                  <p:childTnLst>
                                    <p:set>
                                      <p:cBhvr>
                                        <p:cTn id="37" dur="1" fill="hold">
                                          <p:stCondLst>
                                            <p:cond delay="0"/>
                                          </p:stCondLst>
                                        </p:cTn>
                                        <p:tgtEl>
                                          <p:spTgt spid="67"/>
                                        </p:tgtEl>
                                        <p:attrNameLst>
                                          <p:attrName>style.visibility</p:attrName>
                                        </p:attrNameLst>
                                      </p:cBhvr>
                                      <p:to>
                                        <p:strVal val="visible"/>
                                      </p:to>
                                    </p:set>
                                    <p:animEffect transition="in" filter="wipe(up)">
                                      <p:cBhvr>
                                        <p:cTn id="38" dur="500"/>
                                        <p:tgtEl>
                                          <p:spTgt spid="67"/>
                                        </p:tgtEl>
                                      </p:cBhvr>
                                    </p:animEffect>
                                  </p:childTnLst>
                                </p:cTn>
                              </p:par>
                            </p:childTnLst>
                          </p:cTn>
                        </p:par>
                        <p:par>
                          <p:cTn id="39" fill="hold">
                            <p:stCondLst>
                              <p:cond delay="3500"/>
                            </p:stCondLst>
                            <p:childTnLst>
                              <p:par>
                                <p:cTn id="40" presetID="53" presetClass="entr" presetSubtype="16" fill="hold" nodeType="afterEffect">
                                  <p:stCondLst>
                                    <p:cond delay="0"/>
                                  </p:stCondLst>
                                  <p:childTnLst>
                                    <p:set>
                                      <p:cBhvr>
                                        <p:cTn id="41" dur="1" fill="hold">
                                          <p:stCondLst>
                                            <p:cond delay="0"/>
                                          </p:stCondLst>
                                        </p:cTn>
                                        <p:tgtEl>
                                          <p:spTgt spid="46"/>
                                        </p:tgtEl>
                                        <p:attrNameLst>
                                          <p:attrName>style.visibility</p:attrName>
                                        </p:attrNameLst>
                                      </p:cBhvr>
                                      <p:to>
                                        <p:strVal val="visible"/>
                                      </p:to>
                                    </p:set>
                                    <p:anim calcmode="lin" valueType="num">
                                      <p:cBhvr>
                                        <p:cTn id="42" dur="500" fill="hold"/>
                                        <p:tgtEl>
                                          <p:spTgt spid="46"/>
                                        </p:tgtEl>
                                        <p:attrNameLst>
                                          <p:attrName>ppt_w</p:attrName>
                                        </p:attrNameLst>
                                      </p:cBhvr>
                                      <p:tavLst>
                                        <p:tav tm="0">
                                          <p:val>
                                            <p:fltVal val="0"/>
                                          </p:val>
                                        </p:tav>
                                        <p:tav tm="100000">
                                          <p:val>
                                            <p:strVal val="#ppt_w"/>
                                          </p:val>
                                        </p:tav>
                                      </p:tavLst>
                                    </p:anim>
                                    <p:anim calcmode="lin" valueType="num">
                                      <p:cBhvr>
                                        <p:cTn id="43" dur="500" fill="hold"/>
                                        <p:tgtEl>
                                          <p:spTgt spid="46"/>
                                        </p:tgtEl>
                                        <p:attrNameLst>
                                          <p:attrName>ppt_h</p:attrName>
                                        </p:attrNameLst>
                                      </p:cBhvr>
                                      <p:tavLst>
                                        <p:tav tm="0">
                                          <p:val>
                                            <p:fltVal val="0"/>
                                          </p:val>
                                        </p:tav>
                                        <p:tav tm="100000">
                                          <p:val>
                                            <p:strVal val="#ppt_h"/>
                                          </p:val>
                                        </p:tav>
                                      </p:tavLst>
                                    </p:anim>
                                    <p:animEffect transition="in" filter="fade">
                                      <p:cBhvr>
                                        <p:cTn id="44" dur="500"/>
                                        <p:tgtEl>
                                          <p:spTgt spid="46"/>
                                        </p:tgtEl>
                                      </p:cBhvr>
                                    </p:animEffect>
                                  </p:childTnLst>
                                </p:cTn>
                              </p:par>
                            </p:childTnLst>
                          </p:cTn>
                        </p:par>
                        <p:par>
                          <p:cTn id="45" fill="hold">
                            <p:stCondLst>
                              <p:cond delay="4000"/>
                            </p:stCondLst>
                            <p:childTnLst>
                              <p:par>
                                <p:cTn id="46" presetID="16" presetClass="entr" presetSubtype="21" fill="hold" grpId="0" nodeType="afterEffect">
                                  <p:stCondLst>
                                    <p:cond delay="0"/>
                                  </p:stCondLst>
                                  <p:childTnLst>
                                    <p:set>
                                      <p:cBhvr>
                                        <p:cTn id="47" dur="1" fill="hold">
                                          <p:stCondLst>
                                            <p:cond delay="0"/>
                                          </p:stCondLst>
                                        </p:cTn>
                                        <p:tgtEl>
                                          <p:spTgt spid="65"/>
                                        </p:tgtEl>
                                        <p:attrNameLst>
                                          <p:attrName>style.visibility</p:attrName>
                                        </p:attrNameLst>
                                      </p:cBhvr>
                                      <p:to>
                                        <p:strVal val="visible"/>
                                      </p:to>
                                    </p:set>
                                    <p:animEffect transition="in" filter="barn(inVertical)">
                                      <p:cBhvr>
                                        <p:cTn id="48" dur="500"/>
                                        <p:tgtEl>
                                          <p:spTgt spid="65"/>
                                        </p:tgtEl>
                                      </p:cBhvr>
                                    </p:animEffect>
                                  </p:childTnLst>
                                </p:cTn>
                              </p:par>
                            </p:childTnLst>
                          </p:cTn>
                        </p:par>
                        <p:par>
                          <p:cTn id="49" fill="hold">
                            <p:stCondLst>
                              <p:cond delay="4500"/>
                            </p:stCondLst>
                            <p:childTnLst>
                              <p:par>
                                <p:cTn id="50" presetID="22" presetClass="entr" presetSubtype="1" fill="hold" grpId="0" nodeType="afterEffect">
                                  <p:stCondLst>
                                    <p:cond delay="0"/>
                                  </p:stCondLst>
                                  <p:childTnLst>
                                    <p:set>
                                      <p:cBhvr>
                                        <p:cTn id="51" dur="1" fill="hold">
                                          <p:stCondLst>
                                            <p:cond delay="0"/>
                                          </p:stCondLst>
                                        </p:cTn>
                                        <p:tgtEl>
                                          <p:spTgt spid="68"/>
                                        </p:tgtEl>
                                        <p:attrNameLst>
                                          <p:attrName>style.visibility</p:attrName>
                                        </p:attrNameLst>
                                      </p:cBhvr>
                                      <p:to>
                                        <p:strVal val="visible"/>
                                      </p:to>
                                    </p:set>
                                    <p:animEffect transition="in" filter="wipe(up)">
                                      <p:cBhvr>
                                        <p:cTn id="52"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65" grpId="0" animBg="1"/>
      <p:bldP spid="66" grpId="0" animBg="1"/>
      <p:bldP spid="67" grpId="0" animBg="1"/>
      <p:bldP spid="68" grpId="0" animBg="1"/>
      <p:bldP spid="6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点击此处添加标题</a:t>
            </a:r>
            <a:endParaRPr lang="zh-CN" altLang="en-US" dirty="0"/>
          </a:p>
        </p:txBody>
      </p:sp>
      <p:grpSp>
        <p:nvGrpSpPr>
          <p:cNvPr id="3" name="Group 2"/>
          <p:cNvGrpSpPr/>
          <p:nvPr/>
        </p:nvGrpSpPr>
        <p:grpSpPr bwMode="auto">
          <a:xfrm>
            <a:off x="1571625" y="1143000"/>
            <a:ext cx="2863850" cy="1120775"/>
            <a:chOff x="0" y="0"/>
            <a:chExt cx="2864440" cy="1121345"/>
          </a:xfrm>
        </p:grpSpPr>
        <p:grpSp>
          <p:nvGrpSpPr>
            <p:cNvPr id="4" name="Group 3"/>
            <p:cNvGrpSpPr/>
            <p:nvPr/>
          </p:nvGrpSpPr>
          <p:grpSpPr bwMode="auto">
            <a:xfrm>
              <a:off x="0" y="0"/>
              <a:ext cx="2864435" cy="1121340"/>
              <a:chOff x="0" y="0"/>
              <a:chExt cx="2864435" cy="1121340"/>
            </a:xfrm>
          </p:grpSpPr>
          <p:sp>
            <p:nvSpPr>
              <p:cNvPr id="8" name="AutoShape 73"/>
              <p:cNvSpPr>
                <a:spLocks noChangeArrowheads="1"/>
              </p:cNvSpPr>
              <p:nvPr/>
            </p:nvSpPr>
            <p:spPr bwMode="auto">
              <a:xfrm rot="2700000">
                <a:off x="1917964" y="174869"/>
                <a:ext cx="827509" cy="1065431"/>
              </a:xfrm>
              <a:prstGeom prst="rightArrow">
                <a:avLst>
                  <a:gd name="adj1" fmla="val 70398"/>
                  <a:gd name="adj2" fmla="val 63769"/>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Calibri" panose="020F0502020204030204"/>
                  <a:ea typeface="宋体" panose="02010600030101010101" pitchFamily="2" charset="-122"/>
                  <a:cs typeface="+mn-cs"/>
                  <a:sym typeface="Calibri" panose="020F0502020204030204" pitchFamily="34" charset="0"/>
                </a:endParaRPr>
              </a:p>
            </p:txBody>
          </p:sp>
          <p:sp>
            <p:nvSpPr>
              <p:cNvPr id="9" name="圆角矩形 10"/>
              <p:cNvSpPr>
                <a:spLocks noChangeArrowheads="1"/>
              </p:cNvSpPr>
              <p:nvPr/>
            </p:nvSpPr>
            <p:spPr bwMode="auto">
              <a:xfrm>
                <a:off x="0" y="0"/>
                <a:ext cx="1980021" cy="756034"/>
              </a:xfrm>
              <a:prstGeom prst="roundRect">
                <a:avLst>
                  <a:gd name="adj" fmla="val 3278"/>
                </a:avLst>
              </a:prstGeom>
              <a:solidFill>
                <a:srgbClr val="D9D9D9">
                  <a:alpha val="68999"/>
                </a:srgbClr>
              </a:solidFill>
              <a:ln w="12700" cap="flat" cmpd="sng">
                <a:solidFill>
                  <a:srgbClr val="BFBFBF"/>
                </a:solidFill>
                <a:beve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Calibri" panose="020F0502020204030204"/>
                  <a:ea typeface="宋体" panose="02010600030101010101" pitchFamily="2" charset="-122"/>
                  <a:cs typeface="+mn-cs"/>
                  <a:sym typeface="Calibri" panose="020F0502020204030204" pitchFamily="34" charset="0"/>
                </a:endParaRPr>
              </a:p>
            </p:txBody>
          </p:sp>
        </p:grpSp>
        <p:grpSp>
          <p:nvGrpSpPr>
            <p:cNvPr id="5" name="Group 6"/>
            <p:cNvGrpSpPr>
              <a:grpSpLocks noChangeAspect="1"/>
            </p:cNvGrpSpPr>
            <p:nvPr/>
          </p:nvGrpSpPr>
          <p:grpSpPr bwMode="auto">
            <a:xfrm>
              <a:off x="1624348" y="0"/>
              <a:ext cx="757393" cy="756034"/>
              <a:chOff x="0" y="0"/>
              <a:chExt cx="1377311" cy="1374837"/>
            </a:xfrm>
          </p:grpSpPr>
          <p:sp>
            <p:nvSpPr>
              <p:cNvPr id="6" name="椭圆 7"/>
              <p:cNvSpPr>
                <a:spLocks noChangeAspect="1" noChangeArrowheads="1"/>
              </p:cNvSpPr>
              <p:nvPr/>
            </p:nvSpPr>
            <p:spPr bwMode="auto">
              <a:xfrm>
                <a:off x="0" y="0"/>
                <a:ext cx="1377311" cy="1374837"/>
              </a:xfrm>
              <a:prstGeom prst="ellipse">
                <a:avLst/>
              </a:prstGeom>
              <a:gradFill rotWithShape="1">
                <a:gsLst>
                  <a:gs pos="0">
                    <a:srgbClr val="DBF5F9"/>
                  </a:gs>
                  <a:gs pos="100000">
                    <a:srgbClr val="6E6D68"/>
                  </a:gs>
                </a:gsLst>
                <a:lin ang="18900000" scaled="1"/>
              </a:gradFill>
              <a:ln>
                <a:noFill/>
              </a:ln>
              <a:extLst>
                <a:ext uri="{91240B29-F687-4F45-9708-019B960494DF}">
                  <a14:hiddenLine xmlns:a14="http://schemas.microsoft.com/office/drawing/2010/main" w="9525">
                    <a:solidFill>
                      <a:srgbClr val="000000"/>
                    </a:solidFill>
                    <a:bevel/>
                  </a14:hiddenLine>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Calibri" panose="020F0502020204030204"/>
                  <a:ea typeface="宋体" panose="02010600030101010101" pitchFamily="2" charset="-122"/>
                  <a:cs typeface="+mn-cs"/>
                  <a:sym typeface="Calibri" panose="020F0502020204030204" pitchFamily="34" charset="0"/>
                </a:endParaRPr>
              </a:p>
            </p:txBody>
          </p:sp>
          <p:sp>
            <p:nvSpPr>
              <p:cNvPr id="7" name="椭圆 117"/>
              <p:cNvSpPr>
                <a:spLocks noChangeAspect="1" noChangeArrowheads="1"/>
              </p:cNvSpPr>
              <p:nvPr/>
            </p:nvSpPr>
            <p:spPr bwMode="auto">
              <a:xfrm>
                <a:off x="43311" y="40436"/>
                <a:ext cx="1178078" cy="1178432"/>
              </a:xfrm>
              <a:prstGeom prst="ellipse">
                <a:avLst/>
              </a:prstGeom>
              <a:solidFill>
                <a:srgbClr val="C80000"/>
              </a:solidFill>
              <a:ln w="25400" cap="flat" cmpd="sng">
                <a:solidFill>
                  <a:schemeClr val="bg1"/>
                </a:solidFill>
                <a:beve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Calibri" panose="020F0502020204030204"/>
                  <a:ea typeface="宋体" panose="02010600030101010101" pitchFamily="2" charset="-122"/>
                  <a:cs typeface="+mn-cs"/>
                  <a:sym typeface="Calibri" panose="020F0502020204030204" pitchFamily="34" charset="0"/>
                </a:endParaRPr>
              </a:p>
            </p:txBody>
          </p:sp>
        </p:grpSp>
      </p:grpSp>
      <p:grpSp>
        <p:nvGrpSpPr>
          <p:cNvPr id="10" name="Group 9"/>
          <p:cNvGrpSpPr/>
          <p:nvPr/>
        </p:nvGrpSpPr>
        <p:grpSpPr bwMode="auto">
          <a:xfrm>
            <a:off x="830263" y="2387600"/>
            <a:ext cx="2854325" cy="1065213"/>
            <a:chOff x="0" y="0"/>
            <a:chExt cx="2854732" cy="1065212"/>
          </a:xfrm>
        </p:grpSpPr>
        <p:grpSp>
          <p:nvGrpSpPr>
            <p:cNvPr id="11" name="Group 10"/>
            <p:cNvGrpSpPr/>
            <p:nvPr/>
          </p:nvGrpSpPr>
          <p:grpSpPr bwMode="auto">
            <a:xfrm>
              <a:off x="0" y="0"/>
              <a:ext cx="2854732" cy="1065212"/>
              <a:chOff x="0" y="0"/>
              <a:chExt cx="2854732" cy="1065212"/>
            </a:xfrm>
          </p:grpSpPr>
          <p:sp>
            <p:nvSpPr>
              <p:cNvPr id="15" name="AutoShape 71"/>
              <p:cNvSpPr>
                <a:spLocks noChangeArrowheads="1"/>
              </p:cNvSpPr>
              <p:nvPr/>
            </p:nvSpPr>
            <p:spPr bwMode="auto">
              <a:xfrm>
                <a:off x="2025939" y="0"/>
                <a:ext cx="828793" cy="1065212"/>
              </a:xfrm>
              <a:prstGeom prst="rightArrow">
                <a:avLst>
                  <a:gd name="adj1" fmla="val 70398"/>
                  <a:gd name="adj2" fmla="val 62116"/>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Calibri" panose="020F0502020204030204"/>
                  <a:ea typeface="宋体" panose="02010600030101010101" pitchFamily="2" charset="-122"/>
                  <a:cs typeface="+mn-cs"/>
                  <a:sym typeface="Calibri" panose="020F0502020204030204" pitchFamily="34" charset="0"/>
                </a:endParaRPr>
              </a:p>
            </p:txBody>
          </p:sp>
          <p:sp>
            <p:nvSpPr>
              <p:cNvPr id="16" name="圆角矩形 17"/>
              <p:cNvSpPr>
                <a:spLocks noChangeArrowheads="1"/>
              </p:cNvSpPr>
              <p:nvPr/>
            </p:nvSpPr>
            <p:spPr bwMode="auto">
              <a:xfrm>
                <a:off x="0" y="153987"/>
                <a:ext cx="1979894" cy="757238"/>
              </a:xfrm>
              <a:prstGeom prst="roundRect">
                <a:avLst>
                  <a:gd name="adj" fmla="val 3278"/>
                </a:avLst>
              </a:prstGeom>
              <a:solidFill>
                <a:srgbClr val="D9D9D9">
                  <a:alpha val="68999"/>
                </a:srgbClr>
              </a:solidFill>
              <a:ln w="12700" cap="flat" cmpd="sng">
                <a:solidFill>
                  <a:srgbClr val="BFBFBF"/>
                </a:solidFill>
                <a:beve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Calibri" panose="020F0502020204030204"/>
                  <a:ea typeface="宋体" panose="02010600030101010101" pitchFamily="2" charset="-122"/>
                  <a:cs typeface="+mn-cs"/>
                  <a:sym typeface="Calibri" panose="020F0502020204030204" pitchFamily="34" charset="0"/>
                </a:endParaRPr>
              </a:p>
            </p:txBody>
          </p:sp>
        </p:grpSp>
        <p:grpSp>
          <p:nvGrpSpPr>
            <p:cNvPr id="12" name="Group 13"/>
            <p:cNvGrpSpPr>
              <a:grpSpLocks noChangeAspect="1"/>
            </p:cNvGrpSpPr>
            <p:nvPr/>
          </p:nvGrpSpPr>
          <p:grpSpPr bwMode="auto">
            <a:xfrm>
              <a:off x="1625832" y="153987"/>
              <a:ext cx="755758" cy="757238"/>
              <a:chOff x="0" y="0"/>
              <a:chExt cx="1374337" cy="1377026"/>
            </a:xfrm>
          </p:grpSpPr>
          <p:sp>
            <p:nvSpPr>
              <p:cNvPr id="13" name="椭圆 14"/>
              <p:cNvSpPr>
                <a:spLocks noChangeAspect="1" noChangeArrowheads="1"/>
              </p:cNvSpPr>
              <p:nvPr/>
            </p:nvSpPr>
            <p:spPr bwMode="auto">
              <a:xfrm>
                <a:off x="0" y="0"/>
                <a:ext cx="1374337" cy="1377026"/>
              </a:xfrm>
              <a:prstGeom prst="ellipse">
                <a:avLst/>
              </a:prstGeom>
              <a:gradFill rotWithShape="1">
                <a:gsLst>
                  <a:gs pos="0">
                    <a:srgbClr val="DBF5F9"/>
                  </a:gs>
                  <a:gs pos="100000">
                    <a:srgbClr val="6E6D68"/>
                  </a:gs>
                </a:gsLst>
                <a:lin ang="18900000" scaled="1"/>
              </a:gradFill>
              <a:ln>
                <a:noFill/>
              </a:ln>
              <a:extLst>
                <a:ext uri="{91240B29-F687-4F45-9708-019B960494DF}">
                  <a14:hiddenLine xmlns:a14="http://schemas.microsoft.com/office/drawing/2010/main" w="9525">
                    <a:solidFill>
                      <a:srgbClr val="000000"/>
                    </a:solidFill>
                    <a:bevel/>
                  </a14:hiddenLine>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Calibri" panose="020F0502020204030204"/>
                  <a:ea typeface="宋体" panose="02010600030101010101" pitchFamily="2" charset="-122"/>
                  <a:cs typeface="+mn-cs"/>
                  <a:sym typeface="Calibri" panose="020F0502020204030204" pitchFamily="34" charset="0"/>
                </a:endParaRPr>
              </a:p>
            </p:txBody>
          </p:sp>
          <p:sp>
            <p:nvSpPr>
              <p:cNvPr id="14" name="椭圆 117"/>
              <p:cNvSpPr>
                <a:spLocks noChangeAspect="1" noChangeArrowheads="1"/>
              </p:cNvSpPr>
              <p:nvPr/>
            </p:nvSpPr>
            <p:spPr bwMode="auto">
              <a:xfrm>
                <a:off x="40422" y="40416"/>
                <a:ext cx="1178003" cy="1177833"/>
              </a:xfrm>
              <a:prstGeom prst="ellipse">
                <a:avLst/>
              </a:prstGeom>
              <a:solidFill>
                <a:srgbClr val="C80000"/>
              </a:solidFill>
              <a:ln w="25400" cap="flat" cmpd="sng">
                <a:solidFill>
                  <a:schemeClr val="bg1"/>
                </a:solidFill>
                <a:beve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Calibri" panose="020F0502020204030204"/>
                  <a:ea typeface="宋体" panose="02010600030101010101" pitchFamily="2" charset="-122"/>
                  <a:cs typeface="+mn-cs"/>
                  <a:sym typeface="Calibri" panose="020F0502020204030204" pitchFamily="34" charset="0"/>
                </a:endParaRPr>
              </a:p>
            </p:txBody>
          </p:sp>
        </p:grpSp>
      </p:grpSp>
      <p:grpSp>
        <p:nvGrpSpPr>
          <p:cNvPr id="17" name="Group 16"/>
          <p:cNvGrpSpPr/>
          <p:nvPr/>
        </p:nvGrpSpPr>
        <p:grpSpPr bwMode="auto">
          <a:xfrm>
            <a:off x="1571625" y="3451225"/>
            <a:ext cx="2740025" cy="1225550"/>
            <a:chOff x="0" y="0"/>
            <a:chExt cx="2740606" cy="1225002"/>
          </a:xfrm>
        </p:grpSpPr>
        <p:grpSp>
          <p:nvGrpSpPr>
            <p:cNvPr id="18" name="Group 17"/>
            <p:cNvGrpSpPr/>
            <p:nvPr/>
          </p:nvGrpSpPr>
          <p:grpSpPr bwMode="auto">
            <a:xfrm>
              <a:off x="0" y="126671"/>
              <a:ext cx="2867277" cy="1098331"/>
              <a:chOff x="0" y="0"/>
              <a:chExt cx="2867277" cy="1098331"/>
            </a:xfrm>
          </p:grpSpPr>
          <p:sp>
            <p:nvSpPr>
              <p:cNvPr id="22" name="AutoShape 75"/>
              <p:cNvSpPr>
                <a:spLocks noChangeArrowheads="1"/>
              </p:cNvSpPr>
              <p:nvPr/>
            </p:nvSpPr>
            <p:spPr bwMode="auto">
              <a:xfrm rot="18900000">
                <a:off x="1786673" y="0"/>
                <a:ext cx="1080604" cy="827262"/>
              </a:xfrm>
              <a:prstGeom prst="rightArrow">
                <a:avLst>
                  <a:gd name="adj1" fmla="val 70398"/>
                  <a:gd name="adj2" fmla="val 85813"/>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Calibri" panose="020F0502020204030204"/>
                  <a:ea typeface="宋体" panose="02010600030101010101" pitchFamily="2" charset="-122"/>
                  <a:cs typeface="+mn-cs"/>
                  <a:sym typeface="Calibri" panose="020F0502020204030204" pitchFamily="34" charset="0"/>
                </a:endParaRPr>
              </a:p>
            </p:txBody>
          </p:sp>
          <p:sp>
            <p:nvSpPr>
              <p:cNvPr id="23" name="圆角矩形 24"/>
              <p:cNvSpPr>
                <a:spLocks noChangeArrowheads="1"/>
              </p:cNvSpPr>
              <p:nvPr/>
            </p:nvSpPr>
            <p:spPr bwMode="auto">
              <a:xfrm>
                <a:off x="0" y="343019"/>
                <a:ext cx="1980033" cy="755312"/>
              </a:xfrm>
              <a:prstGeom prst="roundRect">
                <a:avLst>
                  <a:gd name="adj" fmla="val 3278"/>
                </a:avLst>
              </a:prstGeom>
              <a:solidFill>
                <a:srgbClr val="D9D9D9">
                  <a:alpha val="68999"/>
                </a:srgbClr>
              </a:solidFill>
              <a:ln w="12700" cap="flat" cmpd="sng">
                <a:solidFill>
                  <a:srgbClr val="BFBFBF"/>
                </a:solidFill>
                <a:beve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Calibri" panose="020F0502020204030204"/>
                  <a:ea typeface="宋体" panose="02010600030101010101" pitchFamily="2" charset="-122"/>
                  <a:cs typeface="+mn-cs"/>
                  <a:sym typeface="Calibri" panose="020F0502020204030204" pitchFamily="34" charset="0"/>
                </a:endParaRPr>
              </a:p>
            </p:txBody>
          </p:sp>
        </p:grpSp>
        <p:grpSp>
          <p:nvGrpSpPr>
            <p:cNvPr id="19" name="Group 20"/>
            <p:cNvGrpSpPr>
              <a:grpSpLocks noChangeAspect="1"/>
            </p:cNvGrpSpPr>
            <p:nvPr/>
          </p:nvGrpSpPr>
          <p:grpSpPr bwMode="auto">
            <a:xfrm>
              <a:off x="1624357" y="469690"/>
              <a:ext cx="757398" cy="755312"/>
              <a:chOff x="0" y="0"/>
              <a:chExt cx="1377320" cy="1373524"/>
            </a:xfrm>
          </p:grpSpPr>
          <p:sp>
            <p:nvSpPr>
              <p:cNvPr id="20" name="椭圆 21"/>
              <p:cNvSpPr>
                <a:spLocks noChangeAspect="1" noChangeArrowheads="1"/>
              </p:cNvSpPr>
              <p:nvPr/>
            </p:nvSpPr>
            <p:spPr bwMode="auto">
              <a:xfrm>
                <a:off x="0" y="0"/>
                <a:ext cx="1377320" cy="1373524"/>
              </a:xfrm>
              <a:prstGeom prst="ellipse">
                <a:avLst/>
              </a:prstGeom>
              <a:gradFill rotWithShape="1">
                <a:gsLst>
                  <a:gs pos="0">
                    <a:srgbClr val="DBF5F9"/>
                  </a:gs>
                  <a:gs pos="100000">
                    <a:srgbClr val="6E6D68"/>
                  </a:gs>
                </a:gsLst>
                <a:lin ang="18900000" scaled="1"/>
              </a:gradFill>
              <a:ln>
                <a:noFill/>
              </a:ln>
              <a:extLst>
                <a:ext uri="{91240B29-F687-4F45-9708-019B960494DF}">
                  <a14:hiddenLine xmlns:a14="http://schemas.microsoft.com/office/drawing/2010/main" w="9525">
                    <a:solidFill>
                      <a:srgbClr val="000000"/>
                    </a:solidFill>
                    <a:bevel/>
                  </a14:hiddenLine>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Calibri" panose="020F0502020204030204"/>
                  <a:ea typeface="宋体" panose="02010600030101010101" pitchFamily="2" charset="-122"/>
                  <a:cs typeface="+mn-cs"/>
                  <a:sym typeface="Calibri" panose="020F0502020204030204" pitchFamily="34" charset="0"/>
                </a:endParaRPr>
              </a:p>
            </p:txBody>
          </p:sp>
          <p:sp>
            <p:nvSpPr>
              <p:cNvPr id="21" name="椭圆 117"/>
              <p:cNvSpPr>
                <a:spLocks noChangeAspect="1" noChangeArrowheads="1"/>
              </p:cNvSpPr>
              <p:nvPr/>
            </p:nvSpPr>
            <p:spPr bwMode="auto">
              <a:xfrm>
                <a:off x="43311" y="37511"/>
                <a:ext cx="1178086" cy="1180193"/>
              </a:xfrm>
              <a:prstGeom prst="ellipse">
                <a:avLst/>
              </a:prstGeom>
              <a:solidFill>
                <a:srgbClr val="C80000"/>
              </a:solidFill>
              <a:ln w="25400" cap="flat" cmpd="sng">
                <a:solidFill>
                  <a:schemeClr val="bg1"/>
                </a:solidFill>
                <a:beve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Calibri" panose="020F0502020204030204"/>
                  <a:ea typeface="宋体" panose="02010600030101010101" pitchFamily="2" charset="-122"/>
                  <a:cs typeface="+mn-cs"/>
                  <a:sym typeface="Calibri" panose="020F0502020204030204" pitchFamily="34" charset="0"/>
                </a:endParaRPr>
              </a:p>
            </p:txBody>
          </p:sp>
        </p:grpSp>
      </p:grpSp>
      <p:grpSp>
        <p:nvGrpSpPr>
          <p:cNvPr id="24" name="Group 23"/>
          <p:cNvGrpSpPr/>
          <p:nvPr/>
        </p:nvGrpSpPr>
        <p:grpSpPr bwMode="auto">
          <a:xfrm>
            <a:off x="4659313" y="3575050"/>
            <a:ext cx="2838450" cy="1101725"/>
            <a:chOff x="0" y="0"/>
            <a:chExt cx="2838783" cy="1100991"/>
          </a:xfrm>
        </p:grpSpPr>
        <p:grpSp>
          <p:nvGrpSpPr>
            <p:cNvPr id="25" name="Group 24"/>
            <p:cNvGrpSpPr/>
            <p:nvPr/>
          </p:nvGrpSpPr>
          <p:grpSpPr bwMode="auto">
            <a:xfrm>
              <a:off x="119076" y="-118983"/>
              <a:ext cx="2719707" cy="1219974"/>
              <a:chOff x="0" y="0"/>
              <a:chExt cx="2719707" cy="1219974"/>
            </a:xfrm>
          </p:grpSpPr>
          <p:sp>
            <p:nvSpPr>
              <p:cNvPr id="29" name="AutoShape 69"/>
              <p:cNvSpPr>
                <a:spLocks noChangeArrowheads="1"/>
              </p:cNvSpPr>
              <p:nvPr/>
            </p:nvSpPr>
            <p:spPr bwMode="auto">
              <a:xfrm rot="2700000" flipH="1">
                <a:off x="-119452" y="119452"/>
                <a:ext cx="1066089" cy="827185"/>
              </a:xfrm>
              <a:prstGeom prst="rightArrow">
                <a:avLst>
                  <a:gd name="adj1" fmla="val 70398"/>
                  <a:gd name="adj2" fmla="val 8323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Calibri" panose="020F0502020204030204"/>
                  <a:ea typeface="宋体" panose="02010600030101010101" pitchFamily="2" charset="-122"/>
                  <a:cs typeface="+mn-cs"/>
                  <a:sym typeface="Calibri" panose="020F0502020204030204" pitchFamily="34" charset="0"/>
                </a:endParaRPr>
              </a:p>
            </p:txBody>
          </p:sp>
          <p:sp>
            <p:nvSpPr>
              <p:cNvPr id="30" name="圆角矩形 31"/>
              <p:cNvSpPr>
                <a:spLocks noChangeArrowheads="1"/>
              </p:cNvSpPr>
              <p:nvPr/>
            </p:nvSpPr>
            <p:spPr bwMode="auto">
              <a:xfrm>
                <a:off x="739862" y="463241"/>
                <a:ext cx="1979845" cy="756733"/>
              </a:xfrm>
              <a:prstGeom prst="roundRect">
                <a:avLst>
                  <a:gd name="adj" fmla="val 3278"/>
                </a:avLst>
              </a:prstGeom>
              <a:solidFill>
                <a:srgbClr val="D9D9D9">
                  <a:alpha val="68999"/>
                </a:srgbClr>
              </a:solidFill>
              <a:ln w="12700" cap="flat" cmpd="sng">
                <a:solidFill>
                  <a:srgbClr val="BFBFBF"/>
                </a:solidFill>
                <a:beve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Calibri" panose="020F0502020204030204"/>
                  <a:ea typeface="宋体" panose="02010600030101010101" pitchFamily="2" charset="-122"/>
                  <a:cs typeface="+mn-cs"/>
                  <a:sym typeface="Calibri" panose="020F0502020204030204" pitchFamily="34" charset="0"/>
                </a:endParaRPr>
              </a:p>
            </p:txBody>
          </p:sp>
        </p:grpSp>
        <p:grpSp>
          <p:nvGrpSpPr>
            <p:cNvPr id="26" name="Group 27"/>
            <p:cNvGrpSpPr>
              <a:grpSpLocks noChangeAspect="1"/>
            </p:cNvGrpSpPr>
            <p:nvPr/>
          </p:nvGrpSpPr>
          <p:grpSpPr bwMode="auto">
            <a:xfrm>
              <a:off x="458841" y="344257"/>
              <a:ext cx="755739" cy="756734"/>
              <a:chOff x="0" y="0"/>
              <a:chExt cx="1374302" cy="1376109"/>
            </a:xfrm>
          </p:grpSpPr>
          <p:sp>
            <p:nvSpPr>
              <p:cNvPr id="27" name="椭圆 28"/>
              <p:cNvSpPr>
                <a:spLocks noChangeAspect="1" noChangeArrowheads="1"/>
              </p:cNvSpPr>
              <p:nvPr/>
            </p:nvSpPr>
            <p:spPr bwMode="auto">
              <a:xfrm>
                <a:off x="0" y="0"/>
                <a:ext cx="1374302" cy="1376109"/>
              </a:xfrm>
              <a:prstGeom prst="ellipse">
                <a:avLst/>
              </a:prstGeom>
              <a:gradFill rotWithShape="1">
                <a:gsLst>
                  <a:gs pos="0">
                    <a:srgbClr val="DBF5F9"/>
                  </a:gs>
                  <a:gs pos="100000">
                    <a:srgbClr val="6E6D68"/>
                  </a:gs>
                </a:gsLst>
                <a:lin ang="18900000" scaled="1"/>
              </a:gradFill>
              <a:ln>
                <a:noFill/>
              </a:ln>
              <a:extLst>
                <a:ext uri="{91240B29-F687-4F45-9708-019B960494DF}">
                  <a14:hiddenLine xmlns:a14="http://schemas.microsoft.com/office/drawing/2010/main" w="9525">
                    <a:solidFill>
                      <a:srgbClr val="000000"/>
                    </a:solidFill>
                    <a:bevel/>
                  </a14:hiddenLine>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Calibri" panose="020F0502020204030204"/>
                  <a:ea typeface="宋体" panose="02010600030101010101" pitchFamily="2" charset="-122"/>
                  <a:cs typeface="+mn-cs"/>
                  <a:sym typeface="Calibri" panose="020F0502020204030204" pitchFamily="34" charset="0"/>
                </a:endParaRPr>
              </a:p>
            </p:txBody>
          </p:sp>
          <p:sp>
            <p:nvSpPr>
              <p:cNvPr id="28" name="椭圆 117"/>
              <p:cNvSpPr>
                <a:spLocks noChangeAspect="1" noChangeArrowheads="1"/>
              </p:cNvSpPr>
              <p:nvPr/>
            </p:nvSpPr>
            <p:spPr bwMode="auto">
              <a:xfrm>
                <a:off x="40421" y="40389"/>
                <a:ext cx="1180861" cy="1179934"/>
              </a:xfrm>
              <a:prstGeom prst="ellipse">
                <a:avLst/>
              </a:prstGeom>
              <a:solidFill>
                <a:srgbClr val="C80000"/>
              </a:solidFill>
              <a:ln w="25400" cap="flat" cmpd="sng">
                <a:solidFill>
                  <a:schemeClr val="bg1"/>
                </a:solidFill>
                <a:beve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Calibri" panose="020F0502020204030204"/>
                  <a:ea typeface="宋体" panose="02010600030101010101" pitchFamily="2" charset="-122"/>
                  <a:cs typeface="+mn-cs"/>
                  <a:sym typeface="Calibri" panose="020F0502020204030204" pitchFamily="34" charset="0"/>
                </a:endParaRPr>
              </a:p>
            </p:txBody>
          </p:sp>
        </p:grpSp>
      </p:grpSp>
      <p:grpSp>
        <p:nvGrpSpPr>
          <p:cNvPr id="31" name="Group 30"/>
          <p:cNvGrpSpPr/>
          <p:nvPr/>
        </p:nvGrpSpPr>
        <p:grpSpPr bwMode="auto">
          <a:xfrm>
            <a:off x="5407025" y="2387600"/>
            <a:ext cx="2843213" cy="1065213"/>
            <a:chOff x="0" y="0"/>
            <a:chExt cx="2842718" cy="1065212"/>
          </a:xfrm>
        </p:grpSpPr>
        <p:grpSp>
          <p:nvGrpSpPr>
            <p:cNvPr id="32" name="Group 31"/>
            <p:cNvGrpSpPr/>
            <p:nvPr/>
          </p:nvGrpSpPr>
          <p:grpSpPr bwMode="auto">
            <a:xfrm>
              <a:off x="0" y="0"/>
              <a:ext cx="2842718" cy="1065212"/>
              <a:chOff x="0" y="0"/>
              <a:chExt cx="2842718" cy="1065212"/>
            </a:xfrm>
          </p:grpSpPr>
          <p:sp>
            <p:nvSpPr>
              <p:cNvPr id="36" name="AutoShape 49"/>
              <p:cNvSpPr>
                <a:spLocks noChangeArrowheads="1"/>
              </p:cNvSpPr>
              <p:nvPr/>
            </p:nvSpPr>
            <p:spPr bwMode="auto">
              <a:xfrm flipH="1">
                <a:off x="0" y="0"/>
                <a:ext cx="828531" cy="1065212"/>
              </a:xfrm>
              <a:prstGeom prst="rightArrow">
                <a:avLst>
                  <a:gd name="adj1" fmla="val 70398"/>
                  <a:gd name="adj2" fmla="val 68255"/>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Calibri" panose="020F0502020204030204"/>
                  <a:ea typeface="宋体" panose="02010600030101010101" pitchFamily="2" charset="-122"/>
                  <a:cs typeface="+mn-cs"/>
                  <a:sym typeface="Calibri" panose="020F0502020204030204" pitchFamily="34" charset="0"/>
                </a:endParaRPr>
              </a:p>
            </p:txBody>
          </p:sp>
          <p:sp>
            <p:nvSpPr>
              <p:cNvPr id="37" name="圆角矩形 38"/>
              <p:cNvSpPr>
                <a:spLocks noChangeArrowheads="1"/>
              </p:cNvSpPr>
              <p:nvPr/>
            </p:nvSpPr>
            <p:spPr bwMode="auto">
              <a:xfrm>
                <a:off x="863450" y="153987"/>
                <a:ext cx="1979268" cy="757238"/>
              </a:xfrm>
              <a:prstGeom prst="roundRect">
                <a:avLst>
                  <a:gd name="adj" fmla="val 3278"/>
                </a:avLst>
              </a:prstGeom>
              <a:solidFill>
                <a:srgbClr val="D9D9D9">
                  <a:alpha val="68999"/>
                </a:srgbClr>
              </a:solidFill>
              <a:ln w="12700" cap="flat" cmpd="sng">
                <a:solidFill>
                  <a:srgbClr val="BFBFBF"/>
                </a:solidFill>
                <a:beve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Calibri" panose="020F0502020204030204"/>
                  <a:ea typeface="宋体" panose="02010600030101010101" pitchFamily="2" charset="-122"/>
                  <a:cs typeface="+mn-cs"/>
                  <a:sym typeface="Calibri" panose="020F0502020204030204" pitchFamily="34" charset="0"/>
                </a:endParaRPr>
              </a:p>
            </p:txBody>
          </p:sp>
        </p:grpSp>
        <p:grpSp>
          <p:nvGrpSpPr>
            <p:cNvPr id="33" name="Group 34"/>
            <p:cNvGrpSpPr>
              <a:grpSpLocks noChangeAspect="1"/>
            </p:cNvGrpSpPr>
            <p:nvPr/>
          </p:nvGrpSpPr>
          <p:grpSpPr bwMode="auto">
            <a:xfrm>
              <a:off x="474580" y="153987"/>
              <a:ext cx="755518" cy="757238"/>
              <a:chOff x="0" y="0"/>
              <a:chExt cx="1373901" cy="1377026"/>
            </a:xfrm>
          </p:grpSpPr>
          <p:sp>
            <p:nvSpPr>
              <p:cNvPr id="34" name="椭圆 35"/>
              <p:cNvSpPr>
                <a:spLocks noChangeAspect="1" noChangeArrowheads="1"/>
              </p:cNvSpPr>
              <p:nvPr/>
            </p:nvSpPr>
            <p:spPr bwMode="auto">
              <a:xfrm>
                <a:off x="0" y="0"/>
                <a:ext cx="1373901" cy="1377026"/>
              </a:xfrm>
              <a:prstGeom prst="ellipse">
                <a:avLst/>
              </a:prstGeom>
              <a:gradFill rotWithShape="1">
                <a:gsLst>
                  <a:gs pos="0">
                    <a:srgbClr val="DBF5F9"/>
                  </a:gs>
                  <a:gs pos="100000">
                    <a:srgbClr val="6E6D68"/>
                  </a:gs>
                </a:gsLst>
                <a:lin ang="18900000" scaled="1"/>
              </a:gradFill>
              <a:ln>
                <a:noFill/>
              </a:ln>
              <a:extLst>
                <a:ext uri="{91240B29-F687-4F45-9708-019B960494DF}">
                  <a14:hiddenLine xmlns:a14="http://schemas.microsoft.com/office/drawing/2010/main" w="9525">
                    <a:solidFill>
                      <a:srgbClr val="000000"/>
                    </a:solidFill>
                    <a:bevel/>
                  </a14:hiddenLine>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Calibri" panose="020F0502020204030204"/>
                  <a:ea typeface="宋体" panose="02010600030101010101" pitchFamily="2" charset="-122"/>
                  <a:cs typeface="+mn-cs"/>
                  <a:sym typeface="Calibri" panose="020F0502020204030204" pitchFamily="34" charset="0"/>
                </a:endParaRPr>
              </a:p>
            </p:txBody>
          </p:sp>
          <p:sp>
            <p:nvSpPr>
              <p:cNvPr id="35" name="椭圆 117"/>
              <p:cNvSpPr>
                <a:spLocks noChangeAspect="1" noChangeArrowheads="1"/>
              </p:cNvSpPr>
              <p:nvPr/>
            </p:nvSpPr>
            <p:spPr bwMode="auto">
              <a:xfrm>
                <a:off x="40409" y="40416"/>
                <a:ext cx="1177629" cy="1177833"/>
              </a:xfrm>
              <a:prstGeom prst="ellipse">
                <a:avLst/>
              </a:prstGeom>
              <a:solidFill>
                <a:srgbClr val="C80000"/>
              </a:solidFill>
              <a:ln w="25400" cap="flat" cmpd="sng">
                <a:solidFill>
                  <a:schemeClr val="bg1"/>
                </a:solidFill>
                <a:beve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Calibri" panose="020F0502020204030204"/>
                  <a:ea typeface="宋体" panose="02010600030101010101" pitchFamily="2" charset="-122"/>
                  <a:cs typeface="+mn-cs"/>
                  <a:sym typeface="Calibri" panose="020F0502020204030204" pitchFamily="34" charset="0"/>
                </a:endParaRPr>
              </a:p>
            </p:txBody>
          </p:sp>
        </p:grpSp>
      </p:grpSp>
      <p:grpSp>
        <p:nvGrpSpPr>
          <p:cNvPr id="38" name="Group 37"/>
          <p:cNvGrpSpPr/>
          <p:nvPr/>
        </p:nvGrpSpPr>
        <p:grpSpPr bwMode="auto">
          <a:xfrm>
            <a:off x="4778375" y="1143000"/>
            <a:ext cx="2719388" cy="1239838"/>
            <a:chOff x="0" y="0"/>
            <a:chExt cx="2720177" cy="1239951"/>
          </a:xfrm>
        </p:grpSpPr>
        <p:grpSp>
          <p:nvGrpSpPr>
            <p:cNvPr id="39" name="Group 38"/>
            <p:cNvGrpSpPr/>
            <p:nvPr/>
          </p:nvGrpSpPr>
          <p:grpSpPr bwMode="auto">
            <a:xfrm>
              <a:off x="83" y="0"/>
              <a:ext cx="2720094" cy="1240051"/>
              <a:chOff x="0" y="0"/>
              <a:chExt cx="2720094" cy="1240051"/>
            </a:xfrm>
          </p:grpSpPr>
          <p:sp>
            <p:nvSpPr>
              <p:cNvPr id="43" name="AutoShape 67"/>
              <p:cNvSpPr>
                <a:spLocks noChangeArrowheads="1"/>
              </p:cNvSpPr>
              <p:nvPr/>
            </p:nvSpPr>
            <p:spPr bwMode="auto">
              <a:xfrm rot="18900000" flipH="1">
                <a:off x="1" y="174529"/>
                <a:ext cx="827164" cy="1065521"/>
              </a:xfrm>
              <a:prstGeom prst="rightArrow">
                <a:avLst>
                  <a:gd name="adj1" fmla="val 70398"/>
                  <a:gd name="adj2" fmla="val 63769"/>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Calibri" panose="020F0502020204030204"/>
                  <a:ea typeface="宋体" panose="02010600030101010101" pitchFamily="2" charset="-122"/>
                  <a:cs typeface="+mn-cs"/>
                  <a:sym typeface="Calibri" panose="020F0502020204030204" pitchFamily="34" charset="0"/>
                </a:endParaRPr>
              </a:p>
            </p:txBody>
          </p:sp>
          <p:sp>
            <p:nvSpPr>
              <p:cNvPr id="44" name="圆角矩形 45"/>
              <p:cNvSpPr>
                <a:spLocks noChangeArrowheads="1"/>
              </p:cNvSpPr>
              <p:nvPr/>
            </p:nvSpPr>
            <p:spPr bwMode="auto">
              <a:xfrm>
                <a:off x="739907" y="0"/>
                <a:ext cx="1980187" cy="755719"/>
              </a:xfrm>
              <a:prstGeom prst="roundRect">
                <a:avLst>
                  <a:gd name="adj" fmla="val 3278"/>
                </a:avLst>
              </a:prstGeom>
              <a:solidFill>
                <a:srgbClr val="D9D9D9">
                  <a:alpha val="68999"/>
                </a:srgbClr>
              </a:solidFill>
              <a:ln w="12700" cap="flat" cmpd="sng">
                <a:solidFill>
                  <a:srgbClr val="BFBFBF"/>
                </a:solidFill>
                <a:beve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Calibri" panose="020F0502020204030204"/>
                  <a:ea typeface="宋体" panose="02010600030101010101" pitchFamily="2" charset="-122"/>
                  <a:cs typeface="+mn-cs"/>
                  <a:sym typeface="Calibri" panose="020F0502020204030204" pitchFamily="34" charset="0"/>
                </a:endParaRPr>
              </a:p>
            </p:txBody>
          </p:sp>
        </p:grpSp>
        <p:grpSp>
          <p:nvGrpSpPr>
            <p:cNvPr id="40" name="Group 41"/>
            <p:cNvGrpSpPr>
              <a:grpSpLocks noChangeAspect="1"/>
            </p:cNvGrpSpPr>
            <p:nvPr/>
          </p:nvGrpSpPr>
          <p:grpSpPr bwMode="auto">
            <a:xfrm>
              <a:off x="339824" y="0"/>
              <a:ext cx="757458" cy="755719"/>
              <a:chOff x="0" y="0"/>
              <a:chExt cx="1377429" cy="1374264"/>
            </a:xfrm>
          </p:grpSpPr>
          <p:sp>
            <p:nvSpPr>
              <p:cNvPr id="41" name="椭圆 42"/>
              <p:cNvSpPr>
                <a:spLocks noChangeAspect="1" noChangeArrowheads="1"/>
              </p:cNvSpPr>
              <p:nvPr/>
            </p:nvSpPr>
            <p:spPr bwMode="auto">
              <a:xfrm>
                <a:off x="0" y="0"/>
                <a:ext cx="1377429" cy="1374264"/>
              </a:xfrm>
              <a:prstGeom prst="ellipse">
                <a:avLst/>
              </a:prstGeom>
              <a:gradFill rotWithShape="1">
                <a:gsLst>
                  <a:gs pos="0">
                    <a:srgbClr val="DBF5F9"/>
                  </a:gs>
                  <a:gs pos="100000">
                    <a:srgbClr val="6E6D68"/>
                  </a:gs>
                </a:gsLst>
                <a:lin ang="18900000" scaled="1"/>
              </a:gradFill>
              <a:ln>
                <a:noFill/>
              </a:ln>
              <a:extLst>
                <a:ext uri="{91240B29-F687-4F45-9708-019B960494DF}">
                  <a14:hiddenLine xmlns:a14="http://schemas.microsoft.com/office/drawing/2010/main" w="9525">
                    <a:solidFill>
                      <a:srgbClr val="000000"/>
                    </a:solidFill>
                    <a:bevel/>
                  </a14:hiddenLine>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Calibri" panose="020F0502020204030204"/>
                  <a:ea typeface="宋体" panose="02010600030101010101" pitchFamily="2" charset="-122"/>
                  <a:cs typeface="+mn-cs"/>
                  <a:sym typeface="Calibri" panose="020F0502020204030204" pitchFamily="34" charset="0"/>
                </a:endParaRPr>
              </a:p>
            </p:txBody>
          </p:sp>
          <p:sp>
            <p:nvSpPr>
              <p:cNvPr id="42" name="椭圆 117"/>
              <p:cNvSpPr>
                <a:spLocks noChangeAspect="1" noChangeArrowheads="1"/>
              </p:cNvSpPr>
              <p:nvPr/>
            </p:nvSpPr>
            <p:spPr bwMode="auto">
              <a:xfrm>
                <a:off x="43316" y="40420"/>
                <a:ext cx="1178177" cy="1177941"/>
              </a:xfrm>
              <a:prstGeom prst="ellipse">
                <a:avLst/>
              </a:prstGeom>
              <a:solidFill>
                <a:srgbClr val="C80000"/>
              </a:solidFill>
              <a:ln w="25400" cap="flat" cmpd="sng">
                <a:solidFill>
                  <a:schemeClr val="bg1"/>
                </a:solidFill>
                <a:beve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Calibri" panose="020F0502020204030204"/>
                  <a:ea typeface="宋体" panose="02010600030101010101" pitchFamily="2" charset="-122"/>
                  <a:cs typeface="+mn-cs"/>
                  <a:sym typeface="Calibri" panose="020F0502020204030204" pitchFamily="34" charset="0"/>
                </a:endParaRPr>
              </a:p>
            </p:txBody>
          </p:sp>
        </p:grpSp>
      </p:grpSp>
      <p:sp>
        <p:nvSpPr>
          <p:cNvPr id="45" name="Text Box 18"/>
          <p:cNvSpPr>
            <a:spLocks noChangeArrowheads="1"/>
          </p:cNvSpPr>
          <p:nvPr/>
        </p:nvSpPr>
        <p:spPr bwMode="auto">
          <a:xfrm>
            <a:off x="952500" y="2751138"/>
            <a:ext cx="14319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0" lang="zh-CN" altLang="en-US" sz="16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点击添加文本</a:t>
            </a: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6" name="Text Box 18"/>
          <p:cNvSpPr>
            <a:spLocks noChangeArrowheads="1"/>
          </p:cNvSpPr>
          <p:nvPr/>
        </p:nvSpPr>
        <p:spPr bwMode="auto">
          <a:xfrm>
            <a:off x="6646863" y="2751138"/>
            <a:ext cx="15573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0" lang="zh-CN" altLang="en-US" sz="16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点击添加文本</a:t>
            </a: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7" name="Text Box 18"/>
          <p:cNvSpPr>
            <a:spLocks noChangeArrowheads="1"/>
          </p:cNvSpPr>
          <p:nvPr/>
        </p:nvSpPr>
        <p:spPr bwMode="auto">
          <a:xfrm>
            <a:off x="5924550" y="1350963"/>
            <a:ext cx="15573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0" lang="zh-CN" altLang="en-US" sz="16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点击添加文本</a:t>
            </a: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8" name="Text Box 18"/>
          <p:cNvSpPr>
            <a:spLocks noChangeArrowheads="1"/>
          </p:cNvSpPr>
          <p:nvPr/>
        </p:nvSpPr>
        <p:spPr bwMode="auto">
          <a:xfrm>
            <a:off x="1657350" y="1350963"/>
            <a:ext cx="15573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0" lang="zh-CN" altLang="en-US" sz="16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点击添加文本</a:t>
            </a: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9" name="Text Box 18"/>
          <p:cNvSpPr>
            <a:spLocks noChangeArrowheads="1"/>
          </p:cNvSpPr>
          <p:nvPr/>
        </p:nvSpPr>
        <p:spPr bwMode="auto">
          <a:xfrm>
            <a:off x="1604963" y="4129088"/>
            <a:ext cx="15652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0" lang="zh-CN" altLang="en-US" sz="16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点击添加文本</a:t>
            </a: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0" name="Text Box 18"/>
          <p:cNvSpPr>
            <a:spLocks noChangeArrowheads="1"/>
          </p:cNvSpPr>
          <p:nvPr/>
        </p:nvSpPr>
        <p:spPr bwMode="auto">
          <a:xfrm>
            <a:off x="5821363" y="4129088"/>
            <a:ext cx="14890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0" lang="zh-CN" altLang="en-US" sz="16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点击添加文本</a:t>
            </a: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nvGrpSpPr>
          <p:cNvPr id="51" name="Group 50"/>
          <p:cNvGrpSpPr/>
          <p:nvPr/>
        </p:nvGrpSpPr>
        <p:grpSpPr bwMode="auto">
          <a:xfrm>
            <a:off x="3738563" y="2111375"/>
            <a:ext cx="1619250" cy="1619250"/>
            <a:chOff x="0" y="0"/>
            <a:chExt cx="1444904" cy="1444905"/>
          </a:xfrm>
        </p:grpSpPr>
        <p:sp>
          <p:nvSpPr>
            <p:cNvPr id="52" name="Oval 93"/>
            <p:cNvSpPr>
              <a:spLocks noChangeArrowheads="1"/>
            </p:cNvSpPr>
            <p:nvPr/>
          </p:nvSpPr>
          <p:spPr bwMode="auto">
            <a:xfrm>
              <a:off x="0" y="0"/>
              <a:ext cx="1444904" cy="1444905"/>
            </a:xfrm>
            <a:prstGeom prst="ellipse">
              <a:avLst/>
            </a:prstGeom>
            <a:gradFill rotWithShape="1">
              <a:gsLst>
                <a:gs pos="0">
                  <a:srgbClr val="DBF5F9"/>
                </a:gs>
                <a:gs pos="100000">
                  <a:srgbClr val="6E6D68"/>
                </a:gs>
              </a:gsLst>
              <a:lin ang="18900000" scaled="1"/>
            </a:gradFill>
            <a:ln>
              <a:noFill/>
            </a:ln>
            <a:extLst>
              <a:ext uri="{91240B29-F687-4F45-9708-019B960494DF}">
                <a14:hiddenLine xmlns:a14="http://schemas.microsoft.com/office/drawing/2010/main" w="9525">
                  <a:solidFill>
                    <a:srgbClr val="000000"/>
                  </a:solidFill>
                  <a:bevel/>
                </a14:hiddenLine>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000000"/>
                </a:solidFill>
                <a:effectLst/>
                <a:uLnTx/>
                <a:uFillTx/>
                <a:latin typeface="Calibri" panose="020F0502020204030204"/>
                <a:ea typeface="宋体" panose="02010600030101010101" pitchFamily="2" charset="-122"/>
                <a:cs typeface="+mn-cs"/>
                <a:sym typeface="Calibri" panose="020F0502020204030204" pitchFamily="34" charset="0"/>
              </a:endParaRPr>
            </a:p>
          </p:txBody>
        </p:sp>
        <p:sp>
          <p:nvSpPr>
            <p:cNvPr id="53" name="Oval 94"/>
            <p:cNvSpPr>
              <a:spLocks noChangeAspect="1" noChangeArrowheads="1"/>
            </p:cNvSpPr>
            <p:nvPr/>
          </p:nvSpPr>
          <p:spPr bwMode="auto">
            <a:xfrm>
              <a:off x="58079" y="46745"/>
              <a:ext cx="1245167" cy="1245169"/>
            </a:xfrm>
            <a:prstGeom prst="ellipse">
              <a:avLst/>
            </a:prstGeom>
            <a:gradFill flip="none" rotWithShape="1">
              <a:gsLst>
                <a:gs pos="0">
                  <a:srgbClr val="C80000">
                    <a:shade val="30000"/>
                    <a:satMod val="115000"/>
                  </a:srgbClr>
                </a:gs>
                <a:gs pos="50000">
                  <a:srgbClr val="C80000">
                    <a:shade val="67500"/>
                    <a:satMod val="115000"/>
                  </a:srgbClr>
                </a:gs>
                <a:gs pos="100000">
                  <a:srgbClr val="C80000">
                    <a:shade val="100000"/>
                    <a:satMod val="115000"/>
                  </a:srgbClr>
                </a:gs>
              </a:gsLst>
              <a:lin ang="13500000" scaled="1"/>
              <a:tileRect/>
            </a:gradFill>
            <a:ln w="25400" cap="flat" cmpd="sng">
              <a:solidFill>
                <a:schemeClr val="bg1"/>
              </a:solidFill>
              <a:beve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Calibri" panose="020F0502020204030204"/>
                <a:ea typeface="宋体" panose="02010600030101010101" pitchFamily="2" charset="-122"/>
                <a:cs typeface="+mn-cs"/>
                <a:sym typeface="Calibri" panose="020F0502020204030204" pitchFamily="34" charset="0"/>
              </a:endParaRPr>
            </a:p>
          </p:txBody>
        </p:sp>
      </p:grpSp>
      <p:sp>
        <p:nvSpPr>
          <p:cNvPr id="54" name="Text Box 18"/>
          <p:cNvSpPr>
            <a:spLocks noChangeArrowheads="1"/>
          </p:cNvSpPr>
          <p:nvPr/>
        </p:nvSpPr>
        <p:spPr bwMode="auto">
          <a:xfrm>
            <a:off x="3868738" y="2562225"/>
            <a:ext cx="12890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点击添加标题</a:t>
            </a: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5" name="Rectangle 26"/>
          <p:cNvSpPr>
            <a:spLocks noChangeArrowheads="1"/>
          </p:cNvSpPr>
          <p:nvPr/>
        </p:nvSpPr>
        <p:spPr bwMode="auto">
          <a:xfrm>
            <a:off x="3262313" y="1343025"/>
            <a:ext cx="5429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rPr>
              <a:t>标题</a:t>
            </a: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6" name="Rectangle 26"/>
          <p:cNvSpPr>
            <a:spLocks noChangeArrowheads="1"/>
          </p:cNvSpPr>
          <p:nvPr/>
        </p:nvSpPr>
        <p:spPr bwMode="auto">
          <a:xfrm>
            <a:off x="5195888" y="1343025"/>
            <a:ext cx="5429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rPr>
              <a:t>标题</a:t>
            </a: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7" name="Rectangle 26"/>
          <p:cNvSpPr>
            <a:spLocks noChangeArrowheads="1"/>
          </p:cNvSpPr>
          <p:nvPr/>
        </p:nvSpPr>
        <p:spPr bwMode="auto">
          <a:xfrm>
            <a:off x="5948363" y="2732088"/>
            <a:ext cx="5429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rPr>
              <a:t>标题</a:t>
            </a: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8" name="Rectangle 26"/>
          <p:cNvSpPr>
            <a:spLocks noChangeArrowheads="1"/>
          </p:cNvSpPr>
          <p:nvPr/>
        </p:nvSpPr>
        <p:spPr bwMode="auto">
          <a:xfrm>
            <a:off x="2522538" y="2732088"/>
            <a:ext cx="5429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rPr>
              <a:t>标题</a:t>
            </a: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9" name="Rectangle 26"/>
          <p:cNvSpPr>
            <a:spLocks noChangeArrowheads="1"/>
          </p:cNvSpPr>
          <p:nvPr/>
        </p:nvSpPr>
        <p:spPr bwMode="auto">
          <a:xfrm>
            <a:off x="3262313" y="4110038"/>
            <a:ext cx="5429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rPr>
              <a:t>标题</a:t>
            </a: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60" name="Rectangle 26"/>
          <p:cNvSpPr>
            <a:spLocks noChangeArrowheads="1"/>
          </p:cNvSpPr>
          <p:nvPr/>
        </p:nvSpPr>
        <p:spPr bwMode="auto">
          <a:xfrm>
            <a:off x="5184775" y="4110038"/>
            <a:ext cx="5429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rPr>
              <a:t>标题</a:t>
            </a: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1"/>
                                        </p:tgtEl>
                                        <p:attrNameLst>
                                          <p:attrName>style.visibility</p:attrName>
                                        </p:attrNameLst>
                                      </p:cBhvr>
                                      <p:to>
                                        <p:strVal val="visible"/>
                                      </p:to>
                                    </p:set>
                                    <p:anim calcmode="lin" valueType="num">
                                      <p:cBhvr>
                                        <p:cTn id="7" dur="500" fill="hold"/>
                                        <p:tgtEl>
                                          <p:spTgt spid="51"/>
                                        </p:tgtEl>
                                        <p:attrNameLst>
                                          <p:attrName>ppt_w</p:attrName>
                                        </p:attrNameLst>
                                      </p:cBhvr>
                                      <p:tavLst>
                                        <p:tav tm="0">
                                          <p:val>
                                            <p:fltVal val="0"/>
                                          </p:val>
                                        </p:tav>
                                        <p:tav tm="100000">
                                          <p:val>
                                            <p:strVal val="#ppt_w"/>
                                          </p:val>
                                        </p:tav>
                                      </p:tavLst>
                                    </p:anim>
                                    <p:anim calcmode="lin" valueType="num">
                                      <p:cBhvr>
                                        <p:cTn id="8" dur="500" fill="hold"/>
                                        <p:tgtEl>
                                          <p:spTgt spid="51"/>
                                        </p:tgtEl>
                                        <p:attrNameLst>
                                          <p:attrName>ppt_h</p:attrName>
                                        </p:attrNameLst>
                                      </p:cBhvr>
                                      <p:tavLst>
                                        <p:tav tm="0">
                                          <p:val>
                                            <p:fltVal val="0"/>
                                          </p:val>
                                        </p:tav>
                                        <p:tav tm="100000">
                                          <p:val>
                                            <p:strVal val="#ppt_h"/>
                                          </p:val>
                                        </p:tav>
                                      </p:tavLst>
                                    </p:anim>
                                    <p:animEffect>
                                      <p:cBhvr>
                                        <p:cTn id="9" dur="500"/>
                                        <p:tgtEl>
                                          <p:spTgt spid="51"/>
                                        </p:tgtEl>
                                      </p:cBhvr>
                                    </p:animEffect>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54"/>
                                        </p:tgtEl>
                                        <p:attrNameLst>
                                          <p:attrName>style.visibility</p:attrName>
                                        </p:attrNameLst>
                                      </p:cBhvr>
                                      <p:to>
                                        <p:strVal val="visible"/>
                                      </p:to>
                                    </p:set>
                                    <p:animEffect>
                                      <p:cBhvr>
                                        <p:cTn id="13" dur="500"/>
                                        <p:tgtEl>
                                          <p:spTgt spid="54"/>
                                        </p:tgtEl>
                                      </p:cBhvr>
                                    </p:animEffect>
                                  </p:childTnLst>
                                </p:cTn>
                              </p:par>
                            </p:childTnLst>
                          </p:cTn>
                        </p:par>
                        <p:par>
                          <p:cTn id="14" fill="hold">
                            <p:stCondLst>
                              <p:cond delay="1000"/>
                            </p:stCondLst>
                            <p:childTnLst>
                              <p:par>
                                <p:cTn id="15" presetID="2" presetClass="entr" presetSubtype="9" fill="hold"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300" fill="hold"/>
                                        <p:tgtEl>
                                          <p:spTgt spid="3"/>
                                        </p:tgtEl>
                                        <p:attrNameLst>
                                          <p:attrName>ppt_x</p:attrName>
                                        </p:attrNameLst>
                                      </p:cBhvr>
                                      <p:tavLst>
                                        <p:tav tm="0">
                                          <p:val>
                                            <p:strVal val="0-#ppt_w/2"/>
                                          </p:val>
                                        </p:tav>
                                        <p:tav tm="100000">
                                          <p:val>
                                            <p:strVal val="#ppt_x"/>
                                          </p:val>
                                        </p:tav>
                                      </p:tavLst>
                                    </p:anim>
                                    <p:anim calcmode="lin" valueType="num">
                                      <p:cBhvr>
                                        <p:cTn id="18" dur="300" fill="hold"/>
                                        <p:tgtEl>
                                          <p:spTgt spid="3"/>
                                        </p:tgtEl>
                                        <p:attrNameLst>
                                          <p:attrName>ppt_y</p:attrName>
                                        </p:attrNameLst>
                                      </p:cBhvr>
                                      <p:tavLst>
                                        <p:tav tm="0">
                                          <p:val>
                                            <p:strVal val="0-#ppt_h/2"/>
                                          </p:val>
                                        </p:tav>
                                        <p:tav tm="100000">
                                          <p:val>
                                            <p:strVal val="#ppt_y"/>
                                          </p:val>
                                        </p:tav>
                                      </p:tavLst>
                                    </p:anim>
                                  </p:childTnLst>
                                </p:cTn>
                              </p:par>
                            </p:childTnLst>
                          </p:cTn>
                        </p:par>
                        <p:par>
                          <p:cTn id="19" fill="hold">
                            <p:stCondLst>
                              <p:cond delay="1500"/>
                            </p:stCondLst>
                            <p:childTnLst>
                              <p:par>
                                <p:cTn id="20" presetID="2" presetClass="entr" presetSubtype="3" fill="hold" nodeType="afterEffect">
                                  <p:stCondLst>
                                    <p:cond delay="0"/>
                                  </p:stCondLst>
                                  <p:childTnLst>
                                    <p:set>
                                      <p:cBhvr>
                                        <p:cTn id="21" dur="1" fill="hold">
                                          <p:stCondLst>
                                            <p:cond delay="0"/>
                                          </p:stCondLst>
                                        </p:cTn>
                                        <p:tgtEl>
                                          <p:spTgt spid="38"/>
                                        </p:tgtEl>
                                        <p:attrNameLst>
                                          <p:attrName>style.visibility</p:attrName>
                                        </p:attrNameLst>
                                      </p:cBhvr>
                                      <p:to>
                                        <p:strVal val="visible"/>
                                      </p:to>
                                    </p:set>
                                    <p:anim calcmode="lin" valueType="num">
                                      <p:cBhvr>
                                        <p:cTn id="22" dur="300" fill="hold"/>
                                        <p:tgtEl>
                                          <p:spTgt spid="38"/>
                                        </p:tgtEl>
                                        <p:attrNameLst>
                                          <p:attrName>ppt_x</p:attrName>
                                        </p:attrNameLst>
                                      </p:cBhvr>
                                      <p:tavLst>
                                        <p:tav tm="0">
                                          <p:val>
                                            <p:strVal val="1+#ppt_w/2"/>
                                          </p:val>
                                        </p:tav>
                                        <p:tav tm="100000">
                                          <p:val>
                                            <p:strVal val="#ppt_x"/>
                                          </p:val>
                                        </p:tav>
                                      </p:tavLst>
                                    </p:anim>
                                    <p:anim calcmode="lin" valueType="num">
                                      <p:cBhvr>
                                        <p:cTn id="23" dur="300" fill="hold"/>
                                        <p:tgtEl>
                                          <p:spTgt spid="38"/>
                                        </p:tgtEl>
                                        <p:attrNameLst>
                                          <p:attrName>ppt_y</p:attrName>
                                        </p:attrNameLst>
                                      </p:cBhvr>
                                      <p:tavLst>
                                        <p:tav tm="0">
                                          <p:val>
                                            <p:strVal val="0-#ppt_h/2"/>
                                          </p:val>
                                        </p:tav>
                                        <p:tav tm="100000">
                                          <p:val>
                                            <p:strVal val="#ppt_y"/>
                                          </p:val>
                                        </p:tav>
                                      </p:tavLst>
                                    </p:anim>
                                  </p:childTnLst>
                                </p:cTn>
                              </p:par>
                            </p:childTnLst>
                          </p:cTn>
                        </p:par>
                        <p:par>
                          <p:cTn id="24" fill="hold">
                            <p:stCondLst>
                              <p:cond delay="2000"/>
                            </p:stCondLst>
                            <p:childTnLst>
                              <p:par>
                                <p:cTn id="25" presetID="2" presetClass="entr" presetSubtype="8" fill="hold" nodeType="after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p:cTn id="27" dur="300" fill="hold"/>
                                        <p:tgtEl>
                                          <p:spTgt spid="10"/>
                                        </p:tgtEl>
                                        <p:attrNameLst>
                                          <p:attrName>ppt_x</p:attrName>
                                        </p:attrNameLst>
                                      </p:cBhvr>
                                      <p:tavLst>
                                        <p:tav tm="0">
                                          <p:val>
                                            <p:strVal val="0-#ppt_w/2"/>
                                          </p:val>
                                        </p:tav>
                                        <p:tav tm="100000">
                                          <p:val>
                                            <p:strVal val="#ppt_x"/>
                                          </p:val>
                                        </p:tav>
                                      </p:tavLst>
                                    </p:anim>
                                    <p:anim calcmode="lin" valueType="num">
                                      <p:cBhvr>
                                        <p:cTn id="28" dur="300" fill="hold"/>
                                        <p:tgtEl>
                                          <p:spTgt spid="10"/>
                                        </p:tgtEl>
                                        <p:attrNameLst>
                                          <p:attrName>ppt_y</p:attrName>
                                        </p:attrNameLst>
                                      </p:cBhvr>
                                      <p:tavLst>
                                        <p:tav tm="0">
                                          <p:val>
                                            <p:strVal val="#ppt_y"/>
                                          </p:val>
                                        </p:tav>
                                        <p:tav tm="100000">
                                          <p:val>
                                            <p:strVal val="#ppt_y"/>
                                          </p:val>
                                        </p:tav>
                                      </p:tavLst>
                                    </p:anim>
                                  </p:childTnLst>
                                </p:cTn>
                              </p:par>
                            </p:childTnLst>
                          </p:cTn>
                        </p:par>
                        <p:par>
                          <p:cTn id="29" fill="hold">
                            <p:stCondLst>
                              <p:cond delay="2500"/>
                            </p:stCondLst>
                            <p:childTnLst>
                              <p:par>
                                <p:cTn id="30" presetID="2" presetClass="entr" presetSubtype="2" fill="hold" nodeType="afterEffect">
                                  <p:stCondLst>
                                    <p:cond delay="0"/>
                                  </p:stCondLst>
                                  <p:childTnLst>
                                    <p:set>
                                      <p:cBhvr>
                                        <p:cTn id="31" dur="1" fill="hold">
                                          <p:stCondLst>
                                            <p:cond delay="0"/>
                                          </p:stCondLst>
                                        </p:cTn>
                                        <p:tgtEl>
                                          <p:spTgt spid="31"/>
                                        </p:tgtEl>
                                        <p:attrNameLst>
                                          <p:attrName>style.visibility</p:attrName>
                                        </p:attrNameLst>
                                      </p:cBhvr>
                                      <p:to>
                                        <p:strVal val="visible"/>
                                      </p:to>
                                    </p:set>
                                    <p:anim calcmode="lin" valueType="num">
                                      <p:cBhvr>
                                        <p:cTn id="32" dur="300" fill="hold"/>
                                        <p:tgtEl>
                                          <p:spTgt spid="31"/>
                                        </p:tgtEl>
                                        <p:attrNameLst>
                                          <p:attrName>ppt_x</p:attrName>
                                        </p:attrNameLst>
                                      </p:cBhvr>
                                      <p:tavLst>
                                        <p:tav tm="0">
                                          <p:val>
                                            <p:strVal val="1+#ppt_w/2"/>
                                          </p:val>
                                        </p:tav>
                                        <p:tav tm="100000">
                                          <p:val>
                                            <p:strVal val="#ppt_x"/>
                                          </p:val>
                                        </p:tav>
                                      </p:tavLst>
                                    </p:anim>
                                    <p:anim calcmode="lin" valueType="num">
                                      <p:cBhvr>
                                        <p:cTn id="33" dur="300" fill="hold"/>
                                        <p:tgtEl>
                                          <p:spTgt spid="31"/>
                                        </p:tgtEl>
                                        <p:attrNameLst>
                                          <p:attrName>ppt_y</p:attrName>
                                        </p:attrNameLst>
                                      </p:cBhvr>
                                      <p:tavLst>
                                        <p:tav tm="0">
                                          <p:val>
                                            <p:strVal val="#ppt_y"/>
                                          </p:val>
                                        </p:tav>
                                        <p:tav tm="100000">
                                          <p:val>
                                            <p:strVal val="#ppt_y"/>
                                          </p:val>
                                        </p:tav>
                                      </p:tavLst>
                                    </p:anim>
                                  </p:childTnLst>
                                </p:cTn>
                              </p:par>
                            </p:childTnLst>
                          </p:cTn>
                        </p:par>
                        <p:par>
                          <p:cTn id="34" fill="hold">
                            <p:stCondLst>
                              <p:cond delay="3000"/>
                            </p:stCondLst>
                            <p:childTnLst>
                              <p:par>
                                <p:cTn id="35" presetID="2" presetClass="entr" presetSubtype="12" fill="hold" nodeType="afterEffect">
                                  <p:stCondLst>
                                    <p:cond delay="0"/>
                                  </p:stCondLst>
                                  <p:childTnLst>
                                    <p:set>
                                      <p:cBhvr>
                                        <p:cTn id="36" dur="1" fill="hold">
                                          <p:stCondLst>
                                            <p:cond delay="0"/>
                                          </p:stCondLst>
                                        </p:cTn>
                                        <p:tgtEl>
                                          <p:spTgt spid="17"/>
                                        </p:tgtEl>
                                        <p:attrNameLst>
                                          <p:attrName>style.visibility</p:attrName>
                                        </p:attrNameLst>
                                      </p:cBhvr>
                                      <p:to>
                                        <p:strVal val="visible"/>
                                      </p:to>
                                    </p:set>
                                    <p:anim calcmode="lin" valueType="num">
                                      <p:cBhvr>
                                        <p:cTn id="37" dur="300" fill="hold"/>
                                        <p:tgtEl>
                                          <p:spTgt spid="17"/>
                                        </p:tgtEl>
                                        <p:attrNameLst>
                                          <p:attrName>ppt_x</p:attrName>
                                        </p:attrNameLst>
                                      </p:cBhvr>
                                      <p:tavLst>
                                        <p:tav tm="0">
                                          <p:val>
                                            <p:strVal val="0-#ppt_w/2"/>
                                          </p:val>
                                        </p:tav>
                                        <p:tav tm="100000">
                                          <p:val>
                                            <p:strVal val="#ppt_x"/>
                                          </p:val>
                                        </p:tav>
                                      </p:tavLst>
                                    </p:anim>
                                    <p:anim calcmode="lin" valueType="num">
                                      <p:cBhvr>
                                        <p:cTn id="38" dur="300" fill="hold"/>
                                        <p:tgtEl>
                                          <p:spTgt spid="17"/>
                                        </p:tgtEl>
                                        <p:attrNameLst>
                                          <p:attrName>ppt_y</p:attrName>
                                        </p:attrNameLst>
                                      </p:cBhvr>
                                      <p:tavLst>
                                        <p:tav tm="0">
                                          <p:val>
                                            <p:strVal val="1+#ppt_h/2"/>
                                          </p:val>
                                        </p:tav>
                                        <p:tav tm="100000">
                                          <p:val>
                                            <p:strVal val="#ppt_y"/>
                                          </p:val>
                                        </p:tav>
                                      </p:tavLst>
                                    </p:anim>
                                  </p:childTnLst>
                                </p:cTn>
                              </p:par>
                            </p:childTnLst>
                          </p:cTn>
                        </p:par>
                        <p:par>
                          <p:cTn id="39" fill="hold">
                            <p:stCondLst>
                              <p:cond delay="3500"/>
                            </p:stCondLst>
                            <p:childTnLst>
                              <p:par>
                                <p:cTn id="40" presetID="2" presetClass="entr" presetSubtype="6" fill="hold" nodeType="afterEffect">
                                  <p:stCondLst>
                                    <p:cond delay="0"/>
                                  </p:stCondLst>
                                  <p:childTnLst>
                                    <p:set>
                                      <p:cBhvr>
                                        <p:cTn id="41" dur="1" fill="hold">
                                          <p:stCondLst>
                                            <p:cond delay="0"/>
                                          </p:stCondLst>
                                        </p:cTn>
                                        <p:tgtEl>
                                          <p:spTgt spid="24"/>
                                        </p:tgtEl>
                                        <p:attrNameLst>
                                          <p:attrName>style.visibility</p:attrName>
                                        </p:attrNameLst>
                                      </p:cBhvr>
                                      <p:to>
                                        <p:strVal val="visible"/>
                                      </p:to>
                                    </p:set>
                                    <p:anim calcmode="lin" valueType="num">
                                      <p:cBhvr>
                                        <p:cTn id="42" dur="300" fill="hold"/>
                                        <p:tgtEl>
                                          <p:spTgt spid="24"/>
                                        </p:tgtEl>
                                        <p:attrNameLst>
                                          <p:attrName>ppt_x</p:attrName>
                                        </p:attrNameLst>
                                      </p:cBhvr>
                                      <p:tavLst>
                                        <p:tav tm="0">
                                          <p:val>
                                            <p:strVal val="1+#ppt_w/2"/>
                                          </p:val>
                                        </p:tav>
                                        <p:tav tm="100000">
                                          <p:val>
                                            <p:strVal val="#ppt_x"/>
                                          </p:val>
                                        </p:tav>
                                      </p:tavLst>
                                    </p:anim>
                                    <p:anim calcmode="lin" valueType="num">
                                      <p:cBhvr>
                                        <p:cTn id="43" dur="300" fill="hold"/>
                                        <p:tgtEl>
                                          <p:spTgt spid="24"/>
                                        </p:tgtEl>
                                        <p:attrNameLst>
                                          <p:attrName>ppt_y</p:attrName>
                                        </p:attrNameLst>
                                      </p:cBhvr>
                                      <p:tavLst>
                                        <p:tav tm="0">
                                          <p:val>
                                            <p:strVal val="1+#ppt_h/2"/>
                                          </p:val>
                                        </p:tav>
                                        <p:tav tm="100000">
                                          <p:val>
                                            <p:strVal val="#ppt_y"/>
                                          </p:val>
                                        </p:tav>
                                      </p:tavLst>
                                    </p:anim>
                                  </p:childTnLst>
                                </p:cTn>
                              </p:par>
                            </p:childTnLst>
                          </p:cTn>
                        </p:par>
                        <p:par>
                          <p:cTn id="44" fill="hold">
                            <p:stCondLst>
                              <p:cond delay="4000"/>
                            </p:stCondLst>
                            <p:childTnLst>
                              <p:par>
                                <p:cTn id="45" presetID="10" presetClass="entr" presetSubtype="0" fill="hold" grpId="0" nodeType="afterEffect">
                                  <p:stCondLst>
                                    <p:cond delay="0"/>
                                  </p:stCondLst>
                                  <p:childTnLst>
                                    <p:set>
                                      <p:cBhvr>
                                        <p:cTn id="46" dur="1" fill="hold">
                                          <p:stCondLst>
                                            <p:cond delay="0"/>
                                          </p:stCondLst>
                                        </p:cTn>
                                        <p:tgtEl>
                                          <p:spTgt spid="48"/>
                                        </p:tgtEl>
                                        <p:attrNameLst>
                                          <p:attrName>style.visibility</p:attrName>
                                        </p:attrNameLst>
                                      </p:cBhvr>
                                      <p:to>
                                        <p:strVal val="visible"/>
                                      </p:to>
                                    </p:set>
                                    <p:animEffect>
                                      <p:cBhvr>
                                        <p:cTn id="47" dur="500"/>
                                        <p:tgtEl>
                                          <p:spTgt spid="4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55"/>
                                        </p:tgtEl>
                                        <p:attrNameLst>
                                          <p:attrName>style.visibility</p:attrName>
                                        </p:attrNameLst>
                                      </p:cBhvr>
                                      <p:to>
                                        <p:strVal val="visible"/>
                                      </p:to>
                                    </p:set>
                                    <p:animEffect>
                                      <p:cBhvr>
                                        <p:cTn id="50" dur="500"/>
                                        <p:tgtEl>
                                          <p:spTgt spid="5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56"/>
                                        </p:tgtEl>
                                        <p:attrNameLst>
                                          <p:attrName>style.visibility</p:attrName>
                                        </p:attrNameLst>
                                      </p:cBhvr>
                                      <p:to>
                                        <p:strVal val="visible"/>
                                      </p:to>
                                    </p:set>
                                    <p:animEffect>
                                      <p:cBhvr>
                                        <p:cTn id="53" dur="500"/>
                                        <p:tgtEl>
                                          <p:spTgt spid="5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7"/>
                                        </p:tgtEl>
                                        <p:attrNameLst>
                                          <p:attrName>style.visibility</p:attrName>
                                        </p:attrNameLst>
                                      </p:cBhvr>
                                      <p:to>
                                        <p:strVal val="visible"/>
                                      </p:to>
                                    </p:set>
                                    <p:animEffect>
                                      <p:cBhvr>
                                        <p:cTn id="56" dur="500"/>
                                        <p:tgtEl>
                                          <p:spTgt spid="47"/>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5"/>
                                        </p:tgtEl>
                                        <p:attrNameLst>
                                          <p:attrName>style.visibility</p:attrName>
                                        </p:attrNameLst>
                                      </p:cBhvr>
                                      <p:to>
                                        <p:strVal val="visible"/>
                                      </p:to>
                                    </p:set>
                                    <p:animEffect>
                                      <p:cBhvr>
                                        <p:cTn id="59" dur="500"/>
                                        <p:tgtEl>
                                          <p:spTgt spid="45"/>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58"/>
                                        </p:tgtEl>
                                        <p:attrNameLst>
                                          <p:attrName>style.visibility</p:attrName>
                                        </p:attrNameLst>
                                      </p:cBhvr>
                                      <p:to>
                                        <p:strVal val="visible"/>
                                      </p:to>
                                    </p:set>
                                    <p:animEffect>
                                      <p:cBhvr>
                                        <p:cTn id="62" dur="500"/>
                                        <p:tgtEl>
                                          <p:spTgt spid="58"/>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57"/>
                                        </p:tgtEl>
                                        <p:attrNameLst>
                                          <p:attrName>style.visibility</p:attrName>
                                        </p:attrNameLst>
                                      </p:cBhvr>
                                      <p:to>
                                        <p:strVal val="visible"/>
                                      </p:to>
                                    </p:set>
                                    <p:animEffect>
                                      <p:cBhvr>
                                        <p:cTn id="65" dur="500"/>
                                        <p:tgtEl>
                                          <p:spTgt spid="57"/>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6"/>
                                        </p:tgtEl>
                                        <p:attrNameLst>
                                          <p:attrName>style.visibility</p:attrName>
                                        </p:attrNameLst>
                                      </p:cBhvr>
                                      <p:to>
                                        <p:strVal val="visible"/>
                                      </p:to>
                                    </p:set>
                                    <p:animEffect>
                                      <p:cBhvr>
                                        <p:cTn id="68" dur="500"/>
                                        <p:tgtEl>
                                          <p:spTgt spid="4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9"/>
                                        </p:tgtEl>
                                        <p:attrNameLst>
                                          <p:attrName>style.visibility</p:attrName>
                                        </p:attrNameLst>
                                      </p:cBhvr>
                                      <p:to>
                                        <p:strVal val="visible"/>
                                      </p:to>
                                    </p:set>
                                    <p:animEffect>
                                      <p:cBhvr>
                                        <p:cTn id="71" dur="500"/>
                                        <p:tgtEl>
                                          <p:spTgt spid="49"/>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59"/>
                                        </p:tgtEl>
                                        <p:attrNameLst>
                                          <p:attrName>style.visibility</p:attrName>
                                        </p:attrNameLst>
                                      </p:cBhvr>
                                      <p:to>
                                        <p:strVal val="visible"/>
                                      </p:to>
                                    </p:set>
                                    <p:animEffect>
                                      <p:cBhvr>
                                        <p:cTn id="74" dur="500"/>
                                        <p:tgtEl>
                                          <p:spTgt spid="59"/>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60"/>
                                        </p:tgtEl>
                                        <p:attrNameLst>
                                          <p:attrName>style.visibility</p:attrName>
                                        </p:attrNameLst>
                                      </p:cBhvr>
                                      <p:to>
                                        <p:strVal val="visible"/>
                                      </p:to>
                                    </p:set>
                                    <p:animEffect>
                                      <p:cBhvr>
                                        <p:cTn id="77" dur="500"/>
                                        <p:tgtEl>
                                          <p:spTgt spid="6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50"/>
                                        </p:tgtEl>
                                        <p:attrNameLst>
                                          <p:attrName>style.visibility</p:attrName>
                                        </p:attrNameLst>
                                      </p:cBhvr>
                                      <p:to>
                                        <p:strVal val="visible"/>
                                      </p:to>
                                    </p:set>
                                    <p:animEffect>
                                      <p:cBhvr>
                                        <p:cTn id="80"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bldLvl="0" autoUpdateAnimBg="0"/>
      <p:bldP spid="46" grpId="0" bldLvl="0" autoUpdateAnimBg="0"/>
      <p:bldP spid="47" grpId="0" bldLvl="0" autoUpdateAnimBg="0"/>
      <p:bldP spid="48" grpId="0" bldLvl="0" autoUpdateAnimBg="0"/>
      <p:bldP spid="49" grpId="0" bldLvl="0" autoUpdateAnimBg="0"/>
      <p:bldP spid="50" grpId="0" bldLvl="0" autoUpdateAnimBg="0"/>
      <p:bldP spid="54" grpId="0" bldLvl="0" autoUpdateAnimBg="0"/>
      <p:bldP spid="55" grpId="0" bldLvl="0" autoUpdateAnimBg="0"/>
      <p:bldP spid="56" grpId="0" bldLvl="0" autoUpdateAnimBg="0"/>
      <p:bldP spid="57" grpId="0" bldLvl="0" autoUpdateAnimBg="0"/>
      <p:bldP spid="58" grpId="0" bldLvl="0" autoUpdateAnimBg="0"/>
      <p:bldP spid="59" grpId="0" bldLvl="0" autoUpdateAnimBg="0"/>
      <p:bldP spid="60" grpId="0" bldLvl="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点击此处添加标题</a:t>
            </a:r>
            <a:endParaRPr lang="zh-CN" altLang="en-US" dirty="0"/>
          </a:p>
        </p:txBody>
      </p:sp>
      <p:sp>
        <p:nvSpPr>
          <p:cNvPr id="3" name="流程图: 可选过程 2"/>
          <p:cNvSpPr>
            <a:spLocks noChangeArrowheads="1"/>
          </p:cNvSpPr>
          <p:nvPr/>
        </p:nvSpPr>
        <p:spPr bwMode="auto">
          <a:xfrm>
            <a:off x="3168650" y="1527175"/>
            <a:ext cx="5256213" cy="288925"/>
          </a:xfrm>
          <a:prstGeom prst="flowChartAlternateProcess">
            <a:avLst/>
          </a:prstGeom>
          <a:solidFill>
            <a:srgbClr val="000000">
              <a:alpha val="14000"/>
            </a:srgbClr>
          </a:solid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宋体" panose="02010600030101010101" pitchFamily="2" charset="-122"/>
              <a:ea typeface="宋体" panose="02010600030101010101" pitchFamily="2" charset="-122"/>
              <a:cs typeface="+mn-cs"/>
              <a:sym typeface="宋体" panose="02010600030101010101" pitchFamily="2" charset="-122"/>
            </a:endParaRPr>
          </a:p>
        </p:txBody>
      </p:sp>
      <p:sp>
        <p:nvSpPr>
          <p:cNvPr id="4" name="流程图: 可选过程 3"/>
          <p:cNvSpPr>
            <a:spLocks noChangeArrowheads="1"/>
          </p:cNvSpPr>
          <p:nvPr/>
        </p:nvSpPr>
        <p:spPr bwMode="auto">
          <a:xfrm>
            <a:off x="3168650" y="1546225"/>
            <a:ext cx="3667125" cy="250825"/>
          </a:xfrm>
          <a:prstGeom prst="flowChartAlternateProcess">
            <a:avLst/>
          </a:prstGeom>
          <a:solidFill>
            <a:srgbClr val="C00000"/>
          </a:solid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sym typeface="宋体" panose="02010600030101010101" pitchFamily="2" charset="-122"/>
            </a:endParaRPr>
          </a:p>
        </p:txBody>
      </p:sp>
      <p:sp>
        <p:nvSpPr>
          <p:cNvPr id="5" name="圆角矩形标注 4"/>
          <p:cNvSpPr>
            <a:spLocks noChangeArrowheads="1"/>
          </p:cNvSpPr>
          <p:nvPr/>
        </p:nvSpPr>
        <p:spPr bwMode="auto">
          <a:xfrm>
            <a:off x="5651500" y="1995488"/>
            <a:ext cx="504825" cy="252412"/>
          </a:xfrm>
          <a:prstGeom prst="wedgeRoundRectCallout">
            <a:avLst>
              <a:gd name="adj1" fmla="val -24569"/>
              <a:gd name="adj2" fmla="val 69968"/>
              <a:gd name="adj3" fmla="val 16667"/>
            </a:avLst>
          </a:prstGeom>
          <a:solidFill>
            <a:srgbClr val="FF6E00"/>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sym typeface="Calibri" panose="020F0502020204030204" pitchFamily="34" charset="0"/>
              </a:rPr>
              <a:t>50</a:t>
            </a: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流程图: 可选过程 5"/>
          <p:cNvSpPr>
            <a:spLocks noChangeArrowheads="1"/>
          </p:cNvSpPr>
          <p:nvPr/>
        </p:nvSpPr>
        <p:spPr bwMode="auto">
          <a:xfrm>
            <a:off x="3168650" y="2319338"/>
            <a:ext cx="5256213" cy="288925"/>
          </a:xfrm>
          <a:prstGeom prst="flowChartAlternateProcess">
            <a:avLst/>
          </a:prstGeom>
          <a:solidFill>
            <a:srgbClr val="000000">
              <a:alpha val="14000"/>
            </a:srgbClr>
          </a:solid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宋体" panose="02010600030101010101" pitchFamily="2" charset="-122"/>
              <a:ea typeface="宋体" panose="02010600030101010101" pitchFamily="2" charset="-122"/>
              <a:cs typeface="+mn-cs"/>
              <a:sym typeface="宋体" panose="02010600030101010101" pitchFamily="2" charset="-122"/>
            </a:endParaRPr>
          </a:p>
        </p:txBody>
      </p:sp>
      <p:sp>
        <p:nvSpPr>
          <p:cNvPr id="7" name="流程图: 可选过程 6"/>
          <p:cNvSpPr>
            <a:spLocks noChangeArrowheads="1"/>
          </p:cNvSpPr>
          <p:nvPr/>
        </p:nvSpPr>
        <p:spPr bwMode="auto">
          <a:xfrm>
            <a:off x="3168650" y="2336800"/>
            <a:ext cx="2627313" cy="252413"/>
          </a:xfrm>
          <a:prstGeom prst="flowChartAlternateProcess">
            <a:avLst/>
          </a:prstGeom>
          <a:solidFill>
            <a:srgbClr val="FF6E00"/>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sym typeface="宋体" panose="02010600030101010101" pitchFamily="2" charset="-122"/>
            </a:endParaRPr>
          </a:p>
        </p:txBody>
      </p:sp>
      <p:sp>
        <p:nvSpPr>
          <p:cNvPr id="8" name="流程图: 可选过程 7"/>
          <p:cNvSpPr>
            <a:spLocks noChangeArrowheads="1"/>
          </p:cNvSpPr>
          <p:nvPr/>
        </p:nvSpPr>
        <p:spPr bwMode="auto">
          <a:xfrm>
            <a:off x="3203575" y="3040063"/>
            <a:ext cx="5256213" cy="287337"/>
          </a:xfrm>
          <a:prstGeom prst="flowChartAlternateProcess">
            <a:avLst/>
          </a:prstGeom>
          <a:solidFill>
            <a:srgbClr val="000000">
              <a:alpha val="14000"/>
            </a:srgbClr>
          </a:solid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宋体" panose="02010600030101010101" pitchFamily="2" charset="-122"/>
              <a:ea typeface="宋体" panose="02010600030101010101" pitchFamily="2" charset="-122"/>
              <a:cs typeface="+mn-cs"/>
              <a:sym typeface="宋体" panose="02010600030101010101" pitchFamily="2" charset="-122"/>
            </a:endParaRPr>
          </a:p>
        </p:txBody>
      </p:sp>
      <p:sp>
        <p:nvSpPr>
          <p:cNvPr id="9" name="流程图: 可选过程 8"/>
          <p:cNvSpPr>
            <a:spLocks noChangeArrowheads="1"/>
          </p:cNvSpPr>
          <p:nvPr/>
        </p:nvSpPr>
        <p:spPr bwMode="auto">
          <a:xfrm>
            <a:off x="3203575" y="3057525"/>
            <a:ext cx="1797050" cy="252413"/>
          </a:xfrm>
          <a:prstGeom prst="flowChartAlternateProcess">
            <a:avLst/>
          </a:prstGeom>
          <a:solidFill>
            <a:srgbClr val="FF6E00"/>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sym typeface="宋体" panose="02010600030101010101" pitchFamily="2" charset="-122"/>
            </a:endParaRPr>
          </a:p>
        </p:txBody>
      </p:sp>
      <p:sp>
        <p:nvSpPr>
          <p:cNvPr id="10" name="流程图: 可选过程 9"/>
          <p:cNvSpPr>
            <a:spLocks noChangeArrowheads="1"/>
          </p:cNvSpPr>
          <p:nvPr/>
        </p:nvSpPr>
        <p:spPr bwMode="auto">
          <a:xfrm>
            <a:off x="3203575" y="3832225"/>
            <a:ext cx="5256213" cy="287338"/>
          </a:xfrm>
          <a:prstGeom prst="flowChartAlternateProcess">
            <a:avLst/>
          </a:prstGeom>
          <a:solidFill>
            <a:srgbClr val="000000">
              <a:alpha val="14000"/>
            </a:srgbClr>
          </a:solid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宋体" panose="02010600030101010101" pitchFamily="2" charset="-122"/>
              <a:ea typeface="宋体" panose="02010600030101010101" pitchFamily="2" charset="-122"/>
              <a:cs typeface="+mn-cs"/>
              <a:sym typeface="宋体" panose="02010600030101010101" pitchFamily="2" charset="-122"/>
            </a:endParaRPr>
          </a:p>
        </p:txBody>
      </p:sp>
      <p:sp>
        <p:nvSpPr>
          <p:cNvPr id="11" name="流程图: 可选过程 10"/>
          <p:cNvSpPr>
            <a:spLocks noChangeArrowheads="1"/>
          </p:cNvSpPr>
          <p:nvPr/>
        </p:nvSpPr>
        <p:spPr bwMode="auto">
          <a:xfrm>
            <a:off x="3203575" y="3849688"/>
            <a:ext cx="4464050" cy="252412"/>
          </a:xfrm>
          <a:prstGeom prst="flowChartAlternateProcess">
            <a:avLst/>
          </a:prstGeom>
          <a:solidFill>
            <a:srgbClr val="C80000"/>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sym typeface="宋体" panose="02010600030101010101" pitchFamily="2" charset="-122"/>
            </a:endParaRPr>
          </a:p>
        </p:txBody>
      </p:sp>
      <p:sp>
        <p:nvSpPr>
          <p:cNvPr id="12" name="圆角矩形标注 11"/>
          <p:cNvSpPr>
            <a:spLocks noChangeArrowheads="1"/>
          </p:cNvSpPr>
          <p:nvPr/>
        </p:nvSpPr>
        <p:spPr bwMode="auto">
          <a:xfrm>
            <a:off x="4860925" y="2716213"/>
            <a:ext cx="503238" cy="252412"/>
          </a:xfrm>
          <a:prstGeom prst="wedgeRoundRectCallout">
            <a:avLst>
              <a:gd name="adj1" fmla="val -24569"/>
              <a:gd name="adj2" fmla="val 69968"/>
              <a:gd name="adj3" fmla="val 16667"/>
            </a:avLst>
          </a:prstGeom>
          <a:solidFill>
            <a:srgbClr val="FF6E00"/>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sym typeface="Calibri" panose="020F0502020204030204" pitchFamily="34" charset="0"/>
              </a:rPr>
              <a:t>30</a:t>
            </a: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3" name="圆角矩形标注 12"/>
          <p:cNvSpPr>
            <a:spLocks noChangeArrowheads="1"/>
          </p:cNvSpPr>
          <p:nvPr/>
        </p:nvSpPr>
        <p:spPr bwMode="auto">
          <a:xfrm>
            <a:off x="6661150" y="1203325"/>
            <a:ext cx="503238" cy="252413"/>
          </a:xfrm>
          <a:prstGeom prst="wedgeRoundRectCallout">
            <a:avLst>
              <a:gd name="adj1" fmla="val -24569"/>
              <a:gd name="adj2" fmla="val 69968"/>
              <a:gd name="adj3" fmla="val 16667"/>
            </a:avLst>
          </a:prstGeom>
          <a:solidFill>
            <a:srgbClr val="C00000"/>
          </a:solidFill>
          <a:ln>
            <a:noFill/>
          </a:ln>
          <a:extLst>
            <a:ext uri="{91240B29-F687-4F45-9708-019B960494DF}">
              <a14:hiddenLine xmlns:a14="http://schemas.microsoft.com/office/drawing/2010/main" w="25400">
                <a:solidFill>
                  <a:srgbClr val="395E8A"/>
                </a:solidFill>
                <a:miter lim="800000"/>
                <a:headEnd/>
                <a:tailE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sym typeface="Calibri" panose="020F0502020204030204" pitchFamily="34" charset="0"/>
              </a:rPr>
              <a:t>65</a:t>
            </a: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4" name="圆角矩形标注 13"/>
          <p:cNvSpPr>
            <a:spLocks noChangeArrowheads="1"/>
          </p:cNvSpPr>
          <p:nvPr/>
        </p:nvSpPr>
        <p:spPr bwMode="auto">
          <a:xfrm>
            <a:off x="7524750" y="3471863"/>
            <a:ext cx="503238" cy="252412"/>
          </a:xfrm>
          <a:prstGeom prst="wedgeRoundRectCallout">
            <a:avLst>
              <a:gd name="adj1" fmla="val -24569"/>
              <a:gd name="adj2" fmla="val 69968"/>
              <a:gd name="adj3" fmla="val 16667"/>
            </a:avLst>
          </a:prstGeom>
          <a:solidFill>
            <a:srgbClr val="C80000"/>
          </a:solidFill>
          <a:ln>
            <a:noFill/>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sym typeface="Calibri" panose="020F0502020204030204" pitchFamily="34" charset="0"/>
              </a:rPr>
              <a:t>80</a:t>
            </a: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15" name="直接连接符 14"/>
          <p:cNvSpPr>
            <a:spLocks noChangeShapeType="1"/>
          </p:cNvSpPr>
          <p:nvPr/>
        </p:nvSpPr>
        <p:spPr bwMode="auto">
          <a:xfrm>
            <a:off x="2987675" y="1419225"/>
            <a:ext cx="0" cy="2774950"/>
          </a:xfrm>
          <a:prstGeom prst="line">
            <a:avLst/>
          </a:prstGeom>
          <a:noFill/>
          <a:ln w="28575" cap="flat" cmpd="sng">
            <a:solidFill>
              <a:srgbClr val="625348"/>
            </a:solidFill>
            <a:rou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6" name="TextBox 16"/>
          <p:cNvSpPr>
            <a:spLocks noChangeArrowheads="1"/>
          </p:cNvSpPr>
          <p:nvPr/>
        </p:nvSpPr>
        <p:spPr bwMode="auto">
          <a:xfrm>
            <a:off x="755799" y="1203598"/>
            <a:ext cx="2232025"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914400" rtl="0" eaLnBrk="1" fontAlgn="auto" latinLnBrk="0" hangingPunct="1">
              <a:lnSpc>
                <a:spcPct val="3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C8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点击添加图表说明</a:t>
            </a:r>
            <a:endParaRPr kumimoji="0" lang="zh-CN" altLang="en-US" sz="1600" b="1" i="0" u="none" strike="noStrike" kern="1200" cap="none" spc="0" normalizeH="0" baseline="0" noProof="0" dirty="0">
              <a:ln>
                <a:noFill/>
              </a:ln>
              <a:solidFill>
                <a:srgbClr val="C8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a:p>
            <a:pPr marL="0" marR="0" lvl="0" indent="0" algn="ctr" defTabSz="914400" rtl="0" eaLnBrk="1" fontAlgn="auto" latinLnBrk="0" hangingPunct="1">
              <a:lnSpc>
                <a:spcPct val="3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C8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点击添加图表说明</a:t>
            </a:r>
            <a:endParaRPr kumimoji="0" lang="zh-CN" altLang="en-US" sz="1600" b="1" i="0" u="none" strike="noStrike" kern="1200" cap="none" spc="0" normalizeH="0" baseline="0" noProof="0" dirty="0">
              <a:ln>
                <a:noFill/>
              </a:ln>
              <a:solidFill>
                <a:srgbClr val="C8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a:p>
            <a:pPr marL="0" marR="0" lvl="0" indent="0" algn="ctr" defTabSz="914400" rtl="0" eaLnBrk="1" fontAlgn="auto" latinLnBrk="0" hangingPunct="1">
              <a:lnSpc>
                <a:spcPct val="300000"/>
              </a:lnSpc>
              <a:spcBef>
                <a:spcPts val="0"/>
              </a:spcBef>
              <a:spcAft>
                <a:spcPts val="0"/>
              </a:spcAft>
              <a:buClrTx/>
              <a:buSzTx/>
              <a:buFontTx/>
              <a:buNone/>
              <a:defRPr/>
            </a:pPr>
            <a:r>
              <a:rPr kumimoji="0" lang="zh-CN" altLang="en-US" sz="1600" b="1" i="0" u="none" strike="noStrike" kern="1200" cap="none" spc="0" normalizeH="0" baseline="0" noProof="0" dirty="0" smtClean="0">
                <a:ln>
                  <a:noFill/>
                </a:ln>
                <a:solidFill>
                  <a:srgbClr val="C8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点击添加图表说明</a:t>
            </a:r>
            <a:endParaRPr kumimoji="0" lang="en-US" altLang="zh-CN" sz="1600" b="1" i="0" u="none" strike="noStrike" kern="1200" cap="none" spc="0" normalizeH="0" baseline="0" noProof="0" dirty="0" smtClean="0">
              <a:ln>
                <a:noFill/>
              </a:ln>
              <a:solidFill>
                <a:srgbClr val="C8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a:p>
            <a:pPr marL="0" marR="0" lvl="0" indent="0" algn="ctr" defTabSz="914400" rtl="0" eaLnBrk="1" fontAlgn="auto" latinLnBrk="0" hangingPunct="1">
              <a:lnSpc>
                <a:spcPct val="300000"/>
              </a:lnSpc>
              <a:spcBef>
                <a:spcPts val="0"/>
              </a:spcBef>
              <a:spcAft>
                <a:spcPts val="0"/>
              </a:spcAft>
              <a:buClrTx/>
              <a:buSzTx/>
              <a:buFontTx/>
              <a:buNone/>
              <a:defRPr/>
            </a:pPr>
            <a:r>
              <a:rPr kumimoji="0" lang="zh-CN" altLang="en-US" sz="1600" b="1" i="0" u="none" strike="noStrike" kern="1200" cap="none" spc="0" normalizeH="0" baseline="0" noProof="0" dirty="0" smtClean="0">
                <a:ln>
                  <a:noFill/>
                </a:ln>
                <a:solidFill>
                  <a:srgbClr val="C8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点击</a:t>
            </a:r>
            <a:r>
              <a:rPr kumimoji="0" lang="zh-CN" altLang="en-US" sz="1600" b="1" i="0" u="none" strike="noStrike" kern="1200" cap="none" spc="0" normalizeH="0" baseline="0" noProof="0" dirty="0">
                <a:ln>
                  <a:noFill/>
                </a:ln>
                <a:solidFill>
                  <a:srgbClr val="C8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添加图表</a:t>
            </a:r>
            <a:r>
              <a:rPr kumimoji="0" lang="zh-CN" altLang="en-US" sz="1600" b="1" i="0" u="none" strike="noStrike" kern="1200" cap="none" spc="0" normalizeH="0" baseline="0" noProof="0" dirty="0" smtClean="0">
                <a:ln>
                  <a:noFill/>
                </a:ln>
                <a:solidFill>
                  <a:srgbClr val="C8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说明</a:t>
            </a:r>
            <a:endParaRPr kumimoji="0" lang="zh-CN" altLang="en-US" sz="1600" b="1" i="0" u="none" strike="noStrike" kern="1200" cap="none" spc="0" normalizeH="0" baseline="0" noProof="0" dirty="0">
              <a:ln>
                <a:noFill/>
              </a:ln>
              <a:solidFill>
                <a:srgbClr val="C80000"/>
              </a:solidFill>
              <a:effectLst/>
              <a:uLnTx/>
              <a:uFillTx/>
              <a:latin typeface="Calibri" panose="020F0502020204030204"/>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childTnLst>
                                </p:cTn>
                              </p:par>
                            </p:childTnLst>
                          </p:cTn>
                        </p:par>
                        <p:par>
                          <p:cTn id="12" fill="hold">
                            <p:stCondLst>
                              <p:cond delay="1500"/>
                            </p:stCondLst>
                            <p:childTnLst>
                              <p:par>
                                <p:cTn id="13" presetID="10" presetClass="entr" presetSubtype="0"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par>
                          <p:cTn id="25" fill="hold">
                            <p:stCondLst>
                              <p:cond delay="2000"/>
                            </p:stCondLst>
                            <p:childTnLst>
                              <p:par>
                                <p:cTn id="26" presetID="22" presetClass="entr" presetSubtype="8" fill="hold" grpId="0" nodeType="after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left)">
                                      <p:cBhvr>
                                        <p:cTn id="28" dur="500"/>
                                        <p:tgtEl>
                                          <p:spTgt spid="4"/>
                                        </p:tgtEl>
                                      </p:cBhvr>
                                    </p:animEffect>
                                  </p:childTnLst>
                                </p:cTn>
                              </p:par>
                              <p:par>
                                <p:cTn id="29" presetID="10" presetClass="entr" presetSubtype="0" fill="hold" grpId="0" nodeType="withEffect">
                                  <p:stCondLst>
                                    <p:cond delay="50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22" presetClass="entr" presetSubtype="8" fill="hold" grpId="0" nodeType="withEffect">
                                  <p:stCondLst>
                                    <p:cond delay="500"/>
                                  </p:stCondLst>
                                  <p:childTnLst>
                                    <p:set>
                                      <p:cBhvr>
                                        <p:cTn id="33" dur="1" fill="hold">
                                          <p:stCondLst>
                                            <p:cond delay="0"/>
                                          </p:stCondLst>
                                        </p:cTn>
                                        <p:tgtEl>
                                          <p:spTgt spid="7"/>
                                        </p:tgtEl>
                                        <p:attrNameLst>
                                          <p:attrName>style.visibility</p:attrName>
                                        </p:attrNameLst>
                                      </p:cBhvr>
                                      <p:to>
                                        <p:strVal val="visible"/>
                                      </p:to>
                                    </p:set>
                                    <p:animEffect transition="in" filter="wipe(left)">
                                      <p:cBhvr>
                                        <p:cTn id="34" dur="500"/>
                                        <p:tgtEl>
                                          <p:spTgt spid="7"/>
                                        </p:tgtEl>
                                      </p:cBhvr>
                                    </p:animEffect>
                                  </p:childTnLst>
                                </p:cTn>
                              </p:par>
                              <p:par>
                                <p:cTn id="35" presetID="10" presetClass="entr" presetSubtype="0" fill="hold" grpId="0" nodeType="withEffect">
                                  <p:stCondLst>
                                    <p:cond delay="100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500"/>
                                        <p:tgtEl>
                                          <p:spTgt spid="5"/>
                                        </p:tgtEl>
                                      </p:cBhvr>
                                    </p:animEffect>
                                  </p:childTnLst>
                                </p:cTn>
                              </p:par>
                              <p:par>
                                <p:cTn id="38" presetID="22" presetClass="entr" presetSubtype="8" fill="hold" grpId="0" nodeType="withEffect">
                                  <p:stCondLst>
                                    <p:cond delay="1000"/>
                                  </p:stCondLst>
                                  <p:childTnLst>
                                    <p:set>
                                      <p:cBhvr>
                                        <p:cTn id="39" dur="1" fill="hold">
                                          <p:stCondLst>
                                            <p:cond delay="0"/>
                                          </p:stCondLst>
                                        </p:cTn>
                                        <p:tgtEl>
                                          <p:spTgt spid="9"/>
                                        </p:tgtEl>
                                        <p:attrNameLst>
                                          <p:attrName>style.visibility</p:attrName>
                                        </p:attrNameLst>
                                      </p:cBhvr>
                                      <p:to>
                                        <p:strVal val="visible"/>
                                      </p:to>
                                    </p:set>
                                    <p:animEffect transition="in" filter="wipe(left)">
                                      <p:cBhvr>
                                        <p:cTn id="40" dur="500"/>
                                        <p:tgtEl>
                                          <p:spTgt spid="9"/>
                                        </p:tgtEl>
                                      </p:cBhvr>
                                    </p:animEffect>
                                  </p:childTnLst>
                                </p:cTn>
                              </p:par>
                              <p:par>
                                <p:cTn id="41" presetID="10" presetClass="entr" presetSubtype="0" fill="hold" grpId="0" nodeType="withEffect">
                                  <p:stCondLst>
                                    <p:cond delay="150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500"/>
                                        <p:tgtEl>
                                          <p:spTgt spid="12"/>
                                        </p:tgtEl>
                                      </p:cBhvr>
                                    </p:animEffect>
                                  </p:childTnLst>
                                </p:cTn>
                              </p:par>
                              <p:par>
                                <p:cTn id="44" presetID="22" presetClass="entr" presetSubtype="8" fill="hold" grpId="0" nodeType="withEffect">
                                  <p:stCondLst>
                                    <p:cond delay="1500"/>
                                  </p:stCondLst>
                                  <p:childTnLst>
                                    <p:set>
                                      <p:cBhvr>
                                        <p:cTn id="45" dur="1" fill="hold">
                                          <p:stCondLst>
                                            <p:cond delay="0"/>
                                          </p:stCondLst>
                                        </p:cTn>
                                        <p:tgtEl>
                                          <p:spTgt spid="11"/>
                                        </p:tgtEl>
                                        <p:attrNameLst>
                                          <p:attrName>style.visibility</p:attrName>
                                        </p:attrNameLst>
                                      </p:cBhvr>
                                      <p:to>
                                        <p:strVal val="visible"/>
                                      </p:to>
                                    </p:set>
                                    <p:animEffect transition="in" filter="wipe(left)">
                                      <p:cBhvr>
                                        <p:cTn id="46" dur="500"/>
                                        <p:tgtEl>
                                          <p:spTgt spid="11"/>
                                        </p:tgtEl>
                                      </p:cBhvr>
                                    </p:animEffect>
                                  </p:childTnLst>
                                </p:cTn>
                              </p:par>
                              <p:par>
                                <p:cTn id="47" presetID="10" presetClass="entr" presetSubtype="0" fill="hold" grpId="0" nodeType="withEffect">
                                  <p:stCondLst>
                                    <p:cond delay="200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点击此处添加标题</a:t>
            </a:r>
            <a:endParaRPr lang="zh-CN" altLang="en-US" dirty="0"/>
          </a:p>
        </p:txBody>
      </p:sp>
      <p:pic>
        <p:nvPicPr>
          <p:cNvPr id="3" name="Picture 36" descr="中国地图副本"/>
          <p:cNvPicPr>
            <a:picLocks noChangeAspect="1" noChangeArrowheads="1"/>
          </p:cNvPicPr>
          <p:nvPr/>
        </p:nvPicPr>
        <p:blipFill>
          <a:blip r:embed="rId1" cstate="print">
            <a:extLst>
              <a:ext uri="{BEBA8EAE-BF5A-486C-A8C5-ECC9F3942E4B}">
                <a14:imgProps xmlns:a14="http://schemas.microsoft.com/office/drawing/2010/main">
                  <a14:imgLayer r:embed="rId2">
                    <a14:imgEffect>
                      <a14:brightnessContrast bright="22000" contrast="-38000"/>
                    </a14:imgEffect>
                    <a14:imgEffect>
                      <a14:colorTemperature colorTemp="11500"/>
                    </a14:imgEffect>
                    <a14:imgEffect>
                      <a14:saturation sat="210000"/>
                    </a14:imgEffect>
                    <a14:imgEffect>
                      <a14:sharpenSoften amount="50000"/>
                    </a14:imgEffect>
                  </a14:imgLayer>
                </a14:imgProps>
              </a:ext>
              <a:ext uri="{28A0092B-C50C-407E-A947-70E740481C1C}">
                <a14:useLocalDpi xmlns:a14="http://schemas.microsoft.com/office/drawing/2010/main" val="0"/>
              </a:ext>
            </a:extLst>
          </a:blip>
          <a:srcRect b="17883"/>
          <a:stretch>
            <a:fillRect/>
          </a:stretch>
        </p:blipFill>
        <p:spPr bwMode="auto">
          <a:xfrm>
            <a:off x="1390094" y="1347614"/>
            <a:ext cx="3812961" cy="2889674"/>
          </a:xfrm>
          <a:prstGeom prst="rect">
            <a:avLst/>
          </a:prstGeom>
          <a:noFill/>
          <a:ln>
            <a:noFill/>
          </a:ln>
          <a:effectLst>
            <a:outerShdw blurRad="241300" dist="38100" dir="5400000" sx="105000" sy="105000" algn="t" rotWithShape="0">
              <a:prstClr val="black">
                <a:alpha val="24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椭圆 3"/>
          <p:cNvSpPr/>
          <p:nvPr/>
        </p:nvSpPr>
        <p:spPr>
          <a:xfrm>
            <a:off x="4605818" y="2648044"/>
            <a:ext cx="241356" cy="241356"/>
          </a:xfrm>
          <a:prstGeom prst="ellipse">
            <a:avLst/>
          </a:prstGeom>
          <a:solidFill>
            <a:schemeClr val="bg2"/>
          </a:solidFill>
          <a:ln w="15875" cap="flat" cmpd="sng" algn="ctr">
            <a:solidFill>
              <a:srgbClr val="FFFFFF"/>
            </a:solid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smtClean="0">
              <a:ln>
                <a:noFill/>
              </a:ln>
              <a:solidFill>
                <a:srgbClr val="FFFFFF"/>
              </a:solidFill>
              <a:effectLst/>
              <a:uLnTx/>
              <a:uFillTx/>
              <a:latin typeface="Arial" panose="020B0604020202020204"/>
              <a:ea typeface="宋体" panose="02010600030101010101" pitchFamily="2" charset="-122"/>
              <a:cs typeface="+mn-cs"/>
            </a:endParaRPr>
          </a:p>
        </p:txBody>
      </p:sp>
      <p:sp>
        <p:nvSpPr>
          <p:cNvPr id="5" name="Line 56"/>
          <p:cNvSpPr>
            <a:spLocks noChangeShapeType="1"/>
          </p:cNvSpPr>
          <p:nvPr/>
        </p:nvSpPr>
        <p:spPr bwMode="auto">
          <a:xfrm flipH="1">
            <a:off x="4726494" y="2768722"/>
            <a:ext cx="3405821" cy="0"/>
          </a:xfrm>
          <a:prstGeom prst="line">
            <a:avLst/>
          </a:prstGeom>
          <a:noFill/>
          <a:ln w="12700">
            <a:solidFill>
              <a:srgbClr val="C00000"/>
            </a:solidFill>
            <a:roun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6" name="TextBox 52"/>
          <p:cNvSpPr txBox="1">
            <a:spLocks noChangeArrowheads="1"/>
          </p:cNvSpPr>
          <p:nvPr/>
        </p:nvSpPr>
        <p:spPr bwMode="auto">
          <a:xfrm>
            <a:off x="5004660" y="2792451"/>
            <a:ext cx="2519363" cy="369332"/>
          </a:xfrm>
          <a:prstGeom prst="rect">
            <a:avLst/>
          </a:prstGeom>
          <a:noFill/>
          <a:ln w="9525">
            <a:noFill/>
            <a:miter lim="800000"/>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F79646">
                    <a:lumMod val="75000"/>
                  </a:srgbClr>
                </a:solidFill>
                <a:effectLst/>
                <a:uLnTx/>
                <a:uFillTx/>
                <a:latin typeface="微软雅黑" panose="020B0503020204020204" pitchFamily="34" charset="-122"/>
                <a:ea typeface="微软雅黑" panose="020B0503020204020204" pitchFamily="34" charset="-122"/>
                <a:cs typeface="+mn-cs"/>
              </a:rPr>
              <a:t>单击添加文本</a:t>
            </a:r>
            <a:r>
              <a:rPr kumimoji="0" lang="en-US" altLang="zh-CN" sz="1800" b="0" i="0" u="none" strike="noStrike" kern="1200" cap="none" spc="0" normalizeH="0" baseline="0" noProof="0" dirty="0">
                <a:ln>
                  <a:noFill/>
                </a:ln>
                <a:solidFill>
                  <a:srgbClr val="F79646">
                    <a:lumMod val="75000"/>
                  </a:srgbClr>
                </a:solidFill>
                <a:effectLst/>
                <a:uLnTx/>
                <a:uFillTx/>
                <a:latin typeface="微软雅黑" panose="020B0503020204020204" pitchFamily="34" charset="-122"/>
                <a:ea typeface="微软雅黑" panose="020B0503020204020204" pitchFamily="34" charset="-122"/>
                <a:cs typeface="+mn-cs"/>
              </a:rPr>
              <a:t> … …</a:t>
            </a:r>
            <a:endParaRPr kumimoji="0" lang="zh-CN" altLang="en-US" sz="1800" b="0" i="0" u="none" strike="noStrike" kern="1200" cap="none" spc="0" normalizeH="0" baseline="0" noProof="0" dirty="0">
              <a:ln>
                <a:noFill/>
              </a:ln>
              <a:solidFill>
                <a:srgbClr val="F79646">
                  <a:lumMod val="75000"/>
                </a:srgbClr>
              </a:solidFill>
              <a:effectLst/>
              <a:uLnTx/>
              <a:uFillTx/>
              <a:latin typeface="微软雅黑" panose="020B0503020204020204" pitchFamily="34" charset="-122"/>
              <a:ea typeface="微软雅黑" panose="020B0503020204020204" pitchFamily="34" charset="-122"/>
              <a:cs typeface="+mn-cs"/>
            </a:endParaRPr>
          </a:p>
        </p:txBody>
      </p:sp>
      <p:sp>
        <p:nvSpPr>
          <p:cNvPr id="7" name="椭圆 6"/>
          <p:cNvSpPr/>
          <p:nvPr/>
        </p:nvSpPr>
        <p:spPr>
          <a:xfrm>
            <a:off x="3381371" y="3400519"/>
            <a:ext cx="230890" cy="230890"/>
          </a:xfrm>
          <a:prstGeom prst="ellipse">
            <a:avLst/>
          </a:prstGeom>
          <a:solidFill>
            <a:srgbClr val="FF0000"/>
          </a:solidFill>
          <a:ln w="12700" cap="flat" cmpd="sng" algn="ctr">
            <a:solidFill>
              <a:srgbClr val="FFFFFF"/>
            </a:solid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smtClean="0">
              <a:ln>
                <a:noFill/>
              </a:ln>
              <a:solidFill>
                <a:srgbClr val="C00000"/>
              </a:solidFill>
              <a:effectLst/>
              <a:uLnTx/>
              <a:uFillTx/>
              <a:latin typeface="Arial" panose="020B0604020202020204"/>
              <a:ea typeface="宋体" panose="02010600030101010101" pitchFamily="2" charset="-122"/>
              <a:cs typeface="+mn-cs"/>
            </a:endParaRPr>
          </a:p>
        </p:txBody>
      </p:sp>
      <p:sp>
        <p:nvSpPr>
          <p:cNvPr id="8" name="Rectangle 55"/>
          <p:cNvSpPr>
            <a:spLocks noChangeArrowheads="1"/>
          </p:cNvSpPr>
          <p:nvPr/>
        </p:nvSpPr>
        <p:spPr bwMode="auto">
          <a:xfrm>
            <a:off x="611560" y="4013773"/>
            <a:ext cx="235106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sysClr val="windowText" lastClr="000000"/>
                </a:solidFill>
                <a:effectLst/>
                <a:uLnTx/>
                <a:uFillTx/>
                <a:latin typeface="Arial" panose="020B0604020202020204" pitchFamily="34" charset="0"/>
                <a:ea typeface="微软雅黑" panose="020B0503020204020204" pitchFamily="34" charset="-122"/>
                <a:cs typeface="+mn-cs"/>
              </a:rPr>
              <a:t>单击此处添加段落文字内容</a:t>
            </a:r>
            <a:endParaRPr kumimoji="0" lang="zh-CN" altLang="en-US" sz="1050" b="1" i="0" u="none" strike="noStrike" kern="1200" cap="none" spc="0" normalizeH="0" baseline="0" noProof="0" dirty="0">
              <a:ln>
                <a:noFill/>
              </a:ln>
              <a:solidFill>
                <a:sysClr val="windowText" lastClr="000000"/>
              </a:solidFill>
              <a:effectLst/>
              <a:uLnTx/>
              <a:uFillTx/>
              <a:latin typeface="Arial" panose="020B0604020202020204" pitchFamily="34" charset="0"/>
              <a:ea typeface="微软雅黑" panose="020B0503020204020204" pitchFamily="34"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900" b="0" i="0" u="none" strike="noStrike" kern="1200" cap="none" spc="0" normalizeH="0" baseline="0" noProof="0" dirty="0">
                <a:ln>
                  <a:noFill/>
                </a:ln>
                <a:solidFill>
                  <a:sysClr val="windowText" lastClr="000000"/>
                </a:solidFill>
                <a:effectLst/>
                <a:uLnTx/>
                <a:uFillTx/>
                <a:latin typeface="Arial" panose="020B0604020202020204" pitchFamily="34" charset="0"/>
                <a:ea typeface="微软雅黑" panose="020B0503020204020204" pitchFamily="34" charset="-122"/>
                <a:cs typeface="+mn-cs"/>
              </a:rPr>
              <a:t>单击此处添加段落文字内容</a:t>
            </a:r>
            <a:endParaRPr kumimoji="0" lang="zh-CN" altLang="en-US" sz="900" b="0" i="0" u="none" strike="noStrike" kern="1200" cap="none" spc="0" normalizeH="0" baseline="0" noProof="0" dirty="0">
              <a:ln>
                <a:noFill/>
              </a:ln>
              <a:solidFill>
                <a:sysClr val="windowText" lastClr="000000"/>
              </a:solidFill>
              <a:effectLst/>
              <a:uLnTx/>
              <a:uFillTx/>
              <a:latin typeface="Arial" panose="020B0604020202020204" pitchFamily="34" charset="0"/>
              <a:ea typeface="微软雅黑" panose="020B0503020204020204" pitchFamily="34"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900" b="0" i="0" u="none" strike="noStrike" kern="1200" cap="none" spc="0" normalizeH="0" baseline="0" noProof="0" dirty="0">
                <a:ln>
                  <a:noFill/>
                </a:ln>
                <a:solidFill>
                  <a:sysClr val="windowText" lastClr="000000"/>
                </a:solidFill>
                <a:effectLst/>
                <a:uLnTx/>
                <a:uFillTx/>
                <a:latin typeface="Arial" panose="020B0604020202020204" pitchFamily="34" charset="0"/>
                <a:ea typeface="微软雅黑" panose="020B0503020204020204" pitchFamily="34" charset="-122"/>
                <a:cs typeface="+mn-cs"/>
              </a:rPr>
              <a:t>单击此处添加段落文字内容</a:t>
            </a:r>
            <a:endParaRPr kumimoji="0" lang="zh-CN" altLang="en-US" sz="900" b="0" i="0" u="none" strike="noStrike" kern="1200" cap="none" spc="0" normalizeH="0" baseline="0" noProof="0" dirty="0">
              <a:ln>
                <a:noFill/>
              </a:ln>
              <a:solidFill>
                <a:sysClr val="windowText" lastClr="000000"/>
              </a:solidFill>
              <a:effectLst/>
              <a:uLnTx/>
              <a:uFillTx/>
              <a:latin typeface="Arial" panose="020B0604020202020204" pitchFamily="34" charset="0"/>
              <a:ea typeface="微软雅黑" panose="020B0503020204020204" pitchFamily="34" charset="-122"/>
              <a:cs typeface="+mn-cs"/>
            </a:endParaRPr>
          </a:p>
        </p:txBody>
      </p:sp>
      <p:grpSp>
        <p:nvGrpSpPr>
          <p:cNvPr id="9" name="组合 8"/>
          <p:cNvGrpSpPr/>
          <p:nvPr/>
        </p:nvGrpSpPr>
        <p:grpSpPr>
          <a:xfrm>
            <a:off x="715516" y="3506439"/>
            <a:ext cx="2771774" cy="485359"/>
            <a:chOff x="381000" y="3096770"/>
            <a:chExt cx="2771774" cy="485359"/>
          </a:xfrm>
        </p:grpSpPr>
        <p:sp>
          <p:nvSpPr>
            <p:cNvPr id="10" name="Line 54"/>
            <p:cNvSpPr>
              <a:spLocks noChangeShapeType="1"/>
            </p:cNvSpPr>
            <p:nvPr/>
          </p:nvSpPr>
          <p:spPr bwMode="auto">
            <a:xfrm flipV="1">
              <a:off x="2643186" y="3096770"/>
              <a:ext cx="509588" cy="483092"/>
            </a:xfrm>
            <a:prstGeom prst="line">
              <a:avLst/>
            </a:prstGeom>
            <a:noFill/>
            <a:ln w="12700">
              <a:solidFill>
                <a:srgbClr val="C00000"/>
              </a:solidFill>
              <a:roun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0" cap="none" spc="0" normalizeH="0" baseline="0" noProof="0">
                <a:ln>
                  <a:noFill/>
                </a:ln>
                <a:solidFill>
                  <a:srgbClr val="C00000"/>
                </a:solidFill>
                <a:effectLst/>
                <a:uLnTx/>
                <a:uFillTx/>
                <a:latin typeface="Arial" panose="020B0604020202020204" pitchFamily="34" charset="0"/>
                <a:ea typeface="微软雅黑" panose="020B0503020204020204" pitchFamily="34" charset="-122"/>
                <a:cs typeface="+mn-cs"/>
              </a:endParaRPr>
            </a:p>
          </p:txBody>
        </p:sp>
        <p:sp>
          <p:nvSpPr>
            <p:cNvPr id="11" name="Line 54"/>
            <p:cNvSpPr>
              <a:spLocks noChangeShapeType="1"/>
            </p:cNvSpPr>
            <p:nvPr/>
          </p:nvSpPr>
          <p:spPr bwMode="auto">
            <a:xfrm>
              <a:off x="381000" y="3582129"/>
              <a:ext cx="2270125" cy="0"/>
            </a:xfrm>
            <a:prstGeom prst="line">
              <a:avLst/>
            </a:prstGeom>
            <a:noFill/>
            <a:ln w="12700">
              <a:solidFill>
                <a:srgbClr val="C00000"/>
              </a:solidFill>
              <a:round/>
              <a:tailEnd type="non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0" cap="none" spc="0" normalizeH="0" baseline="0" noProof="0">
                <a:ln>
                  <a:noFill/>
                </a:ln>
                <a:solidFill>
                  <a:srgbClr val="C00000"/>
                </a:solidFill>
                <a:effectLst/>
                <a:uLnTx/>
                <a:uFillTx/>
                <a:latin typeface="Arial" panose="020B0604020202020204" pitchFamily="34" charset="0"/>
                <a:ea typeface="微软雅黑" panose="020B0503020204020204" pitchFamily="34" charset="-122"/>
                <a:cs typeface="+mn-cs"/>
              </a:endParaRPr>
            </a:p>
          </p:txBody>
        </p:sp>
      </p:grpSp>
      <p:sp>
        <p:nvSpPr>
          <p:cNvPr id="12" name="Text Box 5"/>
          <p:cNvSpPr txBox="1">
            <a:spLocks noChangeArrowheads="1"/>
          </p:cNvSpPr>
          <p:nvPr/>
        </p:nvSpPr>
        <p:spPr bwMode="auto">
          <a:xfrm>
            <a:off x="4992205" y="2330616"/>
            <a:ext cx="326243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2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rgbClr val="C80000"/>
                </a:solidFill>
                <a:effectLst/>
                <a:uLnTx/>
                <a:uFillTx/>
                <a:latin typeface="微软雅黑" panose="020B0503020204020204" pitchFamily="34" charset="-122"/>
                <a:ea typeface="微软雅黑" panose="020B0503020204020204" pitchFamily="34" charset="-122"/>
                <a:cs typeface="+mn-cs"/>
              </a:rPr>
              <a:t>单击此处添加段落文字内容</a:t>
            </a:r>
            <a:endParaRPr kumimoji="0" lang="zh-CN" altLang="en-US" sz="2000" b="1" i="0" u="none" strike="noStrike" kern="1200" cap="none" spc="0" normalizeH="0" baseline="0" noProof="0" dirty="0">
              <a:ln>
                <a:noFill/>
              </a:ln>
              <a:solidFill>
                <a:srgbClr val="C80000"/>
              </a:solidFill>
              <a:effectLst/>
              <a:uLnTx/>
              <a:uFillTx/>
              <a:latin typeface="微软雅黑" panose="020B0503020204020204" pitchFamily="34" charset="-122"/>
              <a:ea typeface="微软雅黑" panose="020B0503020204020204" pitchFamily="34" charset="-122"/>
              <a:cs typeface="+mn-cs"/>
            </a:endParaRPr>
          </a:p>
        </p:txBody>
      </p:sp>
      <p:sp>
        <p:nvSpPr>
          <p:cNvPr id="13" name="矩形 12"/>
          <p:cNvSpPr/>
          <p:nvPr/>
        </p:nvSpPr>
        <p:spPr>
          <a:xfrm>
            <a:off x="5209081" y="3939902"/>
            <a:ext cx="1525863" cy="67710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smtClean="0">
                <a:ln>
                  <a:noFill/>
                </a:ln>
                <a:solidFill>
                  <a:srgbClr val="F79646">
                    <a:lumMod val="75000"/>
                  </a:srgbClr>
                </a:solidFill>
                <a:effectLst/>
                <a:uLnTx/>
                <a:uFillTx/>
                <a:latin typeface="微软雅黑" panose="020B0503020204020204" pitchFamily="34" charset="-122"/>
                <a:ea typeface="微软雅黑" panose="020B0503020204020204" pitchFamily="34" charset="-122"/>
                <a:cs typeface="+mn-cs"/>
              </a:rPr>
              <a:t>    补充说明</a:t>
            </a:r>
            <a:endParaRPr kumimoji="0" lang="zh-CN" altLang="en-US" sz="1400" b="1" i="0" u="none" strike="noStrike" kern="1200" cap="none" spc="0" normalizeH="0" baseline="0" noProof="0" dirty="0">
              <a:ln>
                <a:noFill/>
              </a:ln>
              <a:solidFill>
                <a:srgbClr val="F79646">
                  <a:lumMod val="75000"/>
                </a:srgbClr>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base" latinLnBrk="0" hangingPunct="1">
              <a:lnSpc>
                <a:spcPct val="100000"/>
              </a:lnSpc>
              <a:spcBef>
                <a:spcPts val="0"/>
              </a:spcBef>
              <a:spcAft>
                <a:spcPct val="0"/>
              </a:spcAft>
              <a:buClrTx/>
              <a:buSzTx/>
              <a:buFont typeface="Arial" panose="020B0604020202020204" pitchFamily="34" charset="0"/>
              <a:buChar char="•"/>
              <a:defRPr/>
            </a:pPr>
            <a:r>
              <a:rPr kumimoji="0" lang="zh-CN" altLang="en-US" sz="1200" b="0" i="0" u="none" strike="noStrike" kern="1200" cap="none" spc="0" normalizeH="0" baseline="0" noProof="0" dirty="0">
                <a:ln>
                  <a:noFill/>
                </a:ln>
                <a:solidFill>
                  <a:srgbClr val="F79646">
                    <a:lumMod val="75000"/>
                  </a:srgbClr>
                </a:solidFill>
                <a:effectLst/>
                <a:uLnTx/>
                <a:uFillTx/>
                <a:latin typeface="微软雅黑" panose="020B0503020204020204" pitchFamily="34" charset="-122"/>
                <a:ea typeface="微软雅黑" panose="020B0503020204020204" pitchFamily="34" charset="-122"/>
                <a:cs typeface="+mn-cs"/>
              </a:rPr>
              <a:t>在此录入</a:t>
            </a:r>
            <a:r>
              <a:rPr kumimoji="0" lang="zh-CN" altLang="en-US" sz="1200" b="0" i="0" u="none" strike="noStrike" kern="1200" cap="none" spc="0" normalizeH="0" baseline="0" noProof="0" dirty="0" smtClean="0">
                <a:ln>
                  <a:noFill/>
                </a:ln>
                <a:solidFill>
                  <a:srgbClr val="F79646">
                    <a:lumMod val="75000"/>
                  </a:srgbClr>
                </a:solidFill>
                <a:effectLst/>
                <a:uLnTx/>
                <a:uFillTx/>
                <a:latin typeface="微软雅黑" panose="020B0503020204020204" pitchFamily="34" charset="-122"/>
                <a:ea typeface="微软雅黑" panose="020B0503020204020204" pitchFamily="34" charset="-122"/>
                <a:cs typeface="+mn-cs"/>
              </a:rPr>
              <a:t>文字</a:t>
            </a:r>
            <a:endParaRPr kumimoji="0" lang="en-US" altLang="zh-CN" sz="1200" b="0" i="0" u="none" strike="noStrike" kern="1200" cap="none" spc="0" normalizeH="0" baseline="0" noProof="0" dirty="0">
              <a:ln>
                <a:noFill/>
              </a:ln>
              <a:solidFill>
                <a:srgbClr val="F79646">
                  <a:lumMod val="75000"/>
                </a:srgbClr>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base" latinLnBrk="0" hangingPunct="1">
              <a:lnSpc>
                <a:spcPct val="100000"/>
              </a:lnSpc>
              <a:spcBef>
                <a:spcPts val="0"/>
              </a:spcBef>
              <a:spcAft>
                <a:spcPct val="0"/>
              </a:spcAft>
              <a:buClrTx/>
              <a:buSzTx/>
              <a:buFont typeface="Arial" panose="020B0604020202020204" pitchFamily="34" charset="0"/>
              <a:buChar char="•"/>
              <a:defRPr/>
            </a:pPr>
            <a:r>
              <a:rPr kumimoji="0" lang="zh-CN" altLang="en-US" sz="1200" b="0" i="0" u="none" strike="noStrike" kern="1200" cap="none" spc="0" normalizeH="0" baseline="0" noProof="0" dirty="0">
                <a:ln>
                  <a:noFill/>
                </a:ln>
                <a:solidFill>
                  <a:srgbClr val="F79646">
                    <a:lumMod val="75000"/>
                  </a:srgbClr>
                </a:solidFill>
                <a:effectLst/>
                <a:uLnTx/>
                <a:uFillTx/>
                <a:latin typeface="微软雅黑" panose="020B0503020204020204" pitchFamily="34" charset="-122"/>
                <a:ea typeface="微软雅黑" panose="020B0503020204020204" pitchFamily="34" charset="-122"/>
                <a:cs typeface="+mn-cs"/>
              </a:rPr>
              <a:t>在此录入</a:t>
            </a:r>
            <a:r>
              <a:rPr kumimoji="0" lang="zh-CN" altLang="en-US" sz="1200" b="0" i="0" u="none" strike="noStrike" kern="1200" cap="none" spc="0" normalizeH="0" baseline="0" noProof="0" dirty="0" smtClean="0">
                <a:ln>
                  <a:noFill/>
                </a:ln>
                <a:solidFill>
                  <a:srgbClr val="F79646">
                    <a:lumMod val="75000"/>
                  </a:srgbClr>
                </a:solidFill>
                <a:effectLst/>
                <a:uLnTx/>
                <a:uFillTx/>
                <a:latin typeface="微软雅黑" panose="020B0503020204020204" pitchFamily="34" charset="-122"/>
                <a:ea typeface="微软雅黑" panose="020B0503020204020204" pitchFamily="34" charset="-122"/>
                <a:cs typeface="+mn-cs"/>
              </a:rPr>
              <a:t>文字</a:t>
            </a:r>
            <a:endParaRPr kumimoji="0" lang="zh-CN" altLang="en-US" sz="1200" b="0" i="0" u="none" strike="noStrike" kern="1200" cap="none" spc="0" normalizeH="0" baseline="0" noProof="0" dirty="0">
              <a:ln>
                <a:noFill/>
              </a:ln>
              <a:solidFill>
                <a:srgbClr val="F79646">
                  <a:lumMod val="75000"/>
                </a:srgbClr>
              </a:solidFill>
              <a:effectLst/>
              <a:uLnTx/>
              <a:uFillTx/>
              <a:latin typeface="微软雅黑" panose="020B0503020204020204" pitchFamily="34" charset="-122"/>
              <a:ea typeface="微软雅黑" panose="020B0503020204020204" pitchFamily="34" charset="-122"/>
              <a:cs typeface="+mn-cs"/>
            </a:endParaRPr>
          </a:p>
        </p:txBody>
      </p:sp>
      <p:sp>
        <p:nvSpPr>
          <p:cNvPr id="14" name="矩形 13"/>
          <p:cNvSpPr/>
          <p:nvPr/>
        </p:nvSpPr>
        <p:spPr>
          <a:xfrm>
            <a:off x="6870400" y="3939902"/>
            <a:ext cx="1482006" cy="67710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smtClean="0">
                <a:ln>
                  <a:noFill/>
                </a:ln>
                <a:solidFill>
                  <a:srgbClr val="F79646">
                    <a:lumMod val="75000"/>
                  </a:srgbClr>
                </a:solidFill>
                <a:effectLst/>
                <a:uLnTx/>
                <a:uFillTx/>
                <a:latin typeface="微软雅黑" panose="020B0503020204020204" pitchFamily="34" charset="-122"/>
                <a:ea typeface="微软雅黑" panose="020B0503020204020204" pitchFamily="34" charset="-122"/>
                <a:cs typeface="+mn-cs"/>
              </a:rPr>
              <a:t>    补充说明</a:t>
            </a:r>
            <a:endParaRPr kumimoji="0" lang="zh-CN" altLang="en-US" sz="1400" b="1" i="0" u="none" strike="noStrike" kern="1200" cap="none" spc="0" normalizeH="0" baseline="0" noProof="0" dirty="0" smtClean="0">
              <a:ln>
                <a:noFill/>
              </a:ln>
              <a:solidFill>
                <a:srgbClr val="F79646">
                  <a:lumMod val="75000"/>
                </a:srgbClr>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base" latinLnBrk="0" hangingPunct="1">
              <a:lnSpc>
                <a:spcPct val="100000"/>
              </a:lnSpc>
              <a:spcBef>
                <a:spcPts val="0"/>
              </a:spcBef>
              <a:spcAft>
                <a:spcPct val="0"/>
              </a:spcAft>
              <a:buClrTx/>
              <a:buSzTx/>
              <a:buFont typeface="Arial" panose="020B0604020202020204" pitchFamily="34" charset="0"/>
              <a:buChar char="•"/>
              <a:defRPr/>
            </a:pPr>
            <a:r>
              <a:rPr kumimoji="0" lang="zh-CN" altLang="en-US" sz="1200" b="0" i="0" u="none" strike="noStrike" kern="1200" cap="none" spc="0" normalizeH="0" baseline="0" noProof="0" dirty="0" smtClean="0">
                <a:ln>
                  <a:noFill/>
                </a:ln>
                <a:solidFill>
                  <a:srgbClr val="F79646">
                    <a:lumMod val="75000"/>
                  </a:srgbClr>
                </a:solidFill>
                <a:effectLst/>
                <a:uLnTx/>
                <a:uFillTx/>
                <a:latin typeface="微软雅黑" panose="020B0503020204020204" pitchFamily="34" charset="-122"/>
                <a:ea typeface="微软雅黑" panose="020B0503020204020204" pitchFamily="34" charset="-122"/>
                <a:cs typeface="+mn-cs"/>
              </a:rPr>
              <a:t>在此录入文字</a:t>
            </a:r>
            <a:endParaRPr kumimoji="0" lang="en-US" altLang="zh-CN" sz="1200" b="0" i="0" u="none" strike="noStrike" kern="1200" cap="none" spc="0" normalizeH="0" baseline="0" noProof="0" dirty="0" smtClean="0">
              <a:ln>
                <a:noFill/>
              </a:ln>
              <a:solidFill>
                <a:srgbClr val="F79646">
                  <a:lumMod val="75000"/>
                </a:srgbClr>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base" latinLnBrk="0" hangingPunct="1">
              <a:lnSpc>
                <a:spcPct val="100000"/>
              </a:lnSpc>
              <a:spcBef>
                <a:spcPts val="0"/>
              </a:spcBef>
              <a:spcAft>
                <a:spcPct val="0"/>
              </a:spcAft>
              <a:buClrTx/>
              <a:buSzTx/>
              <a:buFont typeface="Arial" panose="020B0604020202020204" pitchFamily="34" charset="0"/>
              <a:buChar char="•"/>
              <a:defRPr/>
            </a:pPr>
            <a:r>
              <a:rPr kumimoji="0" lang="zh-CN" altLang="en-US" sz="1200" b="0" i="0" u="none" strike="noStrike" kern="1200" cap="none" spc="0" normalizeH="0" baseline="0" noProof="0" dirty="0" smtClean="0">
                <a:ln>
                  <a:noFill/>
                </a:ln>
                <a:solidFill>
                  <a:srgbClr val="F79646">
                    <a:lumMod val="75000"/>
                  </a:srgbClr>
                </a:solidFill>
                <a:effectLst/>
                <a:uLnTx/>
                <a:uFillTx/>
                <a:latin typeface="微软雅黑" panose="020B0503020204020204" pitchFamily="34" charset="-122"/>
                <a:ea typeface="微软雅黑" panose="020B0503020204020204" pitchFamily="34" charset="-122"/>
                <a:cs typeface="+mn-cs"/>
              </a:rPr>
              <a:t>在此</a:t>
            </a:r>
            <a:r>
              <a:rPr kumimoji="0" lang="zh-CN" altLang="en-US" sz="1200" b="0" i="0" u="none" strike="noStrike" kern="1200" cap="none" spc="0" normalizeH="0" baseline="0" noProof="0" dirty="0">
                <a:ln>
                  <a:noFill/>
                </a:ln>
                <a:solidFill>
                  <a:srgbClr val="F79646">
                    <a:lumMod val="75000"/>
                  </a:srgbClr>
                </a:solidFill>
                <a:effectLst/>
                <a:uLnTx/>
                <a:uFillTx/>
                <a:latin typeface="微软雅黑" panose="020B0503020204020204" pitchFamily="34" charset="-122"/>
                <a:ea typeface="微软雅黑" panose="020B0503020204020204" pitchFamily="34" charset="-122"/>
                <a:cs typeface="+mn-cs"/>
              </a:rPr>
              <a:t>录入</a:t>
            </a:r>
            <a:r>
              <a:rPr kumimoji="0" lang="zh-CN" altLang="en-US" sz="1200" b="0" i="0" u="none" strike="noStrike" kern="1200" cap="none" spc="0" normalizeH="0" baseline="0" noProof="0" dirty="0" smtClean="0">
                <a:ln>
                  <a:noFill/>
                </a:ln>
                <a:solidFill>
                  <a:srgbClr val="F79646">
                    <a:lumMod val="75000"/>
                  </a:srgbClr>
                </a:solidFill>
                <a:effectLst/>
                <a:uLnTx/>
                <a:uFillTx/>
                <a:latin typeface="微软雅黑" panose="020B0503020204020204" pitchFamily="34" charset="-122"/>
                <a:ea typeface="微软雅黑" panose="020B0503020204020204" pitchFamily="34" charset="-122"/>
                <a:cs typeface="+mn-cs"/>
              </a:rPr>
              <a:t>文字</a:t>
            </a:r>
            <a:endParaRPr kumimoji="0" lang="zh-CN" altLang="en-US" sz="1200" b="0" i="0" u="none" strike="noStrike" kern="1200" cap="none" spc="0" normalizeH="0" baseline="0" noProof="0" dirty="0">
              <a:ln>
                <a:noFill/>
              </a:ln>
              <a:solidFill>
                <a:srgbClr val="F79646">
                  <a:lumMod val="75000"/>
                </a:srgbClr>
              </a:solidFill>
              <a:effectLst/>
              <a:uLnTx/>
              <a:uFillTx/>
              <a:latin typeface="微软雅黑" panose="020B0503020204020204" pitchFamily="34" charset="-122"/>
              <a:ea typeface="微软雅黑" panose="020B0503020204020204" pitchFamily="34" charset="-122"/>
              <a:cs typeface="+mn-cs"/>
            </a:endParaRPr>
          </a:p>
        </p:txBody>
      </p:sp>
      <p:sp>
        <p:nvSpPr>
          <p:cNvPr id="15" name="椭圆 14"/>
          <p:cNvSpPr/>
          <p:nvPr/>
        </p:nvSpPr>
        <p:spPr>
          <a:xfrm>
            <a:off x="6914263" y="4030329"/>
            <a:ext cx="147754" cy="147754"/>
          </a:xfrm>
          <a:prstGeom prst="ellipse">
            <a:avLst/>
          </a:prstGeom>
          <a:solidFill>
            <a:schemeClr val="bg2"/>
          </a:solidFill>
          <a:ln w="15875" cap="flat" cmpd="sng" algn="ctr">
            <a:solidFill>
              <a:srgbClr val="FFFFFF"/>
            </a:solid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smtClean="0">
              <a:ln>
                <a:noFill/>
              </a:ln>
              <a:solidFill>
                <a:srgbClr val="1F497D"/>
              </a:solidFill>
              <a:effectLst/>
              <a:uLnTx/>
              <a:uFillTx/>
              <a:latin typeface="Arial" panose="020B0604020202020204"/>
              <a:ea typeface="宋体" panose="02010600030101010101" pitchFamily="2" charset="-122"/>
              <a:cs typeface="+mn-cs"/>
            </a:endParaRPr>
          </a:p>
        </p:txBody>
      </p:sp>
      <p:sp>
        <p:nvSpPr>
          <p:cNvPr id="16" name="椭圆 15"/>
          <p:cNvSpPr/>
          <p:nvPr/>
        </p:nvSpPr>
        <p:spPr>
          <a:xfrm>
            <a:off x="5264441" y="4024681"/>
            <a:ext cx="145572" cy="145572"/>
          </a:xfrm>
          <a:prstGeom prst="ellipse">
            <a:avLst/>
          </a:prstGeom>
          <a:solidFill>
            <a:srgbClr val="FF0000"/>
          </a:solidFill>
          <a:ln w="12700" cap="flat" cmpd="sng" algn="ctr">
            <a:solidFill>
              <a:srgbClr val="FFFFFF"/>
            </a:solid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smtClean="0">
              <a:ln>
                <a:noFill/>
              </a:ln>
              <a:solidFill>
                <a:srgbClr val="FFFFFF"/>
              </a:solidFill>
              <a:effectLst/>
              <a:uLnTx/>
              <a:uFillTx/>
              <a:latin typeface="Arial" panose="020B0604020202020204"/>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3" presetClass="entr" presetSubtype="36"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500" fill="hold"/>
                                        <p:tgtEl>
                                          <p:spTgt spid="4"/>
                                        </p:tgtEl>
                                        <p:attrNameLst>
                                          <p:attrName>ppt_w</p:attrName>
                                        </p:attrNameLst>
                                      </p:cBhvr>
                                      <p:tavLst>
                                        <p:tav tm="0">
                                          <p:val>
                                            <p:strVal val="(6*min(max(#ppt_w*#ppt_h,.3),1)-7.4)/-.7*#ppt_w"/>
                                          </p:val>
                                        </p:tav>
                                        <p:tav tm="100000">
                                          <p:val>
                                            <p:strVal val="#ppt_w"/>
                                          </p:val>
                                        </p:tav>
                                      </p:tavLst>
                                    </p:anim>
                                    <p:anim calcmode="lin" valueType="num">
                                      <p:cBhvr>
                                        <p:cTn id="14" dur="500" fill="hold"/>
                                        <p:tgtEl>
                                          <p:spTgt spid="4"/>
                                        </p:tgtEl>
                                        <p:attrNameLst>
                                          <p:attrName>ppt_h</p:attrName>
                                        </p:attrNameLst>
                                      </p:cBhvr>
                                      <p:tavLst>
                                        <p:tav tm="0">
                                          <p:val>
                                            <p:strVal val="(6*min(max(#ppt_w*#ppt_h,.3),1)-7.4)/-.7*#ppt_h"/>
                                          </p:val>
                                        </p:tav>
                                        <p:tav tm="100000">
                                          <p:val>
                                            <p:strVal val="#ppt_h"/>
                                          </p:val>
                                        </p:tav>
                                      </p:tavLst>
                                    </p:anim>
                                    <p:anim calcmode="lin" valueType="num">
                                      <p:cBhvr>
                                        <p:cTn id="15" dur="500" fill="hold"/>
                                        <p:tgtEl>
                                          <p:spTgt spid="4"/>
                                        </p:tgtEl>
                                        <p:attrNameLst>
                                          <p:attrName>ppt_x</p:attrName>
                                        </p:attrNameLst>
                                      </p:cBhvr>
                                      <p:tavLst>
                                        <p:tav tm="0">
                                          <p:val>
                                            <p:fltVal val="0.5"/>
                                          </p:val>
                                        </p:tav>
                                        <p:tav tm="100000">
                                          <p:val>
                                            <p:strVal val="#ppt_x"/>
                                          </p:val>
                                        </p:tav>
                                      </p:tavLst>
                                    </p:anim>
                                    <p:anim calcmode="lin" valueType="num">
                                      <p:cBhvr>
                                        <p:cTn id="16" dur="500" fill="hold"/>
                                        <p:tgtEl>
                                          <p:spTgt spid="4"/>
                                        </p:tgtEl>
                                        <p:attrNameLst>
                                          <p:attrName>ppt_y</p:attrName>
                                        </p:attrNameLst>
                                      </p:cBhvr>
                                      <p:tavLst>
                                        <p:tav tm="0">
                                          <p:val>
                                            <p:strVal val="1+(6*min(max(#ppt_w*#ppt_h,.3),1)-7.4)/-.7*#ppt_h/2"/>
                                          </p:val>
                                        </p:tav>
                                        <p:tav tm="100000">
                                          <p:val>
                                            <p:strVal val="#ppt_y"/>
                                          </p:val>
                                        </p:tav>
                                      </p:tavLst>
                                    </p:anim>
                                  </p:childTnLst>
                                </p:cTn>
                              </p:par>
                              <p:par>
                                <p:cTn id="17" presetID="49" presetClass="entr" presetSubtype="0" decel="100000" fill="hold" grpId="0" nodeType="withEffect">
                                  <p:stCondLst>
                                    <p:cond delay="400"/>
                                  </p:stCondLst>
                                  <p:childTnLst>
                                    <p:set>
                                      <p:cBhvr>
                                        <p:cTn id="18" dur="1" fill="hold">
                                          <p:stCondLst>
                                            <p:cond delay="0"/>
                                          </p:stCondLst>
                                        </p:cTn>
                                        <p:tgtEl>
                                          <p:spTgt spid="5"/>
                                        </p:tgtEl>
                                        <p:attrNameLst>
                                          <p:attrName>style.visibility</p:attrName>
                                        </p:attrNameLst>
                                      </p:cBhvr>
                                      <p:to>
                                        <p:strVal val="visible"/>
                                      </p:to>
                                    </p:set>
                                    <p:anim calcmode="lin" valueType="num">
                                      <p:cBhvr>
                                        <p:cTn id="19" dur="500" fill="hold"/>
                                        <p:tgtEl>
                                          <p:spTgt spid="5"/>
                                        </p:tgtEl>
                                        <p:attrNameLst>
                                          <p:attrName>ppt_w</p:attrName>
                                        </p:attrNameLst>
                                      </p:cBhvr>
                                      <p:tavLst>
                                        <p:tav tm="0">
                                          <p:val>
                                            <p:fltVal val="0"/>
                                          </p:val>
                                        </p:tav>
                                        <p:tav tm="100000">
                                          <p:val>
                                            <p:strVal val="#ppt_w"/>
                                          </p:val>
                                        </p:tav>
                                      </p:tavLst>
                                    </p:anim>
                                    <p:anim calcmode="lin" valueType="num">
                                      <p:cBhvr>
                                        <p:cTn id="20" dur="500" fill="hold"/>
                                        <p:tgtEl>
                                          <p:spTgt spid="5"/>
                                        </p:tgtEl>
                                        <p:attrNameLst>
                                          <p:attrName>ppt_h</p:attrName>
                                        </p:attrNameLst>
                                      </p:cBhvr>
                                      <p:tavLst>
                                        <p:tav tm="0">
                                          <p:val>
                                            <p:fltVal val="0"/>
                                          </p:val>
                                        </p:tav>
                                        <p:tav tm="100000">
                                          <p:val>
                                            <p:strVal val="#ppt_h"/>
                                          </p:val>
                                        </p:tav>
                                      </p:tavLst>
                                    </p:anim>
                                    <p:anim calcmode="lin" valueType="num">
                                      <p:cBhvr>
                                        <p:cTn id="21" dur="500" fill="hold"/>
                                        <p:tgtEl>
                                          <p:spTgt spid="5"/>
                                        </p:tgtEl>
                                        <p:attrNameLst>
                                          <p:attrName>style.rotation</p:attrName>
                                        </p:attrNameLst>
                                      </p:cBhvr>
                                      <p:tavLst>
                                        <p:tav tm="0">
                                          <p:val>
                                            <p:fltVal val="360"/>
                                          </p:val>
                                        </p:tav>
                                        <p:tav tm="100000">
                                          <p:val>
                                            <p:fltVal val="0"/>
                                          </p:val>
                                        </p:tav>
                                      </p:tavLst>
                                    </p:anim>
                                    <p:animEffect transition="in" filter="fade">
                                      <p:cBhvr>
                                        <p:cTn id="22" dur="500"/>
                                        <p:tgtEl>
                                          <p:spTgt spid="5"/>
                                        </p:tgtEl>
                                      </p:cBhvr>
                                    </p:animEffect>
                                  </p:childTnLst>
                                </p:cTn>
                              </p:par>
                            </p:childTnLst>
                          </p:cTn>
                        </p:par>
                        <p:par>
                          <p:cTn id="23" fill="hold">
                            <p:stCondLst>
                              <p:cond delay="1500"/>
                            </p:stCondLst>
                            <p:childTnLst>
                              <p:par>
                                <p:cTn id="24" presetID="12" presetClass="entr" presetSubtype="8" fill="hold" grpId="0" nodeType="after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additive="base">
                                        <p:cTn id="26" dur="500"/>
                                        <p:tgtEl>
                                          <p:spTgt spid="12"/>
                                        </p:tgtEl>
                                        <p:attrNameLst>
                                          <p:attrName>ppt_x</p:attrName>
                                        </p:attrNameLst>
                                      </p:cBhvr>
                                      <p:tavLst>
                                        <p:tav tm="0">
                                          <p:val>
                                            <p:strVal val="#ppt_x-#ppt_w*1.125000"/>
                                          </p:val>
                                        </p:tav>
                                        <p:tav tm="100000">
                                          <p:val>
                                            <p:strVal val="#ppt_x"/>
                                          </p:val>
                                        </p:tav>
                                      </p:tavLst>
                                    </p:anim>
                                    <p:animEffect transition="in" filter="wipe(right)">
                                      <p:cBhvr>
                                        <p:cTn id="27" dur="500"/>
                                        <p:tgtEl>
                                          <p:spTgt spid="12"/>
                                        </p:tgtEl>
                                      </p:cBhvr>
                                    </p:animEffect>
                                  </p:childTnLst>
                                </p:cTn>
                              </p:par>
                              <p:par>
                                <p:cTn id="28" presetID="12" presetClass="entr" presetSubtype="2"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additive="base">
                                        <p:cTn id="30" dur="500"/>
                                        <p:tgtEl>
                                          <p:spTgt spid="6"/>
                                        </p:tgtEl>
                                        <p:attrNameLst>
                                          <p:attrName>ppt_x</p:attrName>
                                        </p:attrNameLst>
                                      </p:cBhvr>
                                      <p:tavLst>
                                        <p:tav tm="0">
                                          <p:val>
                                            <p:strVal val="#ppt_x+#ppt_w*1.125000"/>
                                          </p:val>
                                        </p:tav>
                                        <p:tav tm="100000">
                                          <p:val>
                                            <p:strVal val="#ppt_x"/>
                                          </p:val>
                                        </p:tav>
                                      </p:tavLst>
                                    </p:anim>
                                    <p:animEffect transition="in" filter="wipe(left)">
                                      <p:cBhvr>
                                        <p:cTn id="31" dur="500"/>
                                        <p:tgtEl>
                                          <p:spTgt spid="6"/>
                                        </p:tgtEl>
                                      </p:cBhvr>
                                    </p:animEffect>
                                  </p:childTnLst>
                                </p:cTn>
                              </p:par>
                            </p:childTnLst>
                          </p:cTn>
                        </p:par>
                        <p:par>
                          <p:cTn id="32" fill="hold">
                            <p:stCondLst>
                              <p:cond delay="2000"/>
                            </p:stCondLst>
                            <p:childTnLst>
                              <p:par>
                                <p:cTn id="33" presetID="23" presetClass="entr" presetSubtype="36" fill="hold" grpId="0" nodeType="after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p:cTn id="35" dur="500" fill="hold"/>
                                        <p:tgtEl>
                                          <p:spTgt spid="7"/>
                                        </p:tgtEl>
                                        <p:attrNameLst>
                                          <p:attrName>ppt_w</p:attrName>
                                        </p:attrNameLst>
                                      </p:cBhvr>
                                      <p:tavLst>
                                        <p:tav tm="0">
                                          <p:val>
                                            <p:strVal val="(6*min(max(#ppt_w*#ppt_h,.3),1)-7.4)/-.7*#ppt_w"/>
                                          </p:val>
                                        </p:tav>
                                        <p:tav tm="100000">
                                          <p:val>
                                            <p:strVal val="#ppt_w"/>
                                          </p:val>
                                        </p:tav>
                                      </p:tavLst>
                                    </p:anim>
                                    <p:anim calcmode="lin" valueType="num">
                                      <p:cBhvr>
                                        <p:cTn id="36" dur="500" fill="hold"/>
                                        <p:tgtEl>
                                          <p:spTgt spid="7"/>
                                        </p:tgtEl>
                                        <p:attrNameLst>
                                          <p:attrName>ppt_h</p:attrName>
                                        </p:attrNameLst>
                                      </p:cBhvr>
                                      <p:tavLst>
                                        <p:tav tm="0">
                                          <p:val>
                                            <p:strVal val="(6*min(max(#ppt_w*#ppt_h,.3),1)-7.4)/-.7*#ppt_h"/>
                                          </p:val>
                                        </p:tav>
                                        <p:tav tm="100000">
                                          <p:val>
                                            <p:strVal val="#ppt_h"/>
                                          </p:val>
                                        </p:tav>
                                      </p:tavLst>
                                    </p:anim>
                                    <p:anim calcmode="lin" valueType="num">
                                      <p:cBhvr>
                                        <p:cTn id="37" dur="500" fill="hold"/>
                                        <p:tgtEl>
                                          <p:spTgt spid="7"/>
                                        </p:tgtEl>
                                        <p:attrNameLst>
                                          <p:attrName>ppt_x</p:attrName>
                                        </p:attrNameLst>
                                      </p:cBhvr>
                                      <p:tavLst>
                                        <p:tav tm="0">
                                          <p:val>
                                            <p:fltVal val="0.5"/>
                                          </p:val>
                                        </p:tav>
                                        <p:tav tm="100000">
                                          <p:val>
                                            <p:strVal val="#ppt_x"/>
                                          </p:val>
                                        </p:tav>
                                      </p:tavLst>
                                    </p:anim>
                                    <p:anim calcmode="lin" valueType="num">
                                      <p:cBhvr>
                                        <p:cTn id="38" dur="500" fill="hold"/>
                                        <p:tgtEl>
                                          <p:spTgt spid="7"/>
                                        </p:tgtEl>
                                        <p:attrNameLst>
                                          <p:attrName>ppt_y</p:attrName>
                                        </p:attrNameLst>
                                      </p:cBhvr>
                                      <p:tavLst>
                                        <p:tav tm="0">
                                          <p:val>
                                            <p:strVal val="1+(6*min(max(#ppt_w*#ppt_h,.3),1)-7.4)/-.7*#ppt_h/2"/>
                                          </p:val>
                                        </p:tav>
                                        <p:tav tm="100000">
                                          <p:val>
                                            <p:strVal val="#ppt_y"/>
                                          </p:val>
                                        </p:tav>
                                      </p:tavLst>
                                    </p:anim>
                                  </p:childTnLst>
                                </p:cTn>
                              </p:par>
                            </p:childTnLst>
                          </p:cTn>
                        </p:par>
                        <p:par>
                          <p:cTn id="39" fill="hold">
                            <p:stCondLst>
                              <p:cond delay="2500"/>
                            </p:stCondLst>
                            <p:childTnLst>
                              <p:par>
                                <p:cTn id="40" presetID="22" presetClass="entr" presetSubtype="2" fill="hold" nodeType="after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wipe(right)">
                                      <p:cBhvr>
                                        <p:cTn id="42" dur="500"/>
                                        <p:tgtEl>
                                          <p:spTgt spid="9"/>
                                        </p:tgtEl>
                                      </p:cBhvr>
                                    </p:animEffect>
                                  </p:childTnLst>
                                </p:cTn>
                              </p:par>
                              <p:par>
                                <p:cTn id="43" presetID="2" presetClass="entr" presetSubtype="8"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anim calcmode="lin" valueType="num">
                                      <p:cBhvr additive="base">
                                        <p:cTn id="45" dur="500" fill="hold"/>
                                        <p:tgtEl>
                                          <p:spTgt spid="8"/>
                                        </p:tgtEl>
                                        <p:attrNameLst>
                                          <p:attrName>ppt_x</p:attrName>
                                        </p:attrNameLst>
                                      </p:cBhvr>
                                      <p:tavLst>
                                        <p:tav tm="0">
                                          <p:val>
                                            <p:strVal val="0-#ppt_w/2"/>
                                          </p:val>
                                        </p:tav>
                                        <p:tav tm="100000">
                                          <p:val>
                                            <p:strVal val="#ppt_x"/>
                                          </p:val>
                                        </p:tav>
                                      </p:tavLst>
                                    </p:anim>
                                    <p:anim calcmode="lin" valueType="num">
                                      <p:cBhvr additive="base">
                                        <p:cTn id="46" dur="500" fill="hold"/>
                                        <p:tgtEl>
                                          <p:spTgt spid="8"/>
                                        </p:tgtEl>
                                        <p:attrNameLst>
                                          <p:attrName>ppt_y</p:attrName>
                                        </p:attrNameLst>
                                      </p:cBhvr>
                                      <p:tavLst>
                                        <p:tav tm="0">
                                          <p:val>
                                            <p:strVal val="#ppt_y"/>
                                          </p:val>
                                        </p:tav>
                                        <p:tav tm="100000">
                                          <p:val>
                                            <p:strVal val="#ppt_y"/>
                                          </p:val>
                                        </p:tav>
                                      </p:tavLst>
                                    </p:anim>
                                  </p:childTnLst>
                                </p:cTn>
                              </p:par>
                            </p:childTnLst>
                          </p:cTn>
                        </p:par>
                        <p:par>
                          <p:cTn id="47" fill="hold">
                            <p:stCondLst>
                              <p:cond delay="3000"/>
                            </p:stCondLst>
                            <p:childTnLst>
                              <p:par>
                                <p:cTn id="48" presetID="23" presetClass="entr" presetSubtype="36" fill="hold" grpId="0" nodeType="afterEffect">
                                  <p:stCondLst>
                                    <p:cond delay="0"/>
                                  </p:stCondLst>
                                  <p:childTnLst>
                                    <p:set>
                                      <p:cBhvr>
                                        <p:cTn id="49" dur="1" fill="hold">
                                          <p:stCondLst>
                                            <p:cond delay="0"/>
                                          </p:stCondLst>
                                        </p:cTn>
                                        <p:tgtEl>
                                          <p:spTgt spid="15"/>
                                        </p:tgtEl>
                                        <p:attrNameLst>
                                          <p:attrName>style.visibility</p:attrName>
                                        </p:attrNameLst>
                                      </p:cBhvr>
                                      <p:to>
                                        <p:strVal val="visible"/>
                                      </p:to>
                                    </p:set>
                                    <p:anim calcmode="lin" valueType="num">
                                      <p:cBhvr>
                                        <p:cTn id="50" dur="500" fill="hold"/>
                                        <p:tgtEl>
                                          <p:spTgt spid="15"/>
                                        </p:tgtEl>
                                        <p:attrNameLst>
                                          <p:attrName>ppt_w</p:attrName>
                                        </p:attrNameLst>
                                      </p:cBhvr>
                                      <p:tavLst>
                                        <p:tav tm="0">
                                          <p:val>
                                            <p:strVal val="(6*min(max(#ppt_w*#ppt_h,.3),1)-7.4)/-.7*#ppt_w"/>
                                          </p:val>
                                        </p:tav>
                                        <p:tav tm="100000">
                                          <p:val>
                                            <p:strVal val="#ppt_w"/>
                                          </p:val>
                                        </p:tav>
                                      </p:tavLst>
                                    </p:anim>
                                    <p:anim calcmode="lin" valueType="num">
                                      <p:cBhvr>
                                        <p:cTn id="51" dur="500" fill="hold"/>
                                        <p:tgtEl>
                                          <p:spTgt spid="15"/>
                                        </p:tgtEl>
                                        <p:attrNameLst>
                                          <p:attrName>ppt_h</p:attrName>
                                        </p:attrNameLst>
                                      </p:cBhvr>
                                      <p:tavLst>
                                        <p:tav tm="0">
                                          <p:val>
                                            <p:strVal val="(6*min(max(#ppt_w*#ppt_h,.3),1)-7.4)/-.7*#ppt_h"/>
                                          </p:val>
                                        </p:tav>
                                        <p:tav tm="100000">
                                          <p:val>
                                            <p:strVal val="#ppt_h"/>
                                          </p:val>
                                        </p:tav>
                                      </p:tavLst>
                                    </p:anim>
                                    <p:anim calcmode="lin" valueType="num">
                                      <p:cBhvr>
                                        <p:cTn id="52" dur="500" fill="hold"/>
                                        <p:tgtEl>
                                          <p:spTgt spid="15"/>
                                        </p:tgtEl>
                                        <p:attrNameLst>
                                          <p:attrName>ppt_x</p:attrName>
                                        </p:attrNameLst>
                                      </p:cBhvr>
                                      <p:tavLst>
                                        <p:tav tm="0">
                                          <p:val>
                                            <p:fltVal val="0.5"/>
                                          </p:val>
                                        </p:tav>
                                        <p:tav tm="100000">
                                          <p:val>
                                            <p:strVal val="#ppt_x"/>
                                          </p:val>
                                        </p:tav>
                                      </p:tavLst>
                                    </p:anim>
                                    <p:anim calcmode="lin" valueType="num">
                                      <p:cBhvr>
                                        <p:cTn id="53" dur="500" fill="hold"/>
                                        <p:tgtEl>
                                          <p:spTgt spid="15"/>
                                        </p:tgtEl>
                                        <p:attrNameLst>
                                          <p:attrName>ppt_y</p:attrName>
                                        </p:attrNameLst>
                                      </p:cBhvr>
                                      <p:tavLst>
                                        <p:tav tm="0">
                                          <p:val>
                                            <p:strVal val="1+(6*min(max(#ppt_w*#ppt_h,.3),1)-7.4)/-.7*#ppt_h/2"/>
                                          </p:val>
                                        </p:tav>
                                        <p:tav tm="100000">
                                          <p:val>
                                            <p:strVal val="#ppt_y"/>
                                          </p:val>
                                        </p:tav>
                                      </p:tavLst>
                                    </p:anim>
                                  </p:childTnLst>
                                </p:cTn>
                              </p:par>
                            </p:childTnLst>
                          </p:cTn>
                        </p:par>
                        <p:par>
                          <p:cTn id="54" fill="hold">
                            <p:stCondLst>
                              <p:cond delay="3500"/>
                            </p:stCondLst>
                            <p:childTnLst>
                              <p:par>
                                <p:cTn id="55" presetID="23" presetClass="entr" presetSubtype="36" fill="hold" grpId="0" nodeType="after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p:cTn id="57" dur="500" fill="hold"/>
                                        <p:tgtEl>
                                          <p:spTgt spid="16"/>
                                        </p:tgtEl>
                                        <p:attrNameLst>
                                          <p:attrName>ppt_w</p:attrName>
                                        </p:attrNameLst>
                                      </p:cBhvr>
                                      <p:tavLst>
                                        <p:tav tm="0">
                                          <p:val>
                                            <p:strVal val="(6*min(max(#ppt_w*#ppt_h,.3),1)-7.4)/-.7*#ppt_w"/>
                                          </p:val>
                                        </p:tav>
                                        <p:tav tm="100000">
                                          <p:val>
                                            <p:strVal val="#ppt_w"/>
                                          </p:val>
                                        </p:tav>
                                      </p:tavLst>
                                    </p:anim>
                                    <p:anim calcmode="lin" valueType="num">
                                      <p:cBhvr>
                                        <p:cTn id="58" dur="500" fill="hold"/>
                                        <p:tgtEl>
                                          <p:spTgt spid="16"/>
                                        </p:tgtEl>
                                        <p:attrNameLst>
                                          <p:attrName>ppt_h</p:attrName>
                                        </p:attrNameLst>
                                      </p:cBhvr>
                                      <p:tavLst>
                                        <p:tav tm="0">
                                          <p:val>
                                            <p:strVal val="(6*min(max(#ppt_w*#ppt_h,.3),1)-7.4)/-.7*#ppt_h"/>
                                          </p:val>
                                        </p:tav>
                                        <p:tav tm="100000">
                                          <p:val>
                                            <p:strVal val="#ppt_h"/>
                                          </p:val>
                                        </p:tav>
                                      </p:tavLst>
                                    </p:anim>
                                    <p:anim calcmode="lin" valueType="num">
                                      <p:cBhvr>
                                        <p:cTn id="59" dur="500" fill="hold"/>
                                        <p:tgtEl>
                                          <p:spTgt spid="16"/>
                                        </p:tgtEl>
                                        <p:attrNameLst>
                                          <p:attrName>ppt_x</p:attrName>
                                        </p:attrNameLst>
                                      </p:cBhvr>
                                      <p:tavLst>
                                        <p:tav tm="0">
                                          <p:val>
                                            <p:fltVal val="0.5"/>
                                          </p:val>
                                        </p:tav>
                                        <p:tav tm="100000">
                                          <p:val>
                                            <p:strVal val="#ppt_x"/>
                                          </p:val>
                                        </p:tav>
                                      </p:tavLst>
                                    </p:anim>
                                    <p:anim calcmode="lin" valueType="num">
                                      <p:cBhvr>
                                        <p:cTn id="60" dur="500" fill="hold"/>
                                        <p:tgtEl>
                                          <p:spTgt spid="16"/>
                                        </p:tgtEl>
                                        <p:attrNameLst>
                                          <p:attrName>ppt_y</p:attrName>
                                        </p:attrNameLst>
                                      </p:cBhvr>
                                      <p:tavLst>
                                        <p:tav tm="0">
                                          <p:val>
                                            <p:strVal val="1+(6*min(max(#ppt_w*#ppt_h,.3),1)-7.4)/-.7*#ppt_h/2"/>
                                          </p:val>
                                        </p:tav>
                                        <p:tav tm="100000">
                                          <p:val>
                                            <p:strVal val="#ppt_y"/>
                                          </p:val>
                                        </p:tav>
                                      </p:tavLst>
                                    </p:anim>
                                  </p:childTnLst>
                                </p:cTn>
                              </p:par>
                            </p:childTnLst>
                          </p:cTn>
                        </p:par>
                        <p:par>
                          <p:cTn id="61" fill="hold">
                            <p:stCondLst>
                              <p:cond delay="4000"/>
                            </p:stCondLst>
                            <p:childTnLst>
                              <p:par>
                                <p:cTn id="62" presetID="2" presetClass="entr" presetSubtype="4" fill="hold" grpId="0" nodeType="afterEffect">
                                  <p:stCondLst>
                                    <p:cond delay="0"/>
                                  </p:stCondLst>
                                  <p:childTnLst>
                                    <p:set>
                                      <p:cBhvr>
                                        <p:cTn id="63" dur="1" fill="hold">
                                          <p:stCondLst>
                                            <p:cond delay="0"/>
                                          </p:stCondLst>
                                        </p:cTn>
                                        <p:tgtEl>
                                          <p:spTgt spid="13"/>
                                        </p:tgtEl>
                                        <p:attrNameLst>
                                          <p:attrName>style.visibility</p:attrName>
                                        </p:attrNameLst>
                                      </p:cBhvr>
                                      <p:to>
                                        <p:strVal val="visible"/>
                                      </p:to>
                                    </p:set>
                                    <p:anim calcmode="lin" valueType="num">
                                      <p:cBhvr additive="base">
                                        <p:cTn id="64" dur="250" fill="hold"/>
                                        <p:tgtEl>
                                          <p:spTgt spid="13"/>
                                        </p:tgtEl>
                                        <p:attrNameLst>
                                          <p:attrName>ppt_x</p:attrName>
                                        </p:attrNameLst>
                                      </p:cBhvr>
                                      <p:tavLst>
                                        <p:tav tm="0">
                                          <p:val>
                                            <p:strVal val="#ppt_x"/>
                                          </p:val>
                                        </p:tav>
                                        <p:tav tm="100000">
                                          <p:val>
                                            <p:strVal val="#ppt_x"/>
                                          </p:val>
                                        </p:tav>
                                      </p:tavLst>
                                    </p:anim>
                                    <p:anim calcmode="lin" valueType="num">
                                      <p:cBhvr additive="base">
                                        <p:cTn id="65" dur="250" fill="hold"/>
                                        <p:tgtEl>
                                          <p:spTgt spid="13"/>
                                        </p:tgtEl>
                                        <p:attrNameLst>
                                          <p:attrName>ppt_y</p:attrName>
                                        </p:attrNameLst>
                                      </p:cBhvr>
                                      <p:tavLst>
                                        <p:tav tm="0">
                                          <p:val>
                                            <p:strVal val="1+#ppt_h/2"/>
                                          </p:val>
                                        </p:tav>
                                        <p:tav tm="100000">
                                          <p:val>
                                            <p:strVal val="#ppt_y"/>
                                          </p:val>
                                        </p:tav>
                                      </p:tavLst>
                                    </p:anim>
                                  </p:childTnLst>
                                </p:cTn>
                              </p:par>
                              <p:par>
                                <p:cTn id="66" presetID="2" presetClass="entr" presetSubtype="4" fill="hold" grpId="0" nodeType="withEffect">
                                  <p:stCondLst>
                                    <p:cond delay="0"/>
                                  </p:stCondLst>
                                  <p:childTnLst>
                                    <p:set>
                                      <p:cBhvr>
                                        <p:cTn id="67" dur="1" fill="hold">
                                          <p:stCondLst>
                                            <p:cond delay="0"/>
                                          </p:stCondLst>
                                        </p:cTn>
                                        <p:tgtEl>
                                          <p:spTgt spid="14"/>
                                        </p:tgtEl>
                                        <p:attrNameLst>
                                          <p:attrName>style.visibility</p:attrName>
                                        </p:attrNameLst>
                                      </p:cBhvr>
                                      <p:to>
                                        <p:strVal val="visible"/>
                                      </p:to>
                                    </p:set>
                                    <p:anim calcmode="lin" valueType="num">
                                      <p:cBhvr additive="base">
                                        <p:cTn id="68" dur="250" fill="hold"/>
                                        <p:tgtEl>
                                          <p:spTgt spid="14"/>
                                        </p:tgtEl>
                                        <p:attrNameLst>
                                          <p:attrName>ppt_x</p:attrName>
                                        </p:attrNameLst>
                                      </p:cBhvr>
                                      <p:tavLst>
                                        <p:tav tm="0">
                                          <p:val>
                                            <p:strVal val="#ppt_x"/>
                                          </p:val>
                                        </p:tav>
                                        <p:tav tm="100000">
                                          <p:val>
                                            <p:strVal val="#ppt_x"/>
                                          </p:val>
                                        </p:tav>
                                      </p:tavLst>
                                    </p:anim>
                                    <p:anim calcmode="lin" valueType="num">
                                      <p:cBhvr additive="base">
                                        <p:cTn id="69" dur="25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animBg="1"/>
      <p:bldP spid="8" grpId="0"/>
      <p:bldP spid="12" grpId="0"/>
      <p:bldP spid="13" grpId="0"/>
      <p:bldP spid="14" grpId="0"/>
      <p:bldP spid="15" grpId="0" animBg="1"/>
      <p:bldP spid="1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78" y="0"/>
            <a:ext cx="9144000" cy="5143500"/>
          </a:xfrm>
          <a:prstGeom prst="rect">
            <a:avLst/>
          </a:prstGeom>
        </p:spPr>
      </p:pic>
      <p:pic>
        <p:nvPicPr>
          <p:cNvPr id="32" name="图片 31"/>
          <p:cNvPicPr>
            <a:picLocks noChangeAspect="1"/>
          </p:cNvPicPr>
          <p:nvPr/>
        </p:nvPicPr>
        <p:blipFill>
          <a:blip r:embed="rId2">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378" y="3455048"/>
            <a:ext cx="9143244" cy="1688452"/>
          </a:xfrm>
          <a:prstGeom prst="rect">
            <a:avLst/>
          </a:prstGeom>
        </p:spPr>
      </p:pic>
      <p:grpSp>
        <p:nvGrpSpPr>
          <p:cNvPr id="131" name="组合 130"/>
          <p:cNvGrpSpPr/>
          <p:nvPr/>
        </p:nvGrpSpPr>
        <p:grpSpPr>
          <a:xfrm>
            <a:off x="933624" y="574727"/>
            <a:ext cx="1215718" cy="2400657"/>
            <a:chOff x="702732" y="1342594"/>
            <a:chExt cx="1215718" cy="2400657"/>
          </a:xfrm>
        </p:grpSpPr>
        <p:sp>
          <p:nvSpPr>
            <p:cNvPr id="132" name="TextBox 131"/>
            <p:cNvSpPr txBox="1"/>
            <p:nvPr/>
          </p:nvSpPr>
          <p:spPr>
            <a:xfrm>
              <a:off x="702732" y="1342594"/>
              <a:ext cx="1015663" cy="2400657"/>
            </a:xfrm>
            <a:prstGeom prst="rect">
              <a:avLst/>
            </a:prstGeom>
            <a:noFill/>
          </p:spPr>
          <p:txBody>
            <a:bodyPr vert="eaVert"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5400" b="1" i="0" u="none" strike="noStrike" kern="1200" cap="none" spc="60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mn-cs"/>
                </a:rPr>
                <a:t>过渡页</a:t>
              </a:r>
              <a:endParaRPr kumimoji="0" lang="zh-CN" altLang="en-US" sz="5400" b="1" i="0" u="none" strike="noStrike" kern="1200" cap="none" spc="60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33" name="TextBox 132"/>
            <p:cNvSpPr txBox="1"/>
            <p:nvPr/>
          </p:nvSpPr>
          <p:spPr>
            <a:xfrm>
              <a:off x="1456785" y="2052576"/>
              <a:ext cx="461665" cy="1208023"/>
            </a:xfrm>
            <a:prstGeom prst="rect">
              <a:avLst/>
            </a:prstGeom>
            <a:noFill/>
          </p:spPr>
          <p:txBody>
            <a:bodyPr vert="eaVert"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150" normalizeH="0" baseline="0" noProof="0" dirty="0" smtClean="0">
                  <a:ln>
                    <a:noFill/>
                  </a:ln>
                  <a:solidFill>
                    <a:srgbClr val="C00000"/>
                  </a:solidFill>
                  <a:effectLst/>
                  <a:uLnTx/>
                  <a:uFillTx/>
                  <a:latin typeface="Arial" panose="020B0604020202020204" pitchFamily="34" charset="0"/>
                  <a:ea typeface="宋体" panose="02010600030101010101" pitchFamily="2" charset="-122"/>
                  <a:cs typeface="Arial" panose="020B0604020202020204" pitchFamily="34" charset="0"/>
                </a:rPr>
                <a:t>CONTENTS</a:t>
              </a:r>
              <a:endParaRPr kumimoji="0" lang="zh-CN" altLang="en-US" sz="1800" b="1" i="0" u="none" strike="noStrike" kern="1200" cap="none" spc="-150" normalizeH="0" baseline="0" noProof="0" dirty="0">
                <a:ln>
                  <a:noFill/>
                </a:ln>
                <a:solidFill>
                  <a:srgbClr val="C00000"/>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sp>
        <p:nvSpPr>
          <p:cNvPr id="2" name="文本框 1"/>
          <p:cNvSpPr txBox="1"/>
          <p:nvPr/>
        </p:nvSpPr>
        <p:spPr>
          <a:xfrm>
            <a:off x="3820061" y="896527"/>
            <a:ext cx="2646878" cy="830997"/>
          </a:xfrm>
          <a:prstGeom prst="rect">
            <a:avLst/>
          </a:prstGeom>
          <a:noFill/>
        </p:spPr>
        <p:txBody>
          <a:bodyPr wrap="none" rtlCol="0">
            <a:spAutoFit/>
          </a:bodyPr>
          <a:lstStyle/>
          <a:p>
            <a:r>
              <a:rPr lang="zh-CN" altLang="en-US" sz="4800" b="1" dirty="0" smtClean="0">
                <a:solidFill>
                  <a:srgbClr val="C00000"/>
                </a:solidFill>
                <a:latin typeface="微软雅黑" panose="020B0503020204020204" pitchFamily="34" charset="-122"/>
                <a:ea typeface="微软雅黑" panose="020B0503020204020204" pitchFamily="34" charset="-122"/>
              </a:rPr>
              <a:t>第三部分</a:t>
            </a:r>
            <a:endParaRPr lang="zh-CN" altLang="en-US" sz="4800" b="1" dirty="0">
              <a:solidFill>
                <a:srgbClr val="C00000"/>
              </a:solidFill>
              <a:latin typeface="微软雅黑" panose="020B0503020204020204" pitchFamily="34" charset="-122"/>
              <a:ea typeface="微软雅黑" panose="020B0503020204020204" pitchFamily="34" charset="-122"/>
            </a:endParaRPr>
          </a:p>
        </p:txBody>
      </p:sp>
      <p:grpSp>
        <p:nvGrpSpPr>
          <p:cNvPr id="8" name="组合 7"/>
          <p:cNvGrpSpPr/>
          <p:nvPr/>
        </p:nvGrpSpPr>
        <p:grpSpPr>
          <a:xfrm>
            <a:off x="2578100" y="1977488"/>
            <a:ext cx="5130800" cy="830997"/>
            <a:chOff x="2578100" y="1977488"/>
            <a:chExt cx="5130800" cy="830997"/>
          </a:xfrm>
        </p:grpSpPr>
        <p:sp>
          <p:nvSpPr>
            <p:cNvPr id="3" name="对角圆角矩形 2"/>
            <p:cNvSpPr/>
            <p:nvPr/>
          </p:nvSpPr>
          <p:spPr>
            <a:xfrm>
              <a:off x="2578100" y="1979257"/>
              <a:ext cx="5130800" cy="796695"/>
            </a:xfrm>
            <a:prstGeom prst="round2Diag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p:cNvSpPr txBox="1"/>
            <p:nvPr/>
          </p:nvSpPr>
          <p:spPr>
            <a:xfrm>
              <a:off x="2599809" y="1977488"/>
              <a:ext cx="5109091" cy="830997"/>
            </a:xfrm>
            <a:prstGeom prst="rect">
              <a:avLst/>
            </a:prstGeom>
            <a:noFill/>
          </p:spPr>
          <p:txBody>
            <a:bodyPr wrap="none" rtlCol="0">
              <a:spAutoFit/>
            </a:bodyPr>
            <a:lstStyle/>
            <a:p>
              <a:r>
                <a:rPr lang="zh-CN" altLang="en-US" sz="4800" b="1" dirty="0" smtClean="0">
                  <a:solidFill>
                    <a:schemeClr val="bg1"/>
                  </a:solidFill>
                  <a:latin typeface="微软雅黑" panose="020B0503020204020204" pitchFamily="34" charset="-122"/>
                  <a:ea typeface="微软雅黑" panose="020B0503020204020204" pitchFamily="34" charset="-122"/>
                </a:rPr>
                <a:t>单击此处添加标题</a:t>
              </a:r>
              <a:endParaRPr lang="zh-CN" altLang="en-US" sz="4800" b="1" dirty="0">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afterEffect">
                                  <p:stCondLst>
                                    <p:cond delay="0"/>
                                  </p:stCondLst>
                                  <p:childTnLst>
                                    <p:set>
                                      <p:cBhvr>
                                        <p:cTn id="6" dur="1" fill="hold">
                                          <p:stCondLst>
                                            <p:cond delay="0"/>
                                          </p:stCondLst>
                                        </p:cTn>
                                        <p:tgtEl>
                                          <p:spTgt spid="131"/>
                                        </p:tgtEl>
                                        <p:attrNameLst>
                                          <p:attrName>style.visibility</p:attrName>
                                        </p:attrNameLst>
                                      </p:cBhvr>
                                      <p:to>
                                        <p:strVal val="visible"/>
                                      </p:to>
                                    </p:set>
                                    <p:anim calcmode="lin" valueType="num">
                                      <p:cBhvr additive="base">
                                        <p:cTn id="7" dur="500"/>
                                        <p:tgtEl>
                                          <p:spTgt spid="131"/>
                                        </p:tgtEl>
                                        <p:attrNameLst>
                                          <p:attrName>ppt_x</p:attrName>
                                        </p:attrNameLst>
                                      </p:cBhvr>
                                      <p:tavLst>
                                        <p:tav tm="0">
                                          <p:val>
                                            <p:strVal val="#ppt_x+#ppt_w*1.125000"/>
                                          </p:val>
                                        </p:tav>
                                        <p:tav tm="100000">
                                          <p:val>
                                            <p:strVal val="#ppt_x"/>
                                          </p:val>
                                        </p:tav>
                                      </p:tavLst>
                                    </p:anim>
                                    <p:animEffect transition="in" filter="wipe(left)">
                                      <p:cBhvr>
                                        <p:cTn id="8" dur="500"/>
                                        <p:tgtEl>
                                          <p:spTgt spid="131"/>
                                        </p:tgtEl>
                                      </p:cBhvr>
                                    </p:animEffect>
                                  </p:childTnLst>
                                </p:cTn>
                              </p:par>
                            </p:childTnLst>
                          </p:cTn>
                        </p:par>
                        <p:par>
                          <p:cTn id="9" fill="hold">
                            <p:stCondLst>
                              <p:cond delay="500"/>
                            </p:stCondLst>
                            <p:childTnLst>
                              <p:par>
                                <p:cTn id="10" presetID="31" presetClass="entr" presetSubtype="0"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fltVal val="0"/>
                                          </p:val>
                                        </p:tav>
                                        <p:tav tm="100000">
                                          <p:val>
                                            <p:strVal val="#ppt_w"/>
                                          </p:val>
                                        </p:tav>
                                      </p:tavLst>
                                    </p:anim>
                                    <p:anim calcmode="lin" valueType="num">
                                      <p:cBhvr>
                                        <p:cTn id="13" dur="1000" fill="hold"/>
                                        <p:tgtEl>
                                          <p:spTgt spid="2"/>
                                        </p:tgtEl>
                                        <p:attrNameLst>
                                          <p:attrName>ppt_h</p:attrName>
                                        </p:attrNameLst>
                                      </p:cBhvr>
                                      <p:tavLst>
                                        <p:tav tm="0">
                                          <p:val>
                                            <p:fltVal val="0"/>
                                          </p:val>
                                        </p:tav>
                                        <p:tav tm="100000">
                                          <p:val>
                                            <p:strVal val="#ppt_h"/>
                                          </p:val>
                                        </p:tav>
                                      </p:tavLst>
                                    </p:anim>
                                    <p:anim calcmode="lin" valueType="num">
                                      <p:cBhvr>
                                        <p:cTn id="14" dur="1000" fill="hold"/>
                                        <p:tgtEl>
                                          <p:spTgt spid="2"/>
                                        </p:tgtEl>
                                        <p:attrNameLst>
                                          <p:attrName>style.rotation</p:attrName>
                                        </p:attrNameLst>
                                      </p:cBhvr>
                                      <p:tavLst>
                                        <p:tav tm="0">
                                          <p:val>
                                            <p:fltVal val="90"/>
                                          </p:val>
                                        </p:tav>
                                        <p:tav tm="100000">
                                          <p:val>
                                            <p:fltVal val="0"/>
                                          </p:val>
                                        </p:tav>
                                      </p:tavLst>
                                    </p:anim>
                                    <p:animEffect transition="in" filter="fade">
                                      <p:cBhvr>
                                        <p:cTn id="15" dur="1000"/>
                                        <p:tgtEl>
                                          <p:spTgt spid="2"/>
                                        </p:tgtEl>
                                      </p:cBhvr>
                                    </p:animEffect>
                                  </p:childTnLst>
                                </p:cTn>
                              </p:par>
                            </p:childTnLst>
                          </p:cTn>
                        </p:par>
                        <p:par>
                          <p:cTn id="16" fill="hold">
                            <p:stCondLst>
                              <p:cond delay="1500"/>
                            </p:stCondLst>
                            <p:childTnLst>
                              <p:par>
                                <p:cTn id="17" presetID="42" presetClass="entr" presetSubtype="0"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点击此处添加标题</a:t>
            </a:r>
            <a:endParaRPr lang="zh-CN" altLang="en-US" dirty="0"/>
          </a:p>
        </p:txBody>
      </p:sp>
      <p:grpSp>
        <p:nvGrpSpPr>
          <p:cNvPr id="3" name="Group 12"/>
          <p:cNvGrpSpPr/>
          <p:nvPr/>
        </p:nvGrpSpPr>
        <p:grpSpPr bwMode="auto">
          <a:xfrm>
            <a:off x="1114623" y="1852762"/>
            <a:ext cx="2305050" cy="2879725"/>
            <a:chOff x="0" y="0"/>
            <a:chExt cx="1452" cy="1814"/>
          </a:xfrm>
        </p:grpSpPr>
        <p:sp>
          <p:nvSpPr>
            <p:cNvPr id="4" name="Rectangle 13"/>
            <p:cNvSpPr>
              <a:spLocks noChangeArrowheads="1"/>
            </p:cNvSpPr>
            <p:nvPr/>
          </p:nvSpPr>
          <p:spPr bwMode="auto">
            <a:xfrm rot="10800000">
              <a:off x="0" y="181"/>
              <a:ext cx="1452" cy="1633"/>
            </a:xfrm>
            <a:prstGeom prst="rect">
              <a:avLst/>
            </a:prstGeom>
            <a:gradFill rotWithShape="1">
              <a:gsLst>
                <a:gs pos="0">
                  <a:srgbClr val="DDDDDD"/>
                </a:gs>
                <a:gs pos="100000">
                  <a:schemeClr val="bg1"/>
                </a:gs>
              </a:gsLst>
              <a:lin ang="5400000" scaled="1"/>
            </a:gradFill>
            <a:ln w="3175">
              <a:solidFill>
                <a:srgbClr val="C0C0C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 name="AutoShape 14"/>
            <p:cNvSpPr>
              <a:spLocks noChangeArrowheads="1"/>
            </p:cNvSpPr>
            <p:nvPr/>
          </p:nvSpPr>
          <p:spPr bwMode="auto">
            <a:xfrm rot="10800000">
              <a:off x="0" y="0"/>
              <a:ext cx="1452" cy="181"/>
            </a:xfrm>
            <a:custGeom>
              <a:avLst/>
              <a:gdLst>
                <a:gd name="G0" fmla="+- 1072 0 0"/>
                <a:gd name="G1" fmla="+- 21600 0 1072"/>
                <a:gd name="G2" fmla="*/ 1072 1 2"/>
                <a:gd name="G3" fmla="+- 21600 0 G2"/>
                <a:gd name="G4" fmla="+/ 1072 21600 2"/>
                <a:gd name="G5" fmla="+/ G1 0 2"/>
                <a:gd name="G6" fmla="*/ 21600 21600 1072"/>
                <a:gd name="G7" fmla="*/ G6 1 2"/>
                <a:gd name="G8" fmla="+- 21600 0 G7"/>
                <a:gd name="G9" fmla="*/ 21600 1 2"/>
                <a:gd name="G10" fmla="+- 1072 0 G9"/>
                <a:gd name="G11" fmla="?: G10 G8 0"/>
                <a:gd name="G12" fmla="?: G10 G7 21600"/>
                <a:gd name="T0" fmla="*/ 21064 w 21600"/>
                <a:gd name="T1" fmla="*/ 10800 h 21600"/>
                <a:gd name="T2" fmla="*/ 10800 w 21600"/>
                <a:gd name="T3" fmla="*/ 21600 h 21600"/>
                <a:gd name="T4" fmla="*/ 536 w 21600"/>
                <a:gd name="T5" fmla="*/ 10800 h 21600"/>
                <a:gd name="T6" fmla="*/ 10800 w 21600"/>
                <a:gd name="T7" fmla="*/ 0 h 21600"/>
                <a:gd name="T8" fmla="*/ 2336 w 21600"/>
                <a:gd name="T9" fmla="*/ 2336 h 21600"/>
                <a:gd name="T10" fmla="*/ 19264 w 21600"/>
                <a:gd name="T11" fmla="*/ 19264 h 21600"/>
              </a:gdLst>
              <a:ahLst/>
              <a:cxnLst>
                <a:cxn ang="0">
                  <a:pos x="T0" y="T1"/>
                </a:cxn>
                <a:cxn ang="0">
                  <a:pos x="T2" y="T3"/>
                </a:cxn>
                <a:cxn ang="0">
                  <a:pos x="T4" y="T5"/>
                </a:cxn>
                <a:cxn ang="0">
                  <a:pos x="T6" y="T7"/>
                </a:cxn>
              </a:cxnLst>
              <a:rect l="T8" t="T9" r="T10" b="T11"/>
              <a:pathLst>
                <a:path w="21600" h="21600">
                  <a:moveTo>
                    <a:pt x="0" y="0"/>
                  </a:moveTo>
                  <a:lnTo>
                    <a:pt x="1072" y="21600"/>
                  </a:lnTo>
                  <a:lnTo>
                    <a:pt x="20528" y="21600"/>
                  </a:lnTo>
                  <a:lnTo>
                    <a:pt x="21600" y="0"/>
                  </a:lnTo>
                  <a:close/>
                </a:path>
              </a:pathLst>
            </a:custGeom>
            <a:gradFill rotWithShape="1">
              <a:gsLst>
                <a:gs pos="0">
                  <a:srgbClr val="DDDDDD"/>
                </a:gs>
                <a:gs pos="100000">
                  <a:schemeClr val="bg1">
                    <a:alpha val="0"/>
                  </a:schemeClr>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grpSp>
        <p:nvGrpSpPr>
          <p:cNvPr id="6" name="组合 5"/>
          <p:cNvGrpSpPr/>
          <p:nvPr/>
        </p:nvGrpSpPr>
        <p:grpSpPr>
          <a:xfrm>
            <a:off x="1114623" y="987574"/>
            <a:ext cx="2305050" cy="936625"/>
            <a:chOff x="1114623" y="987574"/>
            <a:chExt cx="2305050" cy="936625"/>
          </a:xfrm>
        </p:grpSpPr>
        <p:grpSp>
          <p:nvGrpSpPr>
            <p:cNvPr id="7" name="Group 3"/>
            <p:cNvGrpSpPr/>
            <p:nvPr/>
          </p:nvGrpSpPr>
          <p:grpSpPr bwMode="auto">
            <a:xfrm>
              <a:off x="1114623" y="987574"/>
              <a:ext cx="2305050" cy="936625"/>
              <a:chOff x="0" y="0"/>
              <a:chExt cx="1452" cy="590"/>
            </a:xfrm>
          </p:grpSpPr>
          <p:sp>
            <p:nvSpPr>
              <p:cNvPr id="9" name="AutoShape 4"/>
              <p:cNvSpPr>
                <a:spLocks noChangeArrowheads="1"/>
              </p:cNvSpPr>
              <p:nvPr/>
            </p:nvSpPr>
            <p:spPr bwMode="auto">
              <a:xfrm>
                <a:off x="0" y="91"/>
                <a:ext cx="1452" cy="499"/>
              </a:xfrm>
              <a:prstGeom prst="downArrowCallout">
                <a:avLst>
                  <a:gd name="adj1" fmla="val 72692"/>
                  <a:gd name="adj2" fmla="val 36346"/>
                  <a:gd name="adj3" fmla="val 14028"/>
                  <a:gd name="adj4" fmla="val 85940"/>
                </a:avLst>
              </a:prstGeom>
              <a:solidFill>
                <a:srgbClr val="C8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46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AutoShape 5"/>
              <p:cNvSpPr>
                <a:spLocks noChangeArrowheads="1"/>
              </p:cNvSpPr>
              <p:nvPr/>
            </p:nvSpPr>
            <p:spPr bwMode="auto">
              <a:xfrm rot="10800000">
                <a:off x="4" y="0"/>
                <a:ext cx="1448" cy="91"/>
              </a:xfrm>
              <a:custGeom>
                <a:avLst/>
                <a:gdLst>
                  <a:gd name="G0" fmla="+- 721 0 0"/>
                  <a:gd name="G1" fmla="+- 21600 0 721"/>
                  <a:gd name="G2" fmla="*/ 721 1 2"/>
                  <a:gd name="G3" fmla="+- 21600 0 G2"/>
                  <a:gd name="G4" fmla="+/ 721 21600 2"/>
                  <a:gd name="G5" fmla="+/ G1 0 2"/>
                  <a:gd name="G6" fmla="*/ 21600 21600 721"/>
                  <a:gd name="G7" fmla="*/ G6 1 2"/>
                  <a:gd name="G8" fmla="+- 21600 0 G7"/>
                  <a:gd name="G9" fmla="*/ 21600 1 2"/>
                  <a:gd name="G10" fmla="+- 721 0 G9"/>
                  <a:gd name="G11" fmla="?: G10 G8 0"/>
                  <a:gd name="G12" fmla="?: G10 G7 21600"/>
                  <a:gd name="T0" fmla="*/ 21239 w 21600"/>
                  <a:gd name="T1" fmla="*/ 10800 h 21600"/>
                  <a:gd name="T2" fmla="*/ 10800 w 21600"/>
                  <a:gd name="T3" fmla="*/ 21600 h 21600"/>
                  <a:gd name="T4" fmla="*/ 361 w 21600"/>
                  <a:gd name="T5" fmla="*/ 10800 h 21600"/>
                  <a:gd name="T6" fmla="*/ 10800 w 21600"/>
                  <a:gd name="T7" fmla="*/ 0 h 21600"/>
                  <a:gd name="T8" fmla="*/ 2161 w 21600"/>
                  <a:gd name="T9" fmla="*/ 2161 h 21600"/>
                  <a:gd name="T10" fmla="*/ 19439 w 21600"/>
                  <a:gd name="T11" fmla="*/ 19439 h 21600"/>
                </a:gdLst>
                <a:ahLst/>
                <a:cxnLst>
                  <a:cxn ang="0">
                    <a:pos x="T0" y="T1"/>
                  </a:cxn>
                  <a:cxn ang="0">
                    <a:pos x="T2" y="T3"/>
                  </a:cxn>
                  <a:cxn ang="0">
                    <a:pos x="T4" y="T5"/>
                  </a:cxn>
                  <a:cxn ang="0">
                    <a:pos x="T6" y="T7"/>
                  </a:cxn>
                </a:cxnLst>
                <a:rect l="T8" t="T9" r="T10" b="T11"/>
                <a:pathLst>
                  <a:path w="21600" h="21600">
                    <a:moveTo>
                      <a:pt x="0" y="0"/>
                    </a:moveTo>
                    <a:lnTo>
                      <a:pt x="721" y="21600"/>
                    </a:lnTo>
                    <a:lnTo>
                      <a:pt x="20879" y="21600"/>
                    </a:lnTo>
                    <a:lnTo>
                      <a:pt x="21600" y="0"/>
                    </a:lnTo>
                    <a:close/>
                  </a:path>
                </a:pathLst>
              </a:custGeom>
              <a:gradFill rotWithShape="1">
                <a:gsLst>
                  <a:gs pos="0">
                    <a:schemeClr val="accent1">
                      <a:alpha val="50000"/>
                    </a:schemeClr>
                  </a:gs>
                  <a:gs pos="100000">
                    <a:schemeClr val="bg1">
                      <a:alpha val="0"/>
                    </a:schemeClr>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sp>
          <p:nvSpPr>
            <p:cNvPr id="8" name="WordArt 15"/>
            <p:cNvSpPr>
              <a:spLocks noChangeArrowheads="1" noChangeShapeType="1"/>
            </p:cNvSpPr>
            <p:nvPr/>
          </p:nvSpPr>
          <p:spPr bwMode="auto">
            <a:xfrm>
              <a:off x="1284485" y="1355874"/>
              <a:ext cx="1943100" cy="238125"/>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w="9525">
                    <a:solidFill>
                      <a:prstClr val="white"/>
                    </a:solidFill>
                    <a:round/>
                  </a:ln>
                  <a:solidFill>
                    <a:prstClr val="white"/>
                  </a:solidFill>
                  <a:effectLst/>
                  <a:uLnTx/>
                  <a:uFillTx/>
                  <a:latin typeface="黑体" panose="02010609060101010101" charset="-122"/>
                  <a:ea typeface="黑体" panose="02010609060101010101" charset="-122"/>
                  <a:cs typeface="+mn-cs"/>
                </a:rPr>
                <a:t>双击添加标题文字</a:t>
              </a:r>
              <a:endParaRPr kumimoji="0" lang="zh-CN" altLang="en-US" sz="2400" b="0" i="0" u="none" strike="noStrike" kern="1200" cap="none" spc="0" normalizeH="0" baseline="0" noProof="0" dirty="0">
                <a:ln w="9525">
                  <a:solidFill>
                    <a:prstClr val="white"/>
                  </a:solidFill>
                  <a:round/>
                </a:ln>
                <a:solidFill>
                  <a:prstClr val="white"/>
                </a:solidFill>
                <a:effectLst/>
                <a:uLnTx/>
                <a:uFillTx/>
                <a:latin typeface="黑体" panose="02010609060101010101" charset="-122"/>
                <a:ea typeface="黑体" panose="02010609060101010101" charset="-122"/>
                <a:cs typeface="+mn-cs"/>
              </a:endParaRPr>
            </a:p>
          </p:txBody>
        </p:sp>
      </p:grpSp>
      <p:sp>
        <p:nvSpPr>
          <p:cNvPr id="11" name="Rectangle 16"/>
          <p:cNvSpPr>
            <a:spLocks noChangeArrowheads="1"/>
          </p:cNvSpPr>
          <p:nvPr/>
        </p:nvSpPr>
        <p:spPr bwMode="auto">
          <a:xfrm>
            <a:off x="1114425" y="2139950"/>
            <a:ext cx="2305050" cy="2428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33333"/>
                </a:solidFill>
                <a:effectLst/>
                <a:uLnTx/>
                <a:uFillTx/>
                <a:latin typeface="Calibri" panose="020F0502020204030204"/>
                <a:ea typeface="宋体" panose="02010600030101010101" pitchFamily="2" charset="-122"/>
                <a:cs typeface="+mn-cs"/>
              </a:rPr>
              <a:t>单击此处添加段落文字内容</a:t>
            </a:r>
            <a:endParaRPr kumimoji="0" lang="zh-CN" altLang="en-US" sz="1200" b="0" i="0" u="none" strike="noStrike" kern="1200" cap="none" spc="0" normalizeH="0" baseline="0" noProof="0" dirty="0">
              <a:ln>
                <a:noFill/>
              </a:ln>
              <a:solidFill>
                <a:srgbClr val="333333"/>
              </a:solidFill>
              <a:effectLst/>
              <a:uLnTx/>
              <a:uFillTx/>
              <a:latin typeface="Calibri" panose="020F05020202040302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33333"/>
                </a:solidFill>
                <a:effectLst/>
                <a:uLnTx/>
                <a:uFillTx/>
                <a:latin typeface="Calibri" panose="020F0502020204030204"/>
                <a:ea typeface="宋体" panose="02010600030101010101" pitchFamily="2" charset="-122"/>
                <a:cs typeface="+mn-cs"/>
              </a:rPr>
              <a:t>单击此处添加段落文字内容</a:t>
            </a:r>
            <a:endParaRPr kumimoji="0" lang="zh-CN" altLang="en-US" sz="1200" b="0" i="0" u="none" strike="noStrike" kern="1200" cap="none" spc="0" normalizeH="0" baseline="0" noProof="0" dirty="0">
              <a:ln>
                <a:noFill/>
              </a:ln>
              <a:solidFill>
                <a:srgbClr val="333333"/>
              </a:solidFill>
              <a:effectLst/>
              <a:uLnTx/>
              <a:uFillTx/>
              <a:latin typeface="Calibri" panose="020F05020202040302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33333"/>
                </a:solidFill>
                <a:effectLst/>
                <a:uLnTx/>
                <a:uFillTx/>
                <a:latin typeface="Calibri" panose="020F0502020204030204"/>
                <a:ea typeface="宋体" panose="02010600030101010101" pitchFamily="2" charset="-122"/>
                <a:cs typeface="+mn-cs"/>
              </a:rPr>
              <a:t>单击此处添加段落文字内容亮亮图文旗舰店  https://liangliangtuwen.tmall.com</a:t>
            </a:r>
            <a:endParaRPr kumimoji="0" lang="zh-CN" altLang="en-US" sz="1200" b="0" i="0" u="none" strike="noStrike" kern="1200" cap="none" spc="0" normalizeH="0" baseline="0" noProof="0" dirty="0">
              <a:ln>
                <a:noFill/>
              </a:ln>
              <a:solidFill>
                <a:srgbClr val="333333"/>
              </a:solidFill>
              <a:effectLst/>
              <a:uLnTx/>
              <a:uFillTx/>
              <a:latin typeface="Calibri" panose="020F05020202040302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333333"/>
              </a:solidFill>
              <a:effectLst/>
              <a:uLnTx/>
              <a:uFillTx/>
              <a:latin typeface="Calibri" panose="020F05020202040302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333333"/>
              </a:solidFill>
              <a:effectLst/>
              <a:uLnTx/>
              <a:uFillTx/>
              <a:latin typeface="Calibri" panose="020F05020202040302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333333"/>
              </a:solidFill>
              <a:effectLst/>
              <a:uLnTx/>
              <a:uFillTx/>
              <a:latin typeface="Calibri" panose="020F0502020204030204"/>
              <a:ea typeface="宋体" panose="02010600030101010101" pitchFamily="2" charset="-122"/>
              <a:cs typeface="+mn-cs"/>
            </a:endParaRPr>
          </a:p>
        </p:txBody>
      </p:sp>
      <p:grpSp>
        <p:nvGrpSpPr>
          <p:cNvPr id="12" name="Group 12"/>
          <p:cNvGrpSpPr/>
          <p:nvPr/>
        </p:nvGrpSpPr>
        <p:grpSpPr bwMode="auto">
          <a:xfrm>
            <a:off x="3635896" y="1852762"/>
            <a:ext cx="2305050" cy="2879725"/>
            <a:chOff x="0" y="0"/>
            <a:chExt cx="1452" cy="1814"/>
          </a:xfrm>
        </p:grpSpPr>
        <p:sp>
          <p:nvSpPr>
            <p:cNvPr id="13" name="Rectangle 13"/>
            <p:cNvSpPr>
              <a:spLocks noChangeArrowheads="1"/>
            </p:cNvSpPr>
            <p:nvPr/>
          </p:nvSpPr>
          <p:spPr bwMode="auto">
            <a:xfrm rot="10800000">
              <a:off x="0" y="181"/>
              <a:ext cx="1452" cy="1633"/>
            </a:xfrm>
            <a:prstGeom prst="rect">
              <a:avLst/>
            </a:prstGeom>
            <a:gradFill rotWithShape="1">
              <a:gsLst>
                <a:gs pos="0">
                  <a:srgbClr val="DDDDDD"/>
                </a:gs>
                <a:gs pos="100000">
                  <a:schemeClr val="bg1"/>
                </a:gs>
              </a:gsLst>
              <a:lin ang="5400000" scaled="1"/>
            </a:gradFill>
            <a:ln w="3175">
              <a:solidFill>
                <a:srgbClr val="C0C0C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4" name="AutoShape 14"/>
            <p:cNvSpPr>
              <a:spLocks noChangeArrowheads="1"/>
            </p:cNvSpPr>
            <p:nvPr/>
          </p:nvSpPr>
          <p:spPr bwMode="auto">
            <a:xfrm rot="10800000">
              <a:off x="0" y="0"/>
              <a:ext cx="1452" cy="181"/>
            </a:xfrm>
            <a:custGeom>
              <a:avLst/>
              <a:gdLst>
                <a:gd name="G0" fmla="+- 1072 0 0"/>
                <a:gd name="G1" fmla="+- 21600 0 1072"/>
                <a:gd name="G2" fmla="*/ 1072 1 2"/>
                <a:gd name="G3" fmla="+- 21600 0 G2"/>
                <a:gd name="G4" fmla="+/ 1072 21600 2"/>
                <a:gd name="G5" fmla="+/ G1 0 2"/>
                <a:gd name="G6" fmla="*/ 21600 21600 1072"/>
                <a:gd name="G7" fmla="*/ G6 1 2"/>
                <a:gd name="G8" fmla="+- 21600 0 G7"/>
                <a:gd name="G9" fmla="*/ 21600 1 2"/>
                <a:gd name="G10" fmla="+- 1072 0 G9"/>
                <a:gd name="G11" fmla="?: G10 G8 0"/>
                <a:gd name="G12" fmla="?: G10 G7 21600"/>
                <a:gd name="T0" fmla="*/ 21064 w 21600"/>
                <a:gd name="T1" fmla="*/ 10800 h 21600"/>
                <a:gd name="T2" fmla="*/ 10800 w 21600"/>
                <a:gd name="T3" fmla="*/ 21600 h 21600"/>
                <a:gd name="T4" fmla="*/ 536 w 21600"/>
                <a:gd name="T5" fmla="*/ 10800 h 21600"/>
                <a:gd name="T6" fmla="*/ 10800 w 21600"/>
                <a:gd name="T7" fmla="*/ 0 h 21600"/>
                <a:gd name="T8" fmla="*/ 2336 w 21600"/>
                <a:gd name="T9" fmla="*/ 2336 h 21600"/>
                <a:gd name="T10" fmla="*/ 19264 w 21600"/>
                <a:gd name="T11" fmla="*/ 19264 h 21600"/>
              </a:gdLst>
              <a:ahLst/>
              <a:cxnLst>
                <a:cxn ang="0">
                  <a:pos x="T0" y="T1"/>
                </a:cxn>
                <a:cxn ang="0">
                  <a:pos x="T2" y="T3"/>
                </a:cxn>
                <a:cxn ang="0">
                  <a:pos x="T4" y="T5"/>
                </a:cxn>
                <a:cxn ang="0">
                  <a:pos x="T6" y="T7"/>
                </a:cxn>
              </a:cxnLst>
              <a:rect l="T8" t="T9" r="T10" b="T11"/>
              <a:pathLst>
                <a:path w="21600" h="21600">
                  <a:moveTo>
                    <a:pt x="0" y="0"/>
                  </a:moveTo>
                  <a:lnTo>
                    <a:pt x="1072" y="21600"/>
                  </a:lnTo>
                  <a:lnTo>
                    <a:pt x="20528" y="21600"/>
                  </a:lnTo>
                  <a:lnTo>
                    <a:pt x="21600" y="0"/>
                  </a:lnTo>
                  <a:close/>
                </a:path>
              </a:pathLst>
            </a:custGeom>
            <a:gradFill rotWithShape="1">
              <a:gsLst>
                <a:gs pos="0">
                  <a:srgbClr val="DDDDDD"/>
                </a:gs>
                <a:gs pos="100000">
                  <a:schemeClr val="bg1">
                    <a:alpha val="0"/>
                  </a:schemeClr>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grpSp>
        <p:nvGrpSpPr>
          <p:cNvPr id="15" name="组合 14"/>
          <p:cNvGrpSpPr/>
          <p:nvPr/>
        </p:nvGrpSpPr>
        <p:grpSpPr>
          <a:xfrm>
            <a:off x="3635896" y="987574"/>
            <a:ext cx="2305050" cy="936625"/>
            <a:chOff x="1114623" y="987574"/>
            <a:chExt cx="2305050" cy="936625"/>
          </a:xfrm>
        </p:grpSpPr>
        <p:grpSp>
          <p:nvGrpSpPr>
            <p:cNvPr id="16" name="Group 3"/>
            <p:cNvGrpSpPr/>
            <p:nvPr/>
          </p:nvGrpSpPr>
          <p:grpSpPr bwMode="auto">
            <a:xfrm>
              <a:off x="1114623" y="987574"/>
              <a:ext cx="2305050" cy="936625"/>
              <a:chOff x="0" y="0"/>
              <a:chExt cx="1452" cy="590"/>
            </a:xfrm>
          </p:grpSpPr>
          <p:sp>
            <p:nvSpPr>
              <p:cNvPr id="18" name="AutoShape 4"/>
              <p:cNvSpPr>
                <a:spLocks noChangeArrowheads="1"/>
              </p:cNvSpPr>
              <p:nvPr/>
            </p:nvSpPr>
            <p:spPr bwMode="auto">
              <a:xfrm>
                <a:off x="0" y="91"/>
                <a:ext cx="1452" cy="499"/>
              </a:xfrm>
              <a:prstGeom prst="downArrowCallout">
                <a:avLst>
                  <a:gd name="adj1" fmla="val 72692"/>
                  <a:gd name="adj2" fmla="val 36346"/>
                  <a:gd name="adj3" fmla="val 14028"/>
                  <a:gd name="adj4" fmla="val 85940"/>
                </a:avLst>
              </a:prstGeom>
              <a:solidFill>
                <a:srgbClr val="FF6E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46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AutoShape 5"/>
              <p:cNvSpPr>
                <a:spLocks noChangeArrowheads="1"/>
              </p:cNvSpPr>
              <p:nvPr/>
            </p:nvSpPr>
            <p:spPr bwMode="auto">
              <a:xfrm rot="10800000">
                <a:off x="4" y="0"/>
                <a:ext cx="1448" cy="91"/>
              </a:xfrm>
              <a:custGeom>
                <a:avLst/>
                <a:gdLst>
                  <a:gd name="G0" fmla="+- 721 0 0"/>
                  <a:gd name="G1" fmla="+- 21600 0 721"/>
                  <a:gd name="G2" fmla="*/ 721 1 2"/>
                  <a:gd name="G3" fmla="+- 21600 0 G2"/>
                  <a:gd name="G4" fmla="+/ 721 21600 2"/>
                  <a:gd name="G5" fmla="+/ G1 0 2"/>
                  <a:gd name="G6" fmla="*/ 21600 21600 721"/>
                  <a:gd name="G7" fmla="*/ G6 1 2"/>
                  <a:gd name="G8" fmla="+- 21600 0 G7"/>
                  <a:gd name="G9" fmla="*/ 21600 1 2"/>
                  <a:gd name="G10" fmla="+- 721 0 G9"/>
                  <a:gd name="G11" fmla="?: G10 G8 0"/>
                  <a:gd name="G12" fmla="?: G10 G7 21600"/>
                  <a:gd name="T0" fmla="*/ 21239 w 21600"/>
                  <a:gd name="T1" fmla="*/ 10800 h 21600"/>
                  <a:gd name="T2" fmla="*/ 10800 w 21600"/>
                  <a:gd name="T3" fmla="*/ 21600 h 21600"/>
                  <a:gd name="T4" fmla="*/ 361 w 21600"/>
                  <a:gd name="T5" fmla="*/ 10800 h 21600"/>
                  <a:gd name="T6" fmla="*/ 10800 w 21600"/>
                  <a:gd name="T7" fmla="*/ 0 h 21600"/>
                  <a:gd name="T8" fmla="*/ 2161 w 21600"/>
                  <a:gd name="T9" fmla="*/ 2161 h 21600"/>
                  <a:gd name="T10" fmla="*/ 19439 w 21600"/>
                  <a:gd name="T11" fmla="*/ 19439 h 21600"/>
                </a:gdLst>
                <a:ahLst/>
                <a:cxnLst>
                  <a:cxn ang="0">
                    <a:pos x="T0" y="T1"/>
                  </a:cxn>
                  <a:cxn ang="0">
                    <a:pos x="T2" y="T3"/>
                  </a:cxn>
                  <a:cxn ang="0">
                    <a:pos x="T4" y="T5"/>
                  </a:cxn>
                  <a:cxn ang="0">
                    <a:pos x="T6" y="T7"/>
                  </a:cxn>
                </a:cxnLst>
                <a:rect l="T8" t="T9" r="T10" b="T11"/>
                <a:pathLst>
                  <a:path w="21600" h="21600">
                    <a:moveTo>
                      <a:pt x="0" y="0"/>
                    </a:moveTo>
                    <a:lnTo>
                      <a:pt x="721" y="21600"/>
                    </a:lnTo>
                    <a:lnTo>
                      <a:pt x="20879" y="21600"/>
                    </a:lnTo>
                    <a:lnTo>
                      <a:pt x="21600" y="0"/>
                    </a:lnTo>
                    <a:close/>
                  </a:path>
                </a:pathLst>
              </a:custGeom>
              <a:gradFill rotWithShape="1">
                <a:gsLst>
                  <a:gs pos="0">
                    <a:schemeClr val="accent1">
                      <a:alpha val="50000"/>
                    </a:schemeClr>
                  </a:gs>
                  <a:gs pos="100000">
                    <a:schemeClr val="bg1">
                      <a:alpha val="0"/>
                    </a:schemeClr>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sp>
          <p:nvSpPr>
            <p:cNvPr id="17" name="WordArt 15"/>
            <p:cNvSpPr>
              <a:spLocks noChangeArrowheads="1" noChangeShapeType="1"/>
            </p:cNvSpPr>
            <p:nvPr/>
          </p:nvSpPr>
          <p:spPr bwMode="auto">
            <a:xfrm>
              <a:off x="1284485" y="1355874"/>
              <a:ext cx="1943100" cy="238125"/>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w="9525">
                    <a:solidFill>
                      <a:prstClr val="white"/>
                    </a:solidFill>
                    <a:round/>
                  </a:ln>
                  <a:solidFill>
                    <a:prstClr val="white"/>
                  </a:solidFill>
                  <a:effectLst/>
                  <a:uLnTx/>
                  <a:uFillTx/>
                  <a:latin typeface="黑体" panose="02010609060101010101" charset="-122"/>
                  <a:ea typeface="黑体" panose="02010609060101010101" charset="-122"/>
                  <a:cs typeface="+mn-cs"/>
                </a:rPr>
                <a:t>双击添加标题文字</a:t>
              </a:r>
              <a:endParaRPr kumimoji="0" lang="zh-CN" altLang="en-US" sz="2400" b="0" i="0" u="none" strike="noStrike" kern="1200" cap="none" spc="0" normalizeH="0" baseline="0" noProof="0" dirty="0">
                <a:ln w="9525">
                  <a:solidFill>
                    <a:prstClr val="white"/>
                  </a:solidFill>
                  <a:round/>
                </a:ln>
                <a:solidFill>
                  <a:prstClr val="white"/>
                </a:solidFill>
                <a:effectLst/>
                <a:uLnTx/>
                <a:uFillTx/>
                <a:latin typeface="黑体" panose="02010609060101010101" charset="-122"/>
                <a:ea typeface="黑体" panose="02010609060101010101" charset="-122"/>
                <a:cs typeface="+mn-cs"/>
              </a:endParaRPr>
            </a:p>
          </p:txBody>
        </p:sp>
      </p:grpSp>
      <p:sp>
        <p:nvSpPr>
          <p:cNvPr id="20" name="Rectangle 16"/>
          <p:cNvSpPr>
            <a:spLocks noChangeArrowheads="1"/>
          </p:cNvSpPr>
          <p:nvPr/>
        </p:nvSpPr>
        <p:spPr bwMode="auto">
          <a:xfrm>
            <a:off x="3635896" y="2140099"/>
            <a:ext cx="2305050" cy="1223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33333"/>
                </a:solidFill>
                <a:effectLst/>
                <a:uLnTx/>
                <a:uFillTx/>
                <a:latin typeface="Calibri" panose="020F0502020204030204"/>
                <a:ea typeface="宋体" panose="02010600030101010101" pitchFamily="2" charset="-122"/>
                <a:cs typeface="+mn-cs"/>
              </a:rPr>
              <a:t>单击此处添加段落文字内容</a:t>
            </a:r>
            <a:endParaRPr kumimoji="0" lang="zh-CN" altLang="en-US" sz="1200" b="0" i="0" u="none" strike="noStrike" kern="1200" cap="none" spc="0" normalizeH="0" baseline="0" noProof="0" dirty="0">
              <a:ln>
                <a:noFill/>
              </a:ln>
              <a:solidFill>
                <a:srgbClr val="333333"/>
              </a:solidFill>
              <a:effectLst/>
              <a:uLnTx/>
              <a:uFillTx/>
              <a:latin typeface="Calibri" panose="020F05020202040302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33333"/>
                </a:solidFill>
                <a:effectLst/>
                <a:uLnTx/>
                <a:uFillTx/>
                <a:latin typeface="Calibri" panose="020F0502020204030204"/>
                <a:ea typeface="宋体" panose="02010600030101010101" pitchFamily="2" charset="-122"/>
                <a:cs typeface="+mn-cs"/>
              </a:rPr>
              <a:t>单击此处添加段落文字内容</a:t>
            </a:r>
            <a:endParaRPr kumimoji="0" lang="zh-CN" altLang="en-US" sz="1200" b="0" i="0" u="none" strike="noStrike" kern="1200" cap="none" spc="0" normalizeH="0" baseline="0" noProof="0" dirty="0">
              <a:ln>
                <a:noFill/>
              </a:ln>
              <a:solidFill>
                <a:srgbClr val="333333"/>
              </a:solidFill>
              <a:effectLst/>
              <a:uLnTx/>
              <a:uFillTx/>
              <a:latin typeface="Calibri" panose="020F05020202040302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33333"/>
                </a:solidFill>
                <a:effectLst/>
                <a:uLnTx/>
                <a:uFillTx/>
                <a:latin typeface="Calibri" panose="020F0502020204030204"/>
                <a:ea typeface="宋体" panose="02010600030101010101" pitchFamily="2" charset="-122"/>
                <a:cs typeface="+mn-cs"/>
              </a:rPr>
              <a:t>单击此处添加段落文字内容</a:t>
            </a:r>
            <a:endParaRPr kumimoji="0" lang="zh-CN" altLang="en-US" sz="1200" b="0" i="0" u="none" strike="noStrike" kern="1200" cap="none" spc="0" normalizeH="0" baseline="0" noProof="0" dirty="0">
              <a:ln>
                <a:noFill/>
              </a:ln>
              <a:solidFill>
                <a:srgbClr val="333333"/>
              </a:solidFill>
              <a:effectLst/>
              <a:uLnTx/>
              <a:uFillTx/>
              <a:latin typeface="Calibri" panose="020F0502020204030204"/>
              <a:ea typeface="宋体" panose="02010600030101010101" pitchFamily="2" charset="-122"/>
              <a:cs typeface="+mn-cs"/>
            </a:endParaRPr>
          </a:p>
        </p:txBody>
      </p:sp>
      <p:grpSp>
        <p:nvGrpSpPr>
          <p:cNvPr id="21" name="Group 12"/>
          <p:cNvGrpSpPr/>
          <p:nvPr/>
        </p:nvGrpSpPr>
        <p:grpSpPr bwMode="auto">
          <a:xfrm>
            <a:off x="6156176" y="1852762"/>
            <a:ext cx="2305050" cy="2879725"/>
            <a:chOff x="0" y="0"/>
            <a:chExt cx="1452" cy="1814"/>
          </a:xfrm>
        </p:grpSpPr>
        <p:sp>
          <p:nvSpPr>
            <p:cNvPr id="22" name="Rectangle 13"/>
            <p:cNvSpPr>
              <a:spLocks noChangeArrowheads="1"/>
            </p:cNvSpPr>
            <p:nvPr/>
          </p:nvSpPr>
          <p:spPr bwMode="auto">
            <a:xfrm rot="10800000">
              <a:off x="0" y="181"/>
              <a:ext cx="1452" cy="1633"/>
            </a:xfrm>
            <a:prstGeom prst="rect">
              <a:avLst/>
            </a:prstGeom>
            <a:gradFill rotWithShape="1">
              <a:gsLst>
                <a:gs pos="0">
                  <a:srgbClr val="DDDDDD"/>
                </a:gs>
                <a:gs pos="100000">
                  <a:schemeClr val="bg1"/>
                </a:gs>
              </a:gsLst>
              <a:lin ang="5400000" scaled="1"/>
            </a:gradFill>
            <a:ln w="3175">
              <a:solidFill>
                <a:srgbClr val="C0C0C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3" name="AutoShape 14"/>
            <p:cNvSpPr>
              <a:spLocks noChangeArrowheads="1"/>
            </p:cNvSpPr>
            <p:nvPr/>
          </p:nvSpPr>
          <p:spPr bwMode="auto">
            <a:xfrm rot="10800000">
              <a:off x="0" y="0"/>
              <a:ext cx="1452" cy="181"/>
            </a:xfrm>
            <a:custGeom>
              <a:avLst/>
              <a:gdLst>
                <a:gd name="G0" fmla="+- 1072 0 0"/>
                <a:gd name="G1" fmla="+- 21600 0 1072"/>
                <a:gd name="G2" fmla="*/ 1072 1 2"/>
                <a:gd name="G3" fmla="+- 21600 0 G2"/>
                <a:gd name="G4" fmla="+/ 1072 21600 2"/>
                <a:gd name="G5" fmla="+/ G1 0 2"/>
                <a:gd name="G6" fmla="*/ 21600 21600 1072"/>
                <a:gd name="G7" fmla="*/ G6 1 2"/>
                <a:gd name="G8" fmla="+- 21600 0 G7"/>
                <a:gd name="G9" fmla="*/ 21600 1 2"/>
                <a:gd name="G10" fmla="+- 1072 0 G9"/>
                <a:gd name="G11" fmla="?: G10 G8 0"/>
                <a:gd name="G12" fmla="?: G10 G7 21600"/>
                <a:gd name="T0" fmla="*/ 21064 w 21600"/>
                <a:gd name="T1" fmla="*/ 10800 h 21600"/>
                <a:gd name="T2" fmla="*/ 10800 w 21600"/>
                <a:gd name="T3" fmla="*/ 21600 h 21600"/>
                <a:gd name="T4" fmla="*/ 536 w 21600"/>
                <a:gd name="T5" fmla="*/ 10800 h 21600"/>
                <a:gd name="T6" fmla="*/ 10800 w 21600"/>
                <a:gd name="T7" fmla="*/ 0 h 21600"/>
                <a:gd name="T8" fmla="*/ 2336 w 21600"/>
                <a:gd name="T9" fmla="*/ 2336 h 21600"/>
                <a:gd name="T10" fmla="*/ 19264 w 21600"/>
                <a:gd name="T11" fmla="*/ 19264 h 21600"/>
              </a:gdLst>
              <a:ahLst/>
              <a:cxnLst>
                <a:cxn ang="0">
                  <a:pos x="T0" y="T1"/>
                </a:cxn>
                <a:cxn ang="0">
                  <a:pos x="T2" y="T3"/>
                </a:cxn>
                <a:cxn ang="0">
                  <a:pos x="T4" y="T5"/>
                </a:cxn>
                <a:cxn ang="0">
                  <a:pos x="T6" y="T7"/>
                </a:cxn>
              </a:cxnLst>
              <a:rect l="T8" t="T9" r="T10" b="T11"/>
              <a:pathLst>
                <a:path w="21600" h="21600">
                  <a:moveTo>
                    <a:pt x="0" y="0"/>
                  </a:moveTo>
                  <a:lnTo>
                    <a:pt x="1072" y="21600"/>
                  </a:lnTo>
                  <a:lnTo>
                    <a:pt x="20528" y="21600"/>
                  </a:lnTo>
                  <a:lnTo>
                    <a:pt x="21600" y="0"/>
                  </a:lnTo>
                  <a:close/>
                </a:path>
              </a:pathLst>
            </a:custGeom>
            <a:gradFill rotWithShape="1">
              <a:gsLst>
                <a:gs pos="0">
                  <a:srgbClr val="DDDDDD"/>
                </a:gs>
                <a:gs pos="100000">
                  <a:schemeClr val="bg1">
                    <a:alpha val="0"/>
                  </a:schemeClr>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grpSp>
        <p:nvGrpSpPr>
          <p:cNvPr id="24" name="组合 23"/>
          <p:cNvGrpSpPr/>
          <p:nvPr/>
        </p:nvGrpSpPr>
        <p:grpSpPr>
          <a:xfrm>
            <a:off x="6156176" y="987574"/>
            <a:ext cx="2305050" cy="936625"/>
            <a:chOff x="1114623" y="987574"/>
            <a:chExt cx="2305050" cy="936625"/>
          </a:xfrm>
        </p:grpSpPr>
        <p:grpSp>
          <p:nvGrpSpPr>
            <p:cNvPr id="25" name="Group 3"/>
            <p:cNvGrpSpPr/>
            <p:nvPr/>
          </p:nvGrpSpPr>
          <p:grpSpPr bwMode="auto">
            <a:xfrm>
              <a:off x="1114623" y="987574"/>
              <a:ext cx="2305050" cy="936625"/>
              <a:chOff x="0" y="0"/>
              <a:chExt cx="1452" cy="590"/>
            </a:xfrm>
          </p:grpSpPr>
          <p:sp>
            <p:nvSpPr>
              <p:cNvPr id="27" name="AutoShape 4"/>
              <p:cNvSpPr>
                <a:spLocks noChangeArrowheads="1"/>
              </p:cNvSpPr>
              <p:nvPr/>
            </p:nvSpPr>
            <p:spPr bwMode="auto">
              <a:xfrm>
                <a:off x="0" y="91"/>
                <a:ext cx="1452" cy="499"/>
              </a:xfrm>
              <a:prstGeom prst="downArrowCallout">
                <a:avLst>
                  <a:gd name="adj1" fmla="val 72692"/>
                  <a:gd name="adj2" fmla="val 36346"/>
                  <a:gd name="adj3" fmla="val 14028"/>
                  <a:gd name="adj4" fmla="val 85940"/>
                </a:avLst>
              </a:prstGeom>
              <a:solidFill>
                <a:srgbClr val="C8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46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8" name="AutoShape 5"/>
              <p:cNvSpPr>
                <a:spLocks noChangeArrowheads="1"/>
              </p:cNvSpPr>
              <p:nvPr/>
            </p:nvSpPr>
            <p:spPr bwMode="auto">
              <a:xfrm rot="10800000">
                <a:off x="4" y="0"/>
                <a:ext cx="1448" cy="91"/>
              </a:xfrm>
              <a:custGeom>
                <a:avLst/>
                <a:gdLst>
                  <a:gd name="G0" fmla="+- 721 0 0"/>
                  <a:gd name="G1" fmla="+- 21600 0 721"/>
                  <a:gd name="G2" fmla="*/ 721 1 2"/>
                  <a:gd name="G3" fmla="+- 21600 0 G2"/>
                  <a:gd name="G4" fmla="+/ 721 21600 2"/>
                  <a:gd name="G5" fmla="+/ G1 0 2"/>
                  <a:gd name="G6" fmla="*/ 21600 21600 721"/>
                  <a:gd name="G7" fmla="*/ G6 1 2"/>
                  <a:gd name="G8" fmla="+- 21600 0 G7"/>
                  <a:gd name="G9" fmla="*/ 21600 1 2"/>
                  <a:gd name="G10" fmla="+- 721 0 G9"/>
                  <a:gd name="G11" fmla="?: G10 G8 0"/>
                  <a:gd name="G12" fmla="?: G10 G7 21600"/>
                  <a:gd name="T0" fmla="*/ 21239 w 21600"/>
                  <a:gd name="T1" fmla="*/ 10800 h 21600"/>
                  <a:gd name="T2" fmla="*/ 10800 w 21600"/>
                  <a:gd name="T3" fmla="*/ 21600 h 21600"/>
                  <a:gd name="T4" fmla="*/ 361 w 21600"/>
                  <a:gd name="T5" fmla="*/ 10800 h 21600"/>
                  <a:gd name="T6" fmla="*/ 10800 w 21600"/>
                  <a:gd name="T7" fmla="*/ 0 h 21600"/>
                  <a:gd name="T8" fmla="*/ 2161 w 21600"/>
                  <a:gd name="T9" fmla="*/ 2161 h 21600"/>
                  <a:gd name="T10" fmla="*/ 19439 w 21600"/>
                  <a:gd name="T11" fmla="*/ 19439 h 21600"/>
                </a:gdLst>
                <a:ahLst/>
                <a:cxnLst>
                  <a:cxn ang="0">
                    <a:pos x="T0" y="T1"/>
                  </a:cxn>
                  <a:cxn ang="0">
                    <a:pos x="T2" y="T3"/>
                  </a:cxn>
                  <a:cxn ang="0">
                    <a:pos x="T4" y="T5"/>
                  </a:cxn>
                  <a:cxn ang="0">
                    <a:pos x="T6" y="T7"/>
                  </a:cxn>
                </a:cxnLst>
                <a:rect l="T8" t="T9" r="T10" b="T11"/>
                <a:pathLst>
                  <a:path w="21600" h="21600">
                    <a:moveTo>
                      <a:pt x="0" y="0"/>
                    </a:moveTo>
                    <a:lnTo>
                      <a:pt x="721" y="21600"/>
                    </a:lnTo>
                    <a:lnTo>
                      <a:pt x="20879" y="21600"/>
                    </a:lnTo>
                    <a:lnTo>
                      <a:pt x="21600" y="0"/>
                    </a:lnTo>
                    <a:close/>
                  </a:path>
                </a:pathLst>
              </a:custGeom>
              <a:gradFill rotWithShape="1">
                <a:gsLst>
                  <a:gs pos="0">
                    <a:schemeClr val="accent1">
                      <a:alpha val="50000"/>
                    </a:schemeClr>
                  </a:gs>
                  <a:gs pos="100000">
                    <a:schemeClr val="bg1">
                      <a:alpha val="0"/>
                    </a:schemeClr>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sp>
          <p:nvSpPr>
            <p:cNvPr id="26" name="WordArt 15"/>
            <p:cNvSpPr>
              <a:spLocks noChangeArrowheads="1" noChangeShapeType="1"/>
            </p:cNvSpPr>
            <p:nvPr/>
          </p:nvSpPr>
          <p:spPr bwMode="auto">
            <a:xfrm>
              <a:off x="1284485" y="1355874"/>
              <a:ext cx="1943100" cy="238125"/>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w="9525">
                    <a:solidFill>
                      <a:prstClr val="white"/>
                    </a:solidFill>
                    <a:round/>
                  </a:ln>
                  <a:solidFill>
                    <a:prstClr val="white"/>
                  </a:solidFill>
                  <a:effectLst/>
                  <a:uLnTx/>
                  <a:uFillTx/>
                  <a:latin typeface="黑体" panose="02010609060101010101" charset="-122"/>
                  <a:ea typeface="黑体" panose="02010609060101010101" charset="-122"/>
                  <a:cs typeface="+mn-cs"/>
                </a:rPr>
                <a:t>双击添加标题文字</a:t>
              </a:r>
              <a:endParaRPr kumimoji="0" lang="zh-CN" altLang="en-US" sz="2400" b="0" i="0" u="none" strike="noStrike" kern="1200" cap="none" spc="0" normalizeH="0" baseline="0" noProof="0" dirty="0">
                <a:ln w="9525">
                  <a:solidFill>
                    <a:prstClr val="white"/>
                  </a:solidFill>
                  <a:round/>
                </a:ln>
                <a:solidFill>
                  <a:prstClr val="white"/>
                </a:solidFill>
                <a:effectLst/>
                <a:uLnTx/>
                <a:uFillTx/>
                <a:latin typeface="黑体" panose="02010609060101010101" charset="-122"/>
                <a:ea typeface="黑体" panose="02010609060101010101" charset="-122"/>
                <a:cs typeface="+mn-cs"/>
              </a:endParaRPr>
            </a:p>
          </p:txBody>
        </p:sp>
      </p:grpSp>
      <p:sp>
        <p:nvSpPr>
          <p:cNvPr id="29" name="Rectangle 16"/>
          <p:cNvSpPr>
            <a:spLocks noChangeArrowheads="1"/>
          </p:cNvSpPr>
          <p:nvPr/>
        </p:nvSpPr>
        <p:spPr bwMode="auto">
          <a:xfrm>
            <a:off x="6156176" y="2140099"/>
            <a:ext cx="2305050" cy="1223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33333"/>
                </a:solidFill>
                <a:effectLst/>
                <a:uLnTx/>
                <a:uFillTx/>
                <a:latin typeface="Calibri" panose="020F0502020204030204"/>
                <a:ea typeface="宋体" panose="02010600030101010101" pitchFamily="2" charset="-122"/>
                <a:cs typeface="+mn-cs"/>
              </a:rPr>
              <a:t>单击此处添加段落文字内容</a:t>
            </a:r>
            <a:endParaRPr kumimoji="0" lang="zh-CN" altLang="en-US" sz="1200" b="0" i="0" u="none" strike="noStrike" kern="1200" cap="none" spc="0" normalizeH="0" baseline="0" noProof="0" dirty="0">
              <a:ln>
                <a:noFill/>
              </a:ln>
              <a:solidFill>
                <a:srgbClr val="333333"/>
              </a:solidFill>
              <a:effectLst/>
              <a:uLnTx/>
              <a:uFillTx/>
              <a:latin typeface="Calibri" panose="020F05020202040302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33333"/>
                </a:solidFill>
                <a:effectLst/>
                <a:uLnTx/>
                <a:uFillTx/>
                <a:latin typeface="Calibri" panose="020F0502020204030204"/>
                <a:ea typeface="宋体" panose="02010600030101010101" pitchFamily="2" charset="-122"/>
                <a:cs typeface="+mn-cs"/>
              </a:rPr>
              <a:t>单击此处添加段落文字内容</a:t>
            </a:r>
            <a:endParaRPr kumimoji="0" lang="zh-CN" altLang="en-US" sz="1200" b="0" i="0" u="none" strike="noStrike" kern="1200" cap="none" spc="0" normalizeH="0" baseline="0" noProof="0" dirty="0">
              <a:ln>
                <a:noFill/>
              </a:ln>
              <a:solidFill>
                <a:srgbClr val="333333"/>
              </a:solidFill>
              <a:effectLst/>
              <a:uLnTx/>
              <a:uFillTx/>
              <a:latin typeface="Calibri" panose="020F0502020204030204"/>
              <a:ea typeface="宋体"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33333"/>
                </a:solidFill>
                <a:effectLst/>
                <a:uLnTx/>
                <a:uFillTx/>
                <a:latin typeface="Calibri" panose="020F0502020204030204"/>
                <a:ea typeface="宋体" panose="02010600030101010101" pitchFamily="2" charset="-122"/>
                <a:cs typeface="+mn-cs"/>
              </a:rPr>
              <a:t>单击此处添加段落文字内容</a:t>
            </a:r>
            <a:endParaRPr kumimoji="0" lang="zh-CN" altLang="en-US" sz="1200" b="0" i="0" u="none" strike="noStrike" kern="1200" cap="none" spc="0" normalizeH="0" baseline="0" noProof="0" dirty="0">
              <a:ln>
                <a:noFill/>
              </a:ln>
              <a:solidFill>
                <a:srgbClr val="333333"/>
              </a:solidFill>
              <a:effectLst/>
              <a:uLnTx/>
              <a:uFillTx/>
              <a:latin typeface="Calibri" panose="020F0502020204030204"/>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12" presetClass="entr" presetSubtype="4" fill="hold" grpId="0" nodeType="afterEffect">
                                  <p:stCondLst>
                                    <p:cond delay="0"/>
                                  </p:stCondLst>
                                  <p:iterate type="lt">
                                    <p:tmPct val="10000"/>
                                  </p:iterate>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500"/>
                                        <p:tgtEl>
                                          <p:spTgt spid="11"/>
                                        </p:tgtEl>
                                        <p:attrNameLst>
                                          <p:attrName>ppt_y</p:attrName>
                                        </p:attrNameLst>
                                      </p:cBhvr>
                                      <p:tavLst>
                                        <p:tav tm="0">
                                          <p:val>
                                            <p:strVal val="#ppt_y+#ppt_h*1.125000"/>
                                          </p:val>
                                        </p:tav>
                                        <p:tav tm="100000">
                                          <p:val>
                                            <p:strVal val="#ppt_y"/>
                                          </p:val>
                                        </p:tav>
                                      </p:tavLst>
                                    </p:anim>
                                    <p:animEffect transition="in" filter="wipe(up)">
                                      <p:cBhvr>
                                        <p:cTn id="19" dur="500"/>
                                        <p:tgtEl>
                                          <p:spTgt spid="11"/>
                                        </p:tgtEl>
                                      </p:cBhvr>
                                    </p:animEffect>
                                  </p:childTnLst>
                                </p:cTn>
                              </p:par>
                            </p:childTnLst>
                          </p:cTn>
                        </p:par>
                        <p:par>
                          <p:cTn id="20" fill="hold">
                            <p:stCondLst>
                              <p:cond delay="5349"/>
                            </p:stCondLst>
                            <p:childTnLst>
                              <p:par>
                                <p:cTn id="21" presetID="47" presetClass="entr" presetSubtype="0"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1000"/>
                                        <p:tgtEl>
                                          <p:spTgt spid="15"/>
                                        </p:tgtEl>
                                      </p:cBhvr>
                                    </p:animEffect>
                                    <p:anim calcmode="lin" valueType="num">
                                      <p:cBhvr>
                                        <p:cTn id="24" dur="1000" fill="hold"/>
                                        <p:tgtEl>
                                          <p:spTgt spid="15"/>
                                        </p:tgtEl>
                                        <p:attrNameLst>
                                          <p:attrName>ppt_x</p:attrName>
                                        </p:attrNameLst>
                                      </p:cBhvr>
                                      <p:tavLst>
                                        <p:tav tm="0">
                                          <p:val>
                                            <p:strVal val="#ppt_x"/>
                                          </p:val>
                                        </p:tav>
                                        <p:tav tm="100000">
                                          <p:val>
                                            <p:strVal val="#ppt_x"/>
                                          </p:val>
                                        </p:tav>
                                      </p:tavLst>
                                    </p:anim>
                                    <p:anim calcmode="lin" valueType="num">
                                      <p:cBhvr>
                                        <p:cTn id="25" dur="1000" fill="hold"/>
                                        <p:tgtEl>
                                          <p:spTgt spid="15"/>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1000"/>
                                        <p:tgtEl>
                                          <p:spTgt spid="12"/>
                                        </p:tgtEl>
                                      </p:cBhvr>
                                    </p:animEffect>
                                    <p:anim calcmode="lin" valueType="num">
                                      <p:cBhvr>
                                        <p:cTn id="29" dur="1000" fill="hold"/>
                                        <p:tgtEl>
                                          <p:spTgt spid="12"/>
                                        </p:tgtEl>
                                        <p:attrNameLst>
                                          <p:attrName>ppt_x</p:attrName>
                                        </p:attrNameLst>
                                      </p:cBhvr>
                                      <p:tavLst>
                                        <p:tav tm="0">
                                          <p:val>
                                            <p:strVal val="#ppt_x"/>
                                          </p:val>
                                        </p:tav>
                                        <p:tav tm="100000">
                                          <p:val>
                                            <p:strVal val="#ppt_x"/>
                                          </p:val>
                                        </p:tav>
                                      </p:tavLst>
                                    </p:anim>
                                    <p:anim calcmode="lin" valueType="num">
                                      <p:cBhvr>
                                        <p:cTn id="30" dur="1000" fill="hold"/>
                                        <p:tgtEl>
                                          <p:spTgt spid="12"/>
                                        </p:tgtEl>
                                        <p:attrNameLst>
                                          <p:attrName>ppt_y</p:attrName>
                                        </p:attrNameLst>
                                      </p:cBhvr>
                                      <p:tavLst>
                                        <p:tav tm="0">
                                          <p:val>
                                            <p:strVal val="#ppt_y+.1"/>
                                          </p:val>
                                        </p:tav>
                                        <p:tav tm="100000">
                                          <p:val>
                                            <p:strVal val="#ppt_y"/>
                                          </p:val>
                                        </p:tav>
                                      </p:tavLst>
                                    </p:anim>
                                  </p:childTnLst>
                                </p:cTn>
                              </p:par>
                            </p:childTnLst>
                          </p:cTn>
                        </p:par>
                        <p:par>
                          <p:cTn id="31" fill="hold">
                            <p:stCondLst>
                              <p:cond delay="6349"/>
                            </p:stCondLst>
                            <p:childTnLst>
                              <p:par>
                                <p:cTn id="32" presetID="12" presetClass="entr" presetSubtype="4" fill="hold" grpId="0" nodeType="afterEffect">
                                  <p:stCondLst>
                                    <p:cond delay="0"/>
                                  </p:stCondLst>
                                  <p:iterate type="lt">
                                    <p:tmPct val="10000"/>
                                  </p:iterate>
                                  <p:childTnLst>
                                    <p:set>
                                      <p:cBhvr>
                                        <p:cTn id="33" dur="1" fill="hold">
                                          <p:stCondLst>
                                            <p:cond delay="0"/>
                                          </p:stCondLst>
                                        </p:cTn>
                                        <p:tgtEl>
                                          <p:spTgt spid="20"/>
                                        </p:tgtEl>
                                        <p:attrNameLst>
                                          <p:attrName>style.visibility</p:attrName>
                                        </p:attrNameLst>
                                      </p:cBhvr>
                                      <p:to>
                                        <p:strVal val="visible"/>
                                      </p:to>
                                    </p:set>
                                    <p:anim calcmode="lin" valueType="num">
                                      <p:cBhvr additive="base">
                                        <p:cTn id="34" dur="500"/>
                                        <p:tgtEl>
                                          <p:spTgt spid="20"/>
                                        </p:tgtEl>
                                        <p:attrNameLst>
                                          <p:attrName>ppt_y</p:attrName>
                                        </p:attrNameLst>
                                      </p:cBhvr>
                                      <p:tavLst>
                                        <p:tav tm="0">
                                          <p:val>
                                            <p:strVal val="#ppt_y+#ppt_h*1.125000"/>
                                          </p:val>
                                        </p:tav>
                                        <p:tav tm="100000">
                                          <p:val>
                                            <p:strVal val="#ppt_y"/>
                                          </p:val>
                                        </p:tav>
                                      </p:tavLst>
                                    </p:anim>
                                    <p:animEffect transition="in" filter="wipe(up)">
                                      <p:cBhvr>
                                        <p:cTn id="35" dur="500"/>
                                        <p:tgtEl>
                                          <p:spTgt spid="20"/>
                                        </p:tgtEl>
                                      </p:cBhvr>
                                    </p:animEffect>
                                  </p:childTnLst>
                                </p:cTn>
                              </p:par>
                            </p:childTnLst>
                          </p:cTn>
                        </p:par>
                        <p:par>
                          <p:cTn id="36" fill="hold">
                            <p:stCondLst>
                              <p:cond delay="8600"/>
                            </p:stCondLst>
                            <p:childTnLst>
                              <p:par>
                                <p:cTn id="37" presetID="47" presetClass="entr" presetSubtype="0" fill="hold" nodeType="after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1000"/>
                                        <p:tgtEl>
                                          <p:spTgt spid="24"/>
                                        </p:tgtEl>
                                      </p:cBhvr>
                                    </p:animEffect>
                                    <p:anim calcmode="lin" valueType="num">
                                      <p:cBhvr>
                                        <p:cTn id="40" dur="1000" fill="hold"/>
                                        <p:tgtEl>
                                          <p:spTgt spid="24"/>
                                        </p:tgtEl>
                                        <p:attrNameLst>
                                          <p:attrName>ppt_x</p:attrName>
                                        </p:attrNameLst>
                                      </p:cBhvr>
                                      <p:tavLst>
                                        <p:tav tm="0">
                                          <p:val>
                                            <p:strVal val="#ppt_x"/>
                                          </p:val>
                                        </p:tav>
                                        <p:tav tm="100000">
                                          <p:val>
                                            <p:strVal val="#ppt_x"/>
                                          </p:val>
                                        </p:tav>
                                      </p:tavLst>
                                    </p:anim>
                                    <p:anim calcmode="lin" valueType="num">
                                      <p:cBhvr>
                                        <p:cTn id="41" dur="1000" fill="hold"/>
                                        <p:tgtEl>
                                          <p:spTgt spid="24"/>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1000"/>
                                        <p:tgtEl>
                                          <p:spTgt spid="21"/>
                                        </p:tgtEl>
                                      </p:cBhvr>
                                    </p:animEffect>
                                    <p:anim calcmode="lin" valueType="num">
                                      <p:cBhvr>
                                        <p:cTn id="45" dur="1000" fill="hold"/>
                                        <p:tgtEl>
                                          <p:spTgt spid="21"/>
                                        </p:tgtEl>
                                        <p:attrNameLst>
                                          <p:attrName>ppt_x</p:attrName>
                                        </p:attrNameLst>
                                      </p:cBhvr>
                                      <p:tavLst>
                                        <p:tav tm="0">
                                          <p:val>
                                            <p:strVal val="#ppt_x"/>
                                          </p:val>
                                        </p:tav>
                                        <p:tav tm="100000">
                                          <p:val>
                                            <p:strVal val="#ppt_x"/>
                                          </p:val>
                                        </p:tav>
                                      </p:tavLst>
                                    </p:anim>
                                    <p:anim calcmode="lin" valueType="num">
                                      <p:cBhvr>
                                        <p:cTn id="46" dur="1000" fill="hold"/>
                                        <p:tgtEl>
                                          <p:spTgt spid="21"/>
                                        </p:tgtEl>
                                        <p:attrNameLst>
                                          <p:attrName>ppt_y</p:attrName>
                                        </p:attrNameLst>
                                      </p:cBhvr>
                                      <p:tavLst>
                                        <p:tav tm="0">
                                          <p:val>
                                            <p:strVal val="#ppt_y+.1"/>
                                          </p:val>
                                        </p:tav>
                                        <p:tav tm="100000">
                                          <p:val>
                                            <p:strVal val="#ppt_y"/>
                                          </p:val>
                                        </p:tav>
                                      </p:tavLst>
                                    </p:anim>
                                  </p:childTnLst>
                                </p:cTn>
                              </p:par>
                            </p:childTnLst>
                          </p:cTn>
                        </p:par>
                        <p:par>
                          <p:cTn id="47" fill="hold">
                            <p:stCondLst>
                              <p:cond delay="9600"/>
                            </p:stCondLst>
                            <p:childTnLst>
                              <p:par>
                                <p:cTn id="48" presetID="12" presetClass="entr" presetSubtype="4" fill="hold" grpId="0" nodeType="afterEffect">
                                  <p:stCondLst>
                                    <p:cond delay="0"/>
                                  </p:stCondLst>
                                  <p:iterate type="lt">
                                    <p:tmPct val="10000"/>
                                  </p:iterate>
                                  <p:childTnLst>
                                    <p:set>
                                      <p:cBhvr>
                                        <p:cTn id="49" dur="1" fill="hold">
                                          <p:stCondLst>
                                            <p:cond delay="0"/>
                                          </p:stCondLst>
                                        </p:cTn>
                                        <p:tgtEl>
                                          <p:spTgt spid="29"/>
                                        </p:tgtEl>
                                        <p:attrNameLst>
                                          <p:attrName>style.visibility</p:attrName>
                                        </p:attrNameLst>
                                      </p:cBhvr>
                                      <p:to>
                                        <p:strVal val="visible"/>
                                      </p:to>
                                    </p:set>
                                    <p:anim calcmode="lin" valueType="num">
                                      <p:cBhvr additive="base">
                                        <p:cTn id="50" dur="500"/>
                                        <p:tgtEl>
                                          <p:spTgt spid="29"/>
                                        </p:tgtEl>
                                        <p:attrNameLst>
                                          <p:attrName>ppt_y</p:attrName>
                                        </p:attrNameLst>
                                      </p:cBhvr>
                                      <p:tavLst>
                                        <p:tav tm="0">
                                          <p:val>
                                            <p:strVal val="#ppt_y+#ppt_h*1.125000"/>
                                          </p:val>
                                        </p:tav>
                                        <p:tav tm="100000">
                                          <p:val>
                                            <p:strVal val="#ppt_y"/>
                                          </p:val>
                                        </p:tav>
                                      </p:tavLst>
                                    </p:anim>
                                    <p:animEffect transition="in" filter="wipe(up)">
                                      <p:cBhvr>
                                        <p:cTn id="51"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20" grpId="0"/>
      <p:bldP spid="2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点击此处添加标题</a:t>
            </a:r>
            <a:endParaRPr lang="zh-CN" altLang="en-US" dirty="0"/>
          </a:p>
        </p:txBody>
      </p:sp>
      <p:sp>
        <p:nvSpPr>
          <p:cNvPr id="81" name="Freeform 16"/>
          <p:cNvSpPr/>
          <p:nvPr/>
        </p:nvSpPr>
        <p:spPr bwMode="auto">
          <a:xfrm>
            <a:off x="1619284" y="1860192"/>
            <a:ext cx="4560546" cy="45719"/>
          </a:xfrm>
          <a:custGeom>
            <a:avLst/>
            <a:gdLst>
              <a:gd name="T0" fmla="*/ 0 w 1117"/>
              <a:gd name="T1" fmla="*/ 11 h 13"/>
              <a:gd name="T2" fmla="*/ 1117 w 1117"/>
              <a:gd name="T3" fmla="*/ 13 h 13"/>
              <a:gd name="T4" fmla="*/ 0 w 1117"/>
              <a:gd name="T5" fmla="*/ 11 h 13"/>
            </a:gdLst>
            <a:ahLst/>
            <a:cxnLst>
              <a:cxn ang="0">
                <a:pos x="T0" y="T1"/>
              </a:cxn>
              <a:cxn ang="0">
                <a:pos x="T2" y="T3"/>
              </a:cxn>
              <a:cxn ang="0">
                <a:pos x="T4" y="T5"/>
              </a:cxn>
            </a:cxnLst>
            <a:rect l="0" t="0" r="r" b="b"/>
            <a:pathLst>
              <a:path w="1117" h="13">
                <a:moveTo>
                  <a:pt x="0" y="11"/>
                </a:moveTo>
                <a:cubicBezTo>
                  <a:pt x="372" y="12"/>
                  <a:pt x="744" y="12"/>
                  <a:pt x="1117" y="13"/>
                </a:cubicBezTo>
                <a:cubicBezTo>
                  <a:pt x="1117" y="13"/>
                  <a:pt x="299" y="0"/>
                  <a:pt x="0" y="11"/>
                </a:cubicBezTo>
              </a:path>
            </a:pathLst>
          </a:custGeom>
          <a:solidFill>
            <a:srgbClr val="C00000"/>
          </a:solidFill>
          <a:ln>
            <a:noFill/>
          </a:ln>
          <a:effectLst>
            <a:outerShdw dist="12700" dir="16200000" rotWithShape="0">
              <a:prstClr val="black">
                <a:alpha val="36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82" name="TextBox 81"/>
          <p:cNvSpPr txBox="1"/>
          <p:nvPr/>
        </p:nvSpPr>
        <p:spPr>
          <a:xfrm>
            <a:off x="2178617" y="1275606"/>
            <a:ext cx="7889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mn-cs"/>
              </a:rPr>
              <a:t>目录</a:t>
            </a:r>
            <a:r>
              <a:rPr kumimoji="0" lang="en-US" altLang="zh-CN" sz="1800" b="1" i="0" u="none" strike="noStrike" kern="120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mn-cs"/>
              </a:rPr>
              <a:t>1</a:t>
            </a:r>
            <a:endPar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83" name="TextBox 82"/>
          <p:cNvSpPr txBox="1"/>
          <p:nvPr/>
        </p:nvSpPr>
        <p:spPr>
          <a:xfrm>
            <a:off x="2150362" y="1572930"/>
            <a:ext cx="2339102"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请在点击此处输入标题内容文本</a:t>
            </a:r>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4" name="TextBox 83"/>
          <p:cNvSpPr txBox="1"/>
          <p:nvPr/>
        </p:nvSpPr>
        <p:spPr>
          <a:xfrm>
            <a:off x="2925793" y="2076986"/>
            <a:ext cx="7889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mn-cs"/>
              </a:rPr>
              <a:t>目录</a:t>
            </a:r>
            <a:r>
              <a:rPr kumimoji="0" lang="en-US" altLang="zh-CN" sz="1800" b="1" i="0" u="none" strike="noStrike" kern="120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mn-cs"/>
              </a:rPr>
              <a:t>2</a:t>
            </a:r>
            <a:endPar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85" name="TextBox 84"/>
          <p:cNvSpPr txBox="1"/>
          <p:nvPr/>
        </p:nvSpPr>
        <p:spPr>
          <a:xfrm>
            <a:off x="2897538" y="2374310"/>
            <a:ext cx="2339102"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请在点击此处输入标题内容文本</a:t>
            </a:r>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6" name="TextBox 85"/>
          <p:cNvSpPr txBox="1"/>
          <p:nvPr/>
        </p:nvSpPr>
        <p:spPr>
          <a:xfrm>
            <a:off x="3748605" y="2865674"/>
            <a:ext cx="7889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mn-cs"/>
              </a:rPr>
              <a:t>目录</a:t>
            </a:r>
            <a:r>
              <a:rPr kumimoji="0" lang="en-US" altLang="zh-CN" sz="1800" b="1" i="0" u="none" strike="noStrike" kern="120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mn-cs"/>
              </a:rPr>
              <a:t>3</a:t>
            </a:r>
            <a:endPar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87" name="TextBox 86"/>
          <p:cNvSpPr txBox="1"/>
          <p:nvPr/>
        </p:nvSpPr>
        <p:spPr>
          <a:xfrm>
            <a:off x="3720350" y="3162998"/>
            <a:ext cx="2339102"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请在点击此处输入标题内容文本</a:t>
            </a:r>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8" name="TextBox 87"/>
          <p:cNvSpPr txBox="1"/>
          <p:nvPr/>
        </p:nvSpPr>
        <p:spPr>
          <a:xfrm>
            <a:off x="4617237" y="3645179"/>
            <a:ext cx="7889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mn-cs"/>
              </a:rPr>
              <a:t>目录</a:t>
            </a:r>
            <a:r>
              <a:rPr kumimoji="0" lang="en-US" altLang="zh-CN" sz="1800" b="1" i="0" u="none" strike="noStrike" kern="120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mn-cs"/>
              </a:rPr>
              <a:t>4</a:t>
            </a:r>
            <a:endPar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89" name="TextBox 88"/>
          <p:cNvSpPr txBox="1"/>
          <p:nvPr/>
        </p:nvSpPr>
        <p:spPr>
          <a:xfrm>
            <a:off x="4588982" y="3942503"/>
            <a:ext cx="2339102"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请在点击此处输入标题内容文本</a:t>
            </a:r>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0" name="Freeform 16"/>
          <p:cNvSpPr/>
          <p:nvPr/>
        </p:nvSpPr>
        <p:spPr bwMode="auto">
          <a:xfrm>
            <a:off x="2503510" y="2627676"/>
            <a:ext cx="4560546" cy="45719"/>
          </a:xfrm>
          <a:custGeom>
            <a:avLst/>
            <a:gdLst>
              <a:gd name="T0" fmla="*/ 0 w 1117"/>
              <a:gd name="T1" fmla="*/ 11 h 13"/>
              <a:gd name="T2" fmla="*/ 1117 w 1117"/>
              <a:gd name="T3" fmla="*/ 13 h 13"/>
              <a:gd name="T4" fmla="*/ 0 w 1117"/>
              <a:gd name="T5" fmla="*/ 11 h 13"/>
            </a:gdLst>
            <a:ahLst/>
            <a:cxnLst>
              <a:cxn ang="0">
                <a:pos x="T0" y="T1"/>
              </a:cxn>
              <a:cxn ang="0">
                <a:pos x="T2" y="T3"/>
              </a:cxn>
              <a:cxn ang="0">
                <a:pos x="T4" y="T5"/>
              </a:cxn>
            </a:cxnLst>
            <a:rect l="0" t="0" r="r" b="b"/>
            <a:pathLst>
              <a:path w="1117" h="13">
                <a:moveTo>
                  <a:pt x="0" y="11"/>
                </a:moveTo>
                <a:cubicBezTo>
                  <a:pt x="372" y="12"/>
                  <a:pt x="744" y="12"/>
                  <a:pt x="1117" y="13"/>
                </a:cubicBezTo>
                <a:cubicBezTo>
                  <a:pt x="1117" y="13"/>
                  <a:pt x="299" y="0"/>
                  <a:pt x="0" y="11"/>
                </a:cubicBezTo>
              </a:path>
            </a:pathLst>
          </a:custGeom>
          <a:solidFill>
            <a:srgbClr val="C00000"/>
          </a:solidFill>
          <a:ln>
            <a:noFill/>
          </a:ln>
          <a:effectLst>
            <a:outerShdw dist="12700" dir="16200000" rotWithShape="0">
              <a:prstClr val="black">
                <a:alpha val="36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91" name="Freeform 16"/>
          <p:cNvSpPr/>
          <p:nvPr/>
        </p:nvSpPr>
        <p:spPr bwMode="auto">
          <a:xfrm>
            <a:off x="3352954" y="3403112"/>
            <a:ext cx="4560546" cy="45719"/>
          </a:xfrm>
          <a:custGeom>
            <a:avLst/>
            <a:gdLst>
              <a:gd name="T0" fmla="*/ 0 w 1117"/>
              <a:gd name="T1" fmla="*/ 11 h 13"/>
              <a:gd name="T2" fmla="*/ 1117 w 1117"/>
              <a:gd name="T3" fmla="*/ 13 h 13"/>
              <a:gd name="T4" fmla="*/ 0 w 1117"/>
              <a:gd name="T5" fmla="*/ 11 h 13"/>
            </a:gdLst>
            <a:ahLst/>
            <a:cxnLst>
              <a:cxn ang="0">
                <a:pos x="T0" y="T1"/>
              </a:cxn>
              <a:cxn ang="0">
                <a:pos x="T2" y="T3"/>
              </a:cxn>
              <a:cxn ang="0">
                <a:pos x="T4" y="T5"/>
              </a:cxn>
            </a:cxnLst>
            <a:rect l="0" t="0" r="r" b="b"/>
            <a:pathLst>
              <a:path w="1117" h="13">
                <a:moveTo>
                  <a:pt x="0" y="11"/>
                </a:moveTo>
                <a:cubicBezTo>
                  <a:pt x="372" y="12"/>
                  <a:pt x="744" y="12"/>
                  <a:pt x="1117" y="13"/>
                </a:cubicBezTo>
                <a:cubicBezTo>
                  <a:pt x="1117" y="13"/>
                  <a:pt x="299" y="0"/>
                  <a:pt x="0" y="11"/>
                </a:cubicBezTo>
              </a:path>
            </a:pathLst>
          </a:custGeom>
          <a:solidFill>
            <a:srgbClr val="C00000"/>
          </a:solidFill>
          <a:ln>
            <a:noFill/>
          </a:ln>
          <a:effectLst>
            <a:outerShdw dist="12700" dir="16200000" rotWithShape="0">
              <a:prstClr val="black">
                <a:alpha val="36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92" name="Freeform 16"/>
          <p:cNvSpPr/>
          <p:nvPr/>
        </p:nvSpPr>
        <p:spPr bwMode="auto">
          <a:xfrm>
            <a:off x="4276763" y="4189576"/>
            <a:ext cx="4560546" cy="45719"/>
          </a:xfrm>
          <a:custGeom>
            <a:avLst/>
            <a:gdLst>
              <a:gd name="T0" fmla="*/ 0 w 1117"/>
              <a:gd name="T1" fmla="*/ 11 h 13"/>
              <a:gd name="T2" fmla="*/ 1117 w 1117"/>
              <a:gd name="T3" fmla="*/ 13 h 13"/>
              <a:gd name="T4" fmla="*/ 0 w 1117"/>
              <a:gd name="T5" fmla="*/ 11 h 13"/>
            </a:gdLst>
            <a:ahLst/>
            <a:cxnLst>
              <a:cxn ang="0">
                <a:pos x="T0" y="T1"/>
              </a:cxn>
              <a:cxn ang="0">
                <a:pos x="T2" y="T3"/>
              </a:cxn>
              <a:cxn ang="0">
                <a:pos x="T4" y="T5"/>
              </a:cxn>
            </a:cxnLst>
            <a:rect l="0" t="0" r="r" b="b"/>
            <a:pathLst>
              <a:path w="1117" h="13">
                <a:moveTo>
                  <a:pt x="0" y="11"/>
                </a:moveTo>
                <a:cubicBezTo>
                  <a:pt x="372" y="12"/>
                  <a:pt x="744" y="12"/>
                  <a:pt x="1117" y="13"/>
                </a:cubicBezTo>
                <a:cubicBezTo>
                  <a:pt x="1117" y="13"/>
                  <a:pt x="299" y="0"/>
                  <a:pt x="0" y="11"/>
                </a:cubicBezTo>
              </a:path>
            </a:pathLst>
          </a:custGeom>
          <a:solidFill>
            <a:srgbClr val="C00000"/>
          </a:solidFill>
          <a:ln>
            <a:noFill/>
          </a:ln>
          <a:effectLst>
            <a:outerShdw dist="12700" dir="16200000" rotWithShape="0">
              <a:prstClr val="black">
                <a:alpha val="36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93" name="Freeform 17"/>
          <p:cNvSpPr/>
          <p:nvPr/>
        </p:nvSpPr>
        <p:spPr bwMode="auto">
          <a:xfrm>
            <a:off x="1683844" y="1330768"/>
            <a:ext cx="316001" cy="574804"/>
          </a:xfrm>
          <a:custGeom>
            <a:avLst/>
            <a:gdLst>
              <a:gd name="T0" fmla="*/ 0 w 93"/>
              <a:gd name="T1" fmla="*/ 169 h 169"/>
              <a:gd name="T2" fmla="*/ 93 w 93"/>
              <a:gd name="T3" fmla="*/ 0 h 169"/>
              <a:gd name="T4" fmla="*/ 93 w 93"/>
              <a:gd name="T5" fmla="*/ 169 h 169"/>
              <a:gd name="T6" fmla="*/ 0 w 93"/>
              <a:gd name="T7" fmla="*/ 169 h 169"/>
            </a:gdLst>
            <a:ahLst/>
            <a:cxnLst>
              <a:cxn ang="0">
                <a:pos x="T0" y="T1"/>
              </a:cxn>
              <a:cxn ang="0">
                <a:pos x="T2" y="T3"/>
              </a:cxn>
              <a:cxn ang="0">
                <a:pos x="T4" y="T5"/>
              </a:cxn>
              <a:cxn ang="0">
                <a:pos x="T6" y="T7"/>
              </a:cxn>
            </a:cxnLst>
            <a:rect l="0" t="0" r="r" b="b"/>
            <a:pathLst>
              <a:path w="93" h="169">
                <a:moveTo>
                  <a:pt x="0" y="169"/>
                </a:moveTo>
                <a:lnTo>
                  <a:pt x="93" y="0"/>
                </a:lnTo>
                <a:lnTo>
                  <a:pt x="93" y="169"/>
                </a:lnTo>
                <a:lnTo>
                  <a:pt x="0" y="169"/>
                </a:lnTo>
              </a:path>
            </a:pathLst>
          </a:custGeom>
          <a:solidFill>
            <a:srgbClr val="6C0000"/>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94" name="Freeform 19"/>
          <p:cNvSpPr/>
          <p:nvPr/>
        </p:nvSpPr>
        <p:spPr bwMode="auto">
          <a:xfrm>
            <a:off x="2479726" y="2091911"/>
            <a:ext cx="316001" cy="574238"/>
          </a:xfrm>
          <a:custGeom>
            <a:avLst/>
            <a:gdLst>
              <a:gd name="T0" fmla="*/ 0 w 93"/>
              <a:gd name="T1" fmla="*/ 169 h 169"/>
              <a:gd name="T2" fmla="*/ 93 w 93"/>
              <a:gd name="T3" fmla="*/ 0 h 169"/>
              <a:gd name="T4" fmla="*/ 93 w 93"/>
              <a:gd name="T5" fmla="*/ 169 h 169"/>
              <a:gd name="T6" fmla="*/ 0 w 93"/>
              <a:gd name="T7" fmla="*/ 169 h 169"/>
            </a:gdLst>
            <a:ahLst/>
            <a:cxnLst>
              <a:cxn ang="0">
                <a:pos x="T0" y="T1"/>
              </a:cxn>
              <a:cxn ang="0">
                <a:pos x="T2" y="T3"/>
              </a:cxn>
              <a:cxn ang="0">
                <a:pos x="T4" y="T5"/>
              </a:cxn>
              <a:cxn ang="0">
                <a:pos x="T6" y="T7"/>
              </a:cxn>
            </a:cxnLst>
            <a:rect l="0" t="0" r="r" b="b"/>
            <a:pathLst>
              <a:path w="93" h="169">
                <a:moveTo>
                  <a:pt x="0" y="169"/>
                </a:moveTo>
                <a:lnTo>
                  <a:pt x="93" y="0"/>
                </a:lnTo>
                <a:lnTo>
                  <a:pt x="93" y="169"/>
                </a:lnTo>
                <a:lnTo>
                  <a:pt x="0" y="169"/>
                </a:lnTo>
              </a:path>
            </a:pathLst>
          </a:custGeom>
          <a:solidFill>
            <a:srgbClr val="6C0000"/>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95" name="Freeform 21"/>
          <p:cNvSpPr/>
          <p:nvPr/>
        </p:nvSpPr>
        <p:spPr bwMode="auto">
          <a:xfrm>
            <a:off x="3320956" y="2871029"/>
            <a:ext cx="316001" cy="574804"/>
          </a:xfrm>
          <a:custGeom>
            <a:avLst/>
            <a:gdLst>
              <a:gd name="T0" fmla="*/ 0 w 93"/>
              <a:gd name="T1" fmla="*/ 169 h 169"/>
              <a:gd name="T2" fmla="*/ 93 w 93"/>
              <a:gd name="T3" fmla="*/ 0 h 169"/>
              <a:gd name="T4" fmla="*/ 93 w 93"/>
              <a:gd name="T5" fmla="*/ 169 h 169"/>
              <a:gd name="T6" fmla="*/ 0 w 93"/>
              <a:gd name="T7" fmla="*/ 169 h 169"/>
            </a:gdLst>
            <a:ahLst/>
            <a:cxnLst>
              <a:cxn ang="0">
                <a:pos x="T0" y="T1"/>
              </a:cxn>
              <a:cxn ang="0">
                <a:pos x="T2" y="T3"/>
              </a:cxn>
              <a:cxn ang="0">
                <a:pos x="T4" y="T5"/>
              </a:cxn>
              <a:cxn ang="0">
                <a:pos x="T6" y="T7"/>
              </a:cxn>
            </a:cxnLst>
            <a:rect l="0" t="0" r="r" b="b"/>
            <a:pathLst>
              <a:path w="93" h="169">
                <a:moveTo>
                  <a:pt x="0" y="169"/>
                </a:moveTo>
                <a:lnTo>
                  <a:pt x="93" y="0"/>
                </a:lnTo>
                <a:lnTo>
                  <a:pt x="93" y="169"/>
                </a:lnTo>
                <a:lnTo>
                  <a:pt x="0" y="169"/>
                </a:lnTo>
              </a:path>
            </a:pathLst>
          </a:custGeom>
          <a:solidFill>
            <a:srgbClr val="6C0000"/>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96" name="Freeform 26"/>
          <p:cNvSpPr/>
          <p:nvPr/>
        </p:nvSpPr>
        <p:spPr bwMode="auto">
          <a:xfrm>
            <a:off x="4193419" y="3654417"/>
            <a:ext cx="316001" cy="574804"/>
          </a:xfrm>
          <a:custGeom>
            <a:avLst/>
            <a:gdLst>
              <a:gd name="T0" fmla="*/ 0 w 93"/>
              <a:gd name="T1" fmla="*/ 169 h 169"/>
              <a:gd name="T2" fmla="*/ 93 w 93"/>
              <a:gd name="T3" fmla="*/ 0 h 169"/>
              <a:gd name="T4" fmla="*/ 93 w 93"/>
              <a:gd name="T5" fmla="*/ 169 h 169"/>
              <a:gd name="T6" fmla="*/ 0 w 93"/>
              <a:gd name="T7" fmla="*/ 169 h 169"/>
            </a:gdLst>
            <a:ahLst/>
            <a:cxnLst>
              <a:cxn ang="0">
                <a:pos x="T0" y="T1"/>
              </a:cxn>
              <a:cxn ang="0">
                <a:pos x="T2" y="T3"/>
              </a:cxn>
              <a:cxn ang="0">
                <a:pos x="T4" y="T5"/>
              </a:cxn>
              <a:cxn ang="0">
                <a:pos x="T6" y="T7"/>
              </a:cxn>
            </a:cxnLst>
            <a:rect l="0" t="0" r="r" b="b"/>
            <a:pathLst>
              <a:path w="93" h="169">
                <a:moveTo>
                  <a:pt x="0" y="169"/>
                </a:moveTo>
                <a:lnTo>
                  <a:pt x="93" y="0"/>
                </a:lnTo>
                <a:lnTo>
                  <a:pt x="93" y="169"/>
                </a:lnTo>
                <a:lnTo>
                  <a:pt x="0" y="169"/>
                </a:lnTo>
              </a:path>
            </a:pathLst>
          </a:custGeom>
          <a:solidFill>
            <a:srgbClr val="6C0000"/>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97" name="Freeform 28"/>
          <p:cNvSpPr>
            <a:spLocks noEditPoints="1"/>
          </p:cNvSpPr>
          <p:nvPr/>
        </p:nvSpPr>
        <p:spPr bwMode="auto">
          <a:xfrm>
            <a:off x="827584" y="1330768"/>
            <a:ext cx="1172260" cy="921385"/>
          </a:xfrm>
          <a:custGeom>
            <a:avLst/>
            <a:gdLst>
              <a:gd name="T0" fmla="*/ 154 w 345"/>
              <a:gd name="T1" fmla="*/ 209 h 271"/>
              <a:gd name="T2" fmla="*/ 0 w 345"/>
              <a:gd name="T3" fmla="*/ 268 h 271"/>
              <a:gd name="T4" fmla="*/ 133 w 345"/>
              <a:gd name="T5" fmla="*/ 1 h 271"/>
              <a:gd name="T6" fmla="*/ 345 w 345"/>
              <a:gd name="T7" fmla="*/ 0 h 271"/>
              <a:gd name="T8" fmla="*/ 212 w 345"/>
              <a:gd name="T9" fmla="*/ 271 h 271"/>
              <a:gd name="T10" fmla="*/ 154 w 345"/>
              <a:gd name="T11" fmla="*/ 209 h 271"/>
              <a:gd name="T12" fmla="*/ 174 w 345"/>
              <a:gd name="T13" fmla="*/ 65 h 271"/>
              <a:gd name="T14" fmla="*/ 158 w 345"/>
              <a:gd name="T15" fmla="*/ 69 h 271"/>
              <a:gd name="T16" fmla="*/ 165 w 345"/>
              <a:gd name="T17" fmla="*/ 47 h 271"/>
              <a:gd name="T18" fmla="*/ 192 w 345"/>
              <a:gd name="T19" fmla="*/ 41 h 271"/>
              <a:gd name="T20" fmla="*/ 214 w 345"/>
              <a:gd name="T21" fmla="*/ 48 h 271"/>
              <a:gd name="T22" fmla="*/ 179 w 345"/>
              <a:gd name="T23" fmla="*/ 165 h 271"/>
              <a:gd name="T24" fmla="*/ 147 w 345"/>
              <a:gd name="T25" fmla="*/ 155 h 271"/>
              <a:gd name="T26" fmla="*/ 174 w 345"/>
              <a:gd name="T27" fmla="*/ 65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5" h="271">
                <a:moveTo>
                  <a:pt x="154" y="209"/>
                </a:moveTo>
                <a:lnTo>
                  <a:pt x="0" y="268"/>
                </a:lnTo>
                <a:lnTo>
                  <a:pt x="133" y="1"/>
                </a:lnTo>
                <a:lnTo>
                  <a:pt x="345" y="0"/>
                </a:lnTo>
                <a:lnTo>
                  <a:pt x="212" y="271"/>
                </a:lnTo>
                <a:lnTo>
                  <a:pt x="154" y="209"/>
                </a:lnTo>
                <a:moveTo>
                  <a:pt x="174" y="65"/>
                </a:moveTo>
                <a:lnTo>
                  <a:pt x="158" y="69"/>
                </a:lnTo>
                <a:lnTo>
                  <a:pt x="165" y="47"/>
                </a:lnTo>
                <a:lnTo>
                  <a:pt x="192" y="41"/>
                </a:lnTo>
                <a:lnTo>
                  <a:pt x="214" y="48"/>
                </a:lnTo>
                <a:lnTo>
                  <a:pt x="179" y="165"/>
                </a:lnTo>
                <a:lnTo>
                  <a:pt x="147" y="155"/>
                </a:lnTo>
                <a:lnTo>
                  <a:pt x="174" y="65"/>
                </a:lnTo>
              </a:path>
            </a:pathLst>
          </a:custGeom>
          <a:gradFill flip="none" rotWithShape="1">
            <a:gsLst>
              <a:gs pos="77000">
                <a:srgbClr val="C00000"/>
              </a:gs>
              <a:gs pos="9000">
                <a:srgbClr val="C00000"/>
              </a:gs>
              <a:gs pos="0">
                <a:srgbClr val="FF0000"/>
              </a:gs>
            </a:gsLst>
            <a:lin ang="5400000" scaled="1"/>
            <a:tileRect/>
          </a:gra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98" name="Freeform 29"/>
          <p:cNvSpPr>
            <a:spLocks noEditPoints="1"/>
          </p:cNvSpPr>
          <p:nvPr/>
        </p:nvSpPr>
        <p:spPr bwMode="auto">
          <a:xfrm>
            <a:off x="1623467" y="2091911"/>
            <a:ext cx="1172260" cy="921385"/>
          </a:xfrm>
          <a:custGeom>
            <a:avLst/>
            <a:gdLst>
              <a:gd name="T0" fmla="*/ 154 w 345"/>
              <a:gd name="T1" fmla="*/ 209 h 271"/>
              <a:gd name="T2" fmla="*/ 0 w 345"/>
              <a:gd name="T3" fmla="*/ 268 h 271"/>
              <a:gd name="T4" fmla="*/ 133 w 345"/>
              <a:gd name="T5" fmla="*/ 1 h 271"/>
              <a:gd name="T6" fmla="*/ 345 w 345"/>
              <a:gd name="T7" fmla="*/ 0 h 271"/>
              <a:gd name="T8" fmla="*/ 212 w 345"/>
              <a:gd name="T9" fmla="*/ 271 h 271"/>
              <a:gd name="T10" fmla="*/ 154 w 345"/>
              <a:gd name="T11" fmla="*/ 209 h 271"/>
              <a:gd name="T12" fmla="*/ 126 w 345"/>
              <a:gd name="T13" fmla="*/ 139 h 271"/>
              <a:gd name="T14" fmla="*/ 151 w 345"/>
              <a:gd name="T15" fmla="*/ 123 h 271"/>
              <a:gd name="T16" fmla="*/ 183 w 345"/>
              <a:gd name="T17" fmla="*/ 100 h 271"/>
              <a:gd name="T18" fmla="*/ 201 w 345"/>
              <a:gd name="T19" fmla="*/ 79 h 271"/>
              <a:gd name="T20" fmla="*/ 197 w 345"/>
              <a:gd name="T21" fmla="*/ 68 h 271"/>
              <a:gd name="T22" fmla="*/ 186 w 345"/>
              <a:gd name="T23" fmla="*/ 63 h 271"/>
              <a:gd name="T24" fmla="*/ 172 w 345"/>
              <a:gd name="T25" fmla="*/ 62 h 271"/>
              <a:gd name="T26" fmla="*/ 158 w 345"/>
              <a:gd name="T27" fmla="*/ 66 h 271"/>
              <a:gd name="T28" fmla="*/ 146 w 345"/>
              <a:gd name="T29" fmla="*/ 41 h 271"/>
              <a:gd name="T30" fmla="*/ 171 w 345"/>
              <a:gd name="T31" fmla="*/ 37 h 271"/>
              <a:gd name="T32" fmla="*/ 196 w 345"/>
              <a:gd name="T33" fmla="*/ 39 h 271"/>
              <a:gd name="T34" fmla="*/ 226 w 345"/>
              <a:gd name="T35" fmla="*/ 55 h 271"/>
              <a:gd name="T36" fmla="*/ 236 w 345"/>
              <a:gd name="T37" fmla="*/ 85 h 271"/>
              <a:gd name="T38" fmla="*/ 225 w 345"/>
              <a:gd name="T39" fmla="*/ 106 h 271"/>
              <a:gd name="T40" fmla="*/ 205 w 345"/>
              <a:gd name="T41" fmla="*/ 124 h 271"/>
              <a:gd name="T42" fmla="*/ 185 w 345"/>
              <a:gd name="T43" fmla="*/ 139 h 271"/>
              <a:gd name="T44" fmla="*/ 224 w 345"/>
              <a:gd name="T45" fmla="*/ 148 h 271"/>
              <a:gd name="T46" fmla="*/ 219 w 345"/>
              <a:gd name="T47" fmla="*/ 172 h 271"/>
              <a:gd name="T48" fmla="*/ 124 w 345"/>
              <a:gd name="T49" fmla="*/ 149 h 271"/>
              <a:gd name="T50" fmla="*/ 126 w 345"/>
              <a:gd name="T51" fmla="*/ 139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45" h="271">
                <a:moveTo>
                  <a:pt x="154" y="209"/>
                </a:moveTo>
                <a:lnTo>
                  <a:pt x="0" y="268"/>
                </a:lnTo>
                <a:lnTo>
                  <a:pt x="133" y="1"/>
                </a:lnTo>
                <a:lnTo>
                  <a:pt x="345" y="0"/>
                </a:lnTo>
                <a:lnTo>
                  <a:pt x="212" y="271"/>
                </a:lnTo>
                <a:lnTo>
                  <a:pt x="154" y="209"/>
                </a:lnTo>
                <a:moveTo>
                  <a:pt x="126" y="139"/>
                </a:moveTo>
                <a:cubicBezTo>
                  <a:pt x="134" y="133"/>
                  <a:pt x="143" y="128"/>
                  <a:pt x="151" y="123"/>
                </a:cubicBezTo>
                <a:cubicBezTo>
                  <a:pt x="165" y="113"/>
                  <a:pt x="176" y="106"/>
                  <a:pt x="183" y="100"/>
                </a:cubicBezTo>
                <a:cubicBezTo>
                  <a:pt x="194" y="91"/>
                  <a:pt x="199" y="84"/>
                  <a:pt x="201" y="79"/>
                </a:cubicBezTo>
                <a:cubicBezTo>
                  <a:pt x="202" y="75"/>
                  <a:pt x="200" y="71"/>
                  <a:pt x="197" y="68"/>
                </a:cubicBezTo>
                <a:cubicBezTo>
                  <a:pt x="194" y="65"/>
                  <a:pt x="191" y="64"/>
                  <a:pt x="186" y="63"/>
                </a:cubicBezTo>
                <a:cubicBezTo>
                  <a:pt x="182" y="62"/>
                  <a:pt x="177" y="61"/>
                  <a:pt x="172" y="62"/>
                </a:cubicBezTo>
                <a:cubicBezTo>
                  <a:pt x="168" y="63"/>
                  <a:pt x="164" y="64"/>
                  <a:pt x="158" y="66"/>
                </a:cubicBezTo>
                <a:lnTo>
                  <a:pt x="146" y="41"/>
                </a:lnTo>
                <a:cubicBezTo>
                  <a:pt x="154" y="39"/>
                  <a:pt x="163" y="37"/>
                  <a:pt x="171" y="37"/>
                </a:cubicBezTo>
                <a:cubicBezTo>
                  <a:pt x="179" y="37"/>
                  <a:pt x="187" y="37"/>
                  <a:pt x="196" y="39"/>
                </a:cubicBezTo>
                <a:cubicBezTo>
                  <a:pt x="208" y="42"/>
                  <a:pt x="218" y="47"/>
                  <a:pt x="226" y="55"/>
                </a:cubicBezTo>
                <a:cubicBezTo>
                  <a:pt x="236" y="63"/>
                  <a:pt x="239" y="73"/>
                  <a:pt x="236" y="85"/>
                </a:cubicBezTo>
                <a:cubicBezTo>
                  <a:pt x="235" y="92"/>
                  <a:pt x="231" y="98"/>
                  <a:pt x="225" y="106"/>
                </a:cubicBezTo>
                <a:cubicBezTo>
                  <a:pt x="219" y="112"/>
                  <a:pt x="213" y="118"/>
                  <a:pt x="205" y="124"/>
                </a:cubicBezTo>
                <a:cubicBezTo>
                  <a:pt x="198" y="129"/>
                  <a:pt x="192" y="134"/>
                  <a:pt x="185" y="139"/>
                </a:cubicBezTo>
                <a:lnTo>
                  <a:pt x="224" y="148"/>
                </a:lnTo>
                <a:lnTo>
                  <a:pt x="219" y="172"/>
                </a:lnTo>
                <a:lnTo>
                  <a:pt x="124" y="149"/>
                </a:lnTo>
                <a:lnTo>
                  <a:pt x="126" y="139"/>
                </a:lnTo>
              </a:path>
            </a:pathLst>
          </a:custGeom>
          <a:gradFill>
            <a:gsLst>
              <a:gs pos="77000">
                <a:srgbClr val="C00000"/>
              </a:gs>
              <a:gs pos="9000">
                <a:srgbClr val="C00000"/>
              </a:gs>
              <a:gs pos="0">
                <a:srgbClr val="FF0000"/>
              </a:gs>
            </a:gsLst>
            <a:lin ang="5400000" scaled="1"/>
          </a:gra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99" name="Freeform 30"/>
          <p:cNvSpPr>
            <a:spLocks noEditPoints="1"/>
          </p:cNvSpPr>
          <p:nvPr/>
        </p:nvSpPr>
        <p:spPr bwMode="auto">
          <a:xfrm>
            <a:off x="2464696" y="2871029"/>
            <a:ext cx="1172260" cy="921385"/>
          </a:xfrm>
          <a:custGeom>
            <a:avLst/>
            <a:gdLst>
              <a:gd name="T0" fmla="*/ 154 w 345"/>
              <a:gd name="T1" fmla="*/ 209 h 271"/>
              <a:gd name="T2" fmla="*/ 0 w 345"/>
              <a:gd name="T3" fmla="*/ 268 h 271"/>
              <a:gd name="T4" fmla="*/ 133 w 345"/>
              <a:gd name="T5" fmla="*/ 1 h 271"/>
              <a:gd name="T6" fmla="*/ 345 w 345"/>
              <a:gd name="T7" fmla="*/ 0 h 271"/>
              <a:gd name="T8" fmla="*/ 212 w 345"/>
              <a:gd name="T9" fmla="*/ 271 h 271"/>
              <a:gd name="T10" fmla="*/ 154 w 345"/>
              <a:gd name="T11" fmla="*/ 209 h 271"/>
              <a:gd name="T12" fmla="*/ 228 w 345"/>
              <a:gd name="T13" fmla="*/ 139 h 271"/>
              <a:gd name="T14" fmla="*/ 206 w 345"/>
              <a:gd name="T15" fmla="*/ 165 h 271"/>
              <a:gd name="T16" fmla="*/ 171 w 345"/>
              <a:gd name="T17" fmla="*/ 166 h 271"/>
              <a:gd name="T18" fmla="*/ 147 w 345"/>
              <a:gd name="T19" fmla="*/ 158 h 271"/>
              <a:gd name="T20" fmla="*/ 127 w 345"/>
              <a:gd name="T21" fmla="*/ 144 h 271"/>
              <a:gd name="T22" fmla="*/ 149 w 345"/>
              <a:gd name="T23" fmla="*/ 128 h 271"/>
              <a:gd name="T24" fmla="*/ 159 w 345"/>
              <a:gd name="T25" fmla="*/ 137 h 271"/>
              <a:gd name="T26" fmla="*/ 170 w 345"/>
              <a:gd name="T27" fmla="*/ 142 h 271"/>
              <a:gd name="T28" fmla="*/ 184 w 345"/>
              <a:gd name="T29" fmla="*/ 141 h 271"/>
              <a:gd name="T30" fmla="*/ 193 w 345"/>
              <a:gd name="T31" fmla="*/ 130 h 271"/>
              <a:gd name="T32" fmla="*/ 186 w 345"/>
              <a:gd name="T33" fmla="*/ 115 h 271"/>
              <a:gd name="T34" fmla="*/ 170 w 345"/>
              <a:gd name="T35" fmla="*/ 109 h 271"/>
              <a:gd name="T36" fmla="*/ 174 w 345"/>
              <a:gd name="T37" fmla="*/ 91 h 271"/>
              <a:gd name="T38" fmla="*/ 190 w 345"/>
              <a:gd name="T39" fmla="*/ 92 h 271"/>
              <a:gd name="T40" fmla="*/ 202 w 345"/>
              <a:gd name="T41" fmla="*/ 82 h 271"/>
              <a:gd name="T42" fmla="*/ 199 w 345"/>
              <a:gd name="T43" fmla="*/ 70 h 271"/>
              <a:gd name="T44" fmla="*/ 187 w 345"/>
              <a:gd name="T45" fmla="*/ 64 h 271"/>
              <a:gd name="T46" fmla="*/ 176 w 345"/>
              <a:gd name="T47" fmla="*/ 64 h 271"/>
              <a:gd name="T48" fmla="*/ 165 w 345"/>
              <a:gd name="T49" fmla="*/ 66 h 271"/>
              <a:gd name="T50" fmla="*/ 153 w 345"/>
              <a:gd name="T51" fmla="*/ 45 h 271"/>
              <a:gd name="T52" fmla="*/ 174 w 345"/>
              <a:gd name="T53" fmla="*/ 41 h 271"/>
              <a:gd name="T54" fmla="*/ 195 w 345"/>
              <a:gd name="T55" fmla="*/ 43 h 271"/>
              <a:gd name="T56" fmla="*/ 225 w 345"/>
              <a:gd name="T57" fmla="*/ 57 h 271"/>
              <a:gd name="T58" fmla="*/ 236 w 345"/>
              <a:gd name="T59" fmla="*/ 86 h 271"/>
              <a:gd name="T60" fmla="*/ 228 w 345"/>
              <a:gd name="T61" fmla="*/ 101 h 271"/>
              <a:gd name="T62" fmla="*/ 211 w 345"/>
              <a:gd name="T63" fmla="*/ 107 h 271"/>
              <a:gd name="T64" fmla="*/ 225 w 345"/>
              <a:gd name="T65" fmla="*/ 120 h 271"/>
              <a:gd name="T66" fmla="*/ 228 w 345"/>
              <a:gd name="T67" fmla="*/ 139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45" h="271">
                <a:moveTo>
                  <a:pt x="154" y="209"/>
                </a:moveTo>
                <a:lnTo>
                  <a:pt x="0" y="268"/>
                </a:lnTo>
                <a:lnTo>
                  <a:pt x="133" y="1"/>
                </a:lnTo>
                <a:lnTo>
                  <a:pt x="345" y="0"/>
                </a:lnTo>
                <a:lnTo>
                  <a:pt x="212" y="271"/>
                </a:lnTo>
                <a:lnTo>
                  <a:pt x="154" y="209"/>
                </a:lnTo>
                <a:moveTo>
                  <a:pt x="228" y="139"/>
                </a:moveTo>
                <a:cubicBezTo>
                  <a:pt x="226" y="152"/>
                  <a:pt x="218" y="160"/>
                  <a:pt x="206" y="165"/>
                </a:cubicBezTo>
                <a:cubicBezTo>
                  <a:pt x="196" y="168"/>
                  <a:pt x="184" y="169"/>
                  <a:pt x="171" y="166"/>
                </a:cubicBezTo>
                <a:cubicBezTo>
                  <a:pt x="162" y="164"/>
                  <a:pt x="154" y="162"/>
                  <a:pt x="147" y="158"/>
                </a:cubicBezTo>
                <a:cubicBezTo>
                  <a:pt x="140" y="155"/>
                  <a:pt x="134" y="150"/>
                  <a:pt x="127" y="144"/>
                </a:cubicBezTo>
                <a:lnTo>
                  <a:pt x="149" y="128"/>
                </a:lnTo>
                <a:cubicBezTo>
                  <a:pt x="153" y="132"/>
                  <a:pt x="156" y="135"/>
                  <a:pt x="159" y="137"/>
                </a:cubicBezTo>
                <a:cubicBezTo>
                  <a:pt x="162" y="140"/>
                  <a:pt x="166" y="141"/>
                  <a:pt x="170" y="142"/>
                </a:cubicBezTo>
                <a:cubicBezTo>
                  <a:pt x="175" y="143"/>
                  <a:pt x="180" y="143"/>
                  <a:pt x="184" y="141"/>
                </a:cubicBezTo>
                <a:cubicBezTo>
                  <a:pt x="189" y="139"/>
                  <a:pt x="192" y="135"/>
                  <a:pt x="193" y="130"/>
                </a:cubicBezTo>
                <a:cubicBezTo>
                  <a:pt x="194" y="124"/>
                  <a:pt x="192" y="119"/>
                  <a:pt x="186" y="115"/>
                </a:cubicBezTo>
                <a:cubicBezTo>
                  <a:pt x="182" y="113"/>
                  <a:pt x="177" y="111"/>
                  <a:pt x="170" y="109"/>
                </a:cubicBezTo>
                <a:lnTo>
                  <a:pt x="174" y="91"/>
                </a:lnTo>
                <a:cubicBezTo>
                  <a:pt x="181" y="92"/>
                  <a:pt x="186" y="92"/>
                  <a:pt x="190" y="92"/>
                </a:cubicBezTo>
                <a:cubicBezTo>
                  <a:pt x="197" y="91"/>
                  <a:pt x="201" y="87"/>
                  <a:pt x="202" y="82"/>
                </a:cubicBezTo>
                <a:cubicBezTo>
                  <a:pt x="203" y="77"/>
                  <a:pt x="202" y="73"/>
                  <a:pt x="199" y="70"/>
                </a:cubicBezTo>
                <a:cubicBezTo>
                  <a:pt x="196" y="67"/>
                  <a:pt x="192" y="65"/>
                  <a:pt x="187" y="64"/>
                </a:cubicBezTo>
                <a:cubicBezTo>
                  <a:pt x="184" y="63"/>
                  <a:pt x="180" y="63"/>
                  <a:pt x="176" y="64"/>
                </a:cubicBezTo>
                <a:cubicBezTo>
                  <a:pt x="173" y="64"/>
                  <a:pt x="169" y="65"/>
                  <a:pt x="165" y="66"/>
                </a:cubicBezTo>
                <a:lnTo>
                  <a:pt x="153" y="45"/>
                </a:lnTo>
                <a:cubicBezTo>
                  <a:pt x="160" y="43"/>
                  <a:pt x="167" y="42"/>
                  <a:pt x="174" y="41"/>
                </a:cubicBezTo>
                <a:cubicBezTo>
                  <a:pt x="181" y="41"/>
                  <a:pt x="188" y="42"/>
                  <a:pt x="195" y="43"/>
                </a:cubicBezTo>
                <a:cubicBezTo>
                  <a:pt x="208" y="46"/>
                  <a:pt x="217" y="50"/>
                  <a:pt x="225" y="57"/>
                </a:cubicBezTo>
                <a:cubicBezTo>
                  <a:pt x="235" y="65"/>
                  <a:pt x="239" y="75"/>
                  <a:pt x="236" y="86"/>
                </a:cubicBezTo>
                <a:cubicBezTo>
                  <a:pt x="235" y="93"/>
                  <a:pt x="232" y="97"/>
                  <a:pt x="228" y="101"/>
                </a:cubicBezTo>
                <a:cubicBezTo>
                  <a:pt x="223" y="104"/>
                  <a:pt x="218" y="106"/>
                  <a:pt x="211" y="107"/>
                </a:cubicBezTo>
                <a:cubicBezTo>
                  <a:pt x="217" y="111"/>
                  <a:pt x="222" y="115"/>
                  <a:pt x="225" y="120"/>
                </a:cubicBezTo>
                <a:cubicBezTo>
                  <a:pt x="229" y="126"/>
                  <a:pt x="230" y="132"/>
                  <a:pt x="228" y="139"/>
                </a:cubicBezTo>
              </a:path>
            </a:pathLst>
          </a:custGeom>
          <a:gradFill>
            <a:gsLst>
              <a:gs pos="77000">
                <a:srgbClr val="C00000"/>
              </a:gs>
              <a:gs pos="9000">
                <a:srgbClr val="C00000"/>
              </a:gs>
              <a:gs pos="0">
                <a:srgbClr val="FF0000"/>
              </a:gs>
            </a:gsLst>
            <a:lin ang="5400000" scaled="1"/>
          </a:gra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00" name="Freeform 31"/>
          <p:cNvSpPr>
            <a:spLocks noEditPoints="1"/>
          </p:cNvSpPr>
          <p:nvPr/>
        </p:nvSpPr>
        <p:spPr bwMode="auto">
          <a:xfrm>
            <a:off x="3337159" y="3654417"/>
            <a:ext cx="1172260" cy="917988"/>
          </a:xfrm>
          <a:custGeom>
            <a:avLst/>
            <a:gdLst>
              <a:gd name="T0" fmla="*/ 154 w 345"/>
              <a:gd name="T1" fmla="*/ 208 h 270"/>
              <a:gd name="T2" fmla="*/ 0 w 345"/>
              <a:gd name="T3" fmla="*/ 267 h 270"/>
              <a:gd name="T4" fmla="*/ 133 w 345"/>
              <a:gd name="T5" fmla="*/ 0 h 270"/>
              <a:gd name="T6" fmla="*/ 345 w 345"/>
              <a:gd name="T7" fmla="*/ 0 h 270"/>
              <a:gd name="T8" fmla="*/ 212 w 345"/>
              <a:gd name="T9" fmla="*/ 270 h 270"/>
              <a:gd name="T10" fmla="*/ 154 w 345"/>
              <a:gd name="T11" fmla="*/ 208 h 270"/>
              <a:gd name="T12" fmla="*/ 208 w 345"/>
              <a:gd name="T13" fmla="*/ 171 h 270"/>
              <a:gd name="T14" fmla="*/ 174 w 345"/>
              <a:gd name="T15" fmla="*/ 164 h 270"/>
              <a:gd name="T16" fmla="*/ 178 w 345"/>
              <a:gd name="T17" fmla="*/ 147 h 270"/>
              <a:gd name="T18" fmla="*/ 128 w 345"/>
              <a:gd name="T19" fmla="*/ 137 h 270"/>
              <a:gd name="T20" fmla="*/ 133 w 345"/>
              <a:gd name="T21" fmla="*/ 113 h 270"/>
              <a:gd name="T22" fmla="*/ 154 w 345"/>
              <a:gd name="T23" fmla="*/ 90 h 270"/>
              <a:gd name="T24" fmla="*/ 176 w 345"/>
              <a:gd name="T25" fmla="*/ 67 h 270"/>
              <a:gd name="T26" fmla="*/ 197 w 345"/>
              <a:gd name="T27" fmla="*/ 45 h 270"/>
              <a:gd name="T28" fmla="*/ 232 w 345"/>
              <a:gd name="T29" fmla="*/ 52 h 270"/>
              <a:gd name="T30" fmla="*/ 216 w 345"/>
              <a:gd name="T31" fmla="*/ 131 h 270"/>
              <a:gd name="T32" fmla="*/ 232 w 345"/>
              <a:gd name="T33" fmla="*/ 134 h 270"/>
              <a:gd name="T34" fmla="*/ 227 w 345"/>
              <a:gd name="T35" fmla="*/ 157 h 270"/>
              <a:gd name="T36" fmla="*/ 213 w 345"/>
              <a:gd name="T37" fmla="*/ 154 h 270"/>
              <a:gd name="T38" fmla="*/ 211 w 345"/>
              <a:gd name="T39" fmla="*/ 159 h 270"/>
              <a:gd name="T40" fmla="*/ 210 w 345"/>
              <a:gd name="T41" fmla="*/ 164 h 270"/>
              <a:gd name="T42" fmla="*/ 209 w 345"/>
              <a:gd name="T43" fmla="*/ 168 h 270"/>
              <a:gd name="T44" fmla="*/ 208 w 345"/>
              <a:gd name="T45" fmla="*/ 171 h 270"/>
              <a:gd name="T46" fmla="*/ 162 w 345"/>
              <a:gd name="T47" fmla="*/ 120 h 270"/>
              <a:gd name="T48" fmla="*/ 183 w 345"/>
              <a:gd name="T49" fmla="*/ 124 h 270"/>
              <a:gd name="T50" fmla="*/ 190 w 345"/>
              <a:gd name="T51" fmla="*/ 89 h 270"/>
              <a:gd name="T52" fmla="*/ 162 w 345"/>
              <a:gd name="T53" fmla="*/ 120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45" h="270">
                <a:moveTo>
                  <a:pt x="154" y="208"/>
                </a:moveTo>
                <a:lnTo>
                  <a:pt x="0" y="267"/>
                </a:lnTo>
                <a:lnTo>
                  <a:pt x="133" y="0"/>
                </a:lnTo>
                <a:lnTo>
                  <a:pt x="345" y="0"/>
                </a:lnTo>
                <a:lnTo>
                  <a:pt x="212" y="270"/>
                </a:lnTo>
                <a:lnTo>
                  <a:pt x="154" y="208"/>
                </a:lnTo>
                <a:moveTo>
                  <a:pt x="208" y="171"/>
                </a:moveTo>
                <a:lnTo>
                  <a:pt x="174" y="164"/>
                </a:lnTo>
                <a:lnTo>
                  <a:pt x="178" y="147"/>
                </a:lnTo>
                <a:lnTo>
                  <a:pt x="128" y="137"/>
                </a:lnTo>
                <a:lnTo>
                  <a:pt x="133" y="113"/>
                </a:lnTo>
                <a:cubicBezTo>
                  <a:pt x="138" y="107"/>
                  <a:pt x="145" y="99"/>
                  <a:pt x="154" y="90"/>
                </a:cubicBezTo>
                <a:cubicBezTo>
                  <a:pt x="156" y="87"/>
                  <a:pt x="164" y="80"/>
                  <a:pt x="176" y="67"/>
                </a:cubicBezTo>
                <a:cubicBezTo>
                  <a:pt x="183" y="60"/>
                  <a:pt x="190" y="52"/>
                  <a:pt x="197" y="45"/>
                </a:cubicBezTo>
                <a:lnTo>
                  <a:pt x="232" y="52"/>
                </a:lnTo>
                <a:lnTo>
                  <a:pt x="216" y="131"/>
                </a:lnTo>
                <a:lnTo>
                  <a:pt x="232" y="134"/>
                </a:lnTo>
                <a:lnTo>
                  <a:pt x="227" y="157"/>
                </a:lnTo>
                <a:lnTo>
                  <a:pt x="213" y="154"/>
                </a:lnTo>
                <a:cubicBezTo>
                  <a:pt x="212" y="155"/>
                  <a:pt x="211" y="157"/>
                  <a:pt x="211" y="159"/>
                </a:cubicBezTo>
                <a:cubicBezTo>
                  <a:pt x="210" y="161"/>
                  <a:pt x="210" y="163"/>
                  <a:pt x="210" y="164"/>
                </a:cubicBezTo>
                <a:cubicBezTo>
                  <a:pt x="209" y="165"/>
                  <a:pt x="209" y="167"/>
                  <a:pt x="209" y="168"/>
                </a:cubicBezTo>
                <a:cubicBezTo>
                  <a:pt x="209" y="169"/>
                  <a:pt x="208" y="170"/>
                  <a:pt x="208" y="171"/>
                </a:cubicBezTo>
                <a:moveTo>
                  <a:pt x="162" y="120"/>
                </a:moveTo>
                <a:lnTo>
                  <a:pt x="183" y="124"/>
                </a:lnTo>
                <a:lnTo>
                  <a:pt x="190" y="89"/>
                </a:lnTo>
                <a:lnTo>
                  <a:pt x="162" y="120"/>
                </a:lnTo>
              </a:path>
            </a:pathLst>
          </a:custGeom>
          <a:gradFill>
            <a:gsLst>
              <a:gs pos="77000">
                <a:srgbClr val="C00000"/>
              </a:gs>
              <a:gs pos="9000">
                <a:srgbClr val="C00000"/>
              </a:gs>
              <a:gs pos="0">
                <a:srgbClr val="FF0000"/>
              </a:gs>
            </a:gsLst>
            <a:lin ang="5400000" scaled="1"/>
          </a:gra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93"/>
                                        </p:tgtEl>
                                        <p:attrNameLst>
                                          <p:attrName>style.visibility</p:attrName>
                                        </p:attrNameLst>
                                      </p:cBhvr>
                                      <p:to>
                                        <p:strVal val="visible"/>
                                      </p:to>
                                    </p:set>
                                    <p:animEffect transition="in" filter="wipe(down)">
                                      <p:cBhvr>
                                        <p:cTn id="7" dur="500"/>
                                        <p:tgtEl>
                                          <p:spTgt spid="9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97"/>
                                        </p:tgtEl>
                                        <p:attrNameLst>
                                          <p:attrName>style.visibility</p:attrName>
                                        </p:attrNameLst>
                                      </p:cBhvr>
                                      <p:to>
                                        <p:strVal val="visible"/>
                                      </p:to>
                                    </p:set>
                                    <p:animEffect transition="in" filter="wipe(up)">
                                      <p:cBhvr>
                                        <p:cTn id="11" dur="500"/>
                                        <p:tgtEl>
                                          <p:spTgt spid="97"/>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81"/>
                                        </p:tgtEl>
                                        <p:attrNameLst>
                                          <p:attrName>style.visibility</p:attrName>
                                        </p:attrNameLst>
                                      </p:cBhvr>
                                      <p:to>
                                        <p:strVal val="visible"/>
                                      </p:to>
                                    </p:set>
                                    <p:animEffect transition="in" filter="wipe(left)">
                                      <p:cBhvr>
                                        <p:cTn id="15" dur="500"/>
                                        <p:tgtEl>
                                          <p:spTgt spid="81"/>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82"/>
                                        </p:tgtEl>
                                        <p:attrNameLst>
                                          <p:attrName>style.visibility</p:attrName>
                                        </p:attrNameLst>
                                      </p:cBhvr>
                                      <p:to>
                                        <p:strVal val="visible"/>
                                      </p:to>
                                    </p:set>
                                    <p:animEffect transition="in" filter="wipe(left)">
                                      <p:cBhvr>
                                        <p:cTn id="19" dur="500"/>
                                        <p:tgtEl>
                                          <p:spTgt spid="82"/>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83"/>
                                        </p:tgtEl>
                                        <p:attrNameLst>
                                          <p:attrName>style.visibility</p:attrName>
                                        </p:attrNameLst>
                                      </p:cBhvr>
                                      <p:to>
                                        <p:strVal val="visible"/>
                                      </p:to>
                                    </p:set>
                                    <p:animEffect transition="in" filter="wipe(left)">
                                      <p:cBhvr>
                                        <p:cTn id="22" dur="500"/>
                                        <p:tgtEl>
                                          <p:spTgt spid="83"/>
                                        </p:tgtEl>
                                      </p:cBhvr>
                                    </p:animEffect>
                                  </p:childTnLst>
                                </p:cTn>
                              </p:par>
                            </p:childTnLst>
                          </p:cTn>
                        </p:par>
                        <p:par>
                          <p:cTn id="23" fill="hold">
                            <p:stCondLst>
                              <p:cond delay="2000"/>
                            </p:stCondLst>
                            <p:childTnLst>
                              <p:par>
                                <p:cTn id="24" presetID="22" presetClass="entr" presetSubtype="4" fill="hold" grpId="0" nodeType="afterEffect">
                                  <p:stCondLst>
                                    <p:cond delay="0"/>
                                  </p:stCondLst>
                                  <p:childTnLst>
                                    <p:set>
                                      <p:cBhvr>
                                        <p:cTn id="25" dur="1" fill="hold">
                                          <p:stCondLst>
                                            <p:cond delay="0"/>
                                          </p:stCondLst>
                                        </p:cTn>
                                        <p:tgtEl>
                                          <p:spTgt spid="94"/>
                                        </p:tgtEl>
                                        <p:attrNameLst>
                                          <p:attrName>style.visibility</p:attrName>
                                        </p:attrNameLst>
                                      </p:cBhvr>
                                      <p:to>
                                        <p:strVal val="visible"/>
                                      </p:to>
                                    </p:set>
                                    <p:animEffect transition="in" filter="wipe(down)">
                                      <p:cBhvr>
                                        <p:cTn id="26" dur="500"/>
                                        <p:tgtEl>
                                          <p:spTgt spid="94"/>
                                        </p:tgtEl>
                                      </p:cBhvr>
                                    </p:animEffect>
                                  </p:childTnLst>
                                </p:cTn>
                              </p:par>
                            </p:childTnLst>
                          </p:cTn>
                        </p:par>
                        <p:par>
                          <p:cTn id="27" fill="hold">
                            <p:stCondLst>
                              <p:cond delay="2500"/>
                            </p:stCondLst>
                            <p:childTnLst>
                              <p:par>
                                <p:cTn id="28" presetID="22" presetClass="entr" presetSubtype="1" fill="hold" grpId="0" nodeType="afterEffect">
                                  <p:stCondLst>
                                    <p:cond delay="0"/>
                                  </p:stCondLst>
                                  <p:childTnLst>
                                    <p:set>
                                      <p:cBhvr>
                                        <p:cTn id="29" dur="1" fill="hold">
                                          <p:stCondLst>
                                            <p:cond delay="0"/>
                                          </p:stCondLst>
                                        </p:cTn>
                                        <p:tgtEl>
                                          <p:spTgt spid="98"/>
                                        </p:tgtEl>
                                        <p:attrNameLst>
                                          <p:attrName>style.visibility</p:attrName>
                                        </p:attrNameLst>
                                      </p:cBhvr>
                                      <p:to>
                                        <p:strVal val="visible"/>
                                      </p:to>
                                    </p:set>
                                    <p:animEffect transition="in" filter="wipe(up)">
                                      <p:cBhvr>
                                        <p:cTn id="30" dur="500"/>
                                        <p:tgtEl>
                                          <p:spTgt spid="98"/>
                                        </p:tgtEl>
                                      </p:cBhvr>
                                    </p:animEffect>
                                  </p:childTnLst>
                                </p:cTn>
                              </p:par>
                            </p:childTnLst>
                          </p:cTn>
                        </p:par>
                        <p:par>
                          <p:cTn id="31" fill="hold">
                            <p:stCondLst>
                              <p:cond delay="3000"/>
                            </p:stCondLst>
                            <p:childTnLst>
                              <p:par>
                                <p:cTn id="32" presetID="22" presetClass="entr" presetSubtype="8" fill="hold" grpId="0" nodeType="afterEffect">
                                  <p:stCondLst>
                                    <p:cond delay="0"/>
                                  </p:stCondLst>
                                  <p:childTnLst>
                                    <p:set>
                                      <p:cBhvr>
                                        <p:cTn id="33" dur="1" fill="hold">
                                          <p:stCondLst>
                                            <p:cond delay="0"/>
                                          </p:stCondLst>
                                        </p:cTn>
                                        <p:tgtEl>
                                          <p:spTgt spid="90"/>
                                        </p:tgtEl>
                                        <p:attrNameLst>
                                          <p:attrName>style.visibility</p:attrName>
                                        </p:attrNameLst>
                                      </p:cBhvr>
                                      <p:to>
                                        <p:strVal val="visible"/>
                                      </p:to>
                                    </p:set>
                                    <p:animEffect transition="in" filter="wipe(left)">
                                      <p:cBhvr>
                                        <p:cTn id="34" dur="500"/>
                                        <p:tgtEl>
                                          <p:spTgt spid="90"/>
                                        </p:tgtEl>
                                      </p:cBhvr>
                                    </p:animEffect>
                                  </p:childTnLst>
                                </p:cTn>
                              </p:par>
                            </p:childTnLst>
                          </p:cTn>
                        </p:par>
                        <p:par>
                          <p:cTn id="35" fill="hold">
                            <p:stCondLst>
                              <p:cond delay="3500"/>
                            </p:stCondLst>
                            <p:childTnLst>
                              <p:par>
                                <p:cTn id="36" presetID="22" presetClass="entr" presetSubtype="8" fill="hold" grpId="0" nodeType="afterEffect">
                                  <p:stCondLst>
                                    <p:cond delay="0"/>
                                  </p:stCondLst>
                                  <p:childTnLst>
                                    <p:set>
                                      <p:cBhvr>
                                        <p:cTn id="37" dur="1" fill="hold">
                                          <p:stCondLst>
                                            <p:cond delay="0"/>
                                          </p:stCondLst>
                                        </p:cTn>
                                        <p:tgtEl>
                                          <p:spTgt spid="84"/>
                                        </p:tgtEl>
                                        <p:attrNameLst>
                                          <p:attrName>style.visibility</p:attrName>
                                        </p:attrNameLst>
                                      </p:cBhvr>
                                      <p:to>
                                        <p:strVal val="visible"/>
                                      </p:to>
                                    </p:set>
                                    <p:animEffect transition="in" filter="wipe(left)">
                                      <p:cBhvr>
                                        <p:cTn id="38" dur="500"/>
                                        <p:tgtEl>
                                          <p:spTgt spid="84"/>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85"/>
                                        </p:tgtEl>
                                        <p:attrNameLst>
                                          <p:attrName>style.visibility</p:attrName>
                                        </p:attrNameLst>
                                      </p:cBhvr>
                                      <p:to>
                                        <p:strVal val="visible"/>
                                      </p:to>
                                    </p:set>
                                    <p:animEffect transition="in" filter="wipe(left)">
                                      <p:cBhvr>
                                        <p:cTn id="41" dur="500"/>
                                        <p:tgtEl>
                                          <p:spTgt spid="85"/>
                                        </p:tgtEl>
                                      </p:cBhvr>
                                    </p:animEffect>
                                  </p:childTnLst>
                                </p:cTn>
                              </p:par>
                            </p:childTnLst>
                          </p:cTn>
                        </p:par>
                        <p:par>
                          <p:cTn id="42" fill="hold">
                            <p:stCondLst>
                              <p:cond delay="4000"/>
                            </p:stCondLst>
                            <p:childTnLst>
                              <p:par>
                                <p:cTn id="43" presetID="22" presetClass="entr" presetSubtype="4" fill="hold" grpId="0" nodeType="afterEffect">
                                  <p:stCondLst>
                                    <p:cond delay="0"/>
                                  </p:stCondLst>
                                  <p:childTnLst>
                                    <p:set>
                                      <p:cBhvr>
                                        <p:cTn id="44" dur="1" fill="hold">
                                          <p:stCondLst>
                                            <p:cond delay="0"/>
                                          </p:stCondLst>
                                        </p:cTn>
                                        <p:tgtEl>
                                          <p:spTgt spid="95"/>
                                        </p:tgtEl>
                                        <p:attrNameLst>
                                          <p:attrName>style.visibility</p:attrName>
                                        </p:attrNameLst>
                                      </p:cBhvr>
                                      <p:to>
                                        <p:strVal val="visible"/>
                                      </p:to>
                                    </p:set>
                                    <p:animEffect transition="in" filter="wipe(down)">
                                      <p:cBhvr>
                                        <p:cTn id="45" dur="500"/>
                                        <p:tgtEl>
                                          <p:spTgt spid="95"/>
                                        </p:tgtEl>
                                      </p:cBhvr>
                                    </p:animEffect>
                                  </p:childTnLst>
                                </p:cTn>
                              </p:par>
                            </p:childTnLst>
                          </p:cTn>
                        </p:par>
                        <p:par>
                          <p:cTn id="46" fill="hold">
                            <p:stCondLst>
                              <p:cond delay="4500"/>
                            </p:stCondLst>
                            <p:childTnLst>
                              <p:par>
                                <p:cTn id="47" presetID="22" presetClass="entr" presetSubtype="1" fill="hold" grpId="0" nodeType="afterEffect">
                                  <p:stCondLst>
                                    <p:cond delay="0"/>
                                  </p:stCondLst>
                                  <p:childTnLst>
                                    <p:set>
                                      <p:cBhvr>
                                        <p:cTn id="48" dur="1" fill="hold">
                                          <p:stCondLst>
                                            <p:cond delay="0"/>
                                          </p:stCondLst>
                                        </p:cTn>
                                        <p:tgtEl>
                                          <p:spTgt spid="99"/>
                                        </p:tgtEl>
                                        <p:attrNameLst>
                                          <p:attrName>style.visibility</p:attrName>
                                        </p:attrNameLst>
                                      </p:cBhvr>
                                      <p:to>
                                        <p:strVal val="visible"/>
                                      </p:to>
                                    </p:set>
                                    <p:animEffect transition="in" filter="wipe(up)">
                                      <p:cBhvr>
                                        <p:cTn id="49" dur="500"/>
                                        <p:tgtEl>
                                          <p:spTgt spid="99"/>
                                        </p:tgtEl>
                                      </p:cBhvr>
                                    </p:animEffect>
                                  </p:childTnLst>
                                </p:cTn>
                              </p:par>
                            </p:childTnLst>
                          </p:cTn>
                        </p:par>
                        <p:par>
                          <p:cTn id="50" fill="hold">
                            <p:stCondLst>
                              <p:cond delay="5000"/>
                            </p:stCondLst>
                            <p:childTnLst>
                              <p:par>
                                <p:cTn id="51" presetID="22" presetClass="entr" presetSubtype="8" fill="hold" grpId="0" nodeType="afterEffect">
                                  <p:stCondLst>
                                    <p:cond delay="0"/>
                                  </p:stCondLst>
                                  <p:childTnLst>
                                    <p:set>
                                      <p:cBhvr>
                                        <p:cTn id="52" dur="1" fill="hold">
                                          <p:stCondLst>
                                            <p:cond delay="0"/>
                                          </p:stCondLst>
                                        </p:cTn>
                                        <p:tgtEl>
                                          <p:spTgt spid="91"/>
                                        </p:tgtEl>
                                        <p:attrNameLst>
                                          <p:attrName>style.visibility</p:attrName>
                                        </p:attrNameLst>
                                      </p:cBhvr>
                                      <p:to>
                                        <p:strVal val="visible"/>
                                      </p:to>
                                    </p:set>
                                    <p:animEffect transition="in" filter="wipe(left)">
                                      <p:cBhvr>
                                        <p:cTn id="53" dur="500"/>
                                        <p:tgtEl>
                                          <p:spTgt spid="91"/>
                                        </p:tgtEl>
                                      </p:cBhvr>
                                    </p:animEffect>
                                  </p:childTnLst>
                                </p:cTn>
                              </p:par>
                            </p:childTnLst>
                          </p:cTn>
                        </p:par>
                        <p:par>
                          <p:cTn id="54" fill="hold">
                            <p:stCondLst>
                              <p:cond delay="5500"/>
                            </p:stCondLst>
                            <p:childTnLst>
                              <p:par>
                                <p:cTn id="55" presetID="22" presetClass="entr" presetSubtype="8" fill="hold" grpId="0" nodeType="afterEffect">
                                  <p:stCondLst>
                                    <p:cond delay="0"/>
                                  </p:stCondLst>
                                  <p:childTnLst>
                                    <p:set>
                                      <p:cBhvr>
                                        <p:cTn id="56" dur="1" fill="hold">
                                          <p:stCondLst>
                                            <p:cond delay="0"/>
                                          </p:stCondLst>
                                        </p:cTn>
                                        <p:tgtEl>
                                          <p:spTgt spid="86"/>
                                        </p:tgtEl>
                                        <p:attrNameLst>
                                          <p:attrName>style.visibility</p:attrName>
                                        </p:attrNameLst>
                                      </p:cBhvr>
                                      <p:to>
                                        <p:strVal val="visible"/>
                                      </p:to>
                                    </p:set>
                                    <p:animEffect transition="in" filter="wipe(left)">
                                      <p:cBhvr>
                                        <p:cTn id="57" dur="500"/>
                                        <p:tgtEl>
                                          <p:spTgt spid="86"/>
                                        </p:tgtEl>
                                      </p:cBhvr>
                                    </p:animEffect>
                                  </p:childTnLst>
                                </p:cTn>
                              </p:par>
                              <p:par>
                                <p:cTn id="58" presetID="22" presetClass="entr" presetSubtype="8" fill="hold" grpId="0" nodeType="withEffect">
                                  <p:stCondLst>
                                    <p:cond delay="0"/>
                                  </p:stCondLst>
                                  <p:childTnLst>
                                    <p:set>
                                      <p:cBhvr>
                                        <p:cTn id="59" dur="1" fill="hold">
                                          <p:stCondLst>
                                            <p:cond delay="0"/>
                                          </p:stCondLst>
                                        </p:cTn>
                                        <p:tgtEl>
                                          <p:spTgt spid="87"/>
                                        </p:tgtEl>
                                        <p:attrNameLst>
                                          <p:attrName>style.visibility</p:attrName>
                                        </p:attrNameLst>
                                      </p:cBhvr>
                                      <p:to>
                                        <p:strVal val="visible"/>
                                      </p:to>
                                    </p:set>
                                    <p:animEffect transition="in" filter="wipe(left)">
                                      <p:cBhvr>
                                        <p:cTn id="60" dur="500"/>
                                        <p:tgtEl>
                                          <p:spTgt spid="87"/>
                                        </p:tgtEl>
                                      </p:cBhvr>
                                    </p:animEffect>
                                  </p:childTnLst>
                                </p:cTn>
                              </p:par>
                            </p:childTnLst>
                          </p:cTn>
                        </p:par>
                        <p:par>
                          <p:cTn id="61" fill="hold">
                            <p:stCondLst>
                              <p:cond delay="6000"/>
                            </p:stCondLst>
                            <p:childTnLst>
                              <p:par>
                                <p:cTn id="62" presetID="22" presetClass="entr" presetSubtype="4" fill="hold" grpId="0" nodeType="afterEffect">
                                  <p:stCondLst>
                                    <p:cond delay="0"/>
                                  </p:stCondLst>
                                  <p:childTnLst>
                                    <p:set>
                                      <p:cBhvr>
                                        <p:cTn id="63" dur="1" fill="hold">
                                          <p:stCondLst>
                                            <p:cond delay="0"/>
                                          </p:stCondLst>
                                        </p:cTn>
                                        <p:tgtEl>
                                          <p:spTgt spid="96"/>
                                        </p:tgtEl>
                                        <p:attrNameLst>
                                          <p:attrName>style.visibility</p:attrName>
                                        </p:attrNameLst>
                                      </p:cBhvr>
                                      <p:to>
                                        <p:strVal val="visible"/>
                                      </p:to>
                                    </p:set>
                                    <p:animEffect transition="in" filter="wipe(down)">
                                      <p:cBhvr>
                                        <p:cTn id="64" dur="500"/>
                                        <p:tgtEl>
                                          <p:spTgt spid="96"/>
                                        </p:tgtEl>
                                      </p:cBhvr>
                                    </p:animEffect>
                                  </p:childTnLst>
                                </p:cTn>
                              </p:par>
                            </p:childTnLst>
                          </p:cTn>
                        </p:par>
                        <p:par>
                          <p:cTn id="65" fill="hold">
                            <p:stCondLst>
                              <p:cond delay="6500"/>
                            </p:stCondLst>
                            <p:childTnLst>
                              <p:par>
                                <p:cTn id="66" presetID="22" presetClass="entr" presetSubtype="1" fill="hold" grpId="0" nodeType="afterEffect">
                                  <p:stCondLst>
                                    <p:cond delay="0"/>
                                  </p:stCondLst>
                                  <p:childTnLst>
                                    <p:set>
                                      <p:cBhvr>
                                        <p:cTn id="67" dur="1" fill="hold">
                                          <p:stCondLst>
                                            <p:cond delay="0"/>
                                          </p:stCondLst>
                                        </p:cTn>
                                        <p:tgtEl>
                                          <p:spTgt spid="100"/>
                                        </p:tgtEl>
                                        <p:attrNameLst>
                                          <p:attrName>style.visibility</p:attrName>
                                        </p:attrNameLst>
                                      </p:cBhvr>
                                      <p:to>
                                        <p:strVal val="visible"/>
                                      </p:to>
                                    </p:set>
                                    <p:animEffect transition="in" filter="wipe(up)">
                                      <p:cBhvr>
                                        <p:cTn id="68" dur="500"/>
                                        <p:tgtEl>
                                          <p:spTgt spid="100"/>
                                        </p:tgtEl>
                                      </p:cBhvr>
                                    </p:animEffect>
                                  </p:childTnLst>
                                </p:cTn>
                              </p:par>
                            </p:childTnLst>
                          </p:cTn>
                        </p:par>
                        <p:par>
                          <p:cTn id="69" fill="hold">
                            <p:stCondLst>
                              <p:cond delay="7000"/>
                            </p:stCondLst>
                            <p:childTnLst>
                              <p:par>
                                <p:cTn id="70" presetID="22" presetClass="entr" presetSubtype="8" fill="hold" grpId="0" nodeType="afterEffect">
                                  <p:stCondLst>
                                    <p:cond delay="0"/>
                                  </p:stCondLst>
                                  <p:childTnLst>
                                    <p:set>
                                      <p:cBhvr>
                                        <p:cTn id="71" dur="1" fill="hold">
                                          <p:stCondLst>
                                            <p:cond delay="0"/>
                                          </p:stCondLst>
                                        </p:cTn>
                                        <p:tgtEl>
                                          <p:spTgt spid="92"/>
                                        </p:tgtEl>
                                        <p:attrNameLst>
                                          <p:attrName>style.visibility</p:attrName>
                                        </p:attrNameLst>
                                      </p:cBhvr>
                                      <p:to>
                                        <p:strVal val="visible"/>
                                      </p:to>
                                    </p:set>
                                    <p:animEffect transition="in" filter="wipe(left)">
                                      <p:cBhvr>
                                        <p:cTn id="72" dur="500"/>
                                        <p:tgtEl>
                                          <p:spTgt spid="92"/>
                                        </p:tgtEl>
                                      </p:cBhvr>
                                    </p:animEffect>
                                  </p:childTnLst>
                                </p:cTn>
                              </p:par>
                            </p:childTnLst>
                          </p:cTn>
                        </p:par>
                        <p:par>
                          <p:cTn id="73" fill="hold">
                            <p:stCondLst>
                              <p:cond delay="7500"/>
                            </p:stCondLst>
                            <p:childTnLst>
                              <p:par>
                                <p:cTn id="74" presetID="22" presetClass="entr" presetSubtype="8" fill="hold" grpId="0" nodeType="afterEffect">
                                  <p:stCondLst>
                                    <p:cond delay="0"/>
                                  </p:stCondLst>
                                  <p:childTnLst>
                                    <p:set>
                                      <p:cBhvr>
                                        <p:cTn id="75" dur="1" fill="hold">
                                          <p:stCondLst>
                                            <p:cond delay="0"/>
                                          </p:stCondLst>
                                        </p:cTn>
                                        <p:tgtEl>
                                          <p:spTgt spid="88"/>
                                        </p:tgtEl>
                                        <p:attrNameLst>
                                          <p:attrName>style.visibility</p:attrName>
                                        </p:attrNameLst>
                                      </p:cBhvr>
                                      <p:to>
                                        <p:strVal val="visible"/>
                                      </p:to>
                                    </p:set>
                                    <p:animEffect transition="in" filter="wipe(left)">
                                      <p:cBhvr>
                                        <p:cTn id="76" dur="500"/>
                                        <p:tgtEl>
                                          <p:spTgt spid="88"/>
                                        </p:tgtEl>
                                      </p:cBhvr>
                                    </p:animEffect>
                                  </p:childTnLst>
                                </p:cTn>
                              </p:par>
                              <p:par>
                                <p:cTn id="77" presetID="22" presetClass="entr" presetSubtype="8" fill="hold" grpId="0" nodeType="withEffect">
                                  <p:stCondLst>
                                    <p:cond delay="0"/>
                                  </p:stCondLst>
                                  <p:childTnLst>
                                    <p:set>
                                      <p:cBhvr>
                                        <p:cTn id="78" dur="1" fill="hold">
                                          <p:stCondLst>
                                            <p:cond delay="0"/>
                                          </p:stCondLst>
                                        </p:cTn>
                                        <p:tgtEl>
                                          <p:spTgt spid="89"/>
                                        </p:tgtEl>
                                        <p:attrNameLst>
                                          <p:attrName>style.visibility</p:attrName>
                                        </p:attrNameLst>
                                      </p:cBhvr>
                                      <p:to>
                                        <p:strVal val="visible"/>
                                      </p:to>
                                    </p:set>
                                    <p:animEffect transition="in" filter="wipe(left)">
                                      <p:cBhvr>
                                        <p:cTn id="79" dur="5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animBg="1"/>
      <p:bldP spid="82" grpId="0"/>
      <p:bldP spid="83" grpId="0"/>
      <p:bldP spid="84" grpId="0"/>
      <p:bldP spid="85" grpId="0"/>
      <p:bldP spid="86" grpId="0"/>
      <p:bldP spid="87" grpId="0"/>
      <p:bldP spid="88" grpId="0"/>
      <p:bldP spid="89" grpId="0"/>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点击此处添加标题</a:t>
            </a:r>
            <a:endParaRPr lang="zh-CN" altLang="en-US" dirty="0"/>
          </a:p>
        </p:txBody>
      </p:sp>
      <p:sp>
        <p:nvSpPr>
          <p:cNvPr id="3" name="AutoShape 60"/>
          <p:cNvSpPr>
            <a:spLocks noChangeArrowheads="1"/>
          </p:cNvSpPr>
          <p:nvPr/>
        </p:nvSpPr>
        <p:spPr bwMode="auto">
          <a:xfrm>
            <a:off x="2339752" y="1734604"/>
            <a:ext cx="4967310" cy="2160000"/>
          </a:xfrm>
          <a:prstGeom prst="rightArrow">
            <a:avLst>
              <a:gd name="adj1" fmla="val 68556"/>
              <a:gd name="adj2" fmla="val 38969"/>
            </a:avLst>
          </a:prstGeom>
          <a:solidFill>
            <a:schemeClr val="bg1">
              <a:alpha val="60000"/>
            </a:schemeClr>
          </a:solidFill>
          <a:ln w="25400">
            <a:noFill/>
          </a:ln>
          <a:effectLst>
            <a:outerShdw blurRad="225425" dist="38100" dir="5220000" algn="ctr">
              <a:srgbClr val="000000">
                <a:alpha val="33000"/>
              </a:srgbClr>
            </a:outerShdw>
          </a:effectLst>
          <a:scene3d>
            <a:camera prst="orthographicFront"/>
            <a:lightRig rig="flat" dir="t"/>
          </a:scene3d>
          <a:sp3d contourW="19050">
            <a:bevelT w="101600" prst="artDeco"/>
            <a:bevelB w="0" h="0"/>
            <a:contourClr>
              <a:schemeClr val="bg1"/>
            </a:contourClr>
          </a:sp3d>
        </p:spPr>
        <p:style>
          <a:lnRef idx="1">
            <a:schemeClr val="accent2"/>
          </a:lnRef>
          <a:fillRef idx="3">
            <a:schemeClr val="accent2"/>
          </a:fillRef>
          <a:effectRef idx="2">
            <a:schemeClr val="accent2"/>
          </a:effectRef>
          <a:fontRef idx="minor">
            <a:schemeClr val="lt1"/>
          </a:fontRef>
        </p:style>
        <p:txBody>
          <a:bodyPr anchor="ctr"/>
          <a:lstStyle/>
          <a:p>
            <a:pPr marL="0" marR="0" lvl="2" indent="0" algn="ctr" defTabSz="914400" rtl="0" eaLnBrk="0" fontAlgn="ctr" latinLnBrk="0" hangingPunct="0">
              <a:lnSpc>
                <a:spcPct val="100000"/>
              </a:lnSpc>
              <a:spcBef>
                <a:spcPts val="0"/>
              </a:spcBef>
              <a:spcAft>
                <a:spcPts val="0"/>
              </a:spcAft>
              <a:buClr>
                <a:srgbClr val="FF0000"/>
              </a:buClr>
              <a:buSzPct val="70000"/>
              <a:buFont typeface="Wingdings" panose="05000000000000000000" pitchFamily="2" charset="2"/>
              <a:buChar char="u"/>
              <a:tabLst>
                <a:tab pos="136525" algn="l"/>
              </a:tabLst>
              <a:defRPr/>
            </a:pPr>
            <a:endParaRPr kumimoji="0" lang="zh-CN" altLang="en-US" sz="1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 name="圆角矩形 3"/>
          <p:cNvSpPr/>
          <p:nvPr/>
        </p:nvSpPr>
        <p:spPr bwMode="auto">
          <a:xfrm>
            <a:off x="2843012" y="3219549"/>
            <a:ext cx="3168650" cy="1368425"/>
          </a:xfrm>
          <a:prstGeom prst="roundRect">
            <a:avLst>
              <a:gd name="adj" fmla="val 7848"/>
            </a:avLst>
          </a:prstGeom>
          <a:gradFill flip="none" rotWithShape="1">
            <a:gsLst>
              <a:gs pos="30000">
                <a:schemeClr val="bg1"/>
              </a:gs>
              <a:gs pos="100000">
                <a:schemeClr val="bg1">
                  <a:lumMod val="75000"/>
                </a:schemeClr>
              </a:gs>
            </a:gsLst>
            <a:lin ang="2700000" scaled="1"/>
            <a:tileRect/>
          </a:gradFill>
          <a:ln w="38100">
            <a:solidFill>
              <a:srgbClr val="FF6E00"/>
            </a:solidFill>
          </a:ln>
          <a:effectLst>
            <a:outerShdw blurRad="225425" dist="38100" dir="5220000" algn="ctr">
              <a:srgbClr val="000000">
                <a:alpha val="33000"/>
              </a:srgbClr>
            </a:outerShdw>
          </a:effectLst>
          <a:scene3d>
            <a:camera prst="orthographicFront"/>
            <a:lightRig rig="flat" dir="t"/>
          </a:scene3d>
          <a:sp3d contourW="19050">
            <a:bevelT w="165100" h="127000" prst="artDeco"/>
            <a:bevelB w="0" h="0"/>
            <a:contourClr>
              <a:schemeClr val="bg1"/>
            </a:contourClr>
          </a:sp3d>
        </p:spPr>
        <p:style>
          <a:lnRef idx="1">
            <a:schemeClr val="accent2"/>
          </a:lnRef>
          <a:fillRef idx="3">
            <a:schemeClr val="accent2"/>
          </a:fillRef>
          <a:effectRef idx="2">
            <a:schemeClr val="accent2"/>
          </a:effectRef>
          <a:fontRef idx="minor">
            <a:schemeClr val="lt1"/>
          </a:fontRef>
        </p:style>
        <p:txBody>
          <a:bodyPr anchor="ctr"/>
          <a:lstStyle/>
          <a:p>
            <a:pPr marL="0" marR="0" lvl="2" indent="0" algn="ctr" defTabSz="914400" rtl="0" eaLnBrk="0" fontAlgn="ctr" latinLnBrk="0" hangingPunct="0">
              <a:lnSpc>
                <a:spcPct val="100000"/>
              </a:lnSpc>
              <a:spcBef>
                <a:spcPts val="0"/>
              </a:spcBef>
              <a:spcAft>
                <a:spcPts val="0"/>
              </a:spcAft>
              <a:buClr>
                <a:srgbClr val="FF0000"/>
              </a:buClr>
              <a:buSzPct val="70000"/>
              <a:buFont typeface="Wingdings" panose="05000000000000000000" pitchFamily="2" charset="2"/>
              <a:buChar char="n"/>
              <a:tabLst>
                <a:tab pos="136525" algn="l"/>
              </a:tabLst>
              <a:defRPr/>
            </a:pPr>
            <a:endParaRPr kumimoji="0" lang="zh-CN" altLang="en-US" sz="1400" b="0" i="0" u="none" strike="noStrike" kern="1200" cap="none" spc="0" normalizeH="0" baseline="0" noProof="0" dirty="0">
              <a:ln>
                <a:noFill/>
              </a:ln>
              <a:solidFill>
                <a:srgbClr val="C0504D"/>
              </a:solidFill>
              <a:effectLst/>
              <a:uLnTx/>
              <a:uFillTx/>
              <a:latin typeface="微软雅黑" panose="020B0503020204020204" pitchFamily="34" charset="-122"/>
              <a:ea typeface="微软雅黑" panose="020B0503020204020204" pitchFamily="34" charset="-122"/>
              <a:cs typeface="+mn-cs"/>
            </a:endParaRPr>
          </a:p>
        </p:txBody>
      </p:sp>
      <p:sp>
        <p:nvSpPr>
          <p:cNvPr id="5" name="矩形 87"/>
          <p:cNvSpPr>
            <a:spLocks noChangeArrowheads="1"/>
          </p:cNvSpPr>
          <p:nvPr/>
        </p:nvSpPr>
        <p:spPr bwMode="auto">
          <a:xfrm>
            <a:off x="2957088" y="3808184"/>
            <a:ext cx="2940498" cy="524436"/>
          </a:xfrm>
          <a:prstGeom prst="rect">
            <a:avLst/>
          </a:prstGeom>
          <a:noFill/>
          <a:ln w="9525">
            <a:noFill/>
            <a:miter lim="800000"/>
          </a:ln>
        </p:spPr>
        <p:txBody>
          <a:bodyPr>
            <a:spAutoFit/>
          </a:bodyPr>
          <a:lstStyle/>
          <a:p>
            <a:pPr marL="0" marR="0" lvl="0" indent="0" algn="ctr" defTabSz="914400" rtl="0" eaLnBrk="0" fontAlgn="ctr" latinLnBrk="0" hangingPunct="0">
              <a:lnSpc>
                <a:spcPct val="100000"/>
              </a:lnSpc>
              <a:spcBef>
                <a:spcPts val="0"/>
              </a:spcBef>
              <a:spcAft>
                <a:spcPts val="0"/>
              </a:spcAft>
              <a:buClr>
                <a:srgbClr val="FF0000"/>
              </a:buClr>
              <a:buSzPct val="70000"/>
              <a:buFontTx/>
              <a:buNone/>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点击添加文本 点击添加文本</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0" fontAlgn="ctr" latinLnBrk="0" hangingPunct="0">
              <a:lnSpc>
                <a:spcPct val="100000"/>
              </a:lnSpc>
              <a:spcBef>
                <a:spcPts val="0"/>
              </a:spcBef>
              <a:spcAft>
                <a:spcPts val="0"/>
              </a:spcAft>
              <a:buClr>
                <a:srgbClr val="FF0000"/>
              </a:buClr>
              <a:buSzPct val="70000"/>
              <a:buFontTx/>
              <a:buNone/>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点击添加文本 点击添加文本</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圆角矩形 5"/>
          <p:cNvSpPr/>
          <p:nvPr/>
        </p:nvSpPr>
        <p:spPr bwMode="auto">
          <a:xfrm>
            <a:off x="2843012" y="1063724"/>
            <a:ext cx="3168650" cy="1366837"/>
          </a:xfrm>
          <a:prstGeom prst="roundRect">
            <a:avLst>
              <a:gd name="adj" fmla="val 7848"/>
            </a:avLst>
          </a:prstGeom>
          <a:gradFill flip="none" rotWithShape="1">
            <a:gsLst>
              <a:gs pos="30000">
                <a:schemeClr val="bg1"/>
              </a:gs>
              <a:gs pos="100000">
                <a:schemeClr val="bg1">
                  <a:lumMod val="75000"/>
                </a:schemeClr>
              </a:gs>
            </a:gsLst>
            <a:lin ang="2700000" scaled="1"/>
            <a:tileRect/>
          </a:gradFill>
          <a:ln w="38100">
            <a:solidFill>
              <a:srgbClr val="C80000"/>
            </a:solidFill>
          </a:ln>
          <a:effectLst>
            <a:outerShdw blurRad="225425" dist="38100" dir="5220000" algn="ctr">
              <a:srgbClr val="000000">
                <a:alpha val="33000"/>
              </a:srgbClr>
            </a:outerShdw>
          </a:effectLst>
          <a:scene3d>
            <a:camera prst="orthographicFront"/>
            <a:lightRig rig="flat" dir="t"/>
          </a:scene3d>
          <a:sp3d contourW="19050">
            <a:bevelT w="165100" h="127000" prst="artDeco"/>
            <a:bevelB w="0" h="0"/>
            <a:contourClr>
              <a:schemeClr val="bg1"/>
            </a:contourClr>
          </a:sp3d>
        </p:spPr>
        <p:style>
          <a:lnRef idx="1">
            <a:schemeClr val="accent2"/>
          </a:lnRef>
          <a:fillRef idx="3">
            <a:schemeClr val="accent2"/>
          </a:fillRef>
          <a:effectRef idx="2">
            <a:schemeClr val="accent2"/>
          </a:effectRef>
          <a:fontRef idx="minor">
            <a:schemeClr val="lt1"/>
          </a:fontRef>
        </p:style>
        <p:txBody>
          <a:bodyPr anchor="ctr"/>
          <a:lstStyle/>
          <a:p>
            <a:pPr marL="0" marR="0" lvl="2" indent="0" algn="ctr" defTabSz="914400" rtl="0" eaLnBrk="0" fontAlgn="ctr" latinLnBrk="0" hangingPunct="0">
              <a:lnSpc>
                <a:spcPct val="100000"/>
              </a:lnSpc>
              <a:spcBef>
                <a:spcPts val="0"/>
              </a:spcBef>
              <a:spcAft>
                <a:spcPts val="0"/>
              </a:spcAft>
              <a:buClr>
                <a:srgbClr val="FF0000"/>
              </a:buClr>
              <a:buSzPct val="70000"/>
              <a:buFont typeface="Wingdings" panose="05000000000000000000" pitchFamily="2" charset="2"/>
              <a:buChar char="n"/>
              <a:tabLst>
                <a:tab pos="136525" algn="l"/>
              </a:tabLst>
              <a:defRPr/>
            </a:pP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 name="矩形 87"/>
          <p:cNvSpPr>
            <a:spLocks noChangeArrowheads="1"/>
          </p:cNvSpPr>
          <p:nvPr/>
        </p:nvSpPr>
        <p:spPr bwMode="auto">
          <a:xfrm>
            <a:off x="2872611" y="1311012"/>
            <a:ext cx="3109452" cy="523220"/>
          </a:xfrm>
          <a:prstGeom prst="rect">
            <a:avLst/>
          </a:prstGeom>
          <a:noFill/>
          <a:ln w="9525">
            <a:noFill/>
            <a:miter lim="800000"/>
          </a:ln>
        </p:spPr>
        <p:txBody>
          <a:bodyPr>
            <a:spAutoFit/>
          </a:bodyPr>
          <a:lstStyle/>
          <a:p>
            <a:pPr marL="0" marR="0" lvl="0" indent="0" algn="ctr" defTabSz="914400" rtl="0" eaLnBrk="0" fontAlgn="ctr" latinLnBrk="0" hangingPunct="0">
              <a:lnSpc>
                <a:spcPct val="100000"/>
              </a:lnSpc>
              <a:spcBef>
                <a:spcPts val="0"/>
              </a:spcBef>
              <a:spcAft>
                <a:spcPts val="0"/>
              </a:spcAft>
              <a:buClr>
                <a:srgbClr val="FF0000"/>
              </a:buClr>
              <a:buSzPct val="70000"/>
              <a:buFontTx/>
              <a:buNone/>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点击添加文本 点击添加文本</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0" fontAlgn="ctr" latinLnBrk="0" hangingPunct="0">
              <a:lnSpc>
                <a:spcPct val="100000"/>
              </a:lnSpc>
              <a:spcBef>
                <a:spcPts val="0"/>
              </a:spcBef>
              <a:spcAft>
                <a:spcPts val="0"/>
              </a:spcAft>
              <a:buClr>
                <a:srgbClr val="FF0000"/>
              </a:buClr>
              <a:buSzPct val="70000"/>
              <a:buFontTx/>
              <a:buNone/>
              <a:defRPr/>
            </a:pPr>
            <a:r>
              <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点击添加文本 点击添加文本</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26"/>
          <p:cNvGrpSpPr>
            <a:grpSpLocks noChangeAspect="1"/>
          </p:cNvGrpSpPr>
          <p:nvPr/>
        </p:nvGrpSpPr>
        <p:grpSpPr bwMode="auto">
          <a:xfrm>
            <a:off x="3206549" y="2173387"/>
            <a:ext cx="2443163" cy="554038"/>
            <a:chOff x="855540" y="3513439"/>
            <a:chExt cx="1399872" cy="987727"/>
          </a:xfrm>
          <a:scene3d>
            <a:camera prst="orthographicFront">
              <a:rot lat="0" lon="0" rev="0"/>
            </a:camera>
            <a:lightRig rig="balanced" dir="t">
              <a:rot lat="0" lon="0" rev="8700000"/>
            </a:lightRig>
          </a:scene3d>
        </p:grpSpPr>
        <p:sp>
          <p:nvSpPr>
            <p:cNvPr id="9" name="圆角矩形 8"/>
            <p:cNvSpPr/>
            <p:nvPr/>
          </p:nvSpPr>
          <p:spPr>
            <a:xfrm>
              <a:off x="855540" y="3513439"/>
              <a:ext cx="1399872" cy="987727"/>
            </a:xfrm>
            <a:prstGeom prst="roundRect">
              <a:avLst>
                <a:gd name="adj" fmla="val 10568"/>
              </a:avLst>
            </a:prstGeom>
            <a:solidFill>
              <a:srgbClr val="C80000"/>
            </a:solidFill>
            <a:ln w="25400">
              <a:noFill/>
            </a:ln>
            <a:effectLst>
              <a:outerShdw blurRad="44450" dist="27940" dir="5400000" algn="ctr">
                <a:srgbClr val="000000">
                  <a:alpha val="32000"/>
                </a:srgbClr>
              </a:outerShdw>
            </a:effectLst>
            <a:sp3d>
              <a:bevelT w="190500" h="38100"/>
            </a:sp3d>
          </p:spPr>
          <p:style>
            <a:lnRef idx="1">
              <a:schemeClr val="accent2"/>
            </a:lnRef>
            <a:fillRef idx="3">
              <a:schemeClr val="accent2"/>
            </a:fillRef>
            <a:effectRef idx="2">
              <a:schemeClr val="accent2"/>
            </a:effectRef>
            <a:fontRef idx="minor">
              <a:schemeClr val="lt1"/>
            </a:fontRef>
          </p:style>
          <p:txBody>
            <a:bodyPr anchor="ctr"/>
            <a:lstStyle/>
            <a:p>
              <a:pPr marL="0" marR="0" lvl="0" indent="0" algn="ctr" defTabSz="914400" rtl="0" eaLnBrk="0" fontAlgn="ctr" latinLnBrk="0" hangingPunct="0">
                <a:lnSpc>
                  <a:spcPct val="100000"/>
                </a:lnSpc>
                <a:spcBef>
                  <a:spcPts val="0"/>
                </a:spcBef>
                <a:spcAft>
                  <a:spcPts val="0"/>
                </a:spcAft>
                <a:buClr>
                  <a:srgbClr val="FF0000"/>
                </a:buClr>
                <a:buSzPct val="70000"/>
                <a:buFont typeface="Wingdings" panose="05000000000000000000" pitchFamily="2" charset="2"/>
                <a:buChar char="u"/>
                <a:defRPr/>
              </a:pPr>
              <a:endParaRPr kumimoji="0" lang="zh-CN" altLang="en-US" sz="16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0" name="矩形 14"/>
            <p:cNvSpPr>
              <a:spLocks noChangeArrowheads="1"/>
            </p:cNvSpPr>
            <p:nvPr/>
          </p:nvSpPr>
          <p:spPr bwMode="auto">
            <a:xfrm>
              <a:off x="1004859" y="3717519"/>
              <a:ext cx="1101235" cy="603569"/>
            </a:xfrm>
            <a:prstGeom prst="rect">
              <a:avLst/>
            </a:prstGeom>
            <a:noFill/>
            <a:ln w="9525">
              <a:noFill/>
              <a:miter lim="800000"/>
            </a:ln>
            <a:effectLst>
              <a:outerShdw blurRad="44450" dist="27940" dir="5400000" algn="ctr">
                <a:srgbClr val="000000">
                  <a:alpha val="32000"/>
                </a:srgbClr>
              </a:outerShdw>
            </a:effectLst>
            <a:sp3d>
              <a:bevelT w="190500" h="38100"/>
            </a:sp3d>
          </p:spPr>
          <p:txBody>
            <a:bodyPr anchor="ctr">
              <a:spAutoFit/>
            </a:bodyPr>
            <a:lstStyle/>
            <a:p>
              <a:pPr marL="0" marR="0" lvl="0" indent="0" algn="ctr" defTabSz="914400" rtl="0" eaLnBrk="1" fontAlgn="ctr" latinLnBrk="0" hangingPunct="1">
                <a:lnSpc>
                  <a:spcPct val="100000"/>
                </a:lnSpc>
                <a:spcBef>
                  <a:spcPts val="0"/>
                </a:spcBef>
                <a:spcAft>
                  <a:spcPts val="0"/>
                </a:spcAft>
                <a:buClr>
                  <a:srgbClr val="FF0000"/>
                </a:buClr>
                <a:buSzPct val="70000"/>
                <a:buFontTx/>
                <a:buNone/>
                <a:defRPr/>
              </a:pPr>
              <a:r>
                <a:rPr kumimoji="1" lang="zh-CN" altLang="en-US"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添加标题</a:t>
              </a:r>
              <a:endParaRPr kumimoji="1" lang="zh-CN" altLang="en-US"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11" name="组合 26"/>
          <p:cNvGrpSpPr>
            <a:grpSpLocks noChangeAspect="1"/>
          </p:cNvGrpSpPr>
          <p:nvPr/>
        </p:nvGrpSpPr>
        <p:grpSpPr bwMode="auto">
          <a:xfrm>
            <a:off x="3206549" y="2930624"/>
            <a:ext cx="2443163" cy="555625"/>
            <a:chOff x="855540" y="3513439"/>
            <a:chExt cx="1399872" cy="987727"/>
          </a:xfrm>
          <a:scene3d>
            <a:camera prst="orthographicFront">
              <a:rot lat="0" lon="0" rev="0"/>
            </a:camera>
            <a:lightRig rig="balanced" dir="t">
              <a:rot lat="0" lon="0" rev="8700000"/>
            </a:lightRig>
          </a:scene3d>
        </p:grpSpPr>
        <p:sp>
          <p:nvSpPr>
            <p:cNvPr id="12" name="圆角矩形 11"/>
            <p:cNvSpPr/>
            <p:nvPr/>
          </p:nvSpPr>
          <p:spPr>
            <a:xfrm>
              <a:off x="855540" y="3513439"/>
              <a:ext cx="1399872" cy="987727"/>
            </a:xfrm>
            <a:prstGeom prst="roundRect">
              <a:avLst>
                <a:gd name="adj" fmla="val 10568"/>
              </a:avLst>
            </a:prstGeom>
            <a:solidFill>
              <a:srgbClr val="FF6E00"/>
            </a:solidFill>
            <a:ln w="25400">
              <a:noFill/>
            </a:ln>
            <a:effectLst>
              <a:outerShdw blurRad="44450" dist="27940" dir="5400000" algn="ctr">
                <a:srgbClr val="000000">
                  <a:alpha val="32000"/>
                </a:srgbClr>
              </a:outerShdw>
            </a:effectLst>
            <a:sp3d>
              <a:bevelT w="190500" h="38100"/>
            </a:sp3d>
          </p:spPr>
          <p:style>
            <a:lnRef idx="1">
              <a:schemeClr val="accent2"/>
            </a:lnRef>
            <a:fillRef idx="3">
              <a:schemeClr val="accent2"/>
            </a:fillRef>
            <a:effectRef idx="2">
              <a:schemeClr val="accent2"/>
            </a:effectRef>
            <a:fontRef idx="minor">
              <a:schemeClr val="lt1"/>
            </a:fontRef>
          </p:style>
          <p:txBody>
            <a:bodyPr anchor="ctr"/>
            <a:lstStyle/>
            <a:p>
              <a:pPr marL="0" marR="0" lvl="0" indent="0" algn="ctr" defTabSz="914400" rtl="0" eaLnBrk="0" fontAlgn="ctr" latinLnBrk="0" hangingPunct="0">
                <a:lnSpc>
                  <a:spcPct val="100000"/>
                </a:lnSpc>
                <a:spcBef>
                  <a:spcPts val="0"/>
                </a:spcBef>
                <a:spcAft>
                  <a:spcPts val="0"/>
                </a:spcAft>
                <a:buClr>
                  <a:srgbClr val="FF0000"/>
                </a:buClr>
                <a:buSzPct val="70000"/>
                <a:buFont typeface="Wingdings" panose="05000000000000000000" pitchFamily="2" charset="2"/>
                <a:buChar char="u"/>
                <a:defRPr/>
              </a:pPr>
              <a:endParaRPr kumimoji="0" lang="zh-CN" altLang="en-US" sz="16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3" name="矩形 12"/>
            <p:cNvSpPr>
              <a:spLocks noChangeArrowheads="1"/>
            </p:cNvSpPr>
            <p:nvPr/>
          </p:nvSpPr>
          <p:spPr bwMode="auto">
            <a:xfrm>
              <a:off x="930021" y="3706380"/>
              <a:ext cx="1250910" cy="601843"/>
            </a:xfrm>
            <a:prstGeom prst="rect">
              <a:avLst/>
            </a:prstGeom>
            <a:noFill/>
            <a:ln w="9525">
              <a:noFill/>
              <a:miter lim="800000"/>
            </a:ln>
            <a:effectLst>
              <a:outerShdw blurRad="44450" dist="27940" dir="5400000" algn="ctr">
                <a:srgbClr val="000000">
                  <a:alpha val="32000"/>
                </a:srgbClr>
              </a:outerShdw>
            </a:effectLst>
            <a:sp3d>
              <a:bevelT w="190500" h="38100"/>
            </a:sp3d>
          </p:spPr>
          <p:txBody>
            <a:bodyPr anchor="ctr">
              <a:spAutoFit/>
            </a:bodyPr>
            <a:lstStyle/>
            <a:p>
              <a:pPr marL="0" marR="0" lvl="0" indent="0" algn="ctr" defTabSz="914400" rtl="0" eaLnBrk="1" fontAlgn="ctr" latinLnBrk="0" hangingPunct="1">
                <a:lnSpc>
                  <a:spcPct val="100000"/>
                </a:lnSpc>
                <a:spcBef>
                  <a:spcPts val="0"/>
                </a:spcBef>
                <a:spcAft>
                  <a:spcPts val="0"/>
                </a:spcAft>
                <a:buClr>
                  <a:srgbClr val="FF0000"/>
                </a:buClr>
                <a:buSzPct val="70000"/>
                <a:buFontTx/>
                <a:buNone/>
                <a:defRPr/>
              </a:pPr>
              <a:r>
                <a:rPr kumimoji="1" lang="zh-CN" altLang="en-US"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添加标题</a:t>
              </a:r>
              <a:endParaRPr kumimoji="1" lang="zh-CN" altLang="en-US"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14" name="组合 13"/>
          <p:cNvGrpSpPr/>
          <p:nvPr/>
        </p:nvGrpSpPr>
        <p:grpSpPr>
          <a:xfrm>
            <a:off x="6556158" y="1824136"/>
            <a:ext cx="1979612" cy="1981200"/>
            <a:chOff x="6556158" y="1824136"/>
            <a:chExt cx="1979612" cy="1981200"/>
          </a:xfrm>
        </p:grpSpPr>
        <p:grpSp>
          <p:nvGrpSpPr>
            <p:cNvPr id="15" name="组合 43"/>
            <p:cNvGrpSpPr/>
            <p:nvPr/>
          </p:nvGrpSpPr>
          <p:grpSpPr bwMode="auto">
            <a:xfrm>
              <a:off x="6556158" y="1824136"/>
              <a:ext cx="1979612" cy="1981200"/>
              <a:chOff x="5217600" y="3058600"/>
              <a:chExt cx="1116000" cy="1116000"/>
            </a:xfrm>
          </p:grpSpPr>
          <p:sp>
            <p:nvSpPr>
              <p:cNvPr id="17" name="Oval 2"/>
              <p:cNvSpPr>
                <a:spLocks noChangeAspect="1" noChangeArrowheads="1"/>
              </p:cNvSpPr>
              <p:nvPr/>
            </p:nvSpPr>
            <p:spPr bwMode="auto">
              <a:xfrm>
                <a:off x="5217600" y="3058600"/>
                <a:ext cx="1116000" cy="1116000"/>
              </a:xfrm>
              <a:prstGeom prst="ellipse">
                <a:avLst/>
              </a:prstGeom>
              <a:solidFill>
                <a:srgbClr val="F20000"/>
              </a:solidFill>
              <a:ln w="25400">
                <a:noFill/>
              </a:ln>
              <a:effectLst>
                <a:outerShdw blurRad="225425" dist="38100" dir="5220000" algn="ctr">
                  <a:srgbClr val="000000">
                    <a:alpha val="33000"/>
                  </a:srgbClr>
                </a:outerShdw>
              </a:effectLst>
              <a:scene3d>
                <a:camera prst="orthographicFront"/>
                <a:lightRig rig="flat" dir="t"/>
              </a:scene3d>
              <a:sp3d extrusionH="304800" contourW="19050">
                <a:bevelT prst="convex"/>
                <a:bevelB w="0" h="0"/>
                <a:contourClr>
                  <a:srgbClr val="FF0000"/>
                </a:contourClr>
              </a:sp3d>
            </p:spPr>
            <p:style>
              <a:lnRef idx="1">
                <a:schemeClr val="accent2"/>
              </a:lnRef>
              <a:fillRef idx="3">
                <a:schemeClr val="accent2"/>
              </a:fillRef>
              <a:effectRef idx="2">
                <a:schemeClr val="accent2"/>
              </a:effectRef>
              <a:fontRef idx="minor">
                <a:schemeClr val="lt1"/>
              </a:fontRef>
            </p:style>
            <p:txBody>
              <a:bodyPr anchor="ctr"/>
              <a:lstStyle/>
              <a:p>
                <a:pPr marL="0" marR="0" lvl="0" indent="0" algn="ctr" defTabSz="914400" rtl="0" eaLnBrk="0" fontAlgn="ctr" latinLnBrk="0" hangingPunct="0">
                  <a:lnSpc>
                    <a:spcPct val="100000"/>
                  </a:lnSpc>
                  <a:spcBef>
                    <a:spcPts val="0"/>
                  </a:spcBef>
                  <a:spcAft>
                    <a:spcPts val="0"/>
                  </a:spcAft>
                  <a:buClr>
                    <a:srgbClr val="FF0000"/>
                  </a:buClr>
                  <a:buSzPct val="70000"/>
                  <a:buFontTx/>
                  <a:buNone/>
                  <a:defRPr/>
                </a:pPr>
                <a:endParaRPr kumimoji="0" lang="fr-FR" altLang="zh-CN" sz="1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8" name="椭圆 17"/>
              <p:cNvSpPr/>
              <p:nvPr/>
            </p:nvSpPr>
            <p:spPr>
              <a:xfrm rot="19388639">
                <a:off x="5222074" y="3126562"/>
                <a:ext cx="756231" cy="540115"/>
              </a:xfrm>
              <a:prstGeom prst="ellipse">
                <a:avLst/>
              </a:prstGeom>
              <a:gradFill flip="none" rotWithShape="1">
                <a:gsLst>
                  <a:gs pos="0">
                    <a:schemeClr val="bg1"/>
                  </a:gs>
                  <a:gs pos="45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Calibri" panose="020F0502020204030204"/>
                  <a:ea typeface="微软雅黑" panose="020B0503020204020204" pitchFamily="34" charset="-122"/>
                  <a:cs typeface="+mn-cs"/>
                </a:endParaRPr>
              </a:p>
            </p:txBody>
          </p:sp>
        </p:grpSp>
        <p:sp>
          <p:nvSpPr>
            <p:cNvPr id="16" name="Text Box 29"/>
            <p:cNvSpPr txBox="1">
              <a:spLocks noChangeArrowheads="1"/>
            </p:cNvSpPr>
            <p:nvPr/>
          </p:nvSpPr>
          <p:spPr bwMode="gray">
            <a:xfrm>
              <a:off x="6780134" y="2431876"/>
              <a:ext cx="1531794" cy="830997"/>
            </a:xfrm>
            <a:prstGeom prst="rect">
              <a:avLst/>
            </a:prstGeom>
            <a:noFill/>
            <a:ln>
              <a:noFill/>
            </a:ln>
            <a:effectLst/>
          </p:spPr>
          <p:txBody>
            <a:bodyPr>
              <a:spAutoFit/>
            </a:bodyPr>
            <a:lstStyle/>
            <a:p>
              <a:pPr marL="0" marR="0" lvl="0" indent="0" algn="ctr" defTabSz="914400" rtl="0" eaLnBrk="1" fontAlgn="auto" latinLnBrk="0" hangingPunct="1">
                <a:lnSpc>
                  <a:spcPct val="100000"/>
                </a:lnSpc>
                <a:spcBef>
                  <a:spcPts val="0"/>
                </a:spcBef>
                <a:spcAft>
                  <a:spcPts val="0"/>
                </a:spcAft>
                <a:buClr>
                  <a:prstClr val="black"/>
                </a:buClr>
                <a:buSzPct val="120000"/>
                <a:buFontTx/>
                <a:buNone/>
                <a:defRPr/>
              </a:pPr>
              <a:r>
                <a:rPr kumimoji="0" lang="zh-CN" altLang="en-US" sz="2400" b="0" i="0" u="none" strike="noStrike" kern="1200" cap="none" spc="300" normalizeH="0" baseline="0" noProof="0" dirty="0">
                  <a:ln w="12700" cmpd="sng">
                    <a:noFill/>
                    <a:prstDash val="solid"/>
                    <a:miter lim="800000"/>
                  </a:ln>
                  <a:solidFill>
                    <a:prstClr val="white"/>
                  </a:solidFill>
                  <a:effectLst/>
                  <a:uLnTx/>
                  <a:uFillTx/>
                  <a:latin typeface="微软雅黑" panose="020B0503020204020204" pitchFamily="34" charset="-122"/>
                  <a:ea typeface="微软雅黑" panose="020B0503020204020204" pitchFamily="34" charset="-122"/>
                  <a:cs typeface="+mn-cs"/>
                </a:rPr>
                <a:t>点击添加文本</a:t>
              </a:r>
              <a:endParaRPr kumimoji="0" lang="zh-CN" altLang="en-US" sz="2400" b="0" i="0" u="none" strike="noStrike" kern="1200" cap="none" spc="300" normalizeH="0" baseline="0" noProof="0" dirty="0">
                <a:ln w="12700" cmpd="sng">
                  <a:noFill/>
                  <a:prstDash val="solid"/>
                  <a:miter lim="800000"/>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pic>
        <p:nvPicPr>
          <p:cNvPr id="19" name="图片 18" descr="未标题-3.png"/>
          <p:cNvPicPr>
            <a:picLocks noChangeAspect="1"/>
          </p:cNvPicPr>
          <p:nvPr/>
        </p:nvPicPr>
        <p:blipFill>
          <a:blip r:embed="rId1"/>
          <a:stretch>
            <a:fillRect/>
          </a:stretch>
        </p:blipFill>
        <p:spPr>
          <a:xfrm>
            <a:off x="26715" y="2030926"/>
            <a:ext cx="2139078" cy="293987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3" presetClass="entr" presetSubtype="32" fill="hold" nodeType="after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p:cTn id="12" dur="500" fill="hold"/>
                                        <p:tgtEl>
                                          <p:spTgt spid="14"/>
                                        </p:tgtEl>
                                        <p:attrNameLst>
                                          <p:attrName>ppt_w</p:attrName>
                                        </p:attrNameLst>
                                      </p:cBhvr>
                                      <p:tavLst>
                                        <p:tav tm="0">
                                          <p:val>
                                            <p:strVal val="4*#ppt_w"/>
                                          </p:val>
                                        </p:tav>
                                        <p:tav tm="100000">
                                          <p:val>
                                            <p:strVal val="#ppt_w"/>
                                          </p:val>
                                        </p:tav>
                                      </p:tavLst>
                                    </p:anim>
                                    <p:anim calcmode="lin" valueType="num">
                                      <p:cBhvr>
                                        <p:cTn id="13" dur="500" fill="hold"/>
                                        <p:tgtEl>
                                          <p:spTgt spid="14"/>
                                        </p:tgtEl>
                                        <p:attrNameLst>
                                          <p:attrName>ppt_h</p:attrName>
                                        </p:attrNameLst>
                                      </p:cBhvr>
                                      <p:tavLst>
                                        <p:tav tm="0">
                                          <p:val>
                                            <p:strVal val="4*#ppt_h"/>
                                          </p:val>
                                        </p:tav>
                                        <p:tav tm="100000">
                                          <p:val>
                                            <p:strVal val="#ppt_h"/>
                                          </p:val>
                                        </p:tav>
                                      </p:tavLst>
                                    </p:anim>
                                  </p:childTnLst>
                                </p:cTn>
                              </p:par>
                              <p:par>
                                <p:cTn id="14" presetID="8" presetClass="emph" presetSubtype="0" fill="hold" nodeType="withEffect">
                                  <p:stCondLst>
                                    <p:cond delay="0"/>
                                  </p:stCondLst>
                                  <p:childTnLst>
                                    <p:animRot by="21600000">
                                      <p:cBhvr>
                                        <p:cTn id="15" dur="500" fill="hold"/>
                                        <p:tgtEl>
                                          <p:spTgt spid="14"/>
                                        </p:tgtEl>
                                        <p:attrNameLst>
                                          <p:attrName>r</p:attrName>
                                        </p:attrNameLst>
                                      </p:cBhvr>
                                    </p:animRot>
                                  </p:childTnLst>
                                </p:cTn>
                              </p:par>
                            </p:childTnLst>
                          </p:cTn>
                        </p:par>
                        <p:par>
                          <p:cTn id="16" fill="hold">
                            <p:stCondLst>
                              <p:cond delay="1000"/>
                            </p:stCondLst>
                            <p:childTnLst>
                              <p:par>
                                <p:cTn id="17" presetID="12" presetClass="entr" presetSubtype="4"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750"/>
                                        <p:tgtEl>
                                          <p:spTgt spid="6"/>
                                        </p:tgtEl>
                                        <p:attrNameLst>
                                          <p:attrName>ppt_y</p:attrName>
                                        </p:attrNameLst>
                                      </p:cBhvr>
                                      <p:tavLst>
                                        <p:tav tm="0">
                                          <p:val>
                                            <p:strVal val="#ppt_y+#ppt_h*1.125000"/>
                                          </p:val>
                                        </p:tav>
                                        <p:tav tm="100000">
                                          <p:val>
                                            <p:strVal val="#ppt_y"/>
                                          </p:val>
                                        </p:tav>
                                      </p:tavLst>
                                    </p:anim>
                                    <p:animEffect transition="in" filter="wipe(up)">
                                      <p:cBhvr>
                                        <p:cTn id="20" dur="750"/>
                                        <p:tgtEl>
                                          <p:spTgt spid="6"/>
                                        </p:tgtEl>
                                      </p:cBhvr>
                                    </p:animEffect>
                                  </p:childTnLst>
                                </p:cTn>
                              </p:par>
                              <p:par>
                                <p:cTn id="21" presetID="12" presetClass="entr" presetSubtype="1"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750"/>
                                        <p:tgtEl>
                                          <p:spTgt spid="4"/>
                                        </p:tgtEl>
                                        <p:attrNameLst>
                                          <p:attrName>ppt_y</p:attrName>
                                        </p:attrNameLst>
                                      </p:cBhvr>
                                      <p:tavLst>
                                        <p:tav tm="0">
                                          <p:val>
                                            <p:strVal val="#ppt_y-#ppt_h*1.125000"/>
                                          </p:val>
                                        </p:tav>
                                        <p:tav tm="100000">
                                          <p:val>
                                            <p:strVal val="#ppt_y"/>
                                          </p:val>
                                        </p:tav>
                                      </p:tavLst>
                                    </p:anim>
                                    <p:animEffect transition="in" filter="wipe(down)">
                                      <p:cBhvr>
                                        <p:cTn id="24" dur="750"/>
                                        <p:tgtEl>
                                          <p:spTgt spid="4"/>
                                        </p:tgtEl>
                                      </p:cBhvr>
                                    </p:animEffect>
                                  </p:childTnLst>
                                </p:cTn>
                              </p:par>
                            </p:childTnLst>
                          </p:cTn>
                        </p:par>
                        <p:par>
                          <p:cTn id="25" fill="hold">
                            <p:stCondLst>
                              <p:cond delay="2000"/>
                            </p:stCondLst>
                            <p:childTnLst>
                              <p:par>
                                <p:cTn id="26" presetID="10" presetClass="entr" presetSubtype="0" fill="hold" nodeType="after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childTnLst>
                                </p:cTn>
                              </p:par>
                              <p:par>
                                <p:cTn id="29" presetID="10"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1000"/>
                                        <p:tgtEl>
                                          <p:spTgt spid="11"/>
                                        </p:tgtEl>
                                      </p:cBhvr>
                                    </p:animEffect>
                                  </p:childTnLst>
                                </p:cTn>
                              </p:par>
                            </p:childTnLst>
                          </p:cTn>
                        </p:par>
                        <p:par>
                          <p:cTn id="32" fill="hold">
                            <p:stCondLst>
                              <p:cond delay="3000"/>
                            </p:stCondLst>
                            <p:childTnLst>
                              <p:par>
                                <p:cTn id="33" presetID="12" presetClass="entr" presetSubtype="4" fill="hold" grpId="0" nodeType="afterEffect">
                                  <p:stCondLst>
                                    <p:cond delay="0"/>
                                  </p:stCondLst>
                                  <p:iterate type="lt">
                                    <p:tmPct val="10000"/>
                                  </p:iterate>
                                  <p:childTnLst>
                                    <p:set>
                                      <p:cBhvr>
                                        <p:cTn id="34" dur="1" fill="hold">
                                          <p:stCondLst>
                                            <p:cond delay="0"/>
                                          </p:stCondLst>
                                        </p:cTn>
                                        <p:tgtEl>
                                          <p:spTgt spid="7"/>
                                        </p:tgtEl>
                                        <p:attrNameLst>
                                          <p:attrName>style.visibility</p:attrName>
                                        </p:attrNameLst>
                                      </p:cBhvr>
                                      <p:to>
                                        <p:strVal val="visible"/>
                                      </p:to>
                                    </p:set>
                                    <p:anim calcmode="lin" valueType="num">
                                      <p:cBhvr additive="base">
                                        <p:cTn id="35" dur="500"/>
                                        <p:tgtEl>
                                          <p:spTgt spid="7"/>
                                        </p:tgtEl>
                                        <p:attrNameLst>
                                          <p:attrName>ppt_y</p:attrName>
                                        </p:attrNameLst>
                                      </p:cBhvr>
                                      <p:tavLst>
                                        <p:tav tm="0">
                                          <p:val>
                                            <p:strVal val="#ppt_y+#ppt_h*1.125000"/>
                                          </p:val>
                                        </p:tav>
                                        <p:tav tm="100000">
                                          <p:val>
                                            <p:strVal val="#ppt_y"/>
                                          </p:val>
                                        </p:tav>
                                      </p:tavLst>
                                    </p:anim>
                                    <p:animEffect transition="in" filter="wipe(up)">
                                      <p:cBhvr>
                                        <p:cTn id="36" dur="500"/>
                                        <p:tgtEl>
                                          <p:spTgt spid="7"/>
                                        </p:tgtEl>
                                      </p:cBhvr>
                                    </p:animEffect>
                                  </p:childTnLst>
                                </p:cTn>
                              </p:par>
                              <p:par>
                                <p:cTn id="37" presetID="12" presetClass="entr" presetSubtype="4" fill="hold" grpId="0" nodeType="withEffect">
                                  <p:stCondLst>
                                    <p:cond delay="0"/>
                                  </p:stCondLst>
                                  <p:iterate type="lt">
                                    <p:tmPct val="10000"/>
                                  </p:iterate>
                                  <p:childTnLst>
                                    <p:set>
                                      <p:cBhvr>
                                        <p:cTn id="38" dur="1" fill="hold">
                                          <p:stCondLst>
                                            <p:cond delay="0"/>
                                          </p:stCondLst>
                                        </p:cTn>
                                        <p:tgtEl>
                                          <p:spTgt spid="5"/>
                                        </p:tgtEl>
                                        <p:attrNameLst>
                                          <p:attrName>style.visibility</p:attrName>
                                        </p:attrNameLst>
                                      </p:cBhvr>
                                      <p:to>
                                        <p:strVal val="visible"/>
                                      </p:to>
                                    </p:set>
                                    <p:anim calcmode="lin" valueType="num">
                                      <p:cBhvr additive="base">
                                        <p:cTn id="39" dur="500"/>
                                        <p:tgtEl>
                                          <p:spTgt spid="5"/>
                                        </p:tgtEl>
                                        <p:attrNameLst>
                                          <p:attrName>ppt_y</p:attrName>
                                        </p:attrNameLst>
                                      </p:cBhvr>
                                      <p:tavLst>
                                        <p:tav tm="0">
                                          <p:val>
                                            <p:strVal val="#ppt_y+#ppt_h*1.125000"/>
                                          </p:val>
                                        </p:tav>
                                        <p:tav tm="100000">
                                          <p:val>
                                            <p:strVal val="#ppt_y"/>
                                          </p:val>
                                        </p:tav>
                                      </p:tavLst>
                                    </p:anim>
                                    <p:animEffect transition="in" filter="wipe(up)">
                                      <p:cBhvr>
                                        <p:cTn id="40" dur="500"/>
                                        <p:tgtEl>
                                          <p:spTgt spid="5"/>
                                        </p:tgtEl>
                                      </p:cBhvr>
                                    </p:animEffect>
                                  </p:childTnLst>
                                </p:cTn>
                              </p:par>
                            </p:childTnLst>
                          </p:cTn>
                        </p:par>
                        <p:par>
                          <p:cTn id="41" fill="hold">
                            <p:stCondLst>
                              <p:cond delay="4500"/>
                            </p:stCondLst>
                            <p:childTnLst>
                              <p:par>
                                <p:cTn id="42" presetID="42" presetClass="entr" presetSubtype="0" fill="hold" nodeType="after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1000"/>
                                        <p:tgtEl>
                                          <p:spTgt spid="19"/>
                                        </p:tgtEl>
                                      </p:cBhvr>
                                    </p:animEffect>
                                    <p:anim calcmode="lin" valueType="num">
                                      <p:cBhvr>
                                        <p:cTn id="45" dur="1000" fill="hold"/>
                                        <p:tgtEl>
                                          <p:spTgt spid="19"/>
                                        </p:tgtEl>
                                        <p:attrNameLst>
                                          <p:attrName>ppt_x</p:attrName>
                                        </p:attrNameLst>
                                      </p:cBhvr>
                                      <p:tavLst>
                                        <p:tav tm="0">
                                          <p:val>
                                            <p:strVal val="#ppt_x"/>
                                          </p:val>
                                        </p:tav>
                                        <p:tav tm="100000">
                                          <p:val>
                                            <p:strVal val="#ppt_x"/>
                                          </p:val>
                                        </p:tav>
                                      </p:tavLst>
                                    </p:anim>
                                    <p:anim calcmode="lin" valueType="num">
                                      <p:cBhvr>
                                        <p:cTn id="46"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p:bldP spid="6" grpId="0" animBg="1"/>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点击此处添加标题</a:t>
            </a:r>
            <a:endParaRPr lang="zh-CN" altLang="en-US" dirty="0"/>
          </a:p>
        </p:txBody>
      </p:sp>
      <p:sp>
        <p:nvSpPr>
          <p:cNvPr id="3" name="Freeform 18"/>
          <p:cNvSpPr/>
          <p:nvPr/>
        </p:nvSpPr>
        <p:spPr bwMode="auto">
          <a:xfrm>
            <a:off x="1464625" y="2367360"/>
            <a:ext cx="2291309" cy="1007161"/>
          </a:xfrm>
          <a:custGeom>
            <a:avLst/>
            <a:gdLst>
              <a:gd name="T0" fmla="*/ 0 w 690"/>
              <a:gd name="T1" fmla="*/ 190 h 254"/>
              <a:gd name="T2" fmla="*/ 0 w 690"/>
              <a:gd name="T3" fmla="*/ 190 h 254"/>
              <a:gd name="T4" fmla="*/ 0 w 690"/>
              <a:gd name="T5" fmla="*/ 62 h 254"/>
              <a:gd name="T6" fmla="*/ 618 w 690"/>
              <a:gd name="T7" fmla="*/ 62 h 254"/>
              <a:gd name="T8" fmla="*/ 618 w 690"/>
              <a:gd name="T9" fmla="*/ 0 h 254"/>
              <a:gd name="T10" fmla="*/ 689 w 690"/>
              <a:gd name="T11" fmla="*/ 128 h 254"/>
              <a:gd name="T12" fmla="*/ 618 w 690"/>
              <a:gd name="T13" fmla="*/ 253 h 254"/>
              <a:gd name="T14" fmla="*/ 618 w 690"/>
              <a:gd name="T15" fmla="*/ 190 h 254"/>
              <a:gd name="T16" fmla="*/ 0 w 690"/>
              <a:gd name="T17" fmla="*/ 190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90" h="254">
                <a:moveTo>
                  <a:pt x="0" y="190"/>
                </a:moveTo>
                <a:lnTo>
                  <a:pt x="0" y="190"/>
                </a:lnTo>
                <a:lnTo>
                  <a:pt x="0" y="62"/>
                </a:lnTo>
                <a:lnTo>
                  <a:pt x="618" y="62"/>
                </a:lnTo>
                <a:lnTo>
                  <a:pt x="618" y="0"/>
                </a:lnTo>
                <a:lnTo>
                  <a:pt x="689" y="128"/>
                </a:lnTo>
                <a:lnTo>
                  <a:pt x="618" y="253"/>
                </a:lnTo>
                <a:lnTo>
                  <a:pt x="618" y="190"/>
                </a:lnTo>
                <a:lnTo>
                  <a:pt x="0" y="190"/>
                </a:lnTo>
              </a:path>
            </a:pathLst>
          </a:custGeom>
          <a:gradFill>
            <a:gsLst>
              <a:gs pos="33000">
                <a:srgbClr val="FF6E00"/>
              </a:gs>
              <a:gs pos="100000">
                <a:srgbClr val="C80000"/>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lIns="93296" tIns="46648" rIns="93296" bIns="46648" anchor="ctr"/>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en-US" sz="1200" b="0" i="0" u="none" strike="noStrike" kern="0" cap="none" spc="0" normalizeH="0" baseline="0" noProof="0">
              <a:ln>
                <a:noFill/>
              </a:ln>
              <a:solidFill>
                <a:srgbClr val="F9F9F9"/>
              </a:solidFill>
              <a:effectLst/>
              <a:uLnTx/>
              <a:uFillTx/>
              <a:latin typeface="微软雅黑" panose="020B0503020204020204" pitchFamily="34" charset="-122"/>
              <a:ea typeface="微软雅黑" panose="020B0503020204020204" pitchFamily="34" charset="-122"/>
              <a:cs typeface="+mn-cs"/>
            </a:endParaRPr>
          </a:p>
        </p:txBody>
      </p:sp>
      <p:sp>
        <p:nvSpPr>
          <p:cNvPr id="4" name="Freeform 19"/>
          <p:cNvSpPr/>
          <p:nvPr/>
        </p:nvSpPr>
        <p:spPr bwMode="auto">
          <a:xfrm>
            <a:off x="1464625" y="1070740"/>
            <a:ext cx="2965419" cy="1102325"/>
          </a:xfrm>
          <a:custGeom>
            <a:avLst/>
            <a:gdLst>
              <a:gd name="T0" fmla="*/ 0 w 893"/>
              <a:gd name="T1" fmla="*/ 0 h 278"/>
              <a:gd name="T2" fmla="*/ 0 w 893"/>
              <a:gd name="T3" fmla="*/ 0 h 278"/>
              <a:gd name="T4" fmla="*/ 696 w 893"/>
              <a:gd name="T5" fmla="*/ 0 h 278"/>
              <a:gd name="T6" fmla="*/ 838 w 893"/>
              <a:gd name="T7" fmla="*/ 155 h 278"/>
              <a:gd name="T8" fmla="*/ 892 w 893"/>
              <a:gd name="T9" fmla="*/ 112 h 278"/>
              <a:gd name="T10" fmla="*/ 835 w 893"/>
              <a:gd name="T11" fmla="*/ 244 h 278"/>
              <a:gd name="T12" fmla="*/ 686 w 893"/>
              <a:gd name="T13" fmla="*/ 277 h 278"/>
              <a:gd name="T14" fmla="*/ 735 w 893"/>
              <a:gd name="T15" fmla="*/ 237 h 278"/>
              <a:gd name="T16" fmla="*/ 639 w 893"/>
              <a:gd name="T17" fmla="*/ 135 h 278"/>
              <a:gd name="T18" fmla="*/ 0 w 893"/>
              <a:gd name="T19" fmla="*/ 135 h 278"/>
              <a:gd name="T20" fmla="*/ 0 w 893"/>
              <a:gd name="T21" fmla="*/ 0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93" h="278">
                <a:moveTo>
                  <a:pt x="0" y="0"/>
                </a:moveTo>
                <a:lnTo>
                  <a:pt x="0" y="0"/>
                </a:lnTo>
                <a:lnTo>
                  <a:pt x="696" y="0"/>
                </a:lnTo>
                <a:lnTo>
                  <a:pt x="838" y="155"/>
                </a:lnTo>
                <a:lnTo>
                  <a:pt x="892" y="112"/>
                </a:lnTo>
                <a:lnTo>
                  <a:pt x="835" y="244"/>
                </a:lnTo>
                <a:lnTo>
                  <a:pt x="686" y="277"/>
                </a:lnTo>
                <a:lnTo>
                  <a:pt x="735" y="237"/>
                </a:lnTo>
                <a:lnTo>
                  <a:pt x="639" y="135"/>
                </a:lnTo>
                <a:lnTo>
                  <a:pt x="0" y="135"/>
                </a:lnTo>
                <a:lnTo>
                  <a:pt x="0" y="0"/>
                </a:lnTo>
              </a:path>
            </a:pathLst>
          </a:custGeom>
          <a:gradFill>
            <a:gsLst>
              <a:gs pos="33000">
                <a:srgbClr val="FF6E00"/>
              </a:gs>
              <a:gs pos="100000">
                <a:srgbClr val="C80000"/>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lIns="93296" tIns="46648" rIns="93296" bIns="46648" anchor="ctr"/>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en-US" sz="1200" b="0" i="0" u="none" strike="noStrike" kern="0" cap="none" spc="0" normalizeH="0" baseline="0" noProof="0">
              <a:ln>
                <a:noFill/>
              </a:ln>
              <a:solidFill>
                <a:srgbClr val="F9F9F9"/>
              </a:solidFill>
              <a:effectLst/>
              <a:uLnTx/>
              <a:uFillTx/>
              <a:latin typeface="微软雅黑" panose="020B0503020204020204" pitchFamily="34" charset="-122"/>
              <a:ea typeface="微软雅黑" panose="020B0503020204020204" pitchFamily="34" charset="-122"/>
              <a:cs typeface="+mn-cs"/>
            </a:endParaRPr>
          </a:p>
        </p:txBody>
      </p:sp>
      <p:sp>
        <p:nvSpPr>
          <p:cNvPr id="5" name="Freeform 20"/>
          <p:cNvSpPr/>
          <p:nvPr/>
        </p:nvSpPr>
        <p:spPr bwMode="auto">
          <a:xfrm>
            <a:off x="4981285" y="1070740"/>
            <a:ext cx="2965419" cy="1102325"/>
          </a:xfrm>
          <a:custGeom>
            <a:avLst/>
            <a:gdLst>
              <a:gd name="T0" fmla="*/ 892 w 893"/>
              <a:gd name="T1" fmla="*/ 0 h 278"/>
              <a:gd name="T2" fmla="*/ 892 w 893"/>
              <a:gd name="T3" fmla="*/ 0 h 278"/>
              <a:gd name="T4" fmla="*/ 195 w 893"/>
              <a:gd name="T5" fmla="*/ 0 h 278"/>
              <a:gd name="T6" fmla="*/ 53 w 893"/>
              <a:gd name="T7" fmla="*/ 155 h 278"/>
              <a:gd name="T8" fmla="*/ 0 w 893"/>
              <a:gd name="T9" fmla="*/ 112 h 278"/>
              <a:gd name="T10" fmla="*/ 57 w 893"/>
              <a:gd name="T11" fmla="*/ 244 h 278"/>
              <a:gd name="T12" fmla="*/ 206 w 893"/>
              <a:gd name="T13" fmla="*/ 277 h 278"/>
              <a:gd name="T14" fmla="*/ 156 w 893"/>
              <a:gd name="T15" fmla="*/ 237 h 278"/>
              <a:gd name="T16" fmla="*/ 252 w 893"/>
              <a:gd name="T17" fmla="*/ 135 h 278"/>
              <a:gd name="T18" fmla="*/ 892 w 893"/>
              <a:gd name="T19" fmla="*/ 135 h 278"/>
              <a:gd name="T20" fmla="*/ 892 w 893"/>
              <a:gd name="T21" fmla="*/ 0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93" h="278">
                <a:moveTo>
                  <a:pt x="892" y="0"/>
                </a:moveTo>
                <a:lnTo>
                  <a:pt x="892" y="0"/>
                </a:lnTo>
                <a:lnTo>
                  <a:pt x="195" y="0"/>
                </a:lnTo>
                <a:lnTo>
                  <a:pt x="53" y="155"/>
                </a:lnTo>
                <a:lnTo>
                  <a:pt x="0" y="112"/>
                </a:lnTo>
                <a:lnTo>
                  <a:pt x="57" y="244"/>
                </a:lnTo>
                <a:lnTo>
                  <a:pt x="206" y="277"/>
                </a:lnTo>
                <a:lnTo>
                  <a:pt x="156" y="237"/>
                </a:lnTo>
                <a:lnTo>
                  <a:pt x="252" y="135"/>
                </a:lnTo>
                <a:lnTo>
                  <a:pt x="892" y="135"/>
                </a:lnTo>
                <a:lnTo>
                  <a:pt x="892" y="0"/>
                </a:lnTo>
              </a:path>
            </a:pathLst>
          </a:custGeom>
          <a:gradFill>
            <a:gsLst>
              <a:gs pos="33000">
                <a:srgbClr val="FF6E00"/>
              </a:gs>
              <a:gs pos="100000">
                <a:srgbClr val="C80000"/>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lIns="93296" tIns="46648" rIns="93296" bIns="46648" anchor="ctr"/>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en-US" sz="1200" b="0" i="0" u="none" strike="noStrike" kern="0" cap="none" spc="0" normalizeH="0" baseline="0" noProof="0">
              <a:ln>
                <a:noFill/>
              </a:ln>
              <a:solidFill>
                <a:srgbClr val="F9F9F9"/>
              </a:solidFill>
              <a:effectLst/>
              <a:uLnTx/>
              <a:uFillTx/>
              <a:latin typeface="微软雅黑" panose="020B0503020204020204" pitchFamily="34" charset="-122"/>
              <a:ea typeface="微软雅黑" panose="020B0503020204020204" pitchFamily="34" charset="-122"/>
              <a:cs typeface="+mn-cs"/>
            </a:endParaRPr>
          </a:p>
        </p:txBody>
      </p:sp>
      <p:sp>
        <p:nvSpPr>
          <p:cNvPr id="6" name="Freeform 21"/>
          <p:cNvSpPr/>
          <p:nvPr/>
        </p:nvSpPr>
        <p:spPr bwMode="auto">
          <a:xfrm>
            <a:off x="1464625" y="3568815"/>
            <a:ext cx="2965419" cy="1102325"/>
          </a:xfrm>
          <a:custGeom>
            <a:avLst/>
            <a:gdLst>
              <a:gd name="T0" fmla="*/ 0 w 893"/>
              <a:gd name="T1" fmla="*/ 277 h 278"/>
              <a:gd name="T2" fmla="*/ 0 w 893"/>
              <a:gd name="T3" fmla="*/ 277 h 278"/>
              <a:gd name="T4" fmla="*/ 696 w 893"/>
              <a:gd name="T5" fmla="*/ 277 h 278"/>
              <a:gd name="T6" fmla="*/ 838 w 893"/>
              <a:gd name="T7" fmla="*/ 125 h 278"/>
              <a:gd name="T8" fmla="*/ 892 w 893"/>
              <a:gd name="T9" fmla="*/ 165 h 278"/>
              <a:gd name="T10" fmla="*/ 835 w 893"/>
              <a:gd name="T11" fmla="*/ 33 h 278"/>
              <a:gd name="T12" fmla="*/ 686 w 893"/>
              <a:gd name="T13" fmla="*/ 0 h 278"/>
              <a:gd name="T14" fmla="*/ 735 w 893"/>
              <a:gd name="T15" fmla="*/ 40 h 278"/>
              <a:gd name="T16" fmla="*/ 639 w 893"/>
              <a:gd name="T17" fmla="*/ 142 h 278"/>
              <a:gd name="T18" fmla="*/ 0 w 893"/>
              <a:gd name="T19" fmla="*/ 142 h 278"/>
              <a:gd name="T20" fmla="*/ 0 w 893"/>
              <a:gd name="T21" fmla="*/ 277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93" h="278">
                <a:moveTo>
                  <a:pt x="0" y="277"/>
                </a:moveTo>
                <a:lnTo>
                  <a:pt x="0" y="277"/>
                </a:lnTo>
                <a:lnTo>
                  <a:pt x="696" y="277"/>
                </a:lnTo>
                <a:lnTo>
                  <a:pt x="838" y="125"/>
                </a:lnTo>
                <a:lnTo>
                  <a:pt x="892" y="165"/>
                </a:lnTo>
                <a:lnTo>
                  <a:pt x="835" y="33"/>
                </a:lnTo>
                <a:lnTo>
                  <a:pt x="686" y="0"/>
                </a:lnTo>
                <a:lnTo>
                  <a:pt x="735" y="40"/>
                </a:lnTo>
                <a:lnTo>
                  <a:pt x="639" y="142"/>
                </a:lnTo>
                <a:lnTo>
                  <a:pt x="0" y="142"/>
                </a:lnTo>
                <a:lnTo>
                  <a:pt x="0" y="277"/>
                </a:lnTo>
              </a:path>
            </a:pathLst>
          </a:custGeom>
          <a:gradFill>
            <a:gsLst>
              <a:gs pos="33000">
                <a:srgbClr val="FF6E00"/>
              </a:gs>
              <a:gs pos="100000">
                <a:srgbClr val="C80000"/>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lIns="93296" tIns="46648" rIns="93296" bIns="46648" anchor="ctr"/>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en-US" sz="1200" b="0" i="0" u="none" strike="noStrike" kern="0" cap="none" spc="0" normalizeH="0" baseline="0" noProof="0">
              <a:ln>
                <a:noFill/>
              </a:ln>
              <a:solidFill>
                <a:srgbClr val="F9F9F9"/>
              </a:solidFill>
              <a:effectLst/>
              <a:uLnTx/>
              <a:uFillTx/>
              <a:latin typeface="微软雅黑" panose="020B0503020204020204" pitchFamily="34" charset="-122"/>
              <a:ea typeface="微软雅黑" panose="020B0503020204020204" pitchFamily="34" charset="-122"/>
              <a:cs typeface="+mn-cs"/>
            </a:endParaRPr>
          </a:p>
        </p:txBody>
      </p:sp>
      <p:sp>
        <p:nvSpPr>
          <p:cNvPr id="7" name="Freeform 22"/>
          <p:cNvSpPr/>
          <p:nvPr/>
        </p:nvSpPr>
        <p:spPr bwMode="auto">
          <a:xfrm>
            <a:off x="4981285" y="3568815"/>
            <a:ext cx="2965419" cy="1102325"/>
          </a:xfrm>
          <a:custGeom>
            <a:avLst/>
            <a:gdLst>
              <a:gd name="T0" fmla="*/ 892 w 893"/>
              <a:gd name="T1" fmla="*/ 277 h 278"/>
              <a:gd name="T2" fmla="*/ 892 w 893"/>
              <a:gd name="T3" fmla="*/ 277 h 278"/>
              <a:gd name="T4" fmla="*/ 195 w 893"/>
              <a:gd name="T5" fmla="*/ 277 h 278"/>
              <a:gd name="T6" fmla="*/ 53 w 893"/>
              <a:gd name="T7" fmla="*/ 125 h 278"/>
              <a:gd name="T8" fmla="*/ 0 w 893"/>
              <a:gd name="T9" fmla="*/ 165 h 278"/>
              <a:gd name="T10" fmla="*/ 57 w 893"/>
              <a:gd name="T11" fmla="*/ 33 h 278"/>
              <a:gd name="T12" fmla="*/ 206 w 893"/>
              <a:gd name="T13" fmla="*/ 0 h 278"/>
              <a:gd name="T14" fmla="*/ 156 w 893"/>
              <a:gd name="T15" fmla="*/ 40 h 278"/>
              <a:gd name="T16" fmla="*/ 252 w 893"/>
              <a:gd name="T17" fmla="*/ 142 h 278"/>
              <a:gd name="T18" fmla="*/ 892 w 893"/>
              <a:gd name="T19" fmla="*/ 142 h 278"/>
              <a:gd name="T20" fmla="*/ 892 w 893"/>
              <a:gd name="T21" fmla="*/ 277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93" h="278">
                <a:moveTo>
                  <a:pt x="892" y="277"/>
                </a:moveTo>
                <a:lnTo>
                  <a:pt x="892" y="277"/>
                </a:lnTo>
                <a:lnTo>
                  <a:pt x="195" y="277"/>
                </a:lnTo>
                <a:lnTo>
                  <a:pt x="53" y="125"/>
                </a:lnTo>
                <a:lnTo>
                  <a:pt x="0" y="165"/>
                </a:lnTo>
                <a:lnTo>
                  <a:pt x="57" y="33"/>
                </a:lnTo>
                <a:lnTo>
                  <a:pt x="206" y="0"/>
                </a:lnTo>
                <a:lnTo>
                  <a:pt x="156" y="40"/>
                </a:lnTo>
                <a:lnTo>
                  <a:pt x="252" y="142"/>
                </a:lnTo>
                <a:lnTo>
                  <a:pt x="892" y="142"/>
                </a:lnTo>
                <a:lnTo>
                  <a:pt x="892" y="277"/>
                </a:lnTo>
              </a:path>
            </a:pathLst>
          </a:custGeom>
          <a:gradFill>
            <a:gsLst>
              <a:gs pos="33000">
                <a:srgbClr val="FF6E00"/>
              </a:gs>
              <a:gs pos="100000">
                <a:srgbClr val="C80000"/>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lIns="93296" tIns="46648" rIns="93296" bIns="46648" anchor="ctr"/>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en-US" sz="1200" b="0" i="0" u="none" strike="noStrike" kern="0" cap="none" spc="0" normalizeH="0" baseline="0" noProof="0">
              <a:ln>
                <a:noFill/>
              </a:ln>
              <a:solidFill>
                <a:srgbClr val="F9F9F9"/>
              </a:solidFill>
              <a:effectLst/>
              <a:uLnTx/>
              <a:uFillTx/>
              <a:latin typeface="微软雅黑" panose="020B0503020204020204" pitchFamily="34" charset="-122"/>
              <a:ea typeface="微软雅黑" panose="020B0503020204020204" pitchFamily="34" charset="-122"/>
              <a:cs typeface="+mn-cs"/>
            </a:endParaRPr>
          </a:p>
        </p:txBody>
      </p:sp>
      <p:sp>
        <p:nvSpPr>
          <p:cNvPr id="8" name="Freeform 23"/>
          <p:cNvSpPr/>
          <p:nvPr/>
        </p:nvSpPr>
        <p:spPr bwMode="auto">
          <a:xfrm>
            <a:off x="5655396" y="2367360"/>
            <a:ext cx="2291309" cy="1007161"/>
          </a:xfrm>
          <a:custGeom>
            <a:avLst/>
            <a:gdLst>
              <a:gd name="T0" fmla="*/ 689 w 690"/>
              <a:gd name="T1" fmla="*/ 190 h 254"/>
              <a:gd name="T2" fmla="*/ 689 w 690"/>
              <a:gd name="T3" fmla="*/ 190 h 254"/>
              <a:gd name="T4" fmla="*/ 689 w 690"/>
              <a:gd name="T5" fmla="*/ 62 h 254"/>
              <a:gd name="T6" fmla="*/ 71 w 690"/>
              <a:gd name="T7" fmla="*/ 62 h 254"/>
              <a:gd name="T8" fmla="*/ 67 w 690"/>
              <a:gd name="T9" fmla="*/ 0 h 254"/>
              <a:gd name="T10" fmla="*/ 0 w 690"/>
              <a:gd name="T11" fmla="*/ 128 h 254"/>
              <a:gd name="T12" fmla="*/ 71 w 690"/>
              <a:gd name="T13" fmla="*/ 253 h 254"/>
              <a:gd name="T14" fmla="*/ 71 w 690"/>
              <a:gd name="T15" fmla="*/ 190 h 254"/>
              <a:gd name="T16" fmla="*/ 689 w 690"/>
              <a:gd name="T17" fmla="*/ 190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90" h="254">
                <a:moveTo>
                  <a:pt x="689" y="190"/>
                </a:moveTo>
                <a:lnTo>
                  <a:pt x="689" y="190"/>
                </a:lnTo>
                <a:lnTo>
                  <a:pt x="689" y="62"/>
                </a:lnTo>
                <a:lnTo>
                  <a:pt x="71" y="62"/>
                </a:lnTo>
                <a:lnTo>
                  <a:pt x="67" y="0"/>
                </a:lnTo>
                <a:lnTo>
                  <a:pt x="0" y="128"/>
                </a:lnTo>
                <a:lnTo>
                  <a:pt x="71" y="253"/>
                </a:lnTo>
                <a:lnTo>
                  <a:pt x="71" y="190"/>
                </a:lnTo>
                <a:lnTo>
                  <a:pt x="689" y="190"/>
                </a:lnTo>
              </a:path>
            </a:pathLst>
          </a:custGeom>
          <a:gradFill>
            <a:gsLst>
              <a:gs pos="33000">
                <a:srgbClr val="FF6E00"/>
              </a:gs>
              <a:gs pos="100000">
                <a:srgbClr val="C80000"/>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lIns="93296" tIns="46648" rIns="93296" bIns="46648" anchor="ctr"/>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en-US" sz="1200" b="0" i="0" u="none" strike="noStrike" kern="0" cap="none" spc="0" normalizeH="0" baseline="0" noProof="0">
              <a:ln>
                <a:noFill/>
              </a:ln>
              <a:solidFill>
                <a:srgbClr val="F9F9F9"/>
              </a:solidFill>
              <a:effectLst/>
              <a:uLnTx/>
              <a:uFillTx/>
              <a:latin typeface="微软雅黑" panose="020B0503020204020204" pitchFamily="34" charset="-122"/>
              <a:ea typeface="微软雅黑" panose="020B0503020204020204" pitchFamily="34" charset="-122"/>
              <a:cs typeface="+mn-cs"/>
            </a:endParaRPr>
          </a:p>
        </p:txBody>
      </p:sp>
      <p:sp>
        <p:nvSpPr>
          <p:cNvPr id="9" name="TextBox 53"/>
          <p:cNvSpPr txBox="1">
            <a:spLocks noChangeArrowheads="1"/>
          </p:cNvSpPr>
          <p:nvPr/>
        </p:nvSpPr>
        <p:spPr bwMode="auto">
          <a:xfrm>
            <a:off x="1488134" y="1191530"/>
            <a:ext cx="232877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600" b="0" i="0" u="none" strike="noStrike" kern="0" cap="none" spc="0" normalizeH="0" baseline="0" noProof="0" dirty="0">
                <a:ln>
                  <a:noFill/>
                </a:ln>
                <a:solidFill>
                  <a:sysClr val="window" lastClr="FFFFFF">
                    <a:lumMod val="95000"/>
                  </a:sysClr>
                </a:solidFill>
                <a:effectLst/>
                <a:uLnTx/>
                <a:uFillTx/>
                <a:latin typeface="微软雅黑" panose="020B0503020204020204" pitchFamily="34" charset="-122"/>
                <a:ea typeface="微软雅黑" panose="020B0503020204020204" pitchFamily="34" charset="-122"/>
                <a:cs typeface="宋体" panose="02010600030101010101" pitchFamily="2" charset="-122"/>
              </a:rPr>
              <a:t>在此输入内容文本</a:t>
            </a:r>
            <a:endParaRPr kumimoji="0" lang="zh-CN" altLang="en-US" sz="2400" b="0" i="0" u="none" strike="noStrike" kern="0" cap="none" spc="0" normalizeH="0" baseline="0" noProof="0" dirty="0">
              <a:ln>
                <a:noFill/>
              </a:ln>
              <a:solidFill>
                <a:sysClr val="window" lastClr="FFFFFF">
                  <a:lumMod val="95000"/>
                </a:sysClr>
              </a:solidFill>
              <a:effectLst/>
              <a:uLnTx/>
              <a:uFillTx/>
              <a:latin typeface="Arial" panose="020B0604020202020204" pitchFamily="34" charset="0"/>
              <a:ea typeface="宋体" panose="02010600030101010101" pitchFamily="2" charset="-122"/>
              <a:cs typeface="宋体" panose="02010600030101010101" pitchFamily="2" charset="-122"/>
            </a:endParaRPr>
          </a:p>
        </p:txBody>
      </p:sp>
      <p:sp>
        <p:nvSpPr>
          <p:cNvPr id="10" name="TextBox 53"/>
          <p:cNvSpPr txBox="1">
            <a:spLocks noChangeArrowheads="1"/>
          </p:cNvSpPr>
          <p:nvPr/>
        </p:nvSpPr>
        <p:spPr bwMode="auto">
          <a:xfrm>
            <a:off x="1403648" y="2717632"/>
            <a:ext cx="241326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宋体" panose="02010600030101010101" pitchFamily="2" charset="-122"/>
              </a:rPr>
              <a:t>在此输入内容文本</a:t>
            </a:r>
            <a:endParaRPr kumimoji="0" lang="zh-CN" altLang="en-US" sz="2400" b="0" i="0" u="none" strike="noStrike" kern="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宋体" panose="02010600030101010101" pitchFamily="2" charset="-122"/>
            </a:endParaRPr>
          </a:p>
        </p:txBody>
      </p:sp>
      <p:sp>
        <p:nvSpPr>
          <p:cNvPr id="11" name="TextBox 53"/>
          <p:cNvSpPr txBox="1">
            <a:spLocks noChangeArrowheads="1"/>
          </p:cNvSpPr>
          <p:nvPr/>
        </p:nvSpPr>
        <p:spPr bwMode="auto">
          <a:xfrm>
            <a:off x="1497618" y="4260577"/>
            <a:ext cx="231929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600" b="0" i="0" u="none" strike="noStrike" kern="0" cap="none" spc="0" normalizeH="0" baseline="0" noProof="0" dirty="0">
                <a:ln>
                  <a:noFill/>
                </a:ln>
                <a:solidFill>
                  <a:sysClr val="window" lastClr="FFFFFF">
                    <a:lumMod val="95000"/>
                  </a:sysClr>
                </a:solidFill>
                <a:effectLst/>
                <a:uLnTx/>
                <a:uFillTx/>
                <a:latin typeface="微软雅黑" panose="020B0503020204020204" pitchFamily="34" charset="-122"/>
                <a:ea typeface="微软雅黑" panose="020B0503020204020204" pitchFamily="34" charset="-122"/>
                <a:cs typeface="宋体" panose="02010600030101010101" pitchFamily="2" charset="-122"/>
              </a:rPr>
              <a:t>在此输入内容文本</a:t>
            </a:r>
            <a:endParaRPr kumimoji="0" lang="zh-CN" altLang="en-US" sz="2400" b="0" i="0" u="none" strike="noStrike" kern="0" cap="none" spc="0" normalizeH="0" baseline="0" noProof="0" dirty="0">
              <a:ln>
                <a:noFill/>
              </a:ln>
              <a:solidFill>
                <a:sysClr val="window" lastClr="FFFFFF">
                  <a:lumMod val="95000"/>
                </a:sysClr>
              </a:solidFill>
              <a:effectLst/>
              <a:uLnTx/>
              <a:uFillTx/>
              <a:latin typeface="Arial" panose="020B0604020202020204" pitchFamily="34" charset="0"/>
              <a:ea typeface="宋体" panose="02010600030101010101" pitchFamily="2" charset="-122"/>
              <a:cs typeface="宋体" panose="02010600030101010101" pitchFamily="2" charset="-122"/>
            </a:endParaRPr>
          </a:p>
        </p:txBody>
      </p:sp>
      <p:sp>
        <p:nvSpPr>
          <p:cNvPr id="12" name="TextBox 53"/>
          <p:cNvSpPr txBox="1">
            <a:spLocks noChangeArrowheads="1"/>
          </p:cNvSpPr>
          <p:nvPr/>
        </p:nvSpPr>
        <p:spPr bwMode="auto">
          <a:xfrm>
            <a:off x="5655396" y="4260577"/>
            <a:ext cx="229130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600" b="0" i="0" u="none" strike="noStrike" kern="0" cap="none" spc="0" normalizeH="0" baseline="0" noProof="0" dirty="0">
                <a:ln>
                  <a:noFill/>
                </a:ln>
                <a:solidFill>
                  <a:sysClr val="window" lastClr="FFFFFF">
                    <a:lumMod val="95000"/>
                  </a:sysClr>
                </a:solidFill>
                <a:effectLst/>
                <a:uLnTx/>
                <a:uFillTx/>
                <a:latin typeface="微软雅黑" panose="020B0503020204020204" pitchFamily="34" charset="-122"/>
                <a:ea typeface="微软雅黑" panose="020B0503020204020204" pitchFamily="34" charset="-122"/>
                <a:cs typeface="宋体" panose="02010600030101010101" pitchFamily="2" charset="-122"/>
              </a:rPr>
              <a:t>在此输入内容文本</a:t>
            </a:r>
            <a:endParaRPr kumimoji="0" lang="zh-CN" altLang="en-US" sz="2400" b="0" i="0" u="none" strike="noStrike" kern="0" cap="none" spc="0" normalizeH="0" baseline="0" noProof="0" dirty="0">
              <a:ln>
                <a:noFill/>
              </a:ln>
              <a:solidFill>
                <a:sysClr val="window" lastClr="FFFFFF">
                  <a:lumMod val="95000"/>
                </a:sysClr>
              </a:solidFill>
              <a:effectLst/>
              <a:uLnTx/>
              <a:uFillTx/>
              <a:latin typeface="Arial" panose="020B0604020202020204" pitchFamily="34" charset="0"/>
              <a:ea typeface="宋体" panose="02010600030101010101" pitchFamily="2" charset="-122"/>
              <a:cs typeface="宋体" panose="02010600030101010101" pitchFamily="2" charset="-122"/>
            </a:endParaRPr>
          </a:p>
        </p:txBody>
      </p:sp>
      <p:sp>
        <p:nvSpPr>
          <p:cNvPr id="13" name="TextBox 53"/>
          <p:cNvSpPr txBox="1">
            <a:spLocks noChangeArrowheads="1"/>
          </p:cNvSpPr>
          <p:nvPr/>
        </p:nvSpPr>
        <p:spPr bwMode="auto">
          <a:xfrm>
            <a:off x="5594419" y="2717632"/>
            <a:ext cx="241326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宋体" panose="02010600030101010101" pitchFamily="2" charset="-122"/>
              </a:rPr>
              <a:t>在此输入内容文本</a:t>
            </a:r>
            <a:endParaRPr kumimoji="0" lang="zh-CN" altLang="en-US" sz="2400" b="0" i="0" u="none" strike="noStrike" kern="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宋体" panose="02010600030101010101" pitchFamily="2" charset="-122"/>
            </a:endParaRPr>
          </a:p>
        </p:txBody>
      </p:sp>
      <p:sp>
        <p:nvSpPr>
          <p:cNvPr id="14" name="TextBox 13"/>
          <p:cNvSpPr txBox="1">
            <a:spLocks noChangeArrowheads="1"/>
          </p:cNvSpPr>
          <p:nvPr/>
        </p:nvSpPr>
        <p:spPr bwMode="auto">
          <a:xfrm>
            <a:off x="5655396" y="1191530"/>
            <a:ext cx="231296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600" b="0" i="0" u="none" strike="noStrike" kern="0" cap="none" spc="0" normalizeH="0" baseline="0" noProof="0" dirty="0" smtClean="0">
                <a:ln>
                  <a:noFill/>
                </a:ln>
                <a:solidFill>
                  <a:sysClr val="window" lastClr="FFFFFF">
                    <a:lumMod val="95000"/>
                  </a:sysClr>
                </a:solidFill>
                <a:effectLst/>
                <a:uLnTx/>
                <a:uFillTx/>
                <a:latin typeface="微软雅黑" panose="020B0503020204020204" pitchFamily="34" charset="-122"/>
                <a:ea typeface="微软雅黑" panose="020B0503020204020204" pitchFamily="34" charset="-122"/>
                <a:cs typeface="宋体" panose="02010600030101010101" pitchFamily="2" charset="-122"/>
              </a:rPr>
              <a:t>在此输入内容文本</a:t>
            </a:r>
            <a:endParaRPr kumimoji="0" lang="zh-CN" altLang="en-US" sz="2400" b="0" i="0" u="none" strike="noStrike" kern="0" cap="none" spc="0" normalizeH="0" baseline="0" noProof="0" dirty="0" smtClean="0">
              <a:ln>
                <a:noFill/>
              </a:ln>
              <a:solidFill>
                <a:sysClr val="window" lastClr="FFFFFF">
                  <a:lumMod val="95000"/>
                </a:sysClr>
              </a:solidFill>
              <a:effectLst/>
              <a:uLnTx/>
              <a:uFillTx/>
              <a:latin typeface="Arial" panose="020B0604020202020204" pitchFamily="34" charset="0"/>
              <a:ea typeface="宋体" panose="02010600030101010101" pitchFamily="2" charset="-122"/>
              <a:cs typeface="宋体" panose="02010600030101010101" pitchFamily="2" charset="-122"/>
            </a:endParaRPr>
          </a:p>
        </p:txBody>
      </p:sp>
      <p:grpSp>
        <p:nvGrpSpPr>
          <p:cNvPr id="15" name="组合 14"/>
          <p:cNvGrpSpPr/>
          <p:nvPr/>
        </p:nvGrpSpPr>
        <p:grpSpPr>
          <a:xfrm>
            <a:off x="3910879" y="2268230"/>
            <a:ext cx="1586249" cy="1292655"/>
            <a:chOff x="3910879" y="2268230"/>
            <a:chExt cx="1586249" cy="1292655"/>
          </a:xfrm>
        </p:grpSpPr>
        <p:sp>
          <p:nvSpPr>
            <p:cNvPr id="16" name="AutoShape 17"/>
            <p:cNvSpPr>
              <a:spLocks noChangeArrowheads="1"/>
            </p:cNvSpPr>
            <p:nvPr/>
          </p:nvSpPr>
          <p:spPr bwMode="auto">
            <a:xfrm>
              <a:off x="3910879" y="2268230"/>
              <a:ext cx="1586249" cy="1292655"/>
            </a:xfrm>
            <a:prstGeom prst="hexagon">
              <a:avLst>
                <a:gd name="adj" fmla="val 30740"/>
                <a:gd name="vf" fmla="val 115470"/>
              </a:avLst>
            </a:prstGeom>
            <a:solidFill>
              <a:srgbClr val="C80000"/>
            </a:solidFill>
            <a:ln w="3175" cap="flat" cmpd="sng" algn="ctr">
              <a:solidFill>
                <a:srgbClr val="EAEAEA"/>
              </a:solidFill>
              <a:prstDash val="solid"/>
            </a:ln>
            <a:effectLst>
              <a:outerShdw blurRad="50800" dist="38100" dir="5400000" algn="t" rotWithShape="0">
                <a:prstClr val="black">
                  <a:alpha val="40000"/>
                </a:prstClr>
              </a:outerShdw>
            </a:effectLst>
          </p:spPr>
          <p:txBody>
            <a:bodyPr anchor="ctr"/>
            <a:lstStyle/>
            <a:p>
              <a:pPr marL="0" marR="0" lvl="0" indent="0" algn="ctr" defTabSz="914400" rtl="0" eaLnBrk="1" fontAlgn="base" latinLnBrk="0" hangingPunct="1">
                <a:lnSpc>
                  <a:spcPct val="120000"/>
                </a:lnSpc>
                <a:spcBef>
                  <a:spcPct val="0"/>
                </a:spcBef>
                <a:spcAft>
                  <a:spcPct val="0"/>
                </a:spcAft>
                <a:buClrTx/>
                <a:buSzTx/>
                <a:buFontTx/>
                <a:buNone/>
                <a:defRPr/>
              </a:pPr>
              <a:endParaRPr kumimoji="0" lang="en-US" altLang="zh-SG" sz="12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endParaRPr>
            </a:p>
          </p:txBody>
        </p:sp>
        <p:sp>
          <p:nvSpPr>
            <p:cNvPr id="17" name="TextBox 16"/>
            <p:cNvSpPr txBox="1"/>
            <p:nvPr/>
          </p:nvSpPr>
          <p:spPr>
            <a:xfrm>
              <a:off x="4252596" y="2474342"/>
              <a:ext cx="902811" cy="95410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Arial Unicode MS" pitchFamily="34" charset="-122"/>
                </a:rPr>
                <a:t>点击</a:t>
              </a:r>
              <a:endParaRPr kumimoji="0" lang="en-US" altLang="zh-CN" sz="2800" b="1"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Arial Unicode MS" pitchFamily="3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Arial Unicode MS" pitchFamily="34" charset="-122"/>
                </a:rPr>
                <a:t>添加</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Unicode MS"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1000" fill="hold"/>
                                        <p:tgtEl>
                                          <p:spTgt spid="15"/>
                                        </p:tgtEl>
                                        <p:attrNameLst>
                                          <p:attrName>ppt_w</p:attrName>
                                        </p:attrNameLst>
                                      </p:cBhvr>
                                      <p:tavLst>
                                        <p:tav tm="0">
                                          <p:val>
                                            <p:fltVal val="0"/>
                                          </p:val>
                                        </p:tav>
                                        <p:tav tm="100000">
                                          <p:val>
                                            <p:strVal val="#ppt_w"/>
                                          </p:val>
                                        </p:tav>
                                      </p:tavLst>
                                    </p:anim>
                                    <p:anim calcmode="lin" valueType="num">
                                      <p:cBhvr>
                                        <p:cTn id="8" dur="1000" fill="hold"/>
                                        <p:tgtEl>
                                          <p:spTgt spid="15"/>
                                        </p:tgtEl>
                                        <p:attrNameLst>
                                          <p:attrName>ppt_h</p:attrName>
                                        </p:attrNameLst>
                                      </p:cBhvr>
                                      <p:tavLst>
                                        <p:tav tm="0">
                                          <p:val>
                                            <p:fltVal val="0"/>
                                          </p:val>
                                        </p:tav>
                                        <p:tav tm="100000">
                                          <p:val>
                                            <p:strVal val="#ppt_h"/>
                                          </p:val>
                                        </p:tav>
                                      </p:tavLst>
                                    </p:anim>
                                    <p:anim calcmode="lin" valueType="num">
                                      <p:cBhvr>
                                        <p:cTn id="9" dur="1000" fill="hold"/>
                                        <p:tgtEl>
                                          <p:spTgt spid="15"/>
                                        </p:tgtEl>
                                        <p:attrNameLst>
                                          <p:attrName>style.rotation</p:attrName>
                                        </p:attrNameLst>
                                      </p:cBhvr>
                                      <p:tavLst>
                                        <p:tav tm="0">
                                          <p:val>
                                            <p:fltVal val="90"/>
                                          </p:val>
                                        </p:tav>
                                        <p:tav tm="100000">
                                          <p:val>
                                            <p:fltVal val="0"/>
                                          </p:val>
                                        </p:tav>
                                      </p:tavLst>
                                    </p:anim>
                                    <p:animEffect transition="in" filter="fade">
                                      <p:cBhvr>
                                        <p:cTn id="10" dur="1000"/>
                                        <p:tgtEl>
                                          <p:spTgt spid="15"/>
                                        </p:tgtEl>
                                      </p:cBhvr>
                                    </p:animEffect>
                                  </p:childTnLst>
                                </p:cTn>
                              </p:par>
                            </p:childTnLst>
                          </p:cTn>
                        </p:par>
                        <p:par>
                          <p:cTn id="11" fill="hold">
                            <p:stCondLst>
                              <p:cond delay="1000"/>
                            </p:stCondLst>
                            <p:childTnLst>
                              <p:par>
                                <p:cTn id="12" presetID="9" presetClass="path" presetSubtype="0" accel="50000" decel="50000" fill="hold" nodeType="afterEffect">
                                  <p:stCondLst>
                                    <p:cond delay="250"/>
                                  </p:stCondLst>
                                  <p:childTnLst>
                                    <p:animMotion origin="layout" path="M 0.0033 -0.02963 C 0.01528 -0.06142 0.03299 -0.22068 0.05799 -0.22068 C 0.09497 -0.22068 0.125 -0.17253 0.125 -0.11235 C 0.125 -0.0926 0.12205 -0.075 0.11597 -0.05895 C 0.11701 -0.05895 2.77778E-7 0.18117 2.77778E-7 0.18302 C 2.77778E-7 0.18117 -0.11701 -0.05895 -0.11597 -0.05895 C -0.12205 -0.075 -0.125 -0.0926 -0.125 -0.11235 C -0.125 -0.17253 -0.09497 -0.22068 -0.05694 -0.22068 C -0.03299 -0.22068 -0.00868 -0.06142 0.0033 -0.02963 Z " pathEditMode="relative" rAng="0" ptsTypes="fffffffff">
                                      <p:cBhvr>
                                        <p:cTn id="13" dur="2000" fill="hold"/>
                                        <p:tgtEl>
                                          <p:spTgt spid="15"/>
                                        </p:tgtEl>
                                        <p:attrNameLst>
                                          <p:attrName>ppt_x</p:attrName>
                                          <p:attrName>ppt_y</p:attrName>
                                        </p:attrNameLst>
                                      </p:cBhvr>
                                      <p:rCtr x="-330" y="1080"/>
                                    </p:animMotion>
                                  </p:childTnLst>
                                </p:cTn>
                              </p:par>
                              <p:par>
                                <p:cTn id="14" presetID="10" presetClass="entr" presetSubtype="0" fill="hold" grpId="0" nodeType="withEffect">
                                  <p:stCondLst>
                                    <p:cond delay="6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10" presetClass="entr" presetSubtype="0" fill="hold" grpId="0" nodeType="withEffect">
                                  <p:stCondLst>
                                    <p:cond delay="75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750"/>
                                        <p:tgtEl>
                                          <p:spTgt spid="8"/>
                                        </p:tgtEl>
                                      </p:cBhvr>
                                    </p:animEffect>
                                  </p:childTnLst>
                                </p:cTn>
                              </p:par>
                              <p:par>
                                <p:cTn id="20" presetID="10" presetClass="entr" presetSubtype="0" fill="hold" grpId="0" nodeType="withEffect">
                                  <p:stCondLst>
                                    <p:cond delay="10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750"/>
                                        <p:tgtEl>
                                          <p:spTgt spid="7"/>
                                        </p:tgtEl>
                                      </p:cBhvr>
                                    </p:animEffect>
                                  </p:childTnLst>
                                </p:cTn>
                              </p:par>
                              <p:par>
                                <p:cTn id="23" presetID="10" presetClass="entr" presetSubtype="0" fill="hold" grpId="0" nodeType="withEffect">
                                  <p:stCondLst>
                                    <p:cond delay="125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750"/>
                                        <p:tgtEl>
                                          <p:spTgt spid="6"/>
                                        </p:tgtEl>
                                      </p:cBhvr>
                                    </p:animEffect>
                                  </p:childTnLst>
                                </p:cTn>
                              </p:par>
                              <p:par>
                                <p:cTn id="26" presetID="10" presetClass="entr" presetSubtype="0" fill="hold" grpId="0" nodeType="withEffect">
                                  <p:stCondLst>
                                    <p:cond delay="150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750"/>
                                        <p:tgtEl>
                                          <p:spTgt spid="3"/>
                                        </p:tgtEl>
                                      </p:cBhvr>
                                    </p:animEffect>
                                  </p:childTnLst>
                                </p:cTn>
                              </p:par>
                              <p:par>
                                <p:cTn id="29" presetID="10" presetClass="entr" presetSubtype="0" fill="hold" grpId="0" nodeType="withEffect">
                                  <p:stCondLst>
                                    <p:cond delay="175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750"/>
                                        <p:tgtEl>
                                          <p:spTgt spid="4"/>
                                        </p:tgtEl>
                                      </p:cBhvr>
                                    </p:animEffect>
                                  </p:childTnLst>
                                </p:cTn>
                              </p:par>
                            </p:childTnLst>
                          </p:cTn>
                        </p:par>
                        <p:par>
                          <p:cTn id="32" fill="hold">
                            <p:stCondLst>
                              <p:cond delay="3250"/>
                            </p:stCondLst>
                            <p:childTnLst>
                              <p:par>
                                <p:cTn id="33" presetID="38" presetClass="entr" presetSubtype="0" accel="50000" fill="hold" grpId="0" nodeType="afterEffect">
                                  <p:stCondLst>
                                    <p:cond delay="0"/>
                                  </p:stCondLst>
                                  <p:iterate type="lt">
                                    <p:tmPct val="10000"/>
                                  </p:iterate>
                                  <p:childTnLst>
                                    <p:set>
                                      <p:cBhvr>
                                        <p:cTn id="34" dur="1" fill="hold">
                                          <p:stCondLst>
                                            <p:cond delay="0"/>
                                          </p:stCondLst>
                                        </p:cTn>
                                        <p:tgtEl>
                                          <p:spTgt spid="14"/>
                                        </p:tgtEl>
                                        <p:attrNameLst>
                                          <p:attrName>style.visibility</p:attrName>
                                        </p:attrNameLst>
                                      </p:cBhvr>
                                      <p:to>
                                        <p:strVal val="visible"/>
                                      </p:to>
                                    </p:set>
                                    <p:set>
                                      <p:cBhvr>
                                        <p:cTn id="35" dur="455" fill="hold">
                                          <p:stCondLst>
                                            <p:cond delay="0"/>
                                          </p:stCondLst>
                                        </p:cTn>
                                        <p:tgtEl>
                                          <p:spTgt spid="14"/>
                                        </p:tgtEl>
                                        <p:attrNameLst>
                                          <p:attrName>style.rotation</p:attrName>
                                        </p:attrNameLst>
                                      </p:cBhvr>
                                      <p:to>
                                        <p:strVal val="-45.0"/>
                                      </p:to>
                                    </p:set>
                                    <p:anim calcmode="lin" valueType="num">
                                      <p:cBhvr>
                                        <p:cTn id="36" dur="455" fill="hold">
                                          <p:stCondLst>
                                            <p:cond delay="455"/>
                                          </p:stCondLst>
                                        </p:cTn>
                                        <p:tgtEl>
                                          <p:spTgt spid="14"/>
                                        </p:tgtEl>
                                        <p:attrNameLst>
                                          <p:attrName>style.rotation</p:attrName>
                                        </p:attrNameLst>
                                      </p:cBhvr>
                                      <p:tavLst>
                                        <p:tav tm="0">
                                          <p:val>
                                            <p:fltVal val="-45"/>
                                          </p:val>
                                        </p:tav>
                                        <p:tav tm="69900">
                                          <p:val>
                                            <p:fltVal val="45"/>
                                          </p:val>
                                        </p:tav>
                                        <p:tav tm="100000">
                                          <p:val>
                                            <p:fltVal val="0"/>
                                          </p:val>
                                        </p:tav>
                                      </p:tavLst>
                                    </p:anim>
                                    <p:anim calcmode="lin" valueType="num">
                                      <p:cBhvr>
                                        <p:cTn id="37" dur="455" fill="hold">
                                          <p:stCondLst>
                                            <p:cond delay="0"/>
                                          </p:stCondLst>
                                        </p:cTn>
                                        <p:tgtEl>
                                          <p:spTgt spid="14"/>
                                        </p:tgtEl>
                                        <p:attrNameLst>
                                          <p:attrName>ppt_y</p:attrName>
                                        </p:attrNameLst>
                                      </p:cBhvr>
                                      <p:tavLst>
                                        <p:tav tm="0">
                                          <p:val>
                                            <p:strVal val="#ppt_y-1"/>
                                          </p:val>
                                        </p:tav>
                                        <p:tav tm="100000">
                                          <p:val>
                                            <p:strVal val="#ppt_y-(0.354*#ppt_w-0.172*#ppt_h)"/>
                                          </p:val>
                                        </p:tav>
                                      </p:tavLst>
                                    </p:anim>
                                    <p:anim calcmode="lin" valueType="num">
                                      <p:cBhvr>
                                        <p:cTn id="38" dur="156" decel="50000" autoRev="1" fill="hold">
                                          <p:stCondLst>
                                            <p:cond delay="455"/>
                                          </p:stCondLst>
                                        </p:cTn>
                                        <p:tgtEl>
                                          <p:spTgt spid="14"/>
                                        </p:tgtEl>
                                        <p:attrNameLst>
                                          <p:attrName>ppt_y</p:attrName>
                                        </p:attrNameLst>
                                      </p:cBhvr>
                                      <p:tavLst>
                                        <p:tav tm="0">
                                          <p:val>
                                            <p:strVal val="#ppt_y-(0.354*#ppt_w-0.172*#ppt_h)"/>
                                          </p:val>
                                        </p:tav>
                                        <p:tav tm="100000">
                                          <p:val>
                                            <p:strVal val="#ppt_y-(0.354*#ppt_w-0.172*#ppt_h)-#ppt_h/2"/>
                                          </p:val>
                                        </p:tav>
                                      </p:tavLst>
                                    </p:anim>
                                    <p:anim calcmode="lin" valueType="num">
                                      <p:cBhvr>
                                        <p:cTn id="39" dur="136" fill="hold">
                                          <p:stCondLst>
                                            <p:cond delay="864"/>
                                          </p:stCondLst>
                                        </p:cTn>
                                        <p:tgtEl>
                                          <p:spTgt spid="14"/>
                                        </p:tgtEl>
                                        <p:attrNameLst>
                                          <p:attrName>ppt_y</p:attrName>
                                        </p:attrNameLst>
                                      </p:cBhvr>
                                      <p:tavLst>
                                        <p:tav tm="0">
                                          <p:val>
                                            <p:strVal val="#ppt_y-(0.354*#ppt_w-0.172*#ppt_h)"/>
                                          </p:val>
                                        </p:tav>
                                        <p:tav tm="100000">
                                          <p:val>
                                            <p:strVal val="#ppt_y"/>
                                          </p:val>
                                        </p:tav>
                                      </p:tavLst>
                                    </p:anim>
                                  </p:childTnLst>
                                </p:cTn>
                              </p:par>
                              <p:par>
                                <p:cTn id="40" presetID="38" presetClass="entr" presetSubtype="0" accel="50000" fill="hold" grpId="0" nodeType="withEffect">
                                  <p:stCondLst>
                                    <p:cond delay="0"/>
                                  </p:stCondLst>
                                  <p:iterate type="lt">
                                    <p:tmPct val="10000"/>
                                  </p:iterate>
                                  <p:childTnLst>
                                    <p:set>
                                      <p:cBhvr>
                                        <p:cTn id="41" dur="1" fill="hold">
                                          <p:stCondLst>
                                            <p:cond delay="0"/>
                                          </p:stCondLst>
                                        </p:cTn>
                                        <p:tgtEl>
                                          <p:spTgt spid="9"/>
                                        </p:tgtEl>
                                        <p:attrNameLst>
                                          <p:attrName>style.visibility</p:attrName>
                                        </p:attrNameLst>
                                      </p:cBhvr>
                                      <p:to>
                                        <p:strVal val="visible"/>
                                      </p:to>
                                    </p:set>
                                    <p:set>
                                      <p:cBhvr>
                                        <p:cTn id="42" dur="455" fill="hold">
                                          <p:stCondLst>
                                            <p:cond delay="0"/>
                                          </p:stCondLst>
                                        </p:cTn>
                                        <p:tgtEl>
                                          <p:spTgt spid="9"/>
                                        </p:tgtEl>
                                        <p:attrNameLst>
                                          <p:attrName>style.rotation</p:attrName>
                                        </p:attrNameLst>
                                      </p:cBhvr>
                                      <p:to>
                                        <p:strVal val="-45.0"/>
                                      </p:to>
                                    </p:set>
                                    <p:anim calcmode="lin" valueType="num">
                                      <p:cBhvr>
                                        <p:cTn id="43" dur="455" fill="hold">
                                          <p:stCondLst>
                                            <p:cond delay="455"/>
                                          </p:stCondLst>
                                        </p:cTn>
                                        <p:tgtEl>
                                          <p:spTgt spid="9"/>
                                        </p:tgtEl>
                                        <p:attrNameLst>
                                          <p:attrName>style.rotation</p:attrName>
                                        </p:attrNameLst>
                                      </p:cBhvr>
                                      <p:tavLst>
                                        <p:tav tm="0">
                                          <p:val>
                                            <p:fltVal val="-45"/>
                                          </p:val>
                                        </p:tav>
                                        <p:tav tm="69900">
                                          <p:val>
                                            <p:fltVal val="45"/>
                                          </p:val>
                                        </p:tav>
                                        <p:tav tm="100000">
                                          <p:val>
                                            <p:fltVal val="0"/>
                                          </p:val>
                                        </p:tav>
                                      </p:tavLst>
                                    </p:anim>
                                    <p:anim calcmode="lin" valueType="num">
                                      <p:cBhvr>
                                        <p:cTn id="44" dur="455" fill="hold">
                                          <p:stCondLst>
                                            <p:cond delay="0"/>
                                          </p:stCondLst>
                                        </p:cTn>
                                        <p:tgtEl>
                                          <p:spTgt spid="9"/>
                                        </p:tgtEl>
                                        <p:attrNameLst>
                                          <p:attrName>ppt_y</p:attrName>
                                        </p:attrNameLst>
                                      </p:cBhvr>
                                      <p:tavLst>
                                        <p:tav tm="0">
                                          <p:val>
                                            <p:strVal val="#ppt_y-1"/>
                                          </p:val>
                                        </p:tav>
                                        <p:tav tm="100000">
                                          <p:val>
                                            <p:strVal val="#ppt_y-(0.354*#ppt_w-0.172*#ppt_h)"/>
                                          </p:val>
                                        </p:tav>
                                      </p:tavLst>
                                    </p:anim>
                                    <p:anim calcmode="lin" valueType="num">
                                      <p:cBhvr>
                                        <p:cTn id="45" dur="156" decel="50000" autoRev="1" fill="hold">
                                          <p:stCondLst>
                                            <p:cond delay="455"/>
                                          </p:stCondLst>
                                        </p:cTn>
                                        <p:tgtEl>
                                          <p:spTgt spid="9"/>
                                        </p:tgtEl>
                                        <p:attrNameLst>
                                          <p:attrName>ppt_y</p:attrName>
                                        </p:attrNameLst>
                                      </p:cBhvr>
                                      <p:tavLst>
                                        <p:tav tm="0">
                                          <p:val>
                                            <p:strVal val="#ppt_y-(0.354*#ppt_w-0.172*#ppt_h)"/>
                                          </p:val>
                                        </p:tav>
                                        <p:tav tm="100000">
                                          <p:val>
                                            <p:strVal val="#ppt_y-(0.354*#ppt_w-0.172*#ppt_h)-#ppt_h/2"/>
                                          </p:val>
                                        </p:tav>
                                      </p:tavLst>
                                    </p:anim>
                                    <p:anim calcmode="lin" valueType="num">
                                      <p:cBhvr>
                                        <p:cTn id="46" dur="136" fill="hold">
                                          <p:stCondLst>
                                            <p:cond delay="864"/>
                                          </p:stCondLst>
                                        </p:cTn>
                                        <p:tgtEl>
                                          <p:spTgt spid="9"/>
                                        </p:tgtEl>
                                        <p:attrNameLst>
                                          <p:attrName>ppt_y</p:attrName>
                                        </p:attrNameLst>
                                      </p:cBhvr>
                                      <p:tavLst>
                                        <p:tav tm="0">
                                          <p:val>
                                            <p:strVal val="#ppt_y-(0.354*#ppt_w-0.172*#ppt_h)"/>
                                          </p:val>
                                        </p:tav>
                                        <p:tav tm="100000">
                                          <p:val>
                                            <p:strVal val="#ppt_y"/>
                                          </p:val>
                                        </p:tav>
                                      </p:tavLst>
                                    </p:anim>
                                  </p:childTnLst>
                                </p:cTn>
                              </p:par>
                              <p:par>
                                <p:cTn id="47" presetID="38" presetClass="entr" presetSubtype="0" accel="50000" fill="hold" grpId="0" nodeType="withEffect">
                                  <p:stCondLst>
                                    <p:cond delay="0"/>
                                  </p:stCondLst>
                                  <p:iterate type="lt">
                                    <p:tmPct val="10000"/>
                                  </p:iterate>
                                  <p:childTnLst>
                                    <p:set>
                                      <p:cBhvr>
                                        <p:cTn id="48" dur="1" fill="hold">
                                          <p:stCondLst>
                                            <p:cond delay="0"/>
                                          </p:stCondLst>
                                        </p:cTn>
                                        <p:tgtEl>
                                          <p:spTgt spid="10"/>
                                        </p:tgtEl>
                                        <p:attrNameLst>
                                          <p:attrName>style.visibility</p:attrName>
                                        </p:attrNameLst>
                                      </p:cBhvr>
                                      <p:to>
                                        <p:strVal val="visible"/>
                                      </p:to>
                                    </p:set>
                                    <p:set>
                                      <p:cBhvr>
                                        <p:cTn id="49" dur="455" fill="hold">
                                          <p:stCondLst>
                                            <p:cond delay="0"/>
                                          </p:stCondLst>
                                        </p:cTn>
                                        <p:tgtEl>
                                          <p:spTgt spid="10"/>
                                        </p:tgtEl>
                                        <p:attrNameLst>
                                          <p:attrName>style.rotation</p:attrName>
                                        </p:attrNameLst>
                                      </p:cBhvr>
                                      <p:to>
                                        <p:strVal val="-45.0"/>
                                      </p:to>
                                    </p:set>
                                    <p:anim calcmode="lin" valueType="num">
                                      <p:cBhvr>
                                        <p:cTn id="50" dur="455" fill="hold">
                                          <p:stCondLst>
                                            <p:cond delay="455"/>
                                          </p:stCondLst>
                                        </p:cTn>
                                        <p:tgtEl>
                                          <p:spTgt spid="10"/>
                                        </p:tgtEl>
                                        <p:attrNameLst>
                                          <p:attrName>style.rotation</p:attrName>
                                        </p:attrNameLst>
                                      </p:cBhvr>
                                      <p:tavLst>
                                        <p:tav tm="0">
                                          <p:val>
                                            <p:fltVal val="-45"/>
                                          </p:val>
                                        </p:tav>
                                        <p:tav tm="69900">
                                          <p:val>
                                            <p:fltVal val="45"/>
                                          </p:val>
                                        </p:tav>
                                        <p:tav tm="100000">
                                          <p:val>
                                            <p:fltVal val="0"/>
                                          </p:val>
                                        </p:tav>
                                      </p:tavLst>
                                    </p:anim>
                                    <p:anim calcmode="lin" valueType="num">
                                      <p:cBhvr>
                                        <p:cTn id="51" dur="455" fill="hold">
                                          <p:stCondLst>
                                            <p:cond delay="0"/>
                                          </p:stCondLst>
                                        </p:cTn>
                                        <p:tgtEl>
                                          <p:spTgt spid="10"/>
                                        </p:tgtEl>
                                        <p:attrNameLst>
                                          <p:attrName>ppt_y</p:attrName>
                                        </p:attrNameLst>
                                      </p:cBhvr>
                                      <p:tavLst>
                                        <p:tav tm="0">
                                          <p:val>
                                            <p:strVal val="#ppt_y-1"/>
                                          </p:val>
                                        </p:tav>
                                        <p:tav tm="100000">
                                          <p:val>
                                            <p:strVal val="#ppt_y-(0.354*#ppt_w-0.172*#ppt_h)"/>
                                          </p:val>
                                        </p:tav>
                                      </p:tavLst>
                                    </p:anim>
                                    <p:anim calcmode="lin" valueType="num">
                                      <p:cBhvr>
                                        <p:cTn id="52" dur="156" decel="50000" autoRev="1" fill="hold">
                                          <p:stCondLst>
                                            <p:cond delay="455"/>
                                          </p:stCondLst>
                                        </p:cTn>
                                        <p:tgtEl>
                                          <p:spTgt spid="10"/>
                                        </p:tgtEl>
                                        <p:attrNameLst>
                                          <p:attrName>ppt_y</p:attrName>
                                        </p:attrNameLst>
                                      </p:cBhvr>
                                      <p:tavLst>
                                        <p:tav tm="0">
                                          <p:val>
                                            <p:strVal val="#ppt_y-(0.354*#ppt_w-0.172*#ppt_h)"/>
                                          </p:val>
                                        </p:tav>
                                        <p:tav tm="100000">
                                          <p:val>
                                            <p:strVal val="#ppt_y-(0.354*#ppt_w-0.172*#ppt_h)-#ppt_h/2"/>
                                          </p:val>
                                        </p:tav>
                                      </p:tavLst>
                                    </p:anim>
                                    <p:anim calcmode="lin" valueType="num">
                                      <p:cBhvr>
                                        <p:cTn id="53" dur="136" fill="hold">
                                          <p:stCondLst>
                                            <p:cond delay="864"/>
                                          </p:stCondLst>
                                        </p:cTn>
                                        <p:tgtEl>
                                          <p:spTgt spid="10"/>
                                        </p:tgtEl>
                                        <p:attrNameLst>
                                          <p:attrName>ppt_y</p:attrName>
                                        </p:attrNameLst>
                                      </p:cBhvr>
                                      <p:tavLst>
                                        <p:tav tm="0">
                                          <p:val>
                                            <p:strVal val="#ppt_y-(0.354*#ppt_w-0.172*#ppt_h)"/>
                                          </p:val>
                                        </p:tav>
                                        <p:tav tm="100000">
                                          <p:val>
                                            <p:strVal val="#ppt_y"/>
                                          </p:val>
                                        </p:tav>
                                      </p:tavLst>
                                    </p:anim>
                                  </p:childTnLst>
                                </p:cTn>
                              </p:par>
                              <p:par>
                                <p:cTn id="54" presetID="38" presetClass="entr" presetSubtype="0" accel="50000" fill="hold" grpId="0" nodeType="withEffect">
                                  <p:stCondLst>
                                    <p:cond delay="0"/>
                                  </p:stCondLst>
                                  <p:iterate type="lt">
                                    <p:tmPct val="10000"/>
                                  </p:iterate>
                                  <p:childTnLst>
                                    <p:set>
                                      <p:cBhvr>
                                        <p:cTn id="55" dur="1" fill="hold">
                                          <p:stCondLst>
                                            <p:cond delay="0"/>
                                          </p:stCondLst>
                                        </p:cTn>
                                        <p:tgtEl>
                                          <p:spTgt spid="11"/>
                                        </p:tgtEl>
                                        <p:attrNameLst>
                                          <p:attrName>style.visibility</p:attrName>
                                        </p:attrNameLst>
                                      </p:cBhvr>
                                      <p:to>
                                        <p:strVal val="visible"/>
                                      </p:to>
                                    </p:set>
                                    <p:set>
                                      <p:cBhvr>
                                        <p:cTn id="56" dur="455" fill="hold">
                                          <p:stCondLst>
                                            <p:cond delay="0"/>
                                          </p:stCondLst>
                                        </p:cTn>
                                        <p:tgtEl>
                                          <p:spTgt spid="11"/>
                                        </p:tgtEl>
                                        <p:attrNameLst>
                                          <p:attrName>style.rotation</p:attrName>
                                        </p:attrNameLst>
                                      </p:cBhvr>
                                      <p:to>
                                        <p:strVal val="-45.0"/>
                                      </p:to>
                                    </p:set>
                                    <p:anim calcmode="lin" valueType="num">
                                      <p:cBhvr>
                                        <p:cTn id="57" dur="455" fill="hold">
                                          <p:stCondLst>
                                            <p:cond delay="455"/>
                                          </p:stCondLst>
                                        </p:cTn>
                                        <p:tgtEl>
                                          <p:spTgt spid="11"/>
                                        </p:tgtEl>
                                        <p:attrNameLst>
                                          <p:attrName>style.rotation</p:attrName>
                                        </p:attrNameLst>
                                      </p:cBhvr>
                                      <p:tavLst>
                                        <p:tav tm="0">
                                          <p:val>
                                            <p:fltVal val="-45"/>
                                          </p:val>
                                        </p:tav>
                                        <p:tav tm="69900">
                                          <p:val>
                                            <p:fltVal val="45"/>
                                          </p:val>
                                        </p:tav>
                                        <p:tav tm="100000">
                                          <p:val>
                                            <p:fltVal val="0"/>
                                          </p:val>
                                        </p:tav>
                                      </p:tavLst>
                                    </p:anim>
                                    <p:anim calcmode="lin" valueType="num">
                                      <p:cBhvr>
                                        <p:cTn id="58" dur="455" fill="hold">
                                          <p:stCondLst>
                                            <p:cond delay="0"/>
                                          </p:stCondLst>
                                        </p:cTn>
                                        <p:tgtEl>
                                          <p:spTgt spid="11"/>
                                        </p:tgtEl>
                                        <p:attrNameLst>
                                          <p:attrName>ppt_y</p:attrName>
                                        </p:attrNameLst>
                                      </p:cBhvr>
                                      <p:tavLst>
                                        <p:tav tm="0">
                                          <p:val>
                                            <p:strVal val="#ppt_y-1"/>
                                          </p:val>
                                        </p:tav>
                                        <p:tav tm="100000">
                                          <p:val>
                                            <p:strVal val="#ppt_y-(0.354*#ppt_w-0.172*#ppt_h)"/>
                                          </p:val>
                                        </p:tav>
                                      </p:tavLst>
                                    </p:anim>
                                    <p:anim calcmode="lin" valueType="num">
                                      <p:cBhvr>
                                        <p:cTn id="59" dur="156" decel="50000" autoRev="1" fill="hold">
                                          <p:stCondLst>
                                            <p:cond delay="455"/>
                                          </p:stCondLst>
                                        </p:cTn>
                                        <p:tgtEl>
                                          <p:spTgt spid="11"/>
                                        </p:tgtEl>
                                        <p:attrNameLst>
                                          <p:attrName>ppt_y</p:attrName>
                                        </p:attrNameLst>
                                      </p:cBhvr>
                                      <p:tavLst>
                                        <p:tav tm="0">
                                          <p:val>
                                            <p:strVal val="#ppt_y-(0.354*#ppt_w-0.172*#ppt_h)"/>
                                          </p:val>
                                        </p:tav>
                                        <p:tav tm="100000">
                                          <p:val>
                                            <p:strVal val="#ppt_y-(0.354*#ppt_w-0.172*#ppt_h)-#ppt_h/2"/>
                                          </p:val>
                                        </p:tav>
                                      </p:tavLst>
                                    </p:anim>
                                    <p:anim calcmode="lin" valueType="num">
                                      <p:cBhvr>
                                        <p:cTn id="60" dur="136" fill="hold">
                                          <p:stCondLst>
                                            <p:cond delay="864"/>
                                          </p:stCondLst>
                                        </p:cTn>
                                        <p:tgtEl>
                                          <p:spTgt spid="11"/>
                                        </p:tgtEl>
                                        <p:attrNameLst>
                                          <p:attrName>ppt_y</p:attrName>
                                        </p:attrNameLst>
                                      </p:cBhvr>
                                      <p:tavLst>
                                        <p:tav tm="0">
                                          <p:val>
                                            <p:strVal val="#ppt_y-(0.354*#ppt_w-0.172*#ppt_h)"/>
                                          </p:val>
                                        </p:tav>
                                        <p:tav tm="100000">
                                          <p:val>
                                            <p:strVal val="#ppt_y"/>
                                          </p:val>
                                        </p:tav>
                                      </p:tavLst>
                                    </p:anim>
                                  </p:childTnLst>
                                </p:cTn>
                              </p:par>
                              <p:par>
                                <p:cTn id="61" presetID="38" presetClass="entr" presetSubtype="0" accel="50000" fill="hold" grpId="0" nodeType="withEffect">
                                  <p:stCondLst>
                                    <p:cond delay="0"/>
                                  </p:stCondLst>
                                  <p:iterate type="lt">
                                    <p:tmPct val="10000"/>
                                  </p:iterate>
                                  <p:childTnLst>
                                    <p:set>
                                      <p:cBhvr>
                                        <p:cTn id="62" dur="1" fill="hold">
                                          <p:stCondLst>
                                            <p:cond delay="0"/>
                                          </p:stCondLst>
                                        </p:cTn>
                                        <p:tgtEl>
                                          <p:spTgt spid="13"/>
                                        </p:tgtEl>
                                        <p:attrNameLst>
                                          <p:attrName>style.visibility</p:attrName>
                                        </p:attrNameLst>
                                      </p:cBhvr>
                                      <p:to>
                                        <p:strVal val="visible"/>
                                      </p:to>
                                    </p:set>
                                    <p:set>
                                      <p:cBhvr>
                                        <p:cTn id="63" dur="455" fill="hold">
                                          <p:stCondLst>
                                            <p:cond delay="0"/>
                                          </p:stCondLst>
                                        </p:cTn>
                                        <p:tgtEl>
                                          <p:spTgt spid="13"/>
                                        </p:tgtEl>
                                        <p:attrNameLst>
                                          <p:attrName>style.rotation</p:attrName>
                                        </p:attrNameLst>
                                      </p:cBhvr>
                                      <p:to>
                                        <p:strVal val="-45.0"/>
                                      </p:to>
                                    </p:set>
                                    <p:anim calcmode="lin" valueType="num">
                                      <p:cBhvr>
                                        <p:cTn id="64" dur="455" fill="hold">
                                          <p:stCondLst>
                                            <p:cond delay="455"/>
                                          </p:stCondLst>
                                        </p:cTn>
                                        <p:tgtEl>
                                          <p:spTgt spid="13"/>
                                        </p:tgtEl>
                                        <p:attrNameLst>
                                          <p:attrName>style.rotation</p:attrName>
                                        </p:attrNameLst>
                                      </p:cBhvr>
                                      <p:tavLst>
                                        <p:tav tm="0">
                                          <p:val>
                                            <p:fltVal val="-45"/>
                                          </p:val>
                                        </p:tav>
                                        <p:tav tm="69900">
                                          <p:val>
                                            <p:fltVal val="45"/>
                                          </p:val>
                                        </p:tav>
                                        <p:tav tm="100000">
                                          <p:val>
                                            <p:fltVal val="0"/>
                                          </p:val>
                                        </p:tav>
                                      </p:tavLst>
                                    </p:anim>
                                    <p:anim calcmode="lin" valueType="num">
                                      <p:cBhvr>
                                        <p:cTn id="65" dur="455" fill="hold">
                                          <p:stCondLst>
                                            <p:cond delay="0"/>
                                          </p:stCondLst>
                                        </p:cTn>
                                        <p:tgtEl>
                                          <p:spTgt spid="13"/>
                                        </p:tgtEl>
                                        <p:attrNameLst>
                                          <p:attrName>ppt_y</p:attrName>
                                        </p:attrNameLst>
                                      </p:cBhvr>
                                      <p:tavLst>
                                        <p:tav tm="0">
                                          <p:val>
                                            <p:strVal val="#ppt_y-1"/>
                                          </p:val>
                                        </p:tav>
                                        <p:tav tm="100000">
                                          <p:val>
                                            <p:strVal val="#ppt_y-(0.354*#ppt_w-0.172*#ppt_h)"/>
                                          </p:val>
                                        </p:tav>
                                      </p:tavLst>
                                    </p:anim>
                                    <p:anim calcmode="lin" valueType="num">
                                      <p:cBhvr>
                                        <p:cTn id="66" dur="156" decel="50000" autoRev="1" fill="hold">
                                          <p:stCondLst>
                                            <p:cond delay="455"/>
                                          </p:stCondLst>
                                        </p:cTn>
                                        <p:tgtEl>
                                          <p:spTgt spid="13"/>
                                        </p:tgtEl>
                                        <p:attrNameLst>
                                          <p:attrName>ppt_y</p:attrName>
                                        </p:attrNameLst>
                                      </p:cBhvr>
                                      <p:tavLst>
                                        <p:tav tm="0">
                                          <p:val>
                                            <p:strVal val="#ppt_y-(0.354*#ppt_w-0.172*#ppt_h)"/>
                                          </p:val>
                                        </p:tav>
                                        <p:tav tm="100000">
                                          <p:val>
                                            <p:strVal val="#ppt_y-(0.354*#ppt_w-0.172*#ppt_h)-#ppt_h/2"/>
                                          </p:val>
                                        </p:tav>
                                      </p:tavLst>
                                    </p:anim>
                                    <p:anim calcmode="lin" valueType="num">
                                      <p:cBhvr>
                                        <p:cTn id="67" dur="136" fill="hold">
                                          <p:stCondLst>
                                            <p:cond delay="864"/>
                                          </p:stCondLst>
                                        </p:cTn>
                                        <p:tgtEl>
                                          <p:spTgt spid="13"/>
                                        </p:tgtEl>
                                        <p:attrNameLst>
                                          <p:attrName>ppt_y</p:attrName>
                                        </p:attrNameLst>
                                      </p:cBhvr>
                                      <p:tavLst>
                                        <p:tav tm="0">
                                          <p:val>
                                            <p:strVal val="#ppt_y-(0.354*#ppt_w-0.172*#ppt_h)"/>
                                          </p:val>
                                        </p:tav>
                                        <p:tav tm="100000">
                                          <p:val>
                                            <p:strVal val="#ppt_y"/>
                                          </p:val>
                                        </p:tav>
                                      </p:tavLst>
                                    </p:anim>
                                  </p:childTnLst>
                                </p:cTn>
                              </p:par>
                              <p:par>
                                <p:cTn id="68" presetID="38" presetClass="entr" presetSubtype="0" accel="50000" fill="hold" grpId="0" nodeType="withEffect">
                                  <p:stCondLst>
                                    <p:cond delay="0"/>
                                  </p:stCondLst>
                                  <p:iterate type="lt">
                                    <p:tmPct val="10000"/>
                                  </p:iterate>
                                  <p:childTnLst>
                                    <p:set>
                                      <p:cBhvr>
                                        <p:cTn id="69" dur="1" fill="hold">
                                          <p:stCondLst>
                                            <p:cond delay="0"/>
                                          </p:stCondLst>
                                        </p:cTn>
                                        <p:tgtEl>
                                          <p:spTgt spid="12"/>
                                        </p:tgtEl>
                                        <p:attrNameLst>
                                          <p:attrName>style.visibility</p:attrName>
                                        </p:attrNameLst>
                                      </p:cBhvr>
                                      <p:to>
                                        <p:strVal val="visible"/>
                                      </p:to>
                                    </p:set>
                                    <p:set>
                                      <p:cBhvr>
                                        <p:cTn id="70" dur="455" fill="hold">
                                          <p:stCondLst>
                                            <p:cond delay="0"/>
                                          </p:stCondLst>
                                        </p:cTn>
                                        <p:tgtEl>
                                          <p:spTgt spid="12"/>
                                        </p:tgtEl>
                                        <p:attrNameLst>
                                          <p:attrName>style.rotation</p:attrName>
                                        </p:attrNameLst>
                                      </p:cBhvr>
                                      <p:to>
                                        <p:strVal val="-45.0"/>
                                      </p:to>
                                    </p:set>
                                    <p:anim calcmode="lin" valueType="num">
                                      <p:cBhvr>
                                        <p:cTn id="71" dur="455" fill="hold">
                                          <p:stCondLst>
                                            <p:cond delay="455"/>
                                          </p:stCondLst>
                                        </p:cTn>
                                        <p:tgtEl>
                                          <p:spTgt spid="12"/>
                                        </p:tgtEl>
                                        <p:attrNameLst>
                                          <p:attrName>style.rotation</p:attrName>
                                        </p:attrNameLst>
                                      </p:cBhvr>
                                      <p:tavLst>
                                        <p:tav tm="0">
                                          <p:val>
                                            <p:fltVal val="-45"/>
                                          </p:val>
                                        </p:tav>
                                        <p:tav tm="69900">
                                          <p:val>
                                            <p:fltVal val="45"/>
                                          </p:val>
                                        </p:tav>
                                        <p:tav tm="100000">
                                          <p:val>
                                            <p:fltVal val="0"/>
                                          </p:val>
                                        </p:tav>
                                      </p:tavLst>
                                    </p:anim>
                                    <p:anim calcmode="lin" valueType="num">
                                      <p:cBhvr>
                                        <p:cTn id="72" dur="455" fill="hold">
                                          <p:stCondLst>
                                            <p:cond delay="0"/>
                                          </p:stCondLst>
                                        </p:cTn>
                                        <p:tgtEl>
                                          <p:spTgt spid="12"/>
                                        </p:tgtEl>
                                        <p:attrNameLst>
                                          <p:attrName>ppt_y</p:attrName>
                                        </p:attrNameLst>
                                      </p:cBhvr>
                                      <p:tavLst>
                                        <p:tav tm="0">
                                          <p:val>
                                            <p:strVal val="#ppt_y-1"/>
                                          </p:val>
                                        </p:tav>
                                        <p:tav tm="100000">
                                          <p:val>
                                            <p:strVal val="#ppt_y-(0.354*#ppt_w-0.172*#ppt_h)"/>
                                          </p:val>
                                        </p:tav>
                                      </p:tavLst>
                                    </p:anim>
                                    <p:anim calcmode="lin" valueType="num">
                                      <p:cBhvr>
                                        <p:cTn id="73" dur="156" decel="50000" autoRev="1" fill="hold">
                                          <p:stCondLst>
                                            <p:cond delay="455"/>
                                          </p:stCondLst>
                                        </p:cTn>
                                        <p:tgtEl>
                                          <p:spTgt spid="12"/>
                                        </p:tgtEl>
                                        <p:attrNameLst>
                                          <p:attrName>ppt_y</p:attrName>
                                        </p:attrNameLst>
                                      </p:cBhvr>
                                      <p:tavLst>
                                        <p:tav tm="0">
                                          <p:val>
                                            <p:strVal val="#ppt_y-(0.354*#ppt_w-0.172*#ppt_h)"/>
                                          </p:val>
                                        </p:tav>
                                        <p:tav tm="100000">
                                          <p:val>
                                            <p:strVal val="#ppt_y-(0.354*#ppt_w-0.172*#ppt_h)-#ppt_h/2"/>
                                          </p:val>
                                        </p:tav>
                                      </p:tavLst>
                                    </p:anim>
                                    <p:anim calcmode="lin" valueType="num">
                                      <p:cBhvr>
                                        <p:cTn id="74" dur="136" fill="hold">
                                          <p:stCondLst>
                                            <p:cond delay="864"/>
                                          </p:stCondLst>
                                        </p:cTn>
                                        <p:tgtEl>
                                          <p:spTgt spid="12"/>
                                        </p:tgtEl>
                                        <p:attrNameLst>
                                          <p:attrName>ppt_y</p:attrName>
                                        </p:attrNameLst>
                                      </p:cBhvr>
                                      <p:tavLst>
                                        <p:tav tm="0">
                                          <p:val>
                                            <p:strVal val="#ppt_y-(0.354*#ppt_w-0.172*#ppt_h)"/>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p:bldP spid="10" grpId="0"/>
      <p:bldP spid="11" grpId="0"/>
      <p:bldP spid="12" grpId="0"/>
      <p:bldP spid="13" grpId="0"/>
      <p:bldP spid="1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点击此处添加标题</a:t>
            </a:r>
            <a:endParaRPr lang="zh-CN" altLang="en-US" dirty="0"/>
          </a:p>
        </p:txBody>
      </p:sp>
      <p:grpSp>
        <p:nvGrpSpPr>
          <p:cNvPr id="3" name="Group 4"/>
          <p:cNvGrpSpPr/>
          <p:nvPr/>
        </p:nvGrpSpPr>
        <p:grpSpPr bwMode="auto">
          <a:xfrm>
            <a:off x="3605759" y="1127761"/>
            <a:ext cx="2082130" cy="1746076"/>
            <a:chOff x="2057" y="862"/>
            <a:chExt cx="1549" cy="1351"/>
          </a:xfrm>
        </p:grpSpPr>
        <p:sp>
          <p:nvSpPr>
            <p:cNvPr id="4" name="AutoShape 5"/>
            <p:cNvSpPr>
              <a:spLocks noChangeArrowheads="1"/>
            </p:cNvSpPr>
            <p:nvPr/>
          </p:nvSpPr>
          <p:spPr bwMode="gray">
            <a:xfrm>
              <a:off x="2070" y="885"/>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0" cap="none" spc="0" normalizeH="0" baseline="0" noProof="0" smtClean="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5" name="AutoShape 6"/>
            <p:cNvSpPr>
              <a:spLocks noChangeArrowheads="1"/>
            </p:cNvSpPr>
            <p:nvPr/>
          </p:nvSpPr>
          <p:spPr bwMode="gray">
            <a:xfrm>
              <a:off x="2057" y="862"/>
              <a:ext cx="1536" cy="1328"/>
            </a:xfrm>
            <a:prstGeom prst="hexagon">
              <a:avLst>
                <a:gd name="adj" fmla="val 28916"/>
                <a:gd name="vf" fmla="val 115470"/>
              </a:avLst>
            </a:prstGeom>
            <a:solidFill>
              <a:srgbClr val="FFFFFF"/>
            </a:solidFill>
            <a:ln w="9525">
              <a:solidFill>
                <a:srgbClr val="C0C0C0"/>
              </a:solidFill>
              <a:miter lim="800000"/>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0" cap="none" spc="0" normalizeH="0" baseline="0" noProof="0" smtClean="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6" name="AutoShape 7"/>
            <p:cNvSpPr>
              <a:spLocks noChangeArrowheads="1"/>
            </p:cNvSpPr>
            <p:nvPr/>
          </p:nvSpPr>
          <p:spPr bwMode="gray">
            <a:xfrm>
              <a:off x="2147" y="942"/>
              <a:ext cx="1350" cy="1168"/>
            </a:xfrm>
            <a:prstGeom prst="hexagon">
              <a:avLst>
                <a:gd name="adj" fmla="val 28896"/>
                <a:gd name="vf" fmla="val 115470"/>
              </a:avLst>
            </a:prstGeom>
            <a:solidFill>
              <a:srgbClr val="FF6E00"/>
            </a:solidFill>
            <a:ln w="952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0" cap="none" spc="0" normalizeH="0" baseline="0" noProof="0">
                <a:ln>
                  <a:noFill/>
                </a:ln>
                <a:solidFill>
                  <a:sysClr val="windowText" lastClr="000000"/>
                </a:solidFill>
                <a:effectLst/>
                <a:uLnTx/>
                <a:uFillTx/>
                <a:latin typeface="Arial" panose="020B0604020202020204" pitchFamily="34" charset="0"/>
                <a:ea typeface="宋体" panose="02010600030101010101" pitchFamily="2" charset="-122"/>
                <a:cs typeface="+mn-cs"/>
              </a:endParaRPr>
            </a:p>
          </p:txBody>
        </p:sp>
      </p:grpSp>
      <p:grpSp>
        <p:nvGrpSpPr>
          <p:cNvPr id="7" name="Group 8"/>
          <p:cNvGrpSpPr/>
          <p:nvPr/>
        </p:nvGrpSpPr>
        <p:grpSpPr bwMode="auto">
          <a:xfrm>
            <a:off x="1984414" y="1973585"/>
            <a:ext cx="2083530" cy="1746077"/>
            <a:chOff x="1110" y="2656"/>
            <a:chExt cx="1549" cy="1351"/>
          </a:xfrm>
        </p:grpSpPr>
        <p:sp>
          <p:nvSpPr>
            <p:cNvPr id="8" name="AutoShape 9"/>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0" cap="none" spc="0" normalizeH="0" baseline="0" noProof="0" smtClean="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9" name="AutoShape 10"/>
            <p:cNvSpPr>
              <a:spLocks noChangeArrowheads="1"/>
            </p:cNvSpPr>
            <p:nvPr/>
          </p:nvSpPr>
          <p:spPr bwMode="gray">
            <a:xfrm>
              <a:off x="1110" y="2656"/>
              <a:ext cx="1536" cy="1328"/>
            </a:xfrm>
            <a:prstGeom prst="hexagon">
              <a:avLst>
                <a:gd name="adj" fmla="val 28916"/>
                <a:gd name="vf" fmla="val 115470"/>
              </a:avLst>
            </a:prstGeom>
            <a:solidFill>
              <a:srgbClr val="FFFFFF"/>
            </a:solidFill>
            <a:ln w="9525">
              <a:solidFill>
                <a:srgbClr val="C0C0C0"/>
              </a:solidFill>
              <a:miter lim="800000"/>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0" cap="none" spc="0" normalizeH="0" baseline="0" noProof="0" smtClean="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10" name="AutoShape 11"/>
            <p:cNvSpPr>
              <a:spLocks noChangeArrowheads="1"/>
            </p:cNvSpPr>
            <p:nvPr/>
          </p:nvSpPr>
          <p:spPr bwMode="gray">
            <a:xfrm>
              <a:off x="1200" y="2736"/>
              <a:ext cx="1350" cy="1168"/>
            </a:xfrm>
            <a:prstGeom prst="hexagon">
              <a:avLst>
                <a:gd name="adj" fmla="val 28896"/>
                <a:gd name="vf" fmla="val 115470"/>
              </a:avLst>
            </a:prstGeom>
            <a:solidFill>
              <a:srgbClr val="C80000"/>
            </a:solidFill>
            <a:ln w="952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0" cap="none" spc="0" normalizeH="0" baseline="0" noProof="0">
                <a:ln>
                  <a:noFill/>
                </a:ln>
                <a:solidFill>
                  <a:sysClr val="windowText" lastClr="000000"/>
                </a:solidFill>
                <a:effectLst/>
                <a:uLnTx/>
                <a:uFillTx/>
                <a:latin typeface="Arial" panose="020B0604020202020204" pitchFamily="34" charset="0"/>
                <a:ea typeface="宋体" panose="02010600030101010101" pitchFamily="2" charset="-122"/>
                <a:cs typeface="+mn-cs"/>
              </a:endParaRPr>
            </a:p>
          </p:txBody>
        </p:sp>
      </p:grpSp>
      <p:sp>
        <p:nvSpPr>
          <p:cNvPr id="11" name="Text Box 12"/>
          <p:cNvSpPr txBox="1">
            <a:spLocks noChangeArrowheads="1"/>
          </p:cNvSpPr>
          <p:nvPr/>
        </p:nvSpPr>
        <p:spPr bwMode="gray">
          <a:xfrm>
            <a:off x="4125164" y="1680418"/>
            <a:ext cx="11080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600" b="0" i="0" u="none" strike="noStrike" kern="1200" cap="none" spc="0" normalizeH="0" baseline="0" noProof="0" dirty="0">
                <a:ln>
                  <a:noFill/>
                </a:ln>
                <a:solidFill>
                  <a:srgbClr val="FFFFFF"/>
                </a:solidFill>
                <a:effectLst/>
                <a:uLnTx/>
                <a:uFillTx/>
                <a:latin typeface="黑体" panose="02010609060101010101" charset="-122"/>
                <a:ea typeface="黑体" panose="02010609060101010101" charset="-122"/>
                <a:cs typeface="+mn-cs"/>
              </a:rPr>
              <a:t>标题</a:t>
            </a:r>
            <a:endParaRPr kumimoji="0" lang="zh-CN" altLang="en-US" sz="1800" b="0"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mn-cs"/>
            </a:endParaRPr>
          </a:p>
        </p:txBody>
      </p:sp>
      <p:grpSp>
        <p:nvGrpSpPr>
          <p:cNvPr id="12" name="Group 14"/>
          <p:cNvGrpSpPr/>
          <p:nvPr/>
        </p:nvGrpSpPr>
        <p:grpSpPr bwMode="auto">
          <a:xfrm>
            <a:off x="5243314" y="1984424"/>
            <a:ext cx="2083530" cy="1746076"/>
            <a:chOff x="3174" y="2656"/>
            <a:chExt cx="1549" cy="1351"/>
          </a:xfrm>
        </p:grpSpPr>
        <p:sp>
          <p:nvSpPr>
            <p:cNvPr id="13" name="AutoShape 15"/>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0" cap="none" spc="0" normalizeH="0" baseline="0" noProof="0" smtClean="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14" name="AutoShape 16"/>
            <p:cNvSpPr>
              <a:spLocks noChangeArrowheads="1"/>
            </p:cNvSpPr>
            <p:nvPr/>
          </p:nvSpPr>
          <p:spPr bwMode="gray">
            <a:xfrm>
              <a:off x="3174" y="2656"/>
              <a:ext cx="1536" cy="1328"/>
            </a:xfrm>
            <a:prstGeom prst="hexagon">
              <a:avLst>
                <a:gd name="adj" fmla="val 28916"/>
                <a:gd name="vf" fmla="val 115470"/>
              </a:avLst>
            </a:prstGeom>
            <a:solidFill>
              <a:srgbClr val="FFFFFF"/>
            </a:solidFill>
            <a:ln w="9525">
              <a:solidFill>
                <a:srgbClr val="C0C0C0"/>
              </a:solidFill>
              <a:miter lim="800000"/>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0" cap="none" spc="0" normalizeH="0" baseline="0" noProof="0" smtClean="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15" name="AutoShape 17"/>
            <p:cNvSpPr>
              <a:spLocks noChangeArrowheads="1"/>
            </p:cNvSpPr>
            <p:nvPr/>
          </p:nvSpPr>
          <p:spPr bwMode="gray">
            <a:xfrm>
              <a:off x="3264" y="2736"/>
              <a:ext cx="1350" cy="1168"/>
            </a:xfrm>
            <a:prstGeom prst="hexagon">
              <a:avLst>
                <a:gd name="adj" fmla="val 28896"/>
                <a:gd name="vf" fmla="val 115470"/>
              </a:avLst>
            </a:prstGeom>
            <a:solidFill>
              <a:srgbClr val="C80000"/>
            </a:solidFill>
            <a:ln w="952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0" cap="none" spc="0" normalizeH="0" baseline="0" noProof="0">
                <a:ln>
                  <a:noFill/>
                </a:ln>
                <a:solidFill>
                  <a:sysClr val="windowText" lastClr="000000"/>
                </a:solidFill>
                <a:effectLst/>
                <a:uLnTx/>
                <a:uFillTx/>
                <a:latin typeface="Arial" panose="020B0604020202020204" pitchFamily="34" charset="0"/>
                <a:ea typeface="宋体" panose="02010600030101010101" pitchFamily="2" charset="-122"/>
                <a:cs typeface="+mn-cs"/>
              </a:endParaRPr>
            </a:p>
          </p:txBody>
        </p:sp>
      </p:grpSp>
      <p:grpSp>
        <p:nvGrpSpPr>
          <p:cNvPr id="16" name="Group 19"/>
          <p:cNvGrpSpPr/>
          <p:nvPr/>
        </p:nvGrpSpPr>
        <p:grpSpPr bwMode="auto">
          <a:xfrm>
            <a:off x="3621633" y="2875781"/>
            <a:ext cx="2083530" cy="1746077"/>
            <a:chOff x="3174" y="2656"/>
            <a:chExt cx="1549" cy="1351"/>
          </a:xfrm>
        </p:grpSpPr>
        <p:sp>
          <p:nvSpPr>
            <p:cNvPr id="17" name="AutoShape 20"/>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0" cap="none" spc="0" normalizeH="0" baseline="0" noProof="0" smtClean="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18" name="AutoShape 21"/>
            <p:cNvSpPr>
              <a:spLocks noChangeArrowheads="1"/>
            </p:cNvSpPr>
            <p:nvPr/>
          </p:nvSpPr>
          <p:spPr bwMode="gray">
            <a:xfrm>
              <a:off x="3174" y="2656"/>
              <a:ext cx="1536" cy="1328"/>
            </a:xfrm>
            <a:prstGeom prst="hexagon">
              <a:avLst>
                <a:gd name="adj" fmla="val 28916"/>
                <a:gd name="vf" fmla="val 115470"/>
              </a:avLst>
            </a:prstGeom>
            <a:solidFill>
              <a:srgbClr val="FFFFFF"/>
            </a:solidFill>
            <a:ln w="9525">
              <a:solidFill>
                <a:srgbClr val="C0C0C0"/>
              </a:solidFill>
              <a:miter lim="800000"/>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0" cap="none" spc="0" normalizeH="0" baseline="0" noProof="0" smtClean="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19" name="AutoShape 22"/>
            <p:cNvSpPr>
              <a:spLocks noChangeArrowheads="1"/>
            </p:cNvSpPr>
            <p:nvPr/>
          </p:nvSpPr>
          <p:spPr bwMode="gray">
            <a:xfrm>
              <a:off x="3264" y="2736"/>
              <a:ext cx="1350" cy="1168"/>
            </a:xfrm>
            <a:prstGeom prst="hexagon">
              <a:avLst>
                <a:gd name="adj" fmla="val 28896"/>
                <a:gd name="vf" fmla="val 115470"/>
              </a:avLst>
            </a:prstGeom>
            <a:solidFill>
              <a:srgbClr val="FF6E00"/>
            </a:solidFill>
            <a:ln w="952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0" cap="none" spc="0" normalizeH="0" baseline="0" noProof="0">
                <a:ln>
                  <a:noFill/>
                </a:ln>
                <a:solidFill>
                  <a:sysClr val="windowText" lastClr="000000"/>
                </a:solidFill>
                <a:effectLst/>
                <a:uLnTx/>
                <a:uFillTx/>
                <a:latin typeface="Arial" panose="020B0604020202020204" pitchFamily="34" charset="0"/>
                <a:ea typeface="宋体" panose="02010600030101010101" pitchFamily="2" charset="-122"/>
                <a:cs typeface="+mn-cs"/>
              </a:endParaRPr>
            </a:p>
          </p:txBody>
        </p:sp>
      </p:grpSp>
      <p:sp>
        <p:nvSpPr>
          <p:cNvPr id="20" name="Text Box 12"/>
          <p:cNvSpPr txBox="1">
            <a:spLocks noChangeArrowheads="1"/>
          </p:cNvSpPr>
          <p:nvPr/>
        </p:nvSpPr>
        <p:spPr bwMode="gray">
          <a:xfrm>
            <a:off x="5721137" y="2508703"/>
            <a:ext cx="11080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600" b="0" i="0" u="none" strike="noStrike" kern="1200" cap="none" spc="0" normalizeH="0" baseline="0" noProof="0" dirty="0">
                <a:ln>
                  <a:noFill/>
                </a:ln>
                <a:solidFill>
                  <a:srgbClr val="FFFFFF"/>
                </a:solidFill>
                <a:effectLst/>
                <a:uLnTx/>
                <a:uFillTx/>
                <a:latin typeface="黑体" panose="02010609060101010101" charset="-122"/>
                <a:ea typeface="黑体" panose="02010609060101010101" charset="-122"/>
                <a:cs typeface="+mn-cs"/>
              </a:rPr>
              <a:t>标题</a:t>
            </a:r>
            <a:endParaRPr kumimoji="0" lang="zh-CN" altLang="en-US" sz="1800" b="0"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mn-cs"/>
            </a:endParaRPr>
          </a:p>
        </p:txBody>
      </p:sp>
      <p:sp>
        <p:nvSpPr>
          <p:cNvPr id="21" name="Text Box 12"/>
          <p:cNvSpPr txBox="1">
            <a:spLocks noChangeArrowheads="1"/>
          </p:cNvSpPr>
          <p:nvPr/>
        </p:nvSpPr>
        <p:spPr bwMode="gray">
          <a:xfrm>
            <a:off x="4101523" y="3396606"/>
            <a:ext cx="11080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600" b="0" i="0" u="none" strike="noStrike" kern="1200" cap="none" spc="0" normalizeH="0" baseline="0" noProof="0" dirty="0">
                <a:ln>
                  <a:noFill/>
                </a:ln>
                <a:solidFill>
                  <a:srgbClr val="FFFFFF"/>
                </a:solidFill>
                <a:effectLst/>
                <a:uLnTx/>
                <a:uFillTx/>
                <a:latin typeface="黑体" panose="02010609060101010101" charset="-122"/>
                <a:ea typeface="黑体" panose="02010609060101010101" charset="-122"/>
                <a:cs typeface="+mn-cs"/>
              </a:rPr>
              <a:t>标题</a:t>
            </a:r>
            <a:endParaRPr kumimoji="0" lang="zh-CN" altLang="en-US" sz="1800" b="0"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mn-cs"/>
            </a:endParaRPr>
          </a:p>
        </p:txBody>
      </p:sp>
      <p:sp>
        <p:nvSpPr>
          <p:cNvPr id="22" name="Text Box 12"/>
          <p:cNvSpPr txBox="1">
            <a:spLocks noChangeArrowheads="1"/>
          </p:cNvSpPr>
          <p:nvPr/>
        </p:nvSpPr>
        <p:spPr bwMode="gray">
          <a:xfrm>
            <a:off x="2416507" y="2540530"/>
            <a:ext cx="11080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600" b="0" i="0" u="none" strike="noStrike" kern="1200" cap="none" spc="0" normalizeH="0" baseline="0" noProof="0">
                <a:ln>
                  <a:noFill/>
                </a:ln>
                <a:solidFill>
                  <a:srgbClr val="FFFFFF"/>
                </a:solidFill>
                <a:effectLst/>
                <a:uLnTx/>
                <a:uFillTx/>
                <a:latin typeface="黑体" panose="02010609060101010101" charset="-122"/>
                <a:ea typeface="黑体" panose="02010609060101010101" charset="-122"/>
                <a:cs typeface="+mn-cs"/>
              </a:rPr>
              <a:t>标题</a:t>
            </a:r>
            <a:endParaRPr kumimoji="0" lang="zh-CN" altLang="en-US" sz="1800" b="0" i="0" u="none" strike="noStrike" kern="1200" cap="none" spc="0" normalizeH="0" baseline="0" noProof="0">
              <a:ln>
                <a:noFill/>
              </a:ln>
              <a:solidFill>
                <a:prstClr val="black"/>
              </a:solidFill>
              <a:effectLst/>
              <a:uLnTx/>
              <a:uFillTx/>
              <a:latin typeface="黑体" panose="02010609060101010101" charset="-122"/>
              <a:ea typeface="黑体" panose="02010609060101010101" charset="-122"/>
              <a:cs typeface="+mn-cs"/>
            </a:endParaRPr>
          </a:p>
        </p:txBody>
      </p:sp>
      <p:sp>
        <p:nvSpPr>
          <p:cNvPr id="23" name="Text Box 40"/>
          <p:cNvSpPr txBox="1">
            <a:spLocks noChangeArrowheads="1"/>
          </p:cNvSpPr>
          <p:nvPr/>
        </p:nvSpPr>
        <p:spPr bwMode="gray">
          <a:xfrm>
            <a:off x="460572" y="4266608"/>
            <a:ext cx="3255336" cy="609398"/>
          </a:xfrm>
          <a:prstGeom prst="rect">
            <a:avLst/>
          </a:prstGeom>
          <a:noFill/>
          <a:ln w="9525">
            <a:noFill/>
            <a:miter lim="800000"/>
          </a:ln>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单击此处输入文字单击此处输入文字</a:t>
            </a:r>
            <a:endParaRPr kumimoji="0" lang="zh-CN" altLang="en-US" sz="14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单击此处输入文字单击此处输入文字</a:t>
            </a:r>
            <a:endParaRPr kumimoji="0" lang="zh-CN" altLang="en-US" sz="1400" b="0"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24" name="Rectangle 11"/>
          <p:cNvSpPr>
            <a:spLocks noChangeArrowheads="1"/>
          </p:cNvSpPr>
          <p:nvPr/>
        </p:nvSpPr>
        <p:spPr bwMode="gray">
          <a:xfrm>
            <a:off x="534592" y="3889738"/>
            <a:ext cx="2500330" cy="358775"/>
          </a:xfrm>
          <a:prstGeom prst="rect">
            <a:avLst/>
          </a:prstGeom>
          <a:noFill/>
          <a:ln>
            <a:noFill/>
          </a:ln>
        </p:spPr>
        <p:txBody>
          <a:bodyPr lIns="0" tIns="0" rIns="0" bIns="0" anchor="ct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1"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单击此处</a:t>
            </a:r>
            <a:r>
              <a:rPr kumimoji="0" lang="zh-CN" altLang="en-US" sz="2000" b="1"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输入小标题</a:t>
            </a:r>
            <a:endParaRPr kumimoji="0" lang="zh-CN" altLang="en-US" sz="2000" b="1"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25" name="Text Box 40"/>
          <p:cNvSpPr txBox="1">
            <a:spLocks noChangeArrowheads="1"/>
          </p:cNvSpPr>
          <p:nvPr/>
        </p:nvSpPr>
        <p:spPr bwMode="gray">
          <a:xfrm>
            <a:off x="5793444" y="1268665"/>
            <a:ext cx="3255336" cy="609398"/>
          </a:xfrm>
          <a:prstGeom prst="rect">
            <a:avLst/>
          </a:prstGeom>
          <a:noFill/>
          <a:ln w="9525">
            <a:noFill/>
            <a:miter lim="800000"/>
          </a:ln>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单击此处输入文字单击此处输入文字</a:t>
            </a:r>
            <a:endParaRPr kumimoji="0" lang="zh-CN" altLang="en-US" sz="14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单击此处输入文字单击此处输入文字</a:t>
            </a:r>
            <a:endParaRPr kumimoji="0" lang="zh-CN" altLang="en-US" sz="1400" b="0"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26" name="Rectangle 11"/>
          <p:cNvSpPr>
            <a:spLocks noChangeArrowheads="1"/>
          </p:cNvSpPr>
          <p:nvPr/>
        </p:nvSpPr>
        <p:spPr bwMode="gray">
          <a:xfrm>
            <a:off x="5867464" y="891795"/>
            <a:ext cx="2500330" cy="358775"/>
          </a:xfrm>
          <a:prstGeom prst="rect">
            <a:avLst/>
          </a:prstGeom>
          <a:noFill/>
          <a:ln>
            <a:noFill/>
          </a:ln>
        </p:spPr>
        <p:txBody>
          <a:bodyPr lIns="0" tIns="0" rIns="0" bIns="0" anchor="ct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1"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单击此处</a:t>
            </a:r>
            <a:r>
              <a:rPr kumimoji="0" lang="zh-CN" altLang="en-US" sz="2000" b="1" i="0" u="none" strike="noStrike" kern="0" cap="none" spc="0" normalizeH="0" baseline="0" noProof="0" dirty="0" smtClean="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输入小标题</a:t>
            </a:r>
            <a:endParaRPr kumimoji="0" lang="zh-CN" altLang="en-US" sz="2000" b="1"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0-#ppt_w/2"/>
                                          </p:val>
                                        </p:tav>
                                        <p:tav tm="100000">
                                          <p:val>
                                            <p:strVal val="#ppt_x"/>
                                          </p:val>
                                        </p:tav>
                                      </p:tavLst>
                                    </p:anim>
                                    <p:anim calcmode="lin" valueType="num">
                                      <p:cBhvr additive="base">
                                        <p:cTn id="8" dur="750" fill="hold"/>
                                        <p:tgtEl>
                                          <p:spTgt spid="3"/>
                                        </p:tgtEl>
                                        <p:attrNameLst>
                                          <p:attrName>ppt_y</p:attrName>
                                        </p:attrNameLst>
                                      </p:cBhvr>
                                      <p:tavLst>
                                        <p:tav tm="0">
                                          <p:val>
                                            <p:strVal val="0-#ppt_h/2"/>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750" fill="hold"/>
                                        <p:tgtEl>
                                          <p:spTgt spid="7"/>
                                        </p:tgtEl>
                                        <p:attrNameLst>
                                          <p:attrName>ppt_x</p:attrName>
                                        </p:attrNameLst>
                                      </p:cBhvr>
                                      <p:tavLst>
                                        <p:tav tm="0">
                                          <p:val>
                                            <p:strVal val="0-#ppt_w/2"/>
                                          </p:val>
                                        </p:tav>
                                        <p:tav tm="100000">
                                          <p:val>
                                            <p:strVal val="#ppt_x"/>
                                          </p:val>
                                        </p:tav>
                                      </p:tavLst>
                                    </p:anim>
                                    <p:anim calcmode="lin" valueType="num">
                                      <p:cBhvr additive="base">
                                        <p:cTn id="12" dur="75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750" fill="hold"/>
                                        <p:tgtEl>
                                          <p:spTgt spid="16"/>
                                        </p:tgtEl>
                                        <p:attrNameLst>
                                          <p:attrName>ppt_x</p:attrName>
                                        </p:attrNameLst>
                                      </p:cBhvr>
                                      <p:tavLst>
                                        <p:tav tm="0">
                                          <p:val>
                                            <p:strVal val="#ppt_x"/>
                                          </p:val>
                                        </p:tav>
                                        <p:tav tm="100000">
                                          <p:val>
                                            <p:strVal val="#ppt_x"/>
                                          </p:val>
                                        </p:tav>
                                      </p:tavLst>
                                    </p:anim>
                                    <p:anim calcmode="lin" valueType="num">
                                      <p:cBhvr additive="base">
                                        <p:cTn id="16" dur="750" fill="hold"/>
                                        <p:tgtEl>
                                          <p:spTgt spid="16"/>
                                        </p:tgtEl>
                                        <p:attrNameLst>
                                          <p:attrName>ppt_y</p:attrName>
                                        </p:attrNameLst>
                                      </p:cBhvr>
                                      <p:tavLst>
                                        <p:tav tm="0">
                                          <p:val>
                                            <p:strVal val="1+#ppt_h/2"/>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750" fill="hold"/>
                                        <p:tgtEl>
                                          <p:spTgt spid="12"/>
                                        </p:tgtEl>
                                        <p:attrNameLst>
                                          <p:attrName>ppt_x</p:attrName>
                                        </p:attrNameLst>
                                      </p:cBhvr>
                                      <p:tavLst>
                                        <p:tav tm="0">
                                          <p:val>
                                            <p:strVal val="1+#ppt_w/2"/>
                                          </p:val>
                                        </p:tav>
                                        <p:tav tm="100000">
                                          <p:val>
                                            <p:strVal val="#ppt_x"/>
                                          </p:val>
                                        </p:tav>
                                      </p:tavLst>
                                    </p:anim>
                                    <p:anim calcmode="lin" valueType="num">
                                      <p:cBhvr additive="base">
                                        <p:cTn id="20" dur="750" fill="hold"/>
                                        <p:tgtEl>
                                          <p:spTgt spid="12"/>
                                        </p:tgtEl>
                                        <p:attrNameLst>
                                          <p:attrName>ppt_y</p:attrName>
                                        </p:attrNameLst>
                                      </p:cBhvr>
                                      <p:tavLst>
                                        <p:tav tm="0">
                                          <p:val>
                                            <p:strVal val="#ppt_y"/>
                                          </p:val>
                                        </p:tav>
                                        <p:tav tm="100000">
                                          <p:val>
                                            <p:strVal val="#ppt_y"/>
                                          </p:val>
                                        </p:tav>
                                      </p:tavLst>
                                    </p:anim>
                                  </p:childTnLst>
                                </p:cTn>
                              </p:par>
                              <p:par>
                                <p:cTn id="21" presetID="8" presetClass="emph" presetSubtype="0" fill="hold" nodeType="withEffect">
                                  <p:stCondLst>
                                    <p:cond delay="0"/>
                                  </p:stCondLst>
                                  <p:childTnLst>
                                    <p:animRot by="21600000">
                                      <p:cBhvr>
                                        <p:cTn id="22" dur="1000" fill="hold"/>
                                        <p:tgtEl>
                                          <p:spTgt spid="3"/>
                                        </p:tgtEl>
                                        <p:attrNameLst>
                                          <p:attrName>r</p:attrName>
                                        </p:attrNameLst>
                                      </p:cBhvr>
                                    </p:animRot>
                                  </p:childTnLst>
                                </p:cTn>
                              </p:par>
                              <p:par>
                                <p:cTn id="23" presetID="8" presetClass="emph" presetSubtype="0" fill="hold" nodeType="withEffect">
                                  <p:stCondLst>
                                    <p:cond delay="0"/>
                                  </p:stCondLst>
                                  <p:childTnLst>
                                    <p:animRot by="21600000">
                                      <p:cBhvr>
                                        <p:cTn id="24" dur="1000" fill="hold"/>
                                        <p:tgtEl>
                                          <p:spTgt spid="7"/>
                                        </p:tgtEl>
                                        <p:attrNameLst>
                                          <p:attrName>r</p:attrName>
                                        </p:attrNameLst>
                                      </p:cBhvr>
                                    </p:animRot>
                                  </p:childTnLst>
                                </p:cTn>
                              </p:par>
                              <p:par>
                                <p:cTn id="25" presetID="8" presetClass="emph" presetSubtype="0" fill="hold" nodeType="withEffect">
                                  <p:stCondLst>
                                    <p:cond delay="0"/>
                                  </p:stCondLst>
                                  <p:childTnLst>
                                    <p:animRot by="21600000">
                                      <p:cBhvr>
                                        <p:cTn id="26" dur="1000" fill="hold"/>
                                        <p:tgtEl>
                                          <p:spTgt spid="16"/>
                                        </p:tgtEl>
                                        <p:attrNameLst>
                                          <p:attrName>r</p:attrName>
                                        </p:attrNameLst>
                                      </p:cBhvr>
                                    </p:animRot>
                                  </p:childTnLst>
                                </p:cTn>
                              </p:par>
                              <p:par>
                                <p:cTn id="27" presetID="8" presetClass="emph" presetSubtype="0" fill="hold" nodeType="withEffect">
                                  <p:stCondLst>
                                    <p:cond delay="0"/>
                                  </p:stCondLst>
                                  <p:childTnLst>
                                    <p:animRot by="21600000">
                                      <p:cBhvr>
                                        <p:cTn id="28" dur="1000" fill="hold"/>
                                        <p:tgtEl>
                                          <p:spTgt spid="12"/>
                                        </p:tgtEl>
                                        <p:attrNameLst>
                                          <p:attrName>r</p:attrName>
                                        </p:attrNameLst>
                                      </p:cBhvr>
                                    </p:animRot>
                                  </p:childTnLst>
                                </p:cTn>
                              </p:par>
                            </p:childTnLst>
                          </p:cTn>
                        </p:par>
                        <p:par>
                          <p:cTn id="29" fill="hold">
                            <p:stCondLst>
                              <p:cond delay="1000"/>
                            </p:stCondLst>
                            <p:childTnLst>
                              <p:par>
                                <p:cTn id="30" presetID="38" presetClass="entr" presetSubtype="0" accel="50000" fill="hold" grpId="0" nodeType="afterEffect">
                                  <p:stCondLst>
                                    <p:cond delay="0"/>
                                  </p:stCondLst>
                                  <p:iterate type="lt">
                                    <p:tmPct val="10000"/>
                                  </p:iterate>
                                  <p:childTnLst>
                                    <p:set>
                                      <p:cBhvr>
                                        <p:cTn id="31" dur="1" fill="hold">
                                          <p:stCondLst>
                                            <p:cond delay="0"/>
                                          </p:stCondLst>
                                        </p:cTn>
                                        <p:tgtEl>
                                          <p:spTgt spid="20"/>
                                        </p:tgtEl>
                                        <p:attrNameLst>
                                          <p:attrName>style.visibility</p:attrName>
                                        </p:attrNameLst>
                                      </p:cBhvr>
                                      <p:to>
                                        <p:strVal val="visible"/>
                                      </p:to>
                                    </p:set>
                                    <p:set>
                                      <p:cBhvr>
                                        <p:cTn id="32" dur="455" fill="hold">
                                          <p:stCondLst>
                                            <p:cond delay="0"/>
                                          </p:stCondLst>
                                        </p:cTn>
                                        <p:tgtEl>
                                          <p:spTgt spid="20"/>
                                        </p:tgtEl>
                                        <p:attrNameLst>
                                          <p:attrName>style.rotation</p:attrName>
                                        </p:attrNameLst>
                                      </p:cBhvr>
                                      <p:to>
                                        <p:strVal val="-45.0"/>
                                      </p:to>
                                    </p:set>
                                    <p:anim calcmode="lin" valueType="num">
                                      <p:cBhvr>
                                        <p:cTn id="33" dur="455" fill="hold">
                                          <p:stCondLst>
                                            <p:cond delay="455"/>
                                          </p:stCondLst>
                                        </p:cTn>
                                        <p:tgtEl>
                                          <p:spTgt spid="20"/>
                                        </p:tgtEl>
                                        <p:attrNameLst>
                                          <p:attrName>style.rotation</p:attrName>
                                        </p:attrNameLst>
                                      </p:cBhvr>
                                      <p:tavLst>
                                        <p:tav tm="0">
                                          <p:val>
                                            <p:fltVal val="-45"/>
                                          </p:val>
                                        </p:tav>
                                        <p:tav tm="69900">
                                          <p:val>
                                            <p:fltVal val="45"/>
                                          </p:val>
                                        </p:tav>
                                        <p:tav tm="100000">
                                          <p:val>
                                            <p:fltVal val="0"/>
                                          </p:val>
                                        </p:tav>
                                      </p:tavLst>
                                    </p:anim>
                                    <p:anim calcmode="lin" valueType="num">
                                      <p:cBhvr>
                                        <p:cTn id="34" dur="455" fill="hold">
                                          <p:stCondLst>
                                            <p:cond delay="0"/>
                                          </p:stCondLst>
                                        </p:cTn>
                                        <p:tgtEl>
                                          <p:spTgt spid="20"/>
                                        </p:tgtEl>
                                        <p:attrNameLst>
                                          <p:attrName>ppt_y</p:attrName>
                                        </p:attrNameLst>
                                      </p:cBhvr>
                                      <p:tavLst>
                                        <p:tav tm="0">
                                          <p:val>
                                            <p:strVal val="#ppt_y-1"/>
                                          </p:val>
                                        </p:tav>
                                        <p:tav tm="100000">
                                          <p:val>
                                            <p:strVal val="#ppt_y-(0.354*#ppt_w-0.172*#ppt_h)"/>
                                          </p:val>
                                        </p:tav>
                                      </p:tavLst>
                                    </p:anim>
                                    <p:anim calcmode="lin" valueType="num">
                                      <p:cBhvr>
                                        <p:cTn id="35" dur="156" decel="50000" autoRev="1" fill="hold">
                                          <p:stCondLst>
                                            <p:cond delay="455"/>
                                          </p:stCondLst>
                                        </p:cTn>
                                        <p:tgtEl>
                                          <p:spTgt spid="20"/>
                                        </p:tgtEl>
                                        <p:attrNameLst>
                                          <p:attrName>ppt_y</p:attrName>
                                        </p:attrNameLst>
                                      </p:cBhvr>
                                      <p:tavLst>
                                        <p:tav tm="0">
                                          <p:val>
                                            <p:strVal val="#ppt_y-(0.354*#ppt_w-0.172*#ppt_h)"/>
                                          </p:val>
                                        </p:tav>
                                        <p:tav tm="100000">
                                          <p:val>
                                            <p:strVal val="#ppt_y-(0.354*#ppt_w-0.172*#ppt_h)-#ppt_h/2"/>
                                          </p:val>
                                        </p:tav>
                                      </p:tavLst>
                                    </p:anim>
                                    <p:anim calcmode="lin" valueType="num">
                                      <p:cBhvr>
                                        <p:cTn id="36" dur="136" fill="hold">
                                          <p:stCondLst>
                                            <p:cond delay="864"/>
                                          </p:stCondLst>
                                        </p:cTn>
                                        <p:tgtEl>
                                          <p:spTgt spid="20"/>
                                        </p:tgtEl>
                                        <p:attrNameLst>
                                          <p:attrName>ppt_y</p:attrName>
                                        </p:attrNameLst>
                                      </p:cBhvr>
                                      <p:tavLst>
                                        <p:tav tm="0">
                                          <p:val>
                                            <p:strVal val="#ppt_y-(0.354*#ppt_w-0.172*#ppt_h)"/>
                                          </p:val>
                                        </p:tav>
                                        <p:tav tm="100000">
                                          <p:val>
                                            <p:strVal val="#ppt_y"/>
                                          </p:val>
                                        </p:tav>
                                      </p:tavLst>
                                    </p:anim>
                                  </p:childTnLst>
                                </p:cTn>
                              </p:par>
                              <p:par>
                                <p:cTn id="37" presetID="38" presetClass="entr" presetSubtype="0" accel="50000" fill="hold" grpId="0" nodeType="withEffect">
                                  <p:stCondLst>
                                    <p:cond delay="0"/>
                                  </p:stCondLst>
                                  <p:iterate type="lt">
                                    <p:tmPct val="10000"/>
                                  </p:iterate>
                                  <p:childTnLst>
                                    <p:set>
                                      <p:cBhvr>
                                        <p:cTn id="38" dur="1" fill="hold">
                                          <p:stCondLst>
                                            <p:cond delay="0"/>
                                          </p:stCondLst>
                                        </p:cTn>
                                        <p:tgtEl>
                                          <p:spTgt spid="11"/>
                                        </p:tgtEl>
                                        <p:attrNameLst>
                                          <p:attrName>style.visibility</p:attrName>
                                        </p:attrNameLst>
                                      </p:cBhvr>
                                      <p:to>
                                        <p:strVal val="visible"/>
                                      </p:to>
                                    </p:set>
                                    <p:set>
                                      <p:cBhvr>
                                        <p:cTn id="39" dur="455" fill="hold">
                                          <p:stCondLst>
                                            <p:cond delay="0"/>
                                          </p:stCondLst>
                                        </p:cTn>
                                        <p:tgtEl>
                                          <p:spTgt spid="11"/>
                                        </p:tgtEl>
                                        <p:attrNameLst>
                                          <p:attrName>style.rotation</p:attrName>
                                        </p:attrNameLst>
                                      </p:cBhvr>
                                      <p:to>
                                        <p:strVal val="-45.0"/>
                                      </p:to>
                                    </p:set>
                                    <p:anim calcmode="lin" valueType="num">
                                      <p:cBhvr>
                                        <p:cTn id="40" dur="455" fill="hold">
                                          <p:stCondLst>
                                            <p:cond delay="455"/>
                                          </p:stCondLst>
                                        </p:cTn>
                                        <p:tgtEl>
                                          <p:spTgt spid="11"/>
                                        </p:tgtEl>
                                        <p:attrNameLst>
                                          <p:attrName>style.rotation</p:attrName>
                                        </p:attrNameLst>
                                      </p:cBhvr>
                                      <p:tavLst>
                                        <p:tav tm="0">
                                          <p:val>
                                            <p:fltVal val="-45"/>
                                          </p:val>
                                        </p:tav>
                                        <p:tav tm="69900">
                                          <p:val>
                                            <p:fltVal val="45"/>
                                          </p:val>
                                        </p:tav>
                                        <p:tav tm="100000">
                                          <p:val>
                                            <p:fltVal val="0"/>
                                          </p:val>
                                        </p:tav>
                                      </p:tavLst>
                                    </p:anim>
                                    <p:anim calcmode="lin" valueType="num">
                                      <p:cBhvr>
                                        <p:cTn id="41" dur="455" fill="hold">
                                          <p:stCondLst>
                                            <p:cond delay="0"/>
                                          </p:stCondLst>
                                        </p:cTn>
                                        <p:tgtEl>
                                          <p:spTgt spid="11"/>
                                        </p:tgtEl>
                                        <p:attrNameLst>
                                          <p:attrName>ppt_y</p:attrName>
                                        </p:attrNameLst>
                                      </p:cBhvr>
                                      <p:tavLst>
                                        <p:tav tm="0">
                                          <p:val>
                                            <p:strVal val="#ppt_y-1"/>
                                          </p:val>
                                        </p:tav>
                                        <p:tav tm="100000">
                                          <p:val>
                                            <p:strVal val="#ppt_y-(0.354*#ppt_w-0.172*#ppt_h)"/>
                                          </p:val>
                                        </p:tav>
                                      </p:tavLst>
                                    </p:anim>
                                    <p:anim calcmode="lin" valueType="num">
                                      <p:cBhvr>
                                        <p:cTn id="42" dur="156" decel="50000" autoRev="1" fill="hold">
                                          <p:stCondLst>
                                            <p:cond delay="455"/>
                                          </p:stCondLst>
                                        </p:cTn>
                                        <p:tgtEl>
                                          <p:spTgt spid="11"/>
                                        </p:tgtEl>
                                        <p:attrNameLst>
                                          <p:attrName>ppt_y</p:attrName>
                                        </p:attrNameLst>
                                      </p:cBhvr>
                                      <p:tavLst>
                                        <p:tav tm="0">
                                          <p:val>
                                            <p:strVal val="#ppt_y-(0.354*#ppt_w-0.172*#ppt_h)"/>
                                          </p:val>
                                        </p:tav>
                                        <p:tav tm="100000">
                                          <p:val>
                                            <p:strVal val="#ppt_y-(0.354*#ppt_w-0.172*#ppt_h)-#ppt_h/2"/>
                                          </p:val>
                                        </p:tav>
                                      </p:tavLst>
                                    </p:anim>
                                    <p:anim calcmode="lin" valueType="num">
                                      <p:cBhvr>
                                        <p:cTn id="43" dur="136" fill="hold">
                                          <p:stCondLst>
                                            <p:cond delay="864"/>
                                          </p:stCondLst>
                                        </p:cTn>
                                        <p:tgtEl>
                                          <p:spTgt spid="11"/>
                                        </p:tgtEl>
                                        <p:attrNameLst>
                                          <p:attrName>ppt_y</p:attrName>
                                        </p:attrNameLst>
                                      </p:cBhvr>
                                      <p:tavLst>
                                        <p:tav tm="0">
                                          <p:val>
                                            <p:strVal val="#ppt_y-(0.354*#ppt_w-0.172*#ppt_h)"/>
                                          </p:val>
                                        </p:tav>
                                        <p:tav tm="100000">
                                          <p:val>
                                            <p:strVal val="#ppt_y"/>
                                          </p:val>
                                        </p:tav>
                                      </p:tavLst>
                                    </p:anim>
                                  </p:childTnLst>
                                </p:cTn>
                              </p:par>
                              <p:par>
                                <p:cTn id="44" presetID="38" presetClass="entr" presetSubtype="0" accel="50000" fill="hold" grpId="0" nodeType="withEffect">
                                  <p:stCondLst>
                                    <p:cond delay="0"/>
                                  </p:stCondLst>
                                  <p:iterate type="lt">
                                    <p:tmPct val="10000"/>
                                  </p:iterate>
                                  <p:childTnLst>
                                    <p:set>
                                      <p:cBhvr>
                                        <p:cTn id="45" dur="1" fill="hold">
                                          <p:stCondLst>
                                            <p:cond delay="0"/>
                                          </p:stCondLst>
                                        </p:cTn>
                                        <p:tgtEl>
                                          <p:spTgt spid="22"/>
                                        </p:tgtEl>
                                        <p:attrNameLst>
                                          <p:attrName>style.visibility</p:attrName>
                                        </p:attrNameLst>
                                      </p:cBhvr>
                                      <p:to>
                                        <p:strVal val="visible"/>
                                      </p:to>
                                    </p:set>
                                    <p:set>
                                      <p:cBhvr>
                                        <p:cTn id="46" dur="455" fill="hold">
                                          <p:stCondLst>
                                            <p:cond delay="0"/>
                                          </p:stCondLst>
                                        </p:cTn>
                                        <p:tgtEl>
                                          <p:spTgt spid="22"/>
                                        </p:tgtEl>
                                        <p:attrNameLst>
                                          <p:attrName>style.rotation</p:attrName>
                                        </p:attrNameLst>
                                      </p:cBhvr>
                                      <p:to>
                                        <p:strVal val="-45.0"/>
                                      </p:to>
                                    </p:set>
                                    <p:anim calcmode="lin" valueType="num">
                                      <p:cBhvr>
                                        <p:cTn id="47" dur="455" fill="hold">
                                          <p:stCondLst>
                                            <p:cond delay="455"/>
                                          </p:stCondLst>
                                        </p:cTn>
                                        <p:tgtEl>
                                          <p:spTgt spid="22"/>
                                        </p:tgtEl>
                                        <p:attrNameLst>
                                          <p:attrName>style.rotation</p:attrName>
                                        </p:attrNameLst>
                                      </p:cBhvr>
                                      <p:tavLst>
                                        <p:tav tm="0">
                                          <p:val>
                                            <p:fltVal val="-45"/>
                                          </p:val>
                                        </p:tav>
                                        <p:tav tm="69900">
                                          <p:val>
                                            <p:fltVal val="45"/>
                                          </p:val>
                                        </p:tav>
                                        <p:tav tm="100000">
                                          <p:val>
                                            <p:fltVal val="0"/>
                                          </p:val>
                                        </p:tav>
                                      </p:tavLst>
                                    </p:anim>
                                    <p:anim calcmode="lin" valueType="num">
                                      <p:cBhvr>
                                        <p:cTn id="48" dur="455" fill="hold">
                                          <p:stCondLst>
                                            <p:cond delay="0"/>
                                          </p:stCondLst>
                                        </p:cTn>
                                        <p:tgtEl>
                                          <p:spTgt spid="22"/>
                                        </p:tgtEl>
                                        <p:attrNameLst>
                                          <p:attrName>ppt_y</p:attrName>
                                        </p:attrNameLst>
                                      </p:cBhvr>
                                      <p:tavLst>
                                        <p:tav tm="0">
                                          <p:val>
                                            <p:strVal val="#ppt_y-1"/>
                                          </p:val>
                                        </p:tav>
                                        <p:tav tm="100000">
                                          <p:val>
                                            <p:strVal val="#ppt_y-(0.354*#ppt_w-0.172*#ppt_h)"/>
                                          </p:val>
                                        </p:tav>
                                      </p:tavLst>
                                    </p:anim>
                                    <p:anim calcmode="lin" valueType="num">
                                      <p:cBhvr>
                                        <p:cTn id="49" dur="156" decel="50000" autoRev="1" fill="hold">
                                          <p:stCondLst>
                                            <p:cond delay="455"/>
                                          </p:stCondLst>
                                        </p:cTn>
                                        <p:tgtEl>
                                          <p:spTgt spid="22"/>
                                        </p:tgtEl>
                                        <p:attrNameLst>
                                          <p:attrName>ppt_y</p:attrName>
                                        </p:attrNameLst>
                                      </p:cBhvr>
                                      <p:tavLst>
                                        <p:tav tm="0">
                                          <p:val>
                                            <p:strVal val="#ppt_y-(0.354*#ppt_w-0.172*#ppt_h)"/>
                                          </p:val>
                                        </p:tav>
                                        <p:tav tm="100000">
                                          <p:val>
                                            <p:strVal val="#ppt_y-(0.354*#ppt_w-0.172*#ppt_h)-#ppt_h/2"/>
                                          </p:val>
                                        </p:tav>
                                      </p:tavLst>
                                    </p:anim>
                                    <p:anim calcmode="lin" valueType="num">
                                      <p:cBhvr>
                                        <p:cTn id="50" dur="136" fill="hold">
                                          <p:stCondLst>
                                            <p:cond delay="864"/>
                                          </p:stCondLst>
                                        </p:cTn>
                                        <p:tgtEl>
                                          <p:spTgt spid="22"/>
                                        </p:tgtEl>
                                        <p:attrNameLst>
                                          <p:attrName>ppt_y</p:attrName>
                                        </p:attrNameLst>
                                      </p:cBhvr>
                                      <p:tavLst>
                                        <p:tav tm="0">
                                          <p:val>
                                            <p:strVal val="#ppt_y-(0.354*#ppt_w-0.172*#ppt_h)"/>
                                          </p:val>
                                        </p:tav>
                                        <p:tav tm="100000">
                                          <p:val>
                                            <p:strVal val="#ppt_y"/>
                                          </p:val>
                                        </p:tav>
                                      </p:tavLst>
                                    </p:anim>
                                  </p:childTnLst>
                                </p:cTn>
                              </p:par>
                              <p:par>
                                <p:cTn id="51" presetID="38" presetClass="entr" presetSubtype="0" accel="50000" fill="hold" grpId="0" nodeType="withEffect">
                                  <p:stCondLst>
                                    <p:cond delay="0"/>
                                  </p:stCondLst>
                                  <p:iterate type="lt">
                                    <p:tmPct val="10000"/>
                                  </p:iterate>
                                  <p:childTnLst>
                                    <p:set>
                                      <p:cBhvr>
                                        <p:cTn id="52" dur="1" fill="hold">
                                          <p:stCondLst>
                                            <p:cond delay="0"/>
                                          </p:stCondLst>
                                        </p:cTn>
                                        <p:tgtEl>
                                          <p:spTgt spid="21"/>
                                        </p:tgtEl>
                                        <p:attrNameLst>
                                          <p:attrName>style.visibility</p:attrName>
                                        </p:attrNameLst>
                                      </p:cBhvr>
                                      <p:to>
                                        <p:strVal val="visible"/>
                                      </p:to>
                                    </p:set>
                                    <p:set>
                                      <p:cBhvr>
                                        <p:cTn id="53" dur="455" fill="hold">
                                          <p:stCondLst>
                                            <p:cond delay="0"/>
                                          </p:stCondLst>
                                        </p:cTn>
                                        <p:tgtEl>
                                          <p:spTgt spid="21"/>
                                        </p:tgtEl>
                                        <p:attrNameLst>
                                          <p:attrName>style.rotation</p:attrName>
                                        </p:attrNameLst>
                                      </p:cBhvr>
                                      <p:to>
                                        <p:strVal val="-45.0"/>
                                      </p:to>
                                    </p:set>
                                    <p:anim calcmode="lin" valueType="num">
                                      <p:cBhvr>
                                        <p:cTn id="54" dur="455" fill="hold">
                                          <p:stCondLst>
                                            <p:cond delay="455"/>
                                          </p:stCondLst>
                                        </p:cTn>
                                        <p:tgtEl>
                                          <p:spTgt spid="21"/>
                                        </p:tgtEl>
                                        <p:attrNameLst>
                                          <p:attrName>style.rotation</p:attrName>
                                        </p:attrNameLst>
                                      </p:cBhvr>
                                      <p:tavLst>
                                        <p:tav tm="0">
                                          <p:val>
                                            <p:fltVal val="-45"/>
                                          </p:val>
                                        </p:tav>
                                        <p:tav tm="69900">
                                          <p:val>
                                            <p:fltVal val="45"/>
                                          </p:val>
                                        </p:tav>
                                        <p:tav tm="100000">
                                          <p:val>
                                            <p:fltVal val="0"/>
                                          </p:val>
                                        </p:tav>
                                      </p:tavLst>
                                    </p:anim>
                                    <p:anim calcmode="lin" valueType="num">
                                      <p:cBhvr>
                                        <p:cTn id="55" dur="455" fill="hold">
                                          <p:stCondLst>
                                            <p:cond delay="0"/>
                                          </p:stCondLst>
                                        </p:cTn>
                                        <p:tgtEl>
                                          <p:spTgt spid="21"/>
                                        </p:tgtEl>
                                        <p:attrNameLst>
                                          <p:attrName>ppt_y</p:attrName>
                                        </p:attrNameLst>
                                      </p:cBhvr>
                                      <p:tavLst>
                                        <p:tav tm="0">
                                          <p:val>
                                            <p:strVal val="#ppt_y-1"/>
                                          </p:val>
                                        </p:tav>
                                        <p:tav tm="100000">
                                          <p:val>
                                            <p:strVal val="#ppt_y-(0.354*#ppt_w-0.172*#ppt_h)"/>
                                          </p:val>
                                        </p:tav>
                                      </p:tavLst>
                                    </p:anim>
                                    <p:anim calcmode="lin" valueType="num">
                                      <p:cBhvr>
                                        <p:cTn id="56" dur="156" decel="50000" autoRev="1" fill="hold">
                                          <p:stCondLst>
                                            <p:cond delay="455"/>
                                          </p:stCondLst>
                                        </p:cTn>
                                        <p:tgtEl>
                                          <p:spTgt spid="21"/>
                                        </p:tgtEl>
                                        <p:attrNameLst>
                                          <p:attrName>ppt_y</p:attrName>
                                        </p:attrNameLst>
                                      </p:cBhvr>
                                      <p:tavLst>
                                        <p:tav tm="0">
                                          <p:val>
                                            <p:strVal val="#ppt_y-(0.354*#ppt_w-0.172*#ppt_h)"/>
                                          </p:val>
                                        </p:tav>
                                        <p:tav tm="100000">
                                          <p:val>
                                            <p:strVal val="#ppt_y-(0.354*#ppt_w-0.172*#ppt_h)-#ppt_h/2"/>
                                          </p:val>
                                        </p:tav>
                                      </p:tavLst>
                                    </p:anim>
                                    <p:anim calcmode="lin" valueType="num">
                                      <p:cBhvr>
                                        <p:cTn id="57" dur="136" fill="hold">
                                          <p:stCondLst>
                                            <p:cond delay="864"/>
                                          </p:stCondLst>
                                        </p:cTn>
                                        <p:tgtEl>
                                          <p:spTgt spid="21"/>
                                        </p:tgtEl>
                                        <p:attrNameLst>
                                          <p:attrName>ppt_y</p:attrName>
                                        </p:attrNameLst>
                                      </p:cBhvr>
                                      <p:tavLst>
                                        <p:tav tm="0">
                                          <p:val>
                                            <p:strVal val="#ppt_y-(0.354*#ppt_w-0.172*#ppt_h)"/>
                                          </p:val>
                                        </p:tav>
                                        <p:tav tm="100000">
                                          <p:val>
                                            <p:strVal val="#ppt_y"/>
                                          </p:val>
                                        </p:tav>
                                      </p:tavLst>
                                    </p:anim>
                                  </p:childTnLst>
                                </p:cTn>
                              </p:par>
                            </p:childTnLst>
                          </p:cTn>
                        </p:par>
                        <p:par>
                          <p:cTn id="58" fill="hold">
                            <p:stCondLst>
                              <p:cond delay="2099"/>
                            </p:stCondLst>
                            <p:childTnLst>
                              <p:par>
                                <p:cTn id="59" presetID="41" presetClass="entr" presetSubtype="0" fill="hold" grpId="0" nodeType="afterEffect">
                                  <p:stCondLst>
                                    <p:cond delay="0"/>
                                  </p:stCondLst>
                                  <p:iterate type="lt">
                                    <p:tmPct val="10000"/>
                                  </p:iterate>
                                  <p:childTnLst>
                                    <p:set>
                                      <p:cBhvr>
                                        <p:cTn id="60" dur="1" fill="hold">
                                          <p:stCondLst>
                                            <p:cond delay="0"/>
                                          </p:stCondLst>
                                        </p:cTn>
                                        <p:tgtEl>
                                          <p:spTgt spid="24"/>
                                        </p:tgtEl>
                                        <p:attrNameLst>
                                          <p:attrName>style.visibility</p:attrName>
                                        </p:attrNameLst>
                                      </p:cBhvr>
                                      <p:to>
                                        <p:strVal val="visible"/>
                                      </p:to>
                                    </p:set>
                                    <p:anim calcmode="lin" valueType="num">
                                      <p:cBhvr>
                                        <p:cTn id="61" dur="500" fill="hold"/>
                                        <p:tgtEl>
                                          <p:spTgt spid="24"/>
                                        </p:tgtEl>
                                        <p:attrNameLst>
                                          <p:attrName>ppt_x</p:attrName>
                                        </p:attrNameLst>
                                      </p:cBhvr>
                                      <p:tavLst>
                                        <p:tav tm="0">
                                          <p:val>
                                            <p:strVal val="#ppt_x"/>
                                          </p:val>
                                        </p:tav>
                                        <p:tav tm="50000">
                                          <p:val>
                                            <p:strVal val="#ppt_x+.1"/>
                                          </p:val>
                                        </p:tav>
                                        <p:tav tm="100000">
                                          <p:val>
                                            <p:strVal val="#ppt_x"/>
                                          </p:val>
                                        </p:tav>
                                      </p:tavLst>
                                    </p:anim>
                                    <p:anim calcmode="lin" valueType="num">
                                      <p:cBhvr>
                                        <p:cTn id="62" dur="500" fill="hold"/>
                                        <p:tgtEl>
                                          <p:spTgt spid="24"/>
                                        </p:tgtEl>
                                        <p:attrNameLst>
                                          <p:attrName>ppt_y</p:attrName>
                                        </p:attrNameLst>
                                      </p:cBhvr>
                                      <p:tavLst>
                                        <p:tav tm="0">
                                          <p:val>
                                            <p:strVal val="#ppt_y"/>
                                          </p:val>
                                        </p:tav>
                                        <p:tav tm="100000">
                                          <p:val>
                                            <p:strVal val="#ppt_y"/>
                                          </p:val>
                                        </p:tav>
                                      </p:tavLst>
                                    </p:anim>
                                    <p:anim calcmode="lin" valueType="num">
                                      <p:cBhvr>
                                        <p:cTn id="63" dur="500" fill="hold"/>
                                        <p:tgtEl>
                                          <p:spTgt spid="24"/>
                                        </p:tgtEl>
                                        <p:attrNameLst>
                                          <p:attrName>ppt_h</p:attrName>
                                        </p:attrNameLst>
                                      </p:cBhvr>
                                      <p:tavLst>
                                        <p:tav tm="0">
                                          <p:val>
                                            <p:strVal val="#ppt_h/10"/>
                                          </p:val>
                                        </p:tav>
                                        <p:tav tm="50000">
                                          <p:val>
                                            <p:strVal val="#ppt_h+.01"/>
                                          </p:val>
                                        </p:tav>
                                        <p:tav tm="100000">
                                          <p:val>
                                            <p:strVal val="#ppt_h"/>
                                          </p:val>
                                        </p:tav>
                                      </p:tavLst>
                                    </p:anim>
                                    <p:anim calcmode="lin" valueType="num">
                                      <p:cBhvr>
                                        <p:cTn id="64" dur="500" fill="hold"/>
                                        <p:tgtEl>
                                          <p:spTgt spid="24"/>
                                        </p:tgtEl>
                                        <p:attrNameLst>
                                          <p:attrName>ppt_w</p:attrName>
                                        </p:attrNameLst>
                                      </p:cBhvr>
                                      <p:tavLst>
                                        <p:tav tm="0">
                                          <p:val>
                                            <p:strVal val="#ppt_w/10"/>
                                          </p:val>
                                        </p:tav>
                                        <p:tav tm="50000">
                                          <p:val>
                                            <p:strVal val="#ppt_w+.01"/>
                                          </p:val>
                                        </p:tav>
                                        <p:tav tm="100000">
                                          <p:val>
                                            <p:strVal val="#ppt_w"/>
                                          </p:val>
                                        </p:tav>
                                      </p:tavLst>
                                    </p:anim>
                                    <p:animEffect transition="in" filter="fade">
                                      <p:cBhvr>
                                        <p:cTn id="65" dur="500" tmFilter="0,0; .5, 1; 1, 1"/>
                                        <p:tgtEl>
                                          <p:spTgt spid="24"/>
                                        </p:tgtEl>
                                      </p:cBhvr>
                                    </p:animEffect>
                                  </p:childTnLst>
                                </p:cTn>
                              </p:par>
                            </p:childTnLst>
                          </p:cTn>
                        </p:par>
                        <p:par>
                          <p:cTn id="66" fill="hold">
                            <p:stCondLst>
                              <p:cond delay="3000"/>
                            </p:stCondLst>
                            <p:childTnLst>
                              <p:par>
                                <p:cTn id="67" presetID="42" presetClass="entr" presetSubtype="0" fill="hold" grpId="0" nodeType="after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750"/>
                                        <p:tgtEl>
                                          <p:spTgt spid="23"/>
                                        </p:tgtEl>
                                      </p:cBhvr>
                                    </p:animEffect>
                                    <p:anim calcmode="lin" valueType="num">
                                      <p:cBhvr>
                                        <p:cTn id="70" dur="750" fill="hold"/>
                                        <p:tgtEl>
                                          <p:spTgt spid="23"/>
                                        </p:tgtEl>
                                        <p:attrNameLst>
                                          <p:attrName>ppt_x</p:attrName>
                                        </p:attrNameLst>
                                      </p:cBhvr>
                                      <p:tavLst>
                                        <p:tav tm="0">
                                          <p:val>
                                            <p:strVal val="#ppt_x"/>
                                          </p:val>
                                        </p:tav>
                                        <p:tav tm="100000">
                                          <p:val>
                                            <p:strVal val="#ppt_x"/>
                                          </p:val>
                                        </p:tav>
                                      </p:tavLst>
                                    </p:anim>
                                    <p:anim calcmode="lin" valueType="num">
                                      <p:cBhvr>
                                        <p:cTn id="71" dur="750" fill="hold"/>
                                        <p:tgtEl>
                                          <p:spTgt spid="23"/>
                                        </p:tgtEl>
                                        <p:attrNameLst>
                                          <p:attrName>ppt_y</p:attrName>
                                        </p:attrNameLst>
                                      </p:cBhvr>
                                      <p:tavLst>
                                        <p:tav tm="0">
                                          <p:val>
                                            <p:strVal val="#ppt_y+.1"/>
                                          </p:val>
                                        </p:tav>
                                        <p:tav tm="100000">
                                          <p:val>
                                            <p:strVal val="#ppt_y"/>
                                          </p:val>
                                        </p:tav>
                                      </p:tavLst>
                                    </p:anim>
                                  </p:childTnLst>
                                </p:cTn>
                              </p:par>
                            </p:childTnLst>
                          </p:cTn>
                        </p:par>
                        <p:par>
                          <p:cTn id="72" fill="hold">
                            <p:stCondLst>
                              <p:cond delay="4000"/>
                            </p:stCondLst>
                            <p:childTnLst>
                              <p:par>
                                <p:cTn id="73" presetID="41" presetClass="entr" presetSubtype="0" fill="hold" grpId="0" nodeType="afterEffect">
                                  <p:stCondLst>
                                    <p:cond delay="0"/>
                                  </p:stCondLst>
                                  <p:iterate type="lt">
                                    <p:tmPct val="10000"/>
                                  </p:iterate>
                                  <p:childTnLst>
                                    <p:set>
                                      <p:cBhvr>
                                        <p:cTn id="74" dur="1" fill="hold">
                                          <p:stCondLst>
                                            <p:cond delay="0"/>
                                          </p:stCondLst>
                                        </p:cTn>
                                        <p:tgtEl>
                                          <p:spTgt spid="26"/>
                                        </p:tgtEl>
                                        <p:attrNameLst>
                                          <p:attrName>style.visibility</p:attrName>
                                        </p:attrNameLst>
                                      </p:cBhvr>
                                      <p:to>
                                        <p:strVal val="visible"/>
                                      </p:to>
                                    </p:set>
                                    <p:anim calcmode="lin" valueType="num">
                                      <p:cBhvr>
                                        <p:cTn id="75"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76" dur="500" fill="hold"/>
                                        <p:tgtEl>
                                          <p:spTgt spid="26"/>
                                        </p:tgtEl>
                                        <p:attrNameLst>
                                          <p:attrName>ppt_y</p:attrName>
                                        </p:attrNameLst>
                                      </p:cBhvr>
                                      <p:tavLst>
                                        <p:tav tm="0">
                                          <p:val>
                                            <p:strVal val="#ppt_y"/>
                                          </p:val>
                                        </p:tav>
                                        <p:tav tm="100000">
                                          <p:val>
                                            <p:strVal val="#ppt_y"/>
                                          </p:val>
                                        </p:tav>
                                      </p:tavLst>
                                    </p:anim>
                                    <p:anim calcmode="lin" valueType="num">
                                      <p:cBhvr>
                                        <p:cTn id="77"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78"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79" dur="500" tmFilter="0,0; .5, 1; 1, 1"/>
                                        <p:tgtEl>
                                          <p:spTgt spid="26"/>
                                        </p:tgtEl>
                                      </p:cBhvr>
                                    </p:animEffect>
                                  </p:childTnLst>
                                </p:cTn>
                              </p:par>
                            </p:childTnLst>
                          </p:cTn>
                        </p:par>
                        <p:par>
                          <p:cTn id="80" fill="hold">
                            <p:stCondLst>
                              <p:cond delay="4650"/>
                            </p:stCondLst>
                            <p:childTnLst>
                              <p:par>
                                <p:cTn id="81" presetID="42" presetClass="entr" presetSubtype="0" fill="hold" grpId="0" nodeType="afterEffect">
                                  <p:stCondLst>
                                    <p:cond delay="0"/>
                                  </p:stCondLst>
                                  <p:childTnLst>
                                    <p:set>
                                      <p:cBhvr>
                                        <p:cTn id="82" dur="1" fill="hold">
                                          <p:stCondLst>
                                            <p:cond delay="0"/>
                                          </p:stCondLst>
                                        </p:cTn>
                                        <p:tgtEl>
                                          <p:spTgt spid="25"/>
                                        </p:tgtEl>
                                        <p:attrNameLst>
                                          <p:attrName>style.visibility</p:attrName>
                                        </p:attrNameLst>
                                      </p:cBhvr>
                                      <p:to>
                                        <p:strVal val="visible"/>
                                      </p:to>
                                    </p:set>
                                    <p:animEffect transition="in" filter="fade">
                                      <p:cBhvr>
                                        <p:cTn id="83" dur="750"/>
                                        <p:tgtEl>
                                          <p:spTgt spid="25"/>
                                        </p:tgtEl>
                                      </p:cBhvr>
                                    </p:animEffect>
                                    <p:anim calcmode="lin" valueType="num">
                                      <p:cBhvr>
                                        <p:cTn id="84" dur="750" fill="hold"/>
                                        <p:tgtEl>
                                          <p:spTgt spid="25"/>
                                        </p:tgtEl>
                                        <p:attrNameLst>
                                          <p:attrName>ppt_x</p:attrName>
                                        </p:attrNameLst>
                                      </p:cBhvr>
                                      <p:tavLst>
                                        <p:tav tm="0">
                                          <p:val>
                                            <p:strVal val="#ppt_x"/>
                                          </p:val>
                                        </p:tav>
                                        <p:tav tm="100000">
                                          <p:val>
                                            <p:strVal val="#ppt_x"/>
                                          </p:val>
                                        </p:tav>
                                      </p:tavLst>
                                    </p:anim>
                                    <p:anim calcmode="lin" valueType="num">
                                      <p:cBhvr>
                                        <p:cTn id="85" dur="75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0" grpId="0"/>
      <p:bldP spid="21" grpId="0"/>
      <p:bldP spid="22" grpId="0"/>
      <p:bldP spid="23" grpId="0"/>
      <p:bldP spid="24" grpId="0"/>
      <p:bldP spid="25" grpId="0"/>
      <p:bldP spid="2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78" y="0"/>
            <a:ext cx="9144000" cy="5143500"/>
          </a:xfrm>
          <a:prstGeom prst="rect">
            <a:avLst/>
          </a:prstGeom>
        </p:spPr>
      </p:pic>
      <p:pic>
        <p:nvPicPr>
          <p:cNvPr id="32" name="图片 31"/>
          <p:cNvPicPr>
            <a:picLocks noChangeAspect="1"/>
          </p:cNvPicPr>
          <p:nvPr/>
        </p:nvPicPr>
        <p:blipFill>
          <a:blip r:embed="rId2">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378" y="3455048"/>
            <a:ext cx="9143244" cy="1688452"/>
          </a:xfrm>
          <a:prstGeom prst="rect">
            <a:avLst/>
          </a:prstGeom>
        </p:spPr>
      </p:pic>
      <p:grpSp>
        <p:nvGrpSpPr>
          <p:cNvPr id="131" name="组合 130"/>
          <p:cNvGrpSpPr/>
          <p:nvPr/>
        </p:nvGrpSpPr>
        <p:grpSpPr>
          <a:xfrm>
            <a:off x="933624" y="574727"/>
            <a:ext cx="1215718" cy="2400657"/>
            <a:chOff x="702732" y="1342594"/>
            <a:chExt cx="1215718" cy="2400657"/>
          </a:xfrm>
        </p:grpSpPr>
        <p:sp>
          <p:nvSpPr>
            <p:cNvPr id="132" name="TextBox 131"/>
            <p:cNvSpPr txBox="1"/>
            <p:nvPr/>
          </p:nvSpPr>
          <p:spPr>
            <a:xfrm>
              <a:off x="702732" y="1342594"/>
              <a:ext cx="1015663" cy="2400657"/>
            </a:xfrm>
            <a:prstGeom prst="rect">
              <a:avLst/>
            </a:prstGeom>
            <a:noFill/>
          </p:spPr>
          <p:txBody>
            <a:bodyPr vert="eaVert"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5400" b="1" i="0" u="none" strike="noStrike" kern="1200" cap="none" spc="60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mn-cs"/>
                </a:rPr>
                <a:t>过渡页</a:t>
              </a:r>
              <a:endParaRPr kumimoji="0" lang="zh-CN" altLang="en-US" sz="5400" b="1" i="0" u="none" strike="noStrike" kern="1200" cap="none" spc="60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33" name="TextBox 132"/>
            <p:cNvSpPr txBox="1"/>
            <p:nvPr/>
          </p:nvSpPr>
          <p:spPr>
            <a:xfrm>
              <a:off x="1456785" y="2052576"/>
              <a:ext cx="461665" cy="1208023"/>
            </a:xfrm>
            <a:prstGeom prst="rect">
              <a:avLst/>
            </a:prstGeom>
            <a:noFill/>
          </p:spPr>
          <p:txBody>
            <a:bodyPr vert="eaVert"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150" normalizeH="0" baseline="0" noProof="0" dirty="0" smtClean="0">
                  <a:ln>
                    <a:noFill/>
                  </a:ln>
                  <a:solidFill>
                    <a:srgbClr val="C00000"/>
                  </a:solidFill>
                  <a:effectLst/>
                  <a:uLnTx/>
                  <a:uFillTx/>
                  <a:latin typeface="Arial" panose="020B0604020202020204" pitchFamily="34" charset="0"/>
                  <a:ea typeface="宋体" panose="02010600030101010101" pitchFamily="2" charset="-122"/>
                  <a:cs typeface="Arial" panose="020B0604020202020204" pitchFamily="34" charset="0"/>
                </a:rPr>
                <a:t>CONTENTS</a:t>
              </a:r>
              <a:endParaRPr kumimoji="0" lang="zh-CN" altLang="en-US" sz="1800" b="1" i="0" u="none" strike="noStrike" kern="1200" cap="none" spc="-150" normalizeH="0" baseline="0" noProof="0" dirty="0">
                <a:ln>
                  <a:noFill/>
                </a:ln>
                <a:solidFill>
                  <a:srgbClr val="C00000"/>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sp>
        <p:nvSpPr>
          <p:cNvPr id="2" name="文本框 1"/>
          <p:cNvSpPr txBox="1"/>
          <p:nvPr/>
        </p:nvSpPr>
        <p:spPr>
          <a:xfrm>
            <a:off x="3820061" y="896527"/>
            <a:ext cx="2646878" cy="830997"/>
          </a:xfrm>
          <a:prstGeom prst="rect">
            <a:avLst/>
          </a:prstGeom>
          <a:noFill/>
        </p:spPr>
        <p:txBody>
          <a:bodyPr wrap="none" rtlCol="0">
            <a:spAutoFit/>
          </a:bodyPr>
          <a:lstStyle/>
          <a:p>
            <a:r>
              <a:rPr lang="zh-CN" altLang="en-US" sz="4800" b="1" dirty="0" smtClean="0">
                <a:solidFill>
                  <a:srgbClr val="C00000"/>
                </a:solidFill>
                <a:latin typeface="微软雅黑" panose="020B0503020204020204" pitchFamily="34" charset="-122"/>
                <a:ea typeface="微软雅黑" panose="020B0503020204020204" pitchFamily="34" charset="-122"/>
              </a:rPr>
              <a:t>第四部分</a:t>
            </a:r>
            <a:endParaRPr lang="zh-CN" altLang="en-US" sz="4800" b="1" dirty="0">
              <a:solidFill>
                <a:srgbClr val="C00000"/>
              </a:solidFill>
              <a:latin typeface="微软雅黑" panose="020B0503020204020204" pitchFamily="34" charset="-122"/>
              <a:ea typeface="微软雅黑" panose="020B0503020204020204" pitchFamily="34" charset="-122"/>
            </a:endParaRPr>
          </a:p>
        </p:txBody>
      </p:sp>
      <p:grpSp>
        <p:nvGrpSpPr>
          <p:cNvPr id="8" name="组合 7"/>
          <p:cNvGrpSpPr/>
          <p:nvPr/>
        </p:nvGrpSpPr>
        <p:grpSpPr>
          <a:xfrm>
            <a:off x="2578100" y="1977488"/>
            <a:ext cx="5130800" cy="830997"/>
            <a:chOff x="2578100" y="1977488"/>
            <a:chExt cx="5130800" cy="830997"/>
          </a:xfrm>
        </p:grpSpPr>
        <p:sp>
          <p:nvSpPr>
            <p:cNvPr id="3" name="对角圆角矩形 2"/>
            <p:cNvSpPr/>
            <p:nvPr/>
          </p:nvSpPr>
          <p:spPr>
            <a:xfrm>
              <a:off x="2578100" y="1979257"/>
              <a:ext cx="5130800" cy="796695"/>
            </a:xfrm>
            <a:prstGeom prst="round2Diag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p:cNvSpPr txBox="1"/>
            <p:nvPr/>
          </p:nvSpPr>
          <p:spPr>
            <a:xfrm>
              <a:off x="2599809" y="1977488"/>
              <a:ext cx="5109091" cy="830997"/>
            </a:xfrm>
            <a:prstGeom prst="rect">
              <a:avLst/>
            </a:prstGeom>
            <a:noFill/>
          </p:spPr>
          <p:txBody>
            <a:bodyPr wrap="none" rtlCol="0">
              <a:spAutoFit/>
            </a:bodyPr>
            <a:lstStyle/>
            <a:p>
              <a:r>
                <a:rPr lang="zh-CN" altLang="en-US" sz="4800" b="1" dirty="0" smtClean="0">
                  <a:solidFill>
                    <a:schemeClr val="bg1"/>
                  </a:solidFill>
                  <a:latin typeface="微软雅黑" panose="020B0503020204020204" pitchFamily="34" charset="-122"/>
                  <a:ea typeface="微软雅黑" panose="020B0503020204020204" pitchFamily="34" charset="-122"/>
                </a:rPr>
                <a:t>单击此处添加标题</a:t>
              </a:r>
              <a:endParaRPr lang="zh-CN" altLang="en-US" sz="4800" b="1" dirty="0">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afterEffect">
                                  <p:stCondLst>
                                    <p:cond delay="0"/>
                                  </p:stCondLst>
                                  <p:childTnLst>
                                    <p:set>
                                      <p:cBhvr>
                                        <p:cTn id="6" dur="1" fill="hold">
                                          <p:stCondLst>
                                            <p:cond delay="0"/>
                                          </p:stCondLst>
                                        </p:cTn>
                                        <p:tgtEl>
                                          <p:spTgt spid="131"/>
                                        </p:tgtEl>
                                        <p:attrNameLst>
                                          <p:attrName>style.visibility</p:attrName>
                                        </p:attrNameLst>
                                      </p:cBhvr>
                                      <p:to>
                                        <p:strVal val="visible"/>
                                      </p:to>
                                    </p:set>
                                    <p:anim calcmode="lin" valueType="num">
                                      <p:cBhvr additive="base">
                                        <p:cTn id="7" dur="500"/>
                                        <p:tgtEl>
                                          <p:spTgt spid="131"/>
                                        </p:tgtEl>
                                        <p:attrNameLst>
                                          <p:attrName>ppt_x</p:attrName>
                                        </p:attrNameLst>
                                      </p:cBhvr>
                                      <p:tavLst>
                                        <p:tav tm="0">
                                          <p:val>
                                            <p:strVal val="#ppt_x+#ppt_w*1.125000"/>
                                          </p:val>
                                        </p:tav>
                                        <p:tav tm="100000">
                                          <p:val>
                                            <p:strVal val="#ppt_x"/>
                                          </p:val>
                                        </p:tav>
                                      </p:tavLst>
                                    </p:anim>
                                    <p:animEffect transition="in" filter="wipe(left)">
                                      <p:cBhvr>
                                        <p:cTn id="8" dur="500"/>
                                        <p:tgtEl>
                                          <p:spTgt spid="131"/>
                                        </p:tgtEl>
                                      </p:cBhvr>
                                    </p:animEffect>
                                  </p:childTnLst>
                                </p:cTn>
                              </p:par>
                            </p:childTnLst>
                          </p:cTn>
                        </p:par>
                        <p:par>
                          <p:cTn id="9" fill="hold">
                            <p:stCondLst>
                              <p:cond delay="500"/>
                            </p:stCondLst>
                            <p:childTnLst>
                              <p:par>
                                <p:cTn id="10" presetID="31" presetClass="entr" presetSubtype="0"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fltVal val="0"/>
                                          </p:val>
                                        </p:tav>
                                        <p:tav tm="100000">
                                          <p:val>
                                            <p:strVal val="#ppt_w"/>
                                          </p:val>
                                        </p:tav>
                                      </p:tavLst>
                                    </p:anim>
                                    <p:anim calcmode="lin" valueType="num">
                                      <p:cBhvr>
                                        <p:cTn id="13" dur="1000" fill="hold"/>
                                        <p:tgtEl>
                                          <p:spTgt spid="2"/>
                                        </p:tgtEl>
                                        <p:attrNameLst>
                                          <p:attrName>ppt_h</p:attrName>
                                        </p:attrNameLst>
                                      </p:cBhvr>
                                      <p:tavLst>
                                        <p:tav tm="0">
                                          <p:val>
                                            <p:fltVal val="0"/>
                                          </p:val>
                                        </p:tav>
                                        <p:tav tm="100000">
                                          <p:val>
                                            <p:strVal val="#ppt_h"/>
                                          </p:val>
                                        </p:tav>
                                      </p:tavLst>
                                    </p:anim>
                                    <p:anim calcmode="lin" valueType="num">
                                      <p:cBhvr>
                                        <p:cTn id="14" dur="1000" fill="hold"/>
                                        <p:tgtEl>
                                          <p:spTgt spid="2"/>
                                        </p:tgtEl>
                                        <p:attrNameLst>
                                          <p:attrName>style.rotation</p:attrName>
                                        </p:attrNameLst>
                                      </p:cBhvr>
                                      <p:tavLst>
                                        <p:tav tm="0">
                                          <p:val>
                                            <p:fltVal val="90"/>
                                          </p:val>
                                        </p:tav>
                                        <p:tav tm="100000">
                                          <p:val>
                                            <p:fltVal val="0"/>
                                          </p:val>
                                        </p:tav>
                                      </p:tavLst>
                                    </p:anim>
                                    <p:animEffect transition="in" filter="fade">
                                      <p:cBhvr>
                                        <p:cTn id="15" dur="1000"/>
                                        <p:tgtEl>
                                          <p:spTgt spid="2"/>
                                        </p:tgtEl>
                                      </p:cBhvr>
                                    </p:animEffect>
                                  </p:childTnLst>
                                </p:cTn>
                              </p:par>
                            </p:childTnLst>
                          </p:cTn>
                        </p:par>
                        <p:par>
                          <p:cTn id="16" fill="hold">
                            <p:stCondLst>
                              <p:cond delay="1500"/>
                            </p:stCondLst>
                            <p:childTnLst>
                              <p:par>
                                <p:cTn id="17" presetID="42" presetClass="entr" presetSubtype="0"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点击此处添加标题</a:t>
            </a:r>
            <a:endParaRPr lang="zh-CN" altLang="en-US" dirty="0"/>
          </a:p>
        </p:txBody>
      </p:sp>
      <p:sp>
        <p:nvSpPr>
          <p:cNvPr id="3" name="Oval 65"/>
          <p:cNvSpPr>
            <a:spLocks noChangeArrowheads="1"/>
          </p:cNvSpPr>
          <p:nvPr/>
        </p:nvSpPr>
        <p:spPr bwMode="auto">
          <a:xfrm>
            <a:off x="1932499" y="4288925"/>
            <a:ext cx="5286412" cy="288852"/>
          </a:xfrm>
          <a:prstGeom prst="ellipse">
            <a:avLst/>
          </a:prstGeom>
          <a:gradFill rotWithShape="1">
            <a:gsLst>
              <a:gs pos="0">
                <a:srgbClr val="EEECE1">
                  <a:gamma/>
                  <a:shade val="46275"/>
                  <a:invGamma/>
                </a:srgbClr>
              </a:gs>
              <a:gs pos="100000">
                <a:srgbClr val="EEECE1">
                  <a:alpha val="0"/>
                </a:srgbClr>
              </a:gs>
            </a:gsLst>
            <a:path path="shape">
              <a:fillToRect l="50000" t="50000" r="50000" b="50000"/>
            </a:path>
          </a:gradFill>
          <a:ln w="9525">
            <a:noFill/>
            <a:rou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Arial" panose="020B0604020202020204" pitchFamily="34" charset="0"/>
              <a:ea typeface="宋体" panose="02010600030101010101" pitchFamily="2" charset="-122"/>
              <a:cs typeface="+mn-cs"/>
            </a:endParaRPr>
          </a:p>
        </p:txBody>
      </p:sp>
      <p:grpSp>
        <p:nvGrpSpPr>
          <p:cNvPr id="4" name="组合 3"/>
          <p:cNvGrpSpPr/>
          <p:nvPr/>
        </p:nvGrpSpPr>
        <p:grpSpPr>
          <a:xfrm>
            <a:off x="1096326" y="1917024"/>
            <a:ext cx="7091651" cy="2574088"/>
            <a:chOff x="1074762" y="3021992"/>
            <a:chExt cx="7091651" cy="2574088"/>
          </a:xfrm>
        </p:grpSpPr>
        <p:grpSp>
          <p:nvGrpSpPr>
            <p:cNvPr id="5" name="组合 4"/>
            <p:cNvGrpSpPr/>
            <p:nvPr/>
          </p:nvGrpSpPr>
          <p:grpSpPr>
            <a:xfrm rot="21139845">
              <a:off x="1074762" y="4135585"/>
              <a:ext cx="7091651" cy="1460495"/>
              <a:chOff x="1074762" y="4135585"/>
              <a:chExt cx="7091651" cy="1460495"/>
            </a:xfrm>
          </p:grpSpPr>
          <p:sp>
            <p:nvSpPr>
              <p:cNvPr id="22" name="椭圆 21"/>
              <p:cNvSpPr/>
              <p:nvPr/>
            </p:nvSpPr>
            <p:spPr>
              <a:xfrm>
                <a:off x="4411265" y="5167452"/>
                <a:ext cx="428628" cy="428628"/>
              </a:xfrm>
              <a:prstGeom prst="ellipse">
                <a:avLst/>
              </a:prstGeom>
              <a:solidFill>
                <a:sysClr val="window" lastClr="FFFFFF">
                  <a:lumMod val="75000"/>
                </a:sysClr>
              </a:solidFill>
              <a:ln w="25400" cap="flat" cmpd="sng" algn="ctr">
                <a:noFill/>
                <a:prstDash val="solid"/>
              </a:ln>
              <a:effectLst/>
              <a:scene3d>
                <a:camera prst="perspectiveBelow"/>
                <a:lightRig rig="threePt" dir="t"/>
              </a:scene3d>
              <a:sp3d extrusionH="1270000" prstMaterial="plastic">
                <a:bevelT w="120650"/>
                <a:bevelB w="88900" prst="relaxedInset"/>
                <a:extrusionClr>
                  <a:sysClr val="window" lastClr="FFFFFF">
                    <a:lumMod val="75000"/>
                  </a:sysClr>
                </a:extrusionClr>
              </a:sp3d>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23" name="圆角矩形 22"/>
              <p:cNvSpPr/>
              <p:nvPr/>
            </p:nvSpPr>
            <p:spPr>
              <a:xfrm rot="1040636">
                <a:off x="1074762" y="4135585"/>
                <a:ext cx="7091651" cy="1290043"/>
              </a:xfrm>
              <a:prstGeom prst="roundRect">
                <a:avLst>
                  <a:gd name="adj" fmla="val 8983"/>
                </a:avLst>
              </a:prstGeom>
              <a:gradFill flip="none" rotWithShape="1">
                <a:gsLst>
                  <a:gs pos="0">
                    <a:sysClr val="window" lastClr="FFFFFF">
                      <a:lumMod val="85000"/>
                    </a:sysClr>
                  </a:gs>
                  <a:gs pos="96000">
                    <a:sysClr val="window" lastClr="FFFFFF">
                      <a:lumMod val="85000"/>
                    </a:sysClr>
                  </a:gs>
                  <a:gs pos="1000">
                    <a:sysClr val="window" lastClr="FFFFFF">
                      <a:lumMod val="65000"/>
                    </a:sysClr>
                  </a:gs>
                </a:gsLst>
                <a:lin ang="16200000" scaled="1"/>
                <a:tileRect/>
              </a:gradFill>
              <a:ln w="34925" cap="flat" cmpd="sng" algn="ctr">
                <a:solidFill>
                  <a:srgbClr val="FFFFFF"/>
                </a:solidFill>
                <a:prstDash val="solid"/>
              </a:ln>
              <a:effectLst>
                <a:outerShdw blurRad="317500" dir="2700000" algn="ctr">
                  <a:srgbClr val="000000">
                    <a:alpha val="43000"/>
                  </a:srgbClr>
                </a:outerShdw>
              </a:effectLst>
              <a:scene3d>
                <a:camera prst="perspectiveFront" fov="2400000">
                  <a:rot lat="17195211" lon="29222" rev="569999"/>
                </a:camera>
                <a:lightRig rig="threePt" dir="t"/>
              </a:scene3d>
              <a:sp3d prstMaterial="metal">
                <a:bevelT w="158750" h="38100" prst="softRound"/>
                <a:bevelB w="57150" h="57150" prst="softRound"/>
              </a:sp3d>
            </p:spPr>
            <p:txBody>
              <a:bodyPr rtlCol="0" anchor="ctr">
                <a:flatTx/>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grpSp>
          <p:nvGrpSpPr>
            <p:cNvPr id="6" name="组合 5"/>
            <p:cNvGrpSpPr/>
            <p:nvPr/>
          </p:nvGrpSpPr>
          <p:grpSpPr>
            <a:xfrm>
              <a:off x="1553746" y="3590651"/>
              <a:ext cx="1276491" cy="1422525"/>
              <a:chOff x="1553746" y="3179314"/>
              <a:chExt cx="1276491" cy="1422525"/>
            </a:xfrm>
          </p:grpSpPr>
          <p:sp>
            <p:nvSpPr>
              <p:cNvPr id="15" name="Oval 65"/>
              <p:cNvSpPr>
                <a:spLocks noChangeArrowheads="1"/>
              </p:cNvSpPr>
              <p:nvPr/>
            </p:nvSpPr>
            <p:spPr bwMode="auto">
              <a:xfrm>
                <a:off x="1575397" y="4372890"/>
                <a:ext cx="1143008" cy="228949"/>
              </a:xfrm>
              <a:prstGeom prst="ellipse">
                <a:avLst/>
              </a:prstGeom>
              <a:gradFill rotWithShape="1">
                <a:gsLst>
                  <a:gs pos="0">
                    <a:srgbClr val="EEECE1">
                      <a:gamma/>
                      <a:shade val="46275"/>
                      <a:invGamma/>
                    </a:srgbClr>
                  </a:gs>
                  <a:gs pos="100000">
                    <a:srgbClr val="EEECE1">
                      <a:alpha val="0"/>
                    </a:srgbClr>
                  </a:gs>
                </a:gsLst>
                <a:path path="shape">
                  <a:fillToRect l="50000" t="50000" r="50000" b="50000"/>
                </a:path>
              </a:gradFill>
              <a:ln w="9525">
                <a:noFill/>
                <a:rou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Arial" panose="020B0604020202020204" pitchFamily="34" charset="0"/>
                  <a:ea typeface="宋体" panose="02010600030101010101" pitchFamily="2" charset="-122"/>
                  <a:cs typeface="+mn-cs"/>
                </a:endParaRPr>
              </a:p>
            </p:txBody>
          </p:sp>
          <p:grpSp>
            <p:nvGrpSpPr>
              <p:cNvPr id="16" name="组合 16"/>
              <p:cNvGrpSpPr/>
              <p:nvPr/>
            </p:nvGrpSpPr>
            <p:grpSpPr>
              <a:xfrm>
                <a:off x="1553746" y="3179314"/>
                <a:ext cx="1276491" cy="1276491"/>
                <a:chOff x="1838602" y="3474594"/>
                <a:chExt cx="1159458" cy="1159458"/>
              </a:xfrm>
            </p:grpSpPr>
            <p:grpSp>
              <p:nvGrpSpPr>
                <p:cNvPr id="18" name="组合 17"/>
                <p:cNvGrpSpPr/>
                <p:nvPr/>
              </p:nvGrpSpPr>
              <p:grpSpPr>
                <a:xfrm>
                  <a:off x="1838602" y="3474594"/>
                  <a:ext cx="1159458" cy="1159458"/>
                  <a:chOff x="2768597" y="3009893"/>
                  <a:chExt cx="2214578" cy="2214577"/>
                </a:xfrm>
              </p:grpSpPr>
              <p:sp>
                <p:nvSpPr>
                  <p:cNvPr id="20" name="椭圆 19"/>
                  <p:cNvSpPr/>
                  <p:nvPr/>
                </p:nvSpPr>
                <p:spPr>
                  <a:xfrm>
                    <a:off x="2768597" y="3009893"/>
                    <a:ext cx="2214578" cy="2214577"/>
                  </a:xfrm>
                  <a:prstGeom prst="ellipse">
                    <a:avLst/>
                  </a:prstGeom>
                  <a:gradFill flip="none" rotWithShape="1">
                    <a:gsLst>
                      <a:gs pos="0">
                        <a:srgbClr val="FFC000"/>
                      </a:gs>
                      <a:gs pos="65000">
                        <a:srgbClr val="F79646">
                          <a:lumMod val="75000"/>
                        </a:srgbClr>
                      </a:gs>
                      <a:gs pos="82000">
                        <a:srgbClr val="F79646">
                          <a:lumMod val="75000"/>
                        </a:srgb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21" name="椭圆 20"/>
                  <p:cNvSpPr/>
                  <p:nvPr/>
                </p:nvSpPr>
                <p:spPr>
                  <a:xfrm>
                    <a:off x="2841549" y="3149379"/>
                    <a:ext cx="1402450" cy="1154957"/>
                  </a:xfrm>
                  <a:prstGeom prst="ellipse">
                    <a:avLst/>
                  </a:prstGeom>
                  <a:gradFill flip="none" rotWithShape="1">
                    <a:gsLst>
                      <a:gs pos="0">
                        <a:sysClr val="window" lastClr="FFFFFF">
                          <a:alpha val="83000"/>
                        </a:sysClr>
                      </a:gs>
                      <a:gs pos="50000">
                        <a:sysClr val="window" lastClr="FFFFFF">
                          <a:alpha val="0"/>
                        </a:sys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sp>
              <p:nvSpPr>
                <p:cNvPr id="19" name="椭圆 18"/>
                <p:cNvSpPr/>
                <p:nvPr/>
              </p:nvSpPr>
              <p:spPr>
                <a:xfrm rot="20122633">
                  <a:off x="2252737" y="4373332"/>
                  <a:ext cx="703537" cy="241608"/>
                </a:xfrm>
                <a:prstGeom prst="ellipse">
                  <a:avLst/>
                </a:prstGeom>
                <a:gradFill flip="none" rotWithShape="1">
                  <a:gsLst>
                    <a:gs pos="0">
                      <a:sysClr val="window" lastClr="FFFFFF">
                        <a:alpha val="55000"/>
                      </a:sysClr>
                    </a:gs>
                    <a:gs pos="50000">
                      <a:sysClr val="window" lastClr="FFFFFF">
                        <a:shade val="67500"/>
                        <a:satMod val="115000"/>
                        <a:alpha val="12000"/>
                      </a:sysClr>
                    </a:gs>
                    <a:gs pos="100000">
                      <a:sysClr val="window" lastClr="FFFFFF">
                        <a:shade val="100000"/>
                        <a:satMod val="115000"/>
                        <a:alpha val="0"/>
                      </a:sysClr>
                    </a:gs>
                  </a:gsLst>
                  <a:path path="shape">
                    <a:fillToRect l="50000" t="50000" r="50000" b="50000"/>
                  </a:path>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sp>
            <p:nvSpPr>
              <p:cNvPr id="17" name="TextBox 16"/>
              <p:cNvSpPr txBox="1"/>
              <p:nvPr/>
            </p:nvSpPr>
            <p:spPr>
              <a:xfrm>
                <a:off x="1752494" y="3619901"/>
                <a:ext cx="883272" cy="400110"/>
              </a:xfrm>
              <a:prstGeom prst="rect">
                <a:avLst/>
              </a:prstGeom>
              <a:noFill/>
              <a:scene3d>
                <a:camera prst="orthographicFront"/>
                <a:lightRig rig="flat" dir="t"/>
              </a:scene3d>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smtClean="0">
                    <a:ln w="18415" cmpd="sng">
                      <a:solidFill>
                        <a:srgbClr val="FFFFFF"/>
                      </a:solidFill>
                      <a:prstDash val="solid"/>
                    </a:ln>
                    <a:solidFill>
                      <a:srgbClr val="FFFFFF"/>
                    </a:solidFill>
                    <a:effectLst>
                      <a:outerShdw blurRad="63500" dir="3600000" algn="tl" rotWithShape="0">
                        <a:srgbClr val="000000">
                          <a:alpha val="70000"/>
                        </a:srgbClr>
                      </a:outerShdw>
                    </a:effectLst>
                    <a:uLnTx/>
                    <a:uFillTx/>
                    <a:latin typeface="微软雅黑" panose="020B0503020204020204" pitchFamily="34" charset="-122"/>
                    <a:ea typeface="微软雅黑" panose="020B0503020204020204" pitchFamily="34" charset="-122"/>
                    <a:cs typeface="+mn-cs"/>
                  </a:rPr>
                  <a:t>文字</a:t>
                </a:r>
                <a:endParaRPr kumimoji="0" lang="zh-CN" altLang="en-US" sz="2000" b="0" i="0" u="none" strike="noStrike" kern="1200" cap="none" spc="0" normalizeH="0" baseline="0" noProof="0" dirty="0">
                  <a:ln w="18415" cmpd="sng">
                    <a:solidFill>
                      <a:srgbClr val="FFFFFF"/>
                    </a:solidFill>
                    <a:prstDash val="solid"/>
                  </a:ln>
                  <a:solidFill>
                    <a:srgbClr val="FFFFFF"/>
                  </a:solidFill>
                  <a:effectLst>
                    <a:outerShdw blurRad="63500" dir="3600000" algn="tl" rotWithShape="0">
                      <a:srgbClr val="000000">
                        <a:alpha val="70000"/>
                      </a:srgbClr>
                    </a:outerShdw>
                  </a:effectLst>
                  <a:uLnTx/>
                  <a:uFillTx/>
                  <a:latin typeface="微软雅黑" panose="020B0503020204020204" pitchFamily="34" charset="-122"/>
                  <a:ea typeface="微软雅黑" panose="020B0503020204020204" pitchFamily="34" charset="-122"/>
                  <a:cs typeface="+mn-cs"/>
                </a:endParaRPr>
              </a:p>
            </p:txBody>
          </p:sp>
        </p:grpSp>
        <p:grpSp>
          <p:nvGrpSpPr>
            <p:cNvPr id="7" name="组合 6"/>
            <p:cNvGrpSpPr/>
            <p:nvPr/>
          </p:nvGrpSpPr>
          <p:grpSpPr>
            <a:xfrm>
              <a:off x="6203354" y="3021992"/>
              <a:ext cx="1770419" cy="1991184"/>
              <a:chOff x="6697281" y="3893695"/>
              <a:chExt cx="1276491" cy="1435665"/>
            </a:xfrm>
          </p:grpSpPr>
          <p:sp>
            <p:nvSpPr>
              <p:cNvPr id="8" name="Oval 65"/>
              <p:cNvSpPr>
                <a:spLocks noChangeArrowheads="1"/>
              </p:cNvSpPr>
              <p:nvPr/>
            </p:nvSpPr>
            <p:spPr bwMode="auto">
              <a:xfrm rot="393544">
                <a:off x="6706617" y="5100411"/>
                <a:ext cx="1143008" cy="228949"/>
              </a:xfrm>
              <a:prstGeom prst="ellipse">
                <a:avLst/>
              </a:prstGeom>
              <a:gradFill rotWithShape="1">
                <a:gsLst>
                  <a:gs pos="0">
                    <a:srgbClr val="EEECE1">
                      <a:gamma/>
                      <a:shade val="46275"/>
                      <a:invGamma/>
                    </a:srgbClr>
                  </a:gs>
                  <a:gs pos="100000">
                    <a:srgbClr val="EEECE1">
                      <a:alpha val="0"/>
                    </a:srgbClr>
                  </a:gs>
                </a:gsLst>
                <a:path path="shape">
                  <a:fillToRect l="50000" t="50000" r="50000" b="50000"/>
                </a:path>
              </a:gradFill>
              <a:ln w="9525">
                <a:noFill/>
                <a:rou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Arial" panose="020B0604020202020204" pitchFamily="34" charset="0"/>
                  <a:ea typeface="宋体" panose="02010600030101010101" pitchFamily="2" charset="-122"/>
                  <a:cs typeface="+mn-cs"/>
                </a:endParaRPr>
              </a:p>
            </p:txBody>
          </p:sp>
          <p:grpSp>
            <p:nvGrpSpPr>
              <p:cNvPr id="9" name="组合 8"/>
              <p:cNvGrpSpPr/>
              <p:nvPr/>
            </p:nvGrpSpPr>
            <p:grpSpPr>
              <a:xfrm>
                <a:off x="6697281" y="3893695"/>
                <a:ext cx="1276491" cy="1276491"/>
                <a:chOff x="1838601" y="3474595"/>
                <a:chExt cx="1159458" cy="1159458"/>
              </a:xfrm>
            </p:grpSpPr>
            <p:grpSp>
              <p:nvGrpSpPr>
                <p:cNvPr id="11" name="组合 5"/>
                <p:cNvGrpSpPr/>
                <p:nvPr/>
              </p:nvGrpSpPr>
              <p:grpSpPr>
                <a:xfrm>
                  <a:off x="1838601" y="3474595"/>
                  <a:ext cx="1159458" cy="1159458"/>
                  <a:chOff x="2768596" y="3009896"/>
                  <a:chExt cx="2214578" cy="2214578"/>
                </a:xfrm>
              </p:grpSpPr>
              <p:sp>
                <p:nvSpPr>
                  <p:cNvPr id="13" name="椭圆 12"/>
                  <p:cNvSpPr/>
                  <p:nvPr/>
                </p:nvSpPr>
                <p:spPr>
                  <a:xfrm>
                    <a:off x="2768596" y="3009896"/>
                    <a:ext cx="2214578" cy="2214578"/>
                  </a:xfrm>
                  <a:prstGeom prst="ellipse">
                    <a:avLst/>
                  </a:prstGeom>
                  <a:solidFill>
                    <a:srgbClr val="C80000"/>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14" name="椭圆 13"/>
                  <p:cNvSpPr/>
                  <p:nvPr/>
                </p:nvSpPr>
                <p:spPr>
                  <a:xfrm>
                    <a:off x="2841549" y="3149379"/>
                    <a:ext cx="1402450" cy="1154957"/>
                  </a:xfrm>
                  <a:prstGeom prst="ellipse">
                    <a:avLst/>
                  </a:prstGeom>
                  <a:gradFill flip="none" rotWithShape="1">
                    <a:gsLst>
                      <a:gs pos="0">
                        <a:sysClr val="window" lastClr="FFFFFF">
                          <a:alpha val="83000"/>
                        </a:sysClr>
                      </a:gs>
                      <a:gs pos="50000">
                        <a:sysClr val="window" lastClr="FFFFFF">
                          <a:alpha val="0"/>
                        </a:sysClr>
                      </a:gs>
                    </a:gsLst>
                    <a:path path="circle">
                      <a:fillToRect l="50000" t="50000" r="50000" b="50000"/>
                    </a:path>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sp>
              <p:nvSpPr>
                <p:cNvPr id="12" name="椭圆 11"/>
                <p:cNvSpPr/>
                <p:nvPr/>
              </p:nvSpPr>
              <p:spPr>
                <a:xfrm rot="20122633">
                  <a:off x="2252737" y="4373332"/>
                  <a:ext cx="703537" cy="241608"/>
                </a:xfrm>
                <a:prstGeom prst="ellipse">
                  <a:avLst/>
                </a:prstGeom>
                <a:gradFill flip="none" rotWithShape="1">
                  <a:gsLst>
                    <a:gs pos="0">
                      <a:sysClr val="window" lastClr="FFFFFF">
                        <a:alpha val="55000"/>
                      </a:sysClr>
                    </a:gs>
                    <a:gs pos="50000">
                      <a:sysClr val="window" lastClr="FFFFFF">
                        <a:shade val="67500"/>
                        <a:satMod val="115000"/>
                        <a:alpha val="12000"/>
                      </a:sysClr>
                    </a:gs>
                    <a:gs pos="100000">
                      <a:sysClr val="window" lastClr="FFFFFF">
                        <a:shade val="100000"/>
                        <a:satMod val="115000"/>
                        <a:alpha val="0"/>
                      </a:sysClr>
                    </a:gs>
                  </a:gsLst>
                  <a:path path="shape">
                    <a:fillToRect l="50000" t="50000" r="50000" b="50000"/>
                  </a:path>
                  <a:tileRect/>
                </a:gra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sp>
            <p:nvSpPr>
              <p:cNvPr id="10" name="TextBox 9"/>
              <p:cNvSpPr txBox="1"/>
              <p:nvPr/>
            </p:nvSpPr>
            <p:spPr>
              <a:xfrm>
                <a:off x="6892777" y="4334450"/>
                <a:ext cx="883272" cy="400110"/>
              </a:xfrm>
              <a:prstGeom prst="rect">
                <a:avLst/>
              </a:prstGeom>
              <a:noFill/>
              <a:scene3d>
                <a:camera prst="orthographicFront"/>
                <a:lightRig rig="flat" dir="t"/>
              </a:scene3d>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smtClean="0">
                    <a:ln w="18415" cmpd="sng">
                      <a:solidFill>
                        <a:srgbClr val="FFFFFF"/>
                      </a:solidFill>
                      <a:prstDash val="solid"/>
                    </a:ln>
                    <a:solidFill>
                      <a:srgbClr val="FFFFFF"/>
                    </a:solidFill>
                    <a:effectLst>
                      <a:outerShdw blurRad="63500" dir="3600000" algn="tl" rotWithShape="0">
                        <a:srgbClr val="000000">
                          <a:alpha val="70000"/>
                        </a:srgbClr>
                      </a:outerShdw>
                    </a:effectLst>
                    <a:uLnTx/>
                    <a:uFillTx/>
                    <a:latin typeface="微软雅黑" panose="020B0503020204020204" pitchFamily="34" charset="-122"/>
                    <a:ea typeface="微软雅黑" panose="020B0503020204020204" pitchFamily="34" charset="-122"/>
                    <a:cs typeface="+mn-cs"/>
                  </a:rPr>
                  <a:t>文字</a:t>
                </a:r>
                <a:endParaRPr kumimoji="0" lang="zh-CN" altLang="en-US" sz="2000" b="0" i="0" u="none" strike="noStrike" kern="1200" cap="none" spc="0" normalizeH="0" baseline="0" noProof="0" dirty="0">
                  <a:ln w="18415" cmpd="sng">
                    <a:solidFill>
                      <a:srgbClr val="FFFFFF"/>
                    </a:solidFill>
                    <a:prstDash val="solid"/>
                  </a:ln>
                  <a:solidFill>
                    <a:srgbClr val="FFFFFF"/>
                  </a:solidFill>
                  <a:effectLst>
                    <a:outerShdw blurRad="63500" dir="3600000" algn="tl" rotWithShape="0">
                      <a:srgbClr val="000000">
                        <a:alpha val="70000"/>
                      </a:srgbClr>
                    </a:outerShdw>
                  </a:effectLst>
                  <a:uLnTx/>
                  <a:uFillTx/>
                  <a:latin typeface="微软雅黑" panose="020B0503020204020204" pitchFamily="34" charset="-122"/>
                  <a:ea typeface="微软雅黑" panose="020B0503020204020204" pitchFamily="34" charset="-122"/>
                  <a:cs typeface="+mn-cs"/>
                </a:endParaRPr>
              </a:p>
            </p:txBody>
          </p:sp>
        </p:grpSp>
      </p:grpSp>
      <p:grpSp>
        <p:nvGrpSpPr>
          <p:cNvPr id="24" name="组合 23"/>
          <p:cNvGrpSpPr/>
          <p:nvPr/>
        </p:nvGrpSpPr>
        <p:grpSpPr>
          <a:xfrm>
            <a:off x="3794015" y="2515942"/>
            <a:ext cx="1663645" cy="756789"/>
            <a:chOff x="3545079" y="3620910"/>
            <a:chExt cx="1663645" cy="756789"/>
          </a:xfrm>
        </p:grpSpPr>
        <p:sp>
          <p:nvSpPr>
            <p:cNvPr id="25" name="下箭头 24"/>
            <p:cNvSpPr/>
            <p:nvPr/>
          </p:nvSpPr>
          <p:spPr>
            <a:xfrm rot="16801954">
              <a:off x="3998507" y="3167482"/>
              <a:ext cx="756789" cy="1663645"/>
            </a:xfrm>
            <a:prstGeom prst="downArrow">
              <a:avLst/>
            </a:prstGeom>
            <a:gradFill>
              <a:gsLst>
                <a:gs pos="2000">
                  <a:sysClr val="window" lastClr="FFFFFF">
                    <a:lumMod val="65000"/>
                  </a:sysClr>
                </a:gs>
                <a:gs pos="66000">
                  <a:sysClr val="window" lastClr="FFFFFF">
                    <a:lumMod val="65000"/>
                  </a:sysClr>
                </a:gs>
              </a:gsLst>
              <a:lin ang="5400000" scaled="0"/>
            </a:gradFill>
            <a:ln w="34925" cap="flat" cmpd="sng" algn="ctr">
              <a:solidFill>
                <a:srgbClr val="FFFFFF"/>
              </a:solidFill>
              <a:prstDash val="solid"/>
            </a:ln>
            <a:effectLst/>
            <a:scene3d>
              <a:camera prst="perspectiveFront" fov="2700000">
                <a:rot lat="21089046" lon="21421962" rev="60000"/>
              </a:camera>
              <a:lightRig rig="threePt" dir="t"/>
            </a:scene3d>
            <a:sp3d extrusionH="101600" prstMaterial="metal">
              <a:bevelT w="260350" h="50800" prst="softRound"/>
              <a:bevelB w="88900" h="196850" prst="softRound"/>
            </a:sp3d>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26" name="Text Box 39"/>
            <p:cNvSpPr txBox="1">
              <a:spLocks noChangeArrowheads="1"/>
            </p:cNvSpPr>
            <p:nvPr/>
          </p:nvSpPr>
          <p:spPr bwMode="auto">
            <a:xfrm rot="563558">
              <a:off x="3629695" y="3776223"/>
              <a:ext cx="1214446" cy="336695"/>
            </a:xfrm>
            <a:prstGeom prst="rect">
              <a:avLst/>
            </a:prstGeom>
            <a:noFill/>
            <a:ln w="9525">
              <a:noFill/>
              <a:miter lim="800000"/>
            </a:ln>
          </p:spPr>
          <p:txBody>
            <a:bodyPr wrap="square">
              <a:spAutoFit/>
            </a:bodyPr>
            <a:lstStyle/>
            <a:p>
              <a:pPr marL="0" marR="0" lvl="0" indent="0" algn="ctr" defTabSz="914400" rtl="0" eaLnBrk="1" fontAlgn="auto" latinLnBrk="0" hangingPunct="1">
                <a:lnSpc>
                  <a:spcPct val="150000"/>
                </a:lnSpc>
                <a:spcBef>
                  <a:spcPts val="0"/>
                </a:spcBef>
                <a:spcAft>
                  <a:spcPts val="0"/>
                </a:spcAft>
                <a:buClr>
                  <a:prstClr val="black">
                    <a:lumMod val="50000"/>
                    <a:lumOff val="50000"/>
                  </a:prstClr>
                </a:buClr>
                <a:buSzTx/>
                <a:buFontTx/>
                <a:buNone/>
                <a:defRPr/>
              </a:pPr>
              <a:r>
                <a:rPr kumimoji="0" lang="zh-CN" altLang="en-US" sz="1200" b="1"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添加内容文字</a:t>
              </a:r>
              <a:endParaRPr kumimoji="0" lang="en-US" altLang="zh-CN" sz="1200" b="1"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27" name="组合 26"/>
          <p:cNvGrpSpPr/>
          <p:nvPr/>
        </p:nvGrpSpPr>
        <p:grpSpPr>
          <a:xfrm>
            <a:off x="1295306" y="1027888"/>
            <a:ext cx="1899138" cy="887064"/>
            <a:chOff x="1273742" y="2132856"/>
            <a:chExt cx="1899138" cy="887064"/>
          </a:xfrm>
        </p:grpSpPr>
        <p:sp>
          <p:nvSpPr>
            <p:cNvPr id="28" name="Text Box 39"/>
            <p:cNvSpPr txBox="1">
              <a:spLocks noChangeArrowheads="1"/>
            </p:cNvSpPr>
            <p:nvPr/>
          </p:nvSpPr>
          <p:spPr bwMode="auto">
            <a:xfrm>
              <a:off x="1273742" y="2406226"/>
              <a:ext cx="1899138" cy="613694"/>
            </a:xfrm>
            <a:prstGeom prst="rect">
              <a:avLst/>
            </a:prstGeom>
            <a:noFill/>
            <a:ln w="9525">
              <a:noFill/>
              <a:miter lim="800000"/>
            </a:ln>
          </p:spPr>
          <p:txBody>
            <a:bodyPr wrap="square">
              <a:spAutoFit/>
            </a:bodyPr>
            <a:lstStyle/>
            <a:p>
              <a:pPr marL="0" marR="0" lvl="0" indent="0" algn="l" defTabSz="914400" rtl="0" eaLnBrk="1" fontAlgn="auto" latinLnBrk="0" hangingPunct="1">
                <a:lnSpc>
                  <a:spcPct val="150000"/>
                </a:lnSpc>
                <a:spcBef>
                  <a:spcPts val="0"/>
                </a:spcBef>
                <a:spcAft>
                  <a:spcPts val="0"/>
                </a:spcAft>
                <a:buClr>
                  <a:prstClr val="black">
                    <a:lumMod val="50000"/>
                    <a:lumOff val="50000"/>
                  </a:prstClr>
                </a:buClr>
                <a:buSzTx/>
                <a:buFontTx/>
                <a:buNone/>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点击此处</a:t>
              </a:r>
              <a:r>
                <a:rPr kumimoji="0" lang="zh-CN" altLang="en-US" sz="12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添加内容文字</a:t>
              </a:r>
              <a:endParaRPr kumimoji="0" lang="en-US" altLang="zh-CN" sz="12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
                  <a:prstClr val="black">
                    <a:lumMod val="50000"/>
                    <a:lumOff val="50000"/>
                  </a:prstClr>
                </a:buClr>
                <a:buSzTx/>
                <a:buFontTx/>
                <a:buNone/>
                <a:defRPr/>
              </a:pPr>
              <a:r>
                <a:rPr kumimoji="0" lang="zh-CN" altLang="en-US" sz="12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点击</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此处</a:t>
              </a:r>
              <a:r>
                <a:rPr kumimoji="0" lang="zh-CN" altLang="en-US" sz="12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添加内容文字</a:t>
              </a:r>
              <a:endParaRPr kumimoji="0" lang="en-US" altLang="zh-CN" sz="12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9" name="Text Box 39"/>
            <p:cNvSpPr txBox="1">
              <a:spLocks noChangeArrowheads="1"/>
            </p:cNvSpPr>
            <p:nvPr/>
          </p:nvSpPr>
          <p:spPr bwMode="auto">
            <a:xfrm>
              <a:off x="1339431" y="2132856"/>
              <a:ext cx="1580361" cy="295145"/>
            </a:xfrm>
            <a:prstGeom prst="rect">
              <a:avLst/>
            </a:prstGeom>
            <a:noFill/>
            <a:ln w="9525">
              <a:noFill/>
              <a:miter lim="800000"/>
            </a:ln>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1" i="0" u="none" strike="noStrike" kern="0" cap="none" spc="0" normalizeH="0" baseline="0" noProof="0" dirty="0" smtClean="0">
                  <a:ln>
                    <a:noFill/>
                  </a:ln>
                  <a:solidFill>
                    <a:srgbClr val="F79646">
                      <a:lumMod val="75000"/>
                    </a:srgbClr>
                  </a:solidFill>
                  <a:effectLst/>
                  <a:uLnTx/>
                  <a:uFillTx/>
                  <a:latin typeface="微软雅黑" panose="020B0503020204020204" pitchFamily="34" charset="-122"/>
                  <a:ea typeface="微软雅黑" panose="020B0503020204020204" pitchFamily="34" charset="-122"/>
                  <a:cs typeface="+mn-cs"/>
                </a:rPr>
                <a:t>此处添加内容文字</a:t>
              </a:r>
              <a:endParaRPr kumimoji="0" lang="zh-CN" altLang="en-US" sz="1200" b="1" i="0" u="none" strike="noStrike" kern="0" cap="none" spc="0" normalizeH="0" baseline="0" noProof="0" dirty="0">
                <a:ln>
                  <a:noFill/>
                </a:ln>
                <a:solidFill>
                  <a:srgbClr val="F79646">
                    <a:lumMod val="75000"/>
                  </a:srgbClr>
                </a:solidFill>
                <a:effectLst/>
                <a:uLnTx/>
                <a:uFillTx/>
                <a:latin typeface="微软雅黑" panose="020B0503020204020204" pitchFamily="34" charset="-122"/>
                <a:ea typeface="微软雅黑" panose="020B0503020204020204" pitchFamily="34" charset="-122"/>
                <a:cs typeface="+mn-cs"/>
              </a:endParaRPr>
            </a:p>
          </p:txBody>
        </p:sp>
      </p:grpSp>
      <p:grpSp>
        <p:nvGrpSpPr>
          <p:cNvPr id="30" name="组合 29"/>
          <p:cNvGrpSpPr/>
          <p:nvPr/>
        </p:nvGrpSpPr>
        <p:grpSpPr>
          <a:xfrm>
            <a:off x="6249748" y="1004920"/>
            <a:ext cx="1899138" cy="887064"/>
            <a:chOff x="6228184" y="2109888"/>
            <a:chExt cx="1899138" cy="887064"/>
          </a:xfrm>
        </p:grpSpPr>
        <p:sp>
          <p:nvSpPr>
            <p:cNvPr id="31" name="Text Box 39"/>
            <p:cNvSpPr txBox="1">
              <a:spLocks noChangeArrowheads="1"/>
            </p:cNvSpPr>
            <p:nvPr/>
          </p:nvSpPr>
          <p:spPr bwMode="auto">
            <a:xfrm>
              <a:off x="6228184" y="2383258"/>
              <a:ext cx="1899138" cy="613694"/>
            </a:xfrm>
            <a:prstGeom prst="rect">
              <a:avLst/>
            </a:prstGeom>
            <a:noFill/>
            <a:ln w="9525">
              <a:noFill/>
              <a:miter lim="800000"/>
            </a:ln>
          </p:spPr>
          <p:txBody>
            <a:bodyPr wrap="square">
              <a:spAutoFit/>
            </a:bodyPr>
            <a:lstStyle/>
            <a:p>
              <a:pPr marL="0" marR="0" lvl="0" indent="0" algn="l" defTabSz="914400" rtl="0" eaLnBrk="1" fontAlgn="auto" latinLnBrk="0" hangingPunct="1">
                <a:lnSpc>
                  <a:spcPct val="150000"/>
                </a:lnSpc>
                <a:spcBef>
                  <a:spcPts val="0"/>
                </a:spcBef>
                <a:spcAft>
                  <a:spcPts val="0"/>
                </a:spcAft>
                <a:buClr>
                  <a:prstClr val="black">
                    <a:lumMod val="50000"/>
                    <a:lumOff val="50000"/>
                  </a:prstClr>
                </a:buClr>
                <a:buSzTx/>
                <a:buFontTx/>
                <a:buNone/>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点击此处</a:t>
              </a:r>
              <a:r>
                <a:rPr kumimoji="0" lang="zh-CN" altLang="en-US" sz="12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添加内容文字</a:t>
              </a:r>
              <a:endParaRPr kumimoji="0" lang="en-US" altLang="zh-CN" sz="12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
                  <a:prstClr val="black">
                    <a:lumMod val="50000"/>
                    <a:lumOff val="50000"/>
                  </a:prstClr>
                </a:buClr>
                <a:buSzTx/>
                <a:buFontTx/>
                <a:buNone/>
                <a:defRPr/>
              </a:pPr>
              <a:r>
                <a:rPr kumimoji="0" lang="zh-CN" altLang="en-US" sz="12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点击</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此处</a:t>
              </a:r>
              <a:r>
                <a:rPr kumimoji="0" lang="zh-CN" altLang="en-US" sz="12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添加内容文字</a:t>
              </a:r>
              <a:endParaRPr kumimoji="0" lang="en-US" altLang="zh-CN" sz="12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2" name="Text Box 39"/>
            <p:cNvSpPr txBox="1">
              <a:spLocks noChangeArrowheads="1"/>
            </p:cNvSpPr>
            <p:nvPr/>
          </p:nvSpPr>
          <p:spPr bwMode="auto">
            <a:xfrm>
              <a:off x="6293873" y="2109888"/>
              <a:ext cx="1580361" cy="295145"/>
            </a:xfrm>
            <a:prstGeom prst="rect">
              <a:avLst/>
            </a:prstGeom>
            <a:noFill/>
            <a:ln w="9525">
              <a:noFill/>
              <a:miter lim="800000"/>
            </a:ln>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1" i="0" u="none" strike="noStrike" kern="120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n-cs"/>
                </a:rPr>
                <a:t>此处添加内容文字</a:t>
              </a:r>
              <a:endParaRPr kumimoji="0" lang="zh-CN" altLang="en-US" sz="12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8" presetClass="emph" presetSubtype="0" accel="25500" fill="hold" nodeType="afterEffect" p14:presetBounceEnd="92000">
                                      <p:stCondLst>
                                        <p:cond delay="0"/>
                                      </p:stCondLst>
                                      <p:childTnLst>
                                        <p:animRot by="480000" p14:bounceEnd="92000">
                                          <p:cBhvr>
                                            <p:cTn id="12" dur="1500" fill="hold"/>
                                            <p:tgtEl>
                                              <p:spTgt spid="4"/>
                                            </p:tgtEl>
                                            <p:attrNameLst>
                                              <p:attrName>r</p:attrName>
                                            </p:attrNameLst>
                                          </p:cBhvr>
                                        </p:animRot>
                                      </p:childTnLst>
                                    </p:cTn>
                                  </p:par>
                                  <p:par>
                                    <p:cTn id="13" presetID="10"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80"/>
                                            <p:tgtEl>
                                              <p:spTgt spid="3"/>
                                            </p:tgtEl>
                                          </p:cBhvr>
                                        </p:animEffect>
                                      </p:childTnLst>
                                    </p:cTn>
                                  </p:par>
                                </p:childTnLst>
                              </p:cTn>
                            </p:par>
                            <p:par>
                              <p:cTn id="16" fill="hold">
                                <p:stCondLst>
                                  <p:cond delay="2500"/>
                                </p:stCondLst>
                                <p:childTnLst>
                                  <p:par>
                                    <p:cTn id="17" presetID="12" presetClass="entr" presetSubtype="8" fill="hold" nodeType="afterEffect">
                                      <p:stCondLst>
                                        <p:cond delay="0"/>
                                      </p:stCondLst>
                                      <p:childTnLst>
                                        <p:set>
                                          <p:cBhvr>
                                            <p:cTn id="18" dur="1" fill="hold">
                                              <p:stCondLst>
                                                <p:cond delay="0"/>
                                              </p:stCondLst>
                                            </p:cTn>
                                            <p:tgtEl>
                                              <p:spTgt spid="24"/>
                                            </p:tgtEl>
                                            <p:attrNameLst>
                                              <p:attrName>style.visibility</p:attrName>
                                            </p:attrNameLst>
                                          </p:cBhvr>
                                          <p:to>
                                            <p:strVal val="visible"/>
                                          </p:to>
                                        </p:set>
                                        <p:anim calcmode="lin" valueType="num">
                                          <p:cBhvr additive="base">
                                            <p:cTn id="19" dur="250"/>
                                            <p:tgtEl>
                                              <p:spTgt spid="24"/>
                                            </p:tgtEl>
                                            <p:attrNameLst>
                                              <p:attrName>ppt_x</p:attrName>
                                            </p:attrNameLst>
                                          </p:cBhvr>
                                          <p:tavLst>
                                            <p:tav tm="0">
                                              <p:val>
                                                <p:strVal val="#ppt_x-#ppt_w*1.125000"/>
                                              </p:val>
                                            </p:tav>
                                            <p:tav tm="100000">
                                              <p:val>
                                                <p:strVal val="#ppt_x"/>
                                              </p:val>
                                            </p:tav>
                                          </p:tavLst>
                                        </p:anim>
                                        <p:animEffect transition="in" filter="wipe(right)">
                                          <p:cBhvr>
                                            <p:cTn id="20" dur="250"/>
                                            <p:tgtEl>
                                              <p:spTgt spid="24"/>
                                            </p:tgtEl>
                                          </p:cBhvr>
                                        </p:animEffect>
                                      </p:childTnLst>
                                    </p:cTn>
                                  </p:par>
                                </p:childTnLst>
                              </p:cTn>
                            </p:par>
                            <p:par>
                              <p:cTn id="21" fill="hold">
                                <p:stCondLst>
                                  <p:cond delay="3000"/>
                                </p:stCondLst>
                                <p:childTnLst>
                                  <p:par>
                                    <p:cTn id="22" presetID="12" presetClass="entr" presetSubtype="4" fill="hold" nodeType="afterEffect">
                                      <p:stCondLst>
                                        <p:cond delay="0"/>
                                      </p:stCondLst>
                                      <p:childTnLst>
                                        <p:set>
                                          <p:cBhvr>
                                            <p:cTn id="23" dur="1" fill="hold">
                                              <p:stCondLst>
                                                <p:cond delay="0"/>
                                              </p:stCondLst>
                                            </p:cTn>
                                            <p:tgtEl>
                                              <p:spTgt spid="27"/>
                                            </p:tgtEl>
                                            <p:attrNameLst>
                                              <p:attrName>style.visibility</p:attrName>
                                            </p:attrNameLst>
                                          </p:cBhvr>
                                          <p:to>
                                            <p:strVal val="visible"/>
                                          </p:to>
                                        </p:set>
                                        <p:anim calcmode="lin" valueType="num">
                                          <p:cBhvr additive="base">
                                            <p:cTn id="24" dur="1000"/>
                                            <p:tgtEl>
                                              <p:spTgt spid="27"/>
                                            </p:tgtEl>
                                            <p:attrNameLst>
                                              <p:attrName>ppt_y</p:attrName>
                                            </p:attrNameLst>
                                          </p:cBhvr>
                                          <p:tavLst>
                                            <p:tav tm="0">
                                              <p:val>
                                                <p:strVal val="#ppt_y+#ppt_h*1.125000"/>
                                              </p:val>
                                            </p:tav>
                                            <p:tav tm="100000">
                                              <p:val>
                                                <p:strVal val="#ppt_y"/>
                                              </p:val>
                                            </p:tav>
                                          </p:tavLst>
                                        </p:anim>
                                        <p:animEffect transition="in" filter="wipe(up)">
                                          <p:cBhvr>
                                            <p:cTn id="25" dur="1000"/>
                                            <p:tgtEl>
                                              <p:spTgt spid="27"/>
                                            </p:tgtEl>
                                          </p:cBhvr>
                                        </p:animEffect>
                                      </p:childTnLst>
                                    </p:cTn>
                                  </p:par>
                                  <p:par>
                                    <p:cTn id="26" presetID="12" presetClass="entr" presetSubtype="4" fill="hold" nodeType="withEffect">
                                      <p:stCondLst>
                                        <p:cond delay="0"/>
                                      </p:stCondLst>
                                      <p:childTnLst>
                                        <p:set>
                                          <p:cBhvr>
                                            <p:cTn id="27" dur="1" fill="hold">
                                              <p:stCondLst>
                                                <p:cond delay="0"/>
                                              </p:stCondLst>
                                            </p:cTn>
                                            <p:tgtEl>
                                              <p:spTgt spid="30"/>
                                            </p:tgtEl>
                                            <p:attrNameLst>
                                              <p:attrName>style.visibility</p:attrName>
                                            </p:attrNameLst>
                                          </p:cBhvr>
                                          <p:to>
                                            <p:strVal val="visible"/>
                                          </p:to>
                                        </p:set>
                                        <p:anim calcmode="lin" valueType="num">
                                          <p:cBhvr additive="base">
                                            <p:cTn id="28" dur="1000"/>
                                            <p:tgtEl>
                                              <p:spTgt spid="30"/>
                                            </p:tgtEl>
                                            <p:attrNameLst>
                                              <p:attrName>ppt_y</p:attrName>
                                            </p:attrNameLst>
                                          </p:cBhvr>
                                          <p:tavLst>
                                            <p:tav tm="0">
                                              <p:val>
                                                <p:strVal val="#ppt_y+#ppt_h*1.125000"/>
                                              </p:val>
                                            </p:tav>
                                            <p:tav tm="100000">
                                              <p:val>
                                                <p:strVal val="#ppt_y"/>
                                              </p:val>
                                            </p:tav>
                                          </p:tavLst>
                                        </p:anim>
                                        <p:animEffect transition="in" filter="wipe(up)">
                                          <p:cBhvr>
                                            <p:cTn id="29" dur="1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8" presetClass="emph" presetSubtype="0" accel="25500" fill="hold" nodeType="afterEffect">
                                      <p:stCondLst>
                                        <p:cond delay="0"/>
                                      </p:stCondLst>
                                      <p:childTnLst>
                                        <p:animRot by="480000">
                                          <p:cBhvr>
                                            <p:cTn id="12" dur="1500" fill="hold"/>
                                            <p:tgtEl>
                                              <p:spTgt spid="4"/>
                                            </p:tgtEl>
                                            <p:attrNameLst>
                                              <p:attrName>r</p:attrName>
                                            </p:attrNameLst>
                                          </p:cBhvr>
                                        </p:animRot>
                                      </p:childTnLst>
                                    </p:cTn>
                                  </p:par>
                                  <p:par>
                                    <p:cTn id="13" presetID="10"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80"/>
                                            <p:tgtEl>
                                              <p:spTgt spid="3"/>
                                            </p:tgtEl>
                                          </p:cBhvr>
                                        </p:animEffect>
                                      </p:childTnLst>
                                    </p:cTn>
                                  </p:par>
                                </p:childTnLst>
                              </p:cTn>
                            </p:par>
                            <p:par>
                              <p:cTn id="16" fill="hold">
                                <p:stCondLst>
                                  <p:cond delay="2500"/>
                                </p:stCondLst>
                                <p:childTnLst>
                                  <p:par>
                                    <p:cTn id="17" presetID="12" presetClass="entr" presetSubtype="8" fill="hold" nodeType="afterEffect">
                                      <p:stCondLst>
                                        <p:cond delay="0"/>
                                      </p:stCondLst>
                                      <p:childTnLst>
                                        <p:set>
                                          <p:cBhvr>
                                            <p:cTn id="18" dur="1" fill="hold">
                                              <p:stCondLst>
                                                <p:cond delay="0"/>
                                              </p:stCondLst>
                                            </p:cTn>
                                            <p:tgtEl>
                                              <p:spTgt spid="24"/>
                                            </p:tgtEl>
                                            <p:attrNameLst>
                                              <p:attrName>style.visibility</p:attrName>
                                            </p:attrNameLst>
                                          </p:cBhvr>
                                          <p:to>
                                            <p:strVal val="visible"/>
                                          </p:to>
                                        </p:set>
                                        <p:anim calcmode="lin" valueType="num">
                                          <p:cBhvr additive="base">
                                            <p:cTn id="19" dur="250"/>
                                            <p:tgtEl>
                                              <p:spTgt spid="24"/>
                                            </p:tgtEl>
                                            <p:attrNameLst>
                                              <p:attrName>ppt_x</p:attrName>
                                            </p:attrNameLst>
                                          </p:cBhvr>
                                          <p:tavLst>
                                            <p:tav tm="0">
                                              <p:val>
                                                <p:strVal val="#ppt_x-#ppt_w*1.125000"/>
                                              </p:val>
                                            </p:tav>
                                            <p:tav tm="100000">
                                              <p:val>
                                                <p:strVal val="#ppt_x"/>
                                              </p:val>
                                            </p:tav>
                                          </p:tavLst>
                                        </p:anim>
                                        <p:animEffect transition="in" filter="wipe(right)">
                                          <p:cBhvr>
                                            <p:cTn id="20" dur="250"/>
                                            <p:tgtEl>
                                              <p:spTgt spid="24"/>
                                            </p:tgtEl>
                                          </p:cBhvr>
                                        </p:animEffect>
                                      </p:childTnLst>
                                    </p:cTn>
                                  </p:par>
                                </p:childTnLst>
                              </p:cTn>
                            </p:par>
                            <p:par>
                              <p:cTn id="21" fill="hold">
                                <p:stCondLst>
                                  <p:cond delay="3000"/>
                                </p:stCondLst>
                                <p:childTnLst>
                                  <p:par>
                                    <p:cTn id="22" presetID="12" presetClass="entr" presetSubtype="4" fill="hold" nodeType="afterEffect">
                                      <p:stCondLst>
                                        <p:cond delay="0"/>
                                      </p:stCondLst>
                                      <p:childTnLst>
                                        <p:set>
                                          <p:cBhvr>
                                            <p:cTn id="23" dur="1" fill="hold">
                                              <p:stCondLst>
                                                <p:cond delay="0"/>
                                              </p:stCondLst>
                                            </p:cTn>
                                            <p:tgtEl>
                                              <p:spTgt spid="27"/>
                                            </p:tgtEl>
                                            <p:attrNameLst>
                                              <p:attrName>style.visibility</p:attrName>
                                            </p:attrNameLst>
                                          </p:cBhvr>
                                          <p:to>
                                            <p:strVal val="visible"/>
                                          </p:to>
                                        </p:set>
                                        <p:anim calcmode="lin" valueType="num">
                                          <p:cBhvr additive="base">
                                            <p:cTn id="24" dur="1000"/>
                                            <p:tgtEl>
                                              <p:spTgt spid="27"/>
                                            </p:tgtEl>
                                            <p:attrNameLst>
                                              <p:attrName>ppt_y</p:attrName>
                                            </p:attrNameLst>
                                          </p:cBhvr>
                                          <p:tavLst>
                                            <p:tav tm="0">
                                              <p:val>
                                                <p:strVal val="#ppt_y+#ppt_h*1.125000"/>
                                              </p:val>
                                            </p:tav>
                                            <p:tav tm="100000">
                                              <p:val>
                                                <p:strVal val="#ppt_y"/>
                                              </p:val>
                                            </p:tav>
                                          </p:tavLst>
                                        </p:anim>
                                        <p:animEffect transition="in" filter="wipe(up)">
                                          <p:cBhvr>
                                            <p:cTn id="25" dur="1000"/>
                                            <p:tgtEl>
                                              <p:spTgt spid="27"/>
                                            </p:tgtEl>
                                          </p:cBhvr>
                                        </p:animEffect>
                                      </p:childTnLst>
                                    </p:cTn>
                                  </p:par>
                                  <p:par>
                                    <p:cTn id="26" presetID="12" presetClass="entr" presetSubtype="4" fill="hold" nodeType="withEffect">
                                      <p:stCondLst>
                                        <p:cond delay="0"/>
                                      </p:stCondLst>
                                      <p:childTnLst>
                                        <p:set>
                                          <p:cBhvr>
                                            <p:cTn id="27" dur="1" fill="hold">
                                              <p:stCondLst>
                                                <p:cond delay="0"/>
                                              </p:stCondLst>
                                            </p:cTn>
                                            <p:tgtEl>
                                              <p:spTgt spid="30"/>
                                            </p:tgtEl>
                                            <p:attrNameLst>
                                              <p:attrName>style.visibility</p:attrName>
                                            </p:attrNameLst>
                                          </p:cBhvr>
                                          <p:to>
                                            <p:strVal val="visible"/>
                                          </p:to>
                                        </p:set>
                                        <p:anim calcmode="lin" valueType="num">
                                          <p:cBhvr additive="base">
                                            <p:cTn id="28" dur="1000"/>
                                            <p:tgtEl>
                                              <p:spTgt spid="30"/>
                                            </p:tgtEl>
                                            <p:attrNameLst>
                                              <p:attrName>ppt_y</p:attrName>
                                            </p:attrNameLst>
                                          </p:cBhvr>
                                          <p:tavLst>
                                            <p:tav tm="0">
                                              <p:val>
                                                <p:strVal val="#ppt_y+#ppt_h*1.125000"/>
                                              </p:val>
                                            </p:tav>
                                            <p:tav tm="100000">
                                              <p:val>
                                                <p:strVal val="#ppt_y"/>
                                              </p:val>
                                            </p:tav>
                                          </p:tavLst>
                                        </p:anim>
                                        <p:animEffect transition="in" filter="wipe(up)">
                                          <p:cBhvr>
                                            <p:cTn id="29" dur="1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点击此处添加标题</a:t>
            </a:r>
            <a:endParaRPr lang="zh-CN" altLang="en-US" dirty="0"/>
          </a:p>
        </p:txBody>
      </p:sp>
      <p:sp>
        <p:nvSpPr>
          <p:cNvPr id="3" name="椭圆 2"/>
          <p:cNvSpPr/>
          <p:nvPr/>
        </p:nvSpPr>
        <p:spPr>
          <a:xfrm>
            <a:off x="3671952" y="2755953"/>
            <a:ext cx="1784985" cy="1760013"/>
          </a:xfrm>
          <a:prstGeom prst="ellipse">
            <a:avLst/>
          </a:prstGeom>
          <a:solidFill>
            <a:srgbClr val="C80000"/>
          </a:solidFill>
          <a:ln w="3175" cap="flat" cmpd="sng" algn="ctr">
            <a:noFill/>
            <a:prstDash val="soli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p>
      <p:sp>
        <p:nvSpPr>
          <p:cNvPr id="4" name="左箭头 3"/>
          <p:cNvSpPr/>
          <p:nvPr/>
        </p:nvSpPr>
        <p:spPr>
          <a:xfrm rot="12900000">
            <a:off x="2387894" y="2488020"/>
            <a:ext cx="1510013" cy="381540"/>
          </a:xfrm>
          <a:prstGeom prst="leftArrow">
            <a:avLst>
              <a:gd name="adj1" fmla="val 60000"/>
              <a:gd name="adj2" fmla="val 50000"/>
            </a:avLst>
          </a:prstGeom>
          <a:solidFill>
            <a:srgbClr val="C80000"/>
          </a:solidFill>
          <a:ln w="3175" cap="flat" cmpd="sng" algn="ctr">
            <a:solidFill>
              <a:srgbClr val="D7D7D7"/>
            </a:solidFill>
            <a:prstDash val="solid"/>
          </a:ln>
          <a:effectLst>
            <a:outerShdw blurRad="50800" dist="38100" dir="2700000" algn="tl" rotWithShape="0">
              <a:prstClr val="black">
                <a:alpha val="40000"/>
              </a:prstClr>
            </a:outerShdw>
          </a:effectLst>
        </p:spPr>
      </p:sp>
      <p:sp>
        <p:nvSpPr>
          <p:cNvPr id="5" name="圆角矩形 4"/>
          <p:cNvSpPr/>
          <p:nvPr/>
        </p:nvSpPr>
        <p:spPr>
          <a:xfrm>
            <a:off x="1676568" y="1845279"/>
            <a:ext cx="1695735" cy="1017441"/>
          </a:xfrm>
          <a:prstGeom prst="roundRect">
            <a:avLst>
              <a:gd name="adj" fmla="val 10000"/>
            </a:avLst>
          </a:prstGeom>
          <a:gradFill>
            <a:gsLst>
              <a:gs pos="33000">
                <a:srgbClr val="F9F9F9"/>
              </a:gs>
              <a:gs pos="100000">
                <a:srgbClr val="D7D7D7"/>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sp>
      <p:sp>
        <p:nvSpPr>
          <p:cNvPr id="6" name="左箭头 5"/>
          <p:cNvSpPr/>
          <p:nvPr/>
        </p:nvSpPr>
        <p:spPr>
          <a:xfrm rot="16200000">
            <a:off x="3998189" y="1869424"/>
            <a:ext cx="1132510" cy="508720"/>
          </a:xfrm>
          <a:prstGeom prst="leftArrow">
            <a:avLst>
              <a:gd name="adj1" fmla="val 60000"/>
              <a:gd name="adj2" fmla="val 50000"/>
            </a:avLst>
          </a:prstGeom>
          <a:solidFill>
            <a:srgbClr val="C80000"/>
          </a:solidFill>
          <a:ln w="3175" cap="flat" cmpd="sng" algn="ctr">
            <a:solidFill>
              <a:srgbClr val="D7D7D7"/>
            </a:solidFill>
            <a:prstDash val="solid"/>
          </a:ln>
          <a:effectLst>
            <a:outerShdw blurRad="50800" dist="38100" dir="2700000" algn="tl" rotWithShape="0">
              <a:prstClr val="black">
                <a:alpha val="40000"/>
              </a:prstClr>
            </a:outerShdw>
          </a:effectLst>
        </p:spPr>
      </p:sp>
      <p:sp>
        <p:nvSpPr>
          <p:cNvPr id="7" name="圆角矩形 6"/>
          <p:cNvSpPr/>
          <p:nvPr/>
        </p:nvSpPr>
        <p:spPr>
          <a:xfrm>
            <a:off x="3716577" y="1048808"/>
            <a:ext cx="1695735" cy="1017441"/>
          </a:xfrm>
          <a:prstGeom prst="roundRect">
            <a:avLst>
              <a:gd name="adj" fmla="val 10000"/>
            </a:avLst>
          </a:prstGeom>
          <a:gradFill>
            <a:gsLst>
              <a:gs pos="33000">
                <a:srgbClr val="F9F9F9"/>
              </a:gs>
              <a:gs pos="100000">
                <a:srgbClr val="D7D7D7"/>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sp>
      <p:sp>
        <p:nvSpPr>
          <p:cNvPr id="8" name="左箭头 7"/>
          <p:cNvSpPr/>
          <p:nvPr/>
        </p:nvSpPr>
        <p:spPr>
          <a:xfrm rot="19500000">
            <a:off x="5230981" y="2488020"/>
            <a:ext cx="1510013" cy="381540"/>
          </a:xfrm>
          <a:prstGeom prst="leftArrow">
            <a:avLst>
              <a:gd name="adj1" fmla="val 60000"/>
              <a:gd name="adj2" fmla="val 50000"/>
            </a:avLst>
          </a:prstGeom>
          <a:solidFill>
            <a:srgbClr val="C80000"/>
          </a:solidFill>
          <a:ln w="3175" cap="flat" cmpd="sng" algn="ctr">
            <a:solidFill>
              <a:srgbClr val="D7D7D7"/>
            </a:solidFill>
            <a:prstDash val="solid"/>
          </a:ln>
          <a:effectLst>
            <a:outerShdw blurRad="50800" dist="38100" dir="2700000" algn="tl" rotWithShape="0">
              <a:prstClr val="black">
                <a:alpha val="40000"/>
              </a:prstClr>
            </a:outerShdw>
          </a:effectLst>
        </p:spPr>
      </p:sp>
      <p:sp>
        <p:nvSpPr>
          <p:cNvPr id="9" name="圆角矩形 8"/>
          <p:cNvSpPr/>
          <p:nvPr/>
        </p:nvSpPr>
        <p:spPr>
          <a:xfrm>
            <a:off x="5756585" y="1845279"/>
            <a:ext cx="1695735" cy="1017441"/>
          </a:xfrm>
          <a:prstGeom prst="roundRect">
            <a:avLst>
              <a:gd name="adj" fmla="val 10000"/>
            </a:avLst>
          </a:prstGeom>
          <a:gradFill>
            <a:gsLst>
              <a:gs pos="33000">
                <a:srgbClr val="F9F9F9"/>
              </a:gs>
              <a:gs pos="100000">
                <a:srgbClr val="D7D7D7"/>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sp>
      <p:sp>
        <p:nvSpPr>
          <p:cNvPr id="10" name="矩形 9"/>
          <p:cNvSpPr/>
          <p:nvPr/>
        </p:nvSpPr>
        <p:spPr>
          <a:xfrm>
            <a:off x="1706923" y="2196701"/>
            <a:ext cx="1569660" cy="424732"/>
          </a:xfrm>
          <a:prstGeom prst="rect">
            <a:avLst/>
          </a:prstGeom>
        </p:spPr>
        <p:txBody>
          <a:bodyPr wrap="non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0" cap="none" spc="0" normalizeH="0" baseline="0" noProof="0" dirty="0" smtClean="0">
                <a:ln>
                  <a:noFill/>
                </a:ln>
                <a:solidFill>
                  <a:srgbClr val="4D4D4D"/>
                </a:solidFill>
                <a:effectLst/>
                <a:uLnTx/>
                <a:uFillTx/>
                <a:latin typeface="微软雅黑" panose="020B0503020204020204" pitchFamily="34" charset="-122"/>
                <a:ea typeface="微软雅黑" panose="020B0503020204020204" pitchFamily="34" charset="-122"/>
                <a:cs typeface="+mn-cs"/>
              </a:rPr>
              <a:t>此处添加文本</a:t>
            </a:r>
            <a:endParaRPr kumimoji="0" lang="zh-CN" altLang="en-US" sz="18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endParaRPr>
          </a:p>
        </p:txBody>
      </p:sp>
      <p:sp>
        <p:nvSpPr>
          <p:cNvPr id="11" name="矩形 10"/>
          <p:cNvSpPr/>
          <p:nvPr/>
        </p:nvSpPr>
        <p:spPr>
          <a:xfrm>
            <a:off x="3778625" y="1393023"/>
            <a:ext cx="1569660" cy="424732"/>
          </a:xfrm>
          <a:prstGeom prst="rect">
            <a:avLst/>
          </a:prstGeom>
        </p:spPr>
        <p:txBody>
          <a:bodyPr wrap="non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0" cap="none" spc="0" normalizeH="0" baseline="0" noProof="0" dirty="0" smtClean="0">
                <a:ln>
                  <a:noFill/>
                </a:ln>
                <a:solidFill>
                  <a:srgbClr val="4D4D4D"/>
                </a:solidFill>
                <a:effectLst/>
                <a:uLnTx/>
                <a:uFillTx/>
                <a:latin typeface="微软雅黑" panose="020B0503020204020204" pitchFamily="34" charset="-122"/>
                <a:ea typeface="微软雅黑" panose="020B0503020204020204" pitchFamily="34" charset="-122"/>
                <a:cs typeface="+mn-cs"/>
              </a:rPr>
              <a:t>此处添加文本</a:t>
            </a:r>
            <a:endParaRPr kumimoji="0" lang="zh-CN" altLang="en-US" sz="18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endParaRPr>
          </a:p>
        </p:txBody>
      </p:sp>
      <p:sp>
        <p:nvSpPr>
          <p:cNvPr id="12" name="矩形 11"/>
          <p:cNvSpPr/>
          <p:nvPr/>
        </p:nvSpPr>
        <p:spPr>
          <a:xfrm>
            <a:off x="5850327" y="2196701"/>
            <a:ext cx="1569660" cy="424732"/>
          </a:xfrm>
          <a:prstGeom prst="rect">
            <a:avLst/>
          </a:prstGeom>
        </p:spPr>
        <p:txBody>
          <a:bodyPr wrap="non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0" cap="none" spc="0" normalizeH="0" baseline="0" noProof="0" dirty="0" smtClean="0">
                <a:ln>
                  <a:noFill/>
                </a:ln>
                <a:solidFill>
                  <a:srgbClr val="4D4D4D"/>
                </a:solidFill>
                <a:effectLst/>
                <a:uLnTx/>
                <a:uFillTx/>
                <a:latin typeface="微软雅黑" panose="020B0503020204020204" pitchFamily="34" charset="-122"/>
                <a:ea typeface="微软雅黑" panose="020B0503020204020204" pitchFamily="34" charset="-122"/>
                <a:cs typeface="+mn-cs"/>
              </a:rPr>
              <a:t>此处添加文本</a:t>
            </a:r>
            <a:endParaRPr kumimoji="0" lang="zh-CN" altLang="en-US" sz="18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endParaRPr>
          </a:p>
        </p:txBody>
      </p:sp>
      <p:sp>
        <p:nvSpPr>
          <p:cNvPr id="13" name="矩形 12"/>
          <p:cNvSpPr/>
          <p:nvPr/>
        </p:nvSpPr>
        <p:spPr>
          <a:xfrm>
            <a:off x="4112049" y="3147814"/>
            <a:ext cx="902811" cy="954107"/>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添加</a:t>
            </a:r>
            <a:endParaRPr kumimoji="0" lang="en-US" altLang="zh-CN" sz="2800" b="1" i="0" u="none" strike="noStrike" kern="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文本</a:t>
            </a:r>
            <a:endParaRPr kumimoji="0" lang="zh-CN" altLang="en-US" sz="2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14" name="Picture 15" descr="J:\设计ppt\普通PPT\政府\素材\PNG图\134892.pn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flipH="1">
            <a:off x="0" y="2121752"/>
            <a:ext cx="2415014" cy="306092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childTnLst>
                                </p:cTn>
                              </p:par>
                              <p:par>
                                <p:cTn id="9" presetID="8" presetClass="emph" presetSubtype="0" fill="hold" nodeType="withEffect">
                                  <p:stCondLst>
                                    <p:cond delay="0"/>
                                  </p:stCondLst>
                                  <p:childTnLst>
                                    <p:animRot by="21600000">
                                      <p:cBhvr>
                                        <p:cTn id="10" dur="500" fill="hold"/>
                                        <p:tgtEl>
                                          <p:spTgt spid="3"/>
                                        </p:tgtEl>
                                        <p:attrNameLst>
                                          <p:attrName>r</p:attrName>
                                        </p:attrNameLst>
                                      </p:cBhvr>
                                    </p:animRo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500"/>
                                        <p:tgtEl>
                                          <p:spTgt spid="13"/>
                                        </p:tgtEl>
                                      </p:cBhvr>
                                    </p:animEffect>
                                  </p:childTnLst>
                                </p:cTn>
                              </p:par>
                              <p:par>
                                <p:cTn id="15" presetID="2" presetClass="entr" presetSubtype="9"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0-#ppt_w/2"/>
                                          </p:val>
                                        </p:tav>
                                        <p:tav tm="100000">
                                          <p:val>
                                            <p:strVal val="#ppt_x"/>
                                          </p:val>
                                        </p:tav>
                                      </p:tavLst>
                                    </p:anim>
                                    <p:anim calcmode="lin" valueType="num">
                                      <p:cBhvr additive="base">
                                        <p:cTn id="18" dur="500" fill="hold"/>
                                        <p:tgtEl>
                                          <p:spTgt spid="5"/>
                                        </p:tgtEl>
                                        <p:attrNameLst>
                                          <p:attrName>ppt_y</p:attrName>
                                        </p:attrNameLst>
                                      </p:cBhvr>
                                      <p:tavLst>
                                        <p:tav tm="0">
                                          <p:val>
                                            <p:strVal val="0-#ppt_h/2"/>
                                          </p:val>
                                        </p:tav>
                                        <p:tav tm="100000">
                                          <p:val>
                                            <p:strVal val="#ppt_y"/>
                                          </p:val>
                                        </p:tav>
                                      </p:tavLst>
                                    </p:anim>
                                  </p:childTnLst>
                                </p:cTn>
                              </p:par>
                              <p:par>
                                <p:cTn id="19" presetID="2" presetClass="entr" presetSubtype="1"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0-#ppt_h/2"/>
                                          </p:val>
                                        </p:tav>
                                        <p:tav tm="100000">
                                          <p:val>
                                            <p:strVal val="#ppt_y"/>
                                          </p:val>
                                        </p:tav>
                                      </p:tavLst>
                                    </p:anim>
                                  </p:childTnLst>
                                </p:cTn>
                              </p:par>
                              <p:par>
                                <p:cTn id="23" presetID="2" presetClass="entr" presetSubtype="3"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1+#ppt_w/2"/>
                                          </p:val>
                                        </p:tav>
                                        <p:tav tm="100000">
                                          <p:val>
                                            <p:strVal val="#ppt_x"/>
                                          </p:val>
                                        </p:tav>
                                      </p:tavLst>
                                    </p:anim>
                                    <p:anim calcmode="lin" valueType="num">
                                      <p:cBhvr additive="base">
                                        <p:cTn id="26" dur="500" fill="hold"/>
                                        <p:tgtEl>
                                          <p:spTgt spid="9"/>
                                        </p:tgtEl>
                                        <p:attrNameLst>
                                          <p:attrName>ppt_y</p:attrName>
                                        </p:attrNameLst>
                                      </p:cBhvr>
                                      <p:tavLst>
                                        <p:tav tm="0">
                                          <p:val>
                                            <p:strVal val="0-#ppt_h/2"/>
                                          </p:val>
                                        </p:tav>
                                        <p:tav tm="100000">
                                          <p:val>
                                            <p:strVal val="#ppt_y"/>
                                          </p:val>
                                        </p:tav>
                                      </p:tavLst>
                                    </p:anim>
                                  </p:childTnLst>
                                </p:cTn>
                              </p:par>
                            </p:childTnLst>
                          </p:cTn>
                        </p:par>
                        <p:par>
                          <p:cTn id="27" fill="hold">
                            <p:stCondLst>
                              <p:cond delay="1000"/>
                            </p:stCondLst>
                            <p:childTnLst>
                              <p:par>
                                <p:cTn id="28" presetID="10" presetClass="entr" presetSubtype="0" fill="hold" nodeType="after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fade">
                                      <p:cBhvr>
                                        <p:cTn id="30" dur="500"/>
                                        <p:tgtEl>
                                          <p:spTgt spid="4"/>
                                        </p:tgtEl>
                                      </p:cBhvr>
                                    </p:animEffect>
                                  </p:childTnLst>
                                </p:cTn>
                              </p:par>
                              <p:par>
                                <p:cTn id="31" presetID="10" presetClass="entr" presetSubtype="0" fill="hold" nodeType="with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500"/>
                                        <p:tgtEl>
                                          <p:spTgt spid="6"/>
                                        </p:tgtEl>
                                      </p:cBhvr>
                                    </p:animEffect>
                                  </p:childTnLst>
                                </p:cTn>
                              </p:par>
                              <p:par>
                                <p:cTn id="34" presetID="10" presetClass="entr" presetSubtype="0" fill="hold"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childTnLst>
                                </p:cTn>
                              </p:par>
                            </p:childTnLst>
                          </p:cTn>
                        </p:par>
                        <p:par>
                          <p:cTn id="37" fill="hold">
                            <p:stCondLst>
                              <p:cond delay="1500"/>
                            </p:stCondLst>
                            <p:childTnLst>
                              <p:par>
                                <p:cTn id="38" presetID="38" presetClass="entr" presetSubtype="0" accel="50000" fill="hold" grpId="0" nodeType="afterEffect">
                                  <p:stCondLst>
                                    <p:cond delay="0"/>
                                  </p:stCondLst>
                                  <p:iterate type="lt">
                                    <p:tmPct val="10000"/>
                                  </p:iterate>
                                  <p:childTnLst>
                                    <p:set>
                                      <p:cBhvr>
                                        <p:cTn id="39" dur="1" fill="hold">
                                          <p:stCondLst>
                                            <p:cond delay="0"/>
                                          </p:stCondLst>
                                        </p:cTn>
                                        <p:tgtEl>
                                          <p:spTgt spid="11"/>
                                        </p:tgtEl>
                                        <p:attrNameLst>
                                          <p:attrName>style.visibility</p:attrName>
                                        </p:attrNameLst>
                                      </p:cBhvr>
                                      <p:to>
                                        <p:strVal val="visible"/>
                                      </p:to>
                                    </p:set>
                                    <p:set>
                                      <p:cBhvr>
                                        <p:cTn id="40" dur="455" fill="hold">
                                          <p:stCondLst>
                                            <p:cond delay="0"/>
                                          </p:stCondLst>
                                        </p:cTn>
                                        <p:tgtEl>
                                          <p:spTgt spid="11"/>
                                        </p:tgtEl>
                                        <p:attrNameLst>
                                          <p:attrName>style.rotation</p:attrName>
                                        </p:attrNameLst>
                                      </p:cBhvr>
                                      <p:to>
                                        <p:strVal val="-45.0"/>
                                      </p:to>
                                    </p:set>
                                    <p:anim calcmode="lin" valueType="num">
                                      <p:cBhvr>
                                        <p:cTn id="41" dur="455" fill="hold">
                                          <p:stCondLst>
                                            <p:cond delay="455"/>
                                          </p:stCondLst>
                                        </p:cTn>
                                        <p:tgtEl>
                                          <p:spTgt spid="11"/>
                                        </p:tgtEl>
                                        <p:attrNameLst>
                                          <p:attrName>style.rotation</p:attrName>
                                        </p:attrNameLst>
                                      </p:cBhvr>
                                      <p:tavLst>
                                        <p:tav tm="0">
                                          <p:val>
                                            <p:fltVal val="-45"/>
                                          </p:val>
                                        </p:tav>
                                        <p:tav tm="69900">
                                          <p:val>
                                            <p:fltVal val="45"/>
                                          </p:val>
                                        </p:tav>
                                        <p:tav tm="100000">
                                          <p:val>
                                            <p:fltVal val="0"/>
                                          </p:val>
                                        </p:tav>
                                      </p:tavLst>
                                    </p:anim>
                                    <p:anim calcmode="lin" valueType="num">
                                      <p:cBhvr>
                                        <p:cTn id="42" dur="455" fill="hold">
                                          <p:stCondLst>
                                            <p:cond delay="0"/>
                                          </p:stCondLst>
                                        </p:cTn>
                                        <p:tgtEl>
                                          <p:spTgt spid="11"/>
                                        </p:tgtEl>
                                        <p:attrNameLst>
                                          <p:attrName>ppt_y</p:attrName>
                                        </p:attrNameLst>
                                      </p:cBhvr>
                                      <p:tavLst>
                                        <p:tav tm="0">
                                          <p:val>
                                            <p:strVal val="#ppt_y-1"/>
                                          </p:val>
                                        </p:tav>
                                        <p:tav tm="100000">
                                          <p:val>
                                            <p:strVal val="#ppt_y-(0.354*#ppt_w-0.172*#ppt_h)"/>
                                          </p:val>
                                        </p:tav>
                                      </p:tavLst>
                                    </p:anim>
                                    <p:anim calcmode="lin" valueType="num">
                                      <p:cBhvr>
                                        <p:cTn id="43" dur="156" decel="50000" autoRev="1" fill="hold">
                                          <p:stCondLst>
                                            <p:cond delay="455"/>
                                          </p:stCondLst>
                                        </p:cTn>
                                        <p:tgtEl>
                                          <p:spTgt spid="11"/>
                                        </p:tgtEl>
                                        <p:attrNameLst>
                                          <p:attrName>ppt_y</p:attrName>
                                        </p:attrNameLst>
                                      </p:cBhvr>
                                      <p:tavLst>
                                        <p:tav tm="0">
                                          <p:val>
                                            <p:strVal val="#ppt_y-(0.354*#ppt_w-0.172*#ppt_h)"/>
                                          </p:val>
                                        </p:tav>
                                        <p:tav tm="100000">
                                          <p:val>
                                            <p:strVal val="#ppt_y-(0.354*#ppt_w-0.172*#ppt_h)-#ppt_h/2"/>
                                          </p:val>
                                        </p:tav>
                                      </p:tavLst>
                                    </p:anim>
                                    <p:anim calcmode="lin" valueType="num">
                                      <p:cBhvr>
                                        <p:cTn id="44" dur="136" fill="hold">
                                          <p:stCondLst>
                                            <p:cond delay="864"/>
                                          </p:stCondLst>
                                        </p:cTn>
                                        <p:tgtEl>
                                          <p:spTgt spid="11"/>
                                        </p:tgtEl>
                                        <p:attrNameLst>
                                          <p:attrName>ppt_y</p:attrName>
                                        </p:attrNameLst>
                                      </p:cBhvr>
                                      <p:tavLst>
                                        <p:tav tm="0">
                                          <p:val>
                                            <p:strVal val="#ppt_y-(0.354*#ppt_w-0.172*#ppt_h)"/>
                                          </p:val>
                                        </p:tav>
                                        <p:tav tm="100000">
                                          <p:val>
                                            <p:strVal val="#ppt_y"/>
                                          </p:val>
                                        </p:tav>
                                      </p:tavLst>
                                    </p:anim>
                                  </p:childTnLst>
                                </p:cTn>
                              </p:par>
                              <p:par>
                                <p:cTn id="45" presetID="38" presetClass="entr" presetSubtype="0" accel="50000" fill="hold" grpId="0" nodeType="withEffect">
                                  <p:stCondLst>
                                    <p:cond delay="0"/>
                                  </p:stCondLst>
                                  <p:iterate type="lt">
                                    <p:tmPct val="10000"/>
                                  </p:iterate>
                                  <p:childTnLst>
                                    <p:set>
                                      <p:cBhvr>
                                        <p:cTn id="46" dur="1" fill="hold">
                                          <p:stCondLst>
                                            <p:cond delay="0"/>
                                          </p:stCondLst>
                                        </p:cTn>
                                        <p:tgtEl>
                                          <p:spTgt spid="12"/>
                                        </p:tgtEl>
                                        <p:attrNameLst>
                                          <p:attrName>style.visibility</p:attrName>
                                        </p:attrNameLst>
                                      </p:cBhvr>
                                      <p:to>
                                        <p:strVal val="visible"/>
                                      </p:to>
                                    </p:set>
                                    <p:set>
                                      <p:cBhvr>
                                        <p:cTn id="47" dur="455" fill="hold">
                                          <p:stCondLst>
                                            <p:cond delay="0"/>
                                          </p:stCondLst>
                                        </p:cTn>
                                        <p:tgtEl>
                                          <p:spTgt spid="12"/>
                                        </p:tgtEl>
                                        <p:attrNameLst>
                                          <p:attrName>style.rotation</p:attrName>
                                        </p:attrNameLst>
                                      </p:cBhvr>
                                      <p:to>
                                        <p:strVal val="-45.0"/>
                                      </p:to>
                                    </p:set>
                                    <p:anim calcmode="lin" valueType="num">
                                      <p:cBhvr>
                                        <p:cTn id="48" dur="455" fill="hold">
                                          <p:stCondLst>
                                            <p:cond delay="455"/>
                                          </p:stCondLst>
                                        </p:cTn>
                                        <p:tgtEl>
                                          <p:spTgt spid="12"/>
                                        </p:tgtEl>
                                        <p:attrNameLst>
                                          <p:attrName>style.rotation</p:attrName>
                                        </p:attrNameLst>
                                      </p:cBhvr>
                                      <p:tavLst>
                                        <p:tav tm="0">
                                          <p:val>
                                            <p:fltVal val="-45"/>
                                          </p:val>
                                        </p:tav>
                                        <p:tav tm="69900">
                                          <p:val>
                                            <p:fltVal val="45"/>
                                          </p:val>
                                        </p:tav>
                                        <p:tav tm="100000">
                                          <p:val>
                                            <p:fltVal val="0"/>
                                          </p:val>
                                        </p:tav>
                                      </p:tavLst>
                                    </p:anim>
                                    <p:anim calcmode="lin" valueType="num">
                                      <p:cBhvr>
                                        <p:cTn id="49" dur="455" fill="hold">
                                          <p:stCondLst>
                                            <p:cond delay="0"/>
                                          </p:stCondLst>
                                        </p:cTn>
                                        <p:tgtEl>
                                          <p:spTgt spid="12"/>
                                        </p:tgtEl>
                                        <p:attrNameLst>
                                          <p:attrName>ppt_y</p:attrName>
                                        </p:attrNameLst>
                                      </p:cBhvr>
                                      <p:tavLst>
                                        <p:tav tm="0">
                                          <p:val>
                                            <p:strVal val="#ppt_y-1"/>
                                          </p:val>
                                        </p:tav>
                                        <p:tav tm="100000">
                                          <p:val>
                                            <p:strVal val="#ppt_y-(0.354*#ppt_w-0.172*#ppt_h)"/>
                                          </p:val>
                                        </p:tav>
                                      </p:tavLst>
                                    </p:anim>
                                    <p:anim calcmode="lin" valueType="num">
                                      <p:cBhvr>
                                        <p:cTn id="50" dur="156" decel="50000" autoRev="1" fill="hold">
                                          <p:stCondLst>
                                            <p:cond delay="455"/>
                                          </p:stCondLst>
                                        </p:cTn>
                                        <p:tgtEl>
                                          <p:spTgt spid="12"/>
                                        </p:tgtEl>
                                        <p:attrNameLst>
                                          <p:attrName>ppt_y</p:attrName>
                                        </p:attrNameLst>
                                      </p:cBhvr>
                                      <p:tavLst>
                                        <p:tav tm="0">
                                          <p:val>
                                            <p:strVal val="#ppt_y-(0.354*#ppt_w-0.172*#ppt_h)"/>
                                          </p:val>
                                        </p:tav>
                                        <p:tav tm="100000">
                                          <p:val>
                                            <p:strVal val="#ppt_y-(0.354*#ppt_w-0.172*#ppt_h)-#ppt_h/2"/>
                                          </p:val>
                                        </p:tav>
                                      </p:tavLst>
                                    </p:anim>
                                    <p:anim calcmode="lin" valueType="num">
                                      <p:cBhvr>
                                        <p:cTn id="51" dur="136" fill="hold">
                                          <p:stCondLst>
                                            <p:cond delay="864"/>
                                          </p:stCondLst>
                                        </p:cTn>
                                        <p:tgtEl>
                                          <p:spTgt spid="12"/>
                                        </p:tgtEl>
                                        <p:attrNameLst>
                                          <p:attrName>ppt_y</p:attrName>
                                        </p:attrNameLst>
                                      </p:cBhvr>
                                      <p:tavLst>
                                        <p:tav tm="0">
                                          <p:val>
                                            <p:strVal val="#ppt_y-(0.354*#ppt_w-0.172*#ppt_h)"/>
                                          </p:val>
                                        </p:tav>
                                        <p:tav tm="100000">
                                          <p:val>
                                            <p:strVal val="#ppt_y"/>
                                          </p:val>
                                        </p:tav>
                                      </p:tavLst>
                                    </p:anim>
                                  </p:childTnLst>
                                </p:cTn>
                              </p:par>
                              <p:par>
                                <p:cTn id="52" presetID="38" presetClass="entr" presetSubtype="0" accel="50000" fill="hold" grpId="0" nodeType="withEffect">
                                  <p:stCondLst>
                                    <p:cond delay="0"/>
                                  </p:stCondLst>
                                  <p:iterate type="lt">
                                    <p:tmPct val="10000"/>
                                  </p:iterate>
                                  <p:childTnLst>
                                    <p:set>
                                      <p:cBhvr>
                                        <p:cTn id="53" dur="1" fill="hold">
                                          <p:stCondLst>
                                            <p:cond delay="0"/>
                                          </p:stCondLst>
                                        </p:cTn>
                                        <p:tgtEl>
                                          <p:spTgt spid="10"/>
                                        </p:tgtEl>
                                        <p:attrNameLst>
                                          <p:attrName>style.visibility</p:attrName>
                                        </p:attrNameLst>
                                      </p:cBhvr>
                                      <p:to>
                                        <p:strVal val="visible"/>
                                      </p:to>
                                    </p:set>
                                    <p:set>
                                      <p:cBhvr>
                                        <p:cTn id="54" dur="455" fill="hold">
                                          <p:stCondLst>
                                            <p:cond delay="0"/>
                                          </p:stCondLst>
                                        </p:cTn>
                                        <p:tgtEl>
                                          <p:spTgt spid="10"/>
                                        </p:tgtEl>
                                        <p:attrNameLst>
                                          <p:attrName>style.rotation</p:attrName>
                                        </p:attrNameLst>
                                      </p:cBhvr>
                                      <p:to>
                                        <p:strVal val="-45.0"/>
                                      </p:to>
                                    </p:set>
                                    <p:anim calcmode="lin" valueType="num">
                                      <p:cBhvr>
                                        <p:cTn id="55" dur="455" fill="hold">
                                          <p:stCondLst>
                                            <p:cond delay="455"/>
                                          </p:stCondLst>
                                        </p:cTn>
                                        <p:tgtEl>
                                          <p:spTgt spid="10"/>
                                        </p:tgtEl>
                                        <p:attrNameLst>
                                          <p:attrName>style.rotation</p:attrName>
                                        </p:attrNameLst>
                                      </p:cBhvr>
                                      <p:tavLst>
                                        <p:tav tm="0">
                                          <p:val>
                                            <p:fltVal val="-45"/>
                                          </p:val>
                                        </p:tav>
                                        <p:tav tm="69900">
                                          <p:val>
                                            <p:fltVal val="45"/>
                                          </p:val>
                                        </p:tav>
                                        <p:tav tm="100000">
                                          <p:val>
                                            <p:fltVal val="0"/>
                                          </p:val>
                                        </p:tav>
                                      </p:tavLst>
                                    </p:anim>
                                    <p:anim calcmode="lin" valueType="num">
                                      <p:cBhvr>
                                        <p:cTn id="56" dur="455" fill="hold">
                                          <p:stCondLst>
                                            <p:cond delay="0"/>
                                          </p:stCondLst>
                                        </p:cTn>
                                        <p:tgtEl>
                                          <p:spTgt spid="10"/>
                                        </p:tgtEl>
                                        <p:attrNameLst>
                                          <p:attrName>ppt_y</p:attrName>
                                        </p:attrNameLst>
                                      </p:cBhvr>
                                      <p:tavLst>
                                        <p:tav tm="0">
                                          <p:val>
                                            <p:strVal val="#ppt_y-1"/>
                                          </p:val>
                                        </p:tav>
                                        <p:tav tm="100000">
                                          <p:val>
                                            <p:strVal val="#ppt_y-(0.354*#ppt_w-0.172*#ppt_h)"/>
                                          </p:val>
                                        </p:tav>
                                      </p:tavLst>
                                    </p:anim>
                                    <p:anim calcmode="lin" valueType="num">
                                      <p:cBhvr>
                                        <p:cTn id="57" dur="156" decel="50000" autoRev="1" fill="hold">
                                          <p:stCondLst>
                                            <p:cond delay="455"/>
                                          </p:stCondLst>
                                        </p:cTn>
                                        <p:tgtEl>
                                          <p:spTgt spid="10"/>
                                        </p:tgtEl>
                                        <p:attrNameLst>
                                          <p:attrName>ppt_y</p:attrName>
                                        </p:attrNameLst>
                                      </p:cBhvr>
                                      <p:tavLst>
                                        <p:tav tm="0">
                                          <p:val>
                                            <p:strVal val="#ppt_y-(0.354*#ppt_w-0.172*#ppt_h)"/>
                                          </p:val>
                                        </p:tav>
                                        <p:tav tm="100000">
                                          <p:val>
                                            <p:strVal val="#ppt_y-(0.354*#ppt_w-0.172*#ppt_h)-#ppt_h/2"/>
                                          </p:val>
                                        </p:tav>
                                      </p:tavLst>
                                    </p:anim>
                                    <p:anim calcmode="lin" valueType="num">
                                      <p:cBhvr>
                                        <p:cTn id="58" dur="136" fill="hold">
                                          <p:stCondLst>
                                            <p:cond delay="864"/>
                                          </p:stCondLst>
                                        </p:cTn>
                                        <p:tgtEl>
                                          <p:spTgt spid="10"/>
                                        </p:tgtEl>
                                        <p:attrNameLst>
                                          <p:attrName>ppt_y</p:attrName>
                                        </p:attrNameLst>
                                      </p:cBhvr>
                                      <p:tavLst>
                                        <p:tav tm="0">
                                          <p:val>
                                            <p:strVal val="#ppt_y-(0.354*#ppt_w-0.172*#ppt_h)"/>
                                          </p:val>
                                        </p:tav>
                                        <p:tav tm="100000">
                                          <p:val>
                                            <p:strVal val="#ppt_y"/>
                                          </p:val>
                                        </p:tav>
                                      </p:tavLst>
                                    </p:anim>
                                  </p:childTnLst>
                                </p:cTn>
                              </p:par>
                            </p:childTnLst>
                          </p:cTn>
                        </p:par>
                        <p:par>
                          <p:cTn id="59" fill="hold">
                            <p:stCondLst>
                              <p:cond delay="3000"/>
                            </p:stCondLst>
                            <p:childTnLst>
                              <p:par>
                                <p:cTn id="60" presetID="42" presetClass="entr" presetSubtype="0" fill="hold" nodeType="after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1000"/>
                                        <p:tgtEl>
                                          <p:spTgt spid="14"/>
                                        </p:tgtEl>
                                      </p:cBhvr>
                                    </p:animEffect>
                                    <p:anim calcmode="lin" valueType="num">
                                      <p:cBhvr>
                                        <p:cTn id="63" dur="1000" fill="hold"/>
                                        <p:tgtEl>
                                          <p:spTgt spid="14"/>
                                        </p:tgtEl>
                                        <p:attrNameLst>
                                          <p:attrName>ppt_x</p:attrName>
                                        </p:attrNameLst>
                                      </p:cBhvr>
                                      <p:tavLst>
                                        <p:tav tm="0">
                                          <p:val>
                                            <p:strVal val="#ppt_x"/>
                                          </p:val>
                                        </p:tav>
                                        <p:tav tm="100000">
                                          <p:val>
                                            <p:strVal val="#ppt_x"/>
                                          </p:val>
                                        </p:tav>
                                      </p:tavLst>
                                    </p:anim>
                                    <p:anim calcmode="lin" valueType="num">
                                      <p:cBhvr>
                                        <p:cTn id="6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点击此处添加标题</a:t>
            </a:r>
            <a:endParaRPr lang="zh-CN" altLang="en-US" dirty="0"/>
          </a:p>
        </p:txBody>
      </p:sp>
      <p:sp>
        <p:nvSpPr>
          <p:cNvPr id="3" name="AutoShape 2"/>
          <p:cNvSpPr>
            <a:spLocks noChangeArrowheads="1"/>
          </p:cNvSpPr>
          <p:nvPr/>
        </p:nvSpPr>
        <p:spPr bwMode="auto">
          <a:xfrm>
            <a:off x="1330845" y="3036217"/>
            <a:ext cx="6913563" cy="1551757"/>
          </a:xfrm>
          <a:prstGeom prst="roundRect">
            <a:avLst>
              <a:gd name="adj" fmla="val 2778"/>
            </a:avLst>
          </a:prstGeom>
          <a:gradFill rotWithShape="1">
            <a:gsLst>
              <a:gs pos="0">
                <a:schemeClr val="bg1"/>
              </a:gs>
              <a:gs pos="100000">
                <a:schemeClr val="bg2"/>
              </a:gs>
            </a:gsLst>
            <a:lin ang="2700000" scaled="1"/>
          </a:gradFill>
          <a:ln w="9525">
            <a:solidFill>
              <a:schemeClr val="bg2"/>
            </a:solidFill>
            <a:round/>
          </a:ln>
          <a:effectLst/>
          <a:extLst>
            <a:ext uri="{AF507438-7753-43E0-B8FC-AC1667EBCBE1}">
              <a14:hiddenEffects xmlns:a14="http://schemas.microsoft.com/office/drawing/2010/main">
                <a:effectLst>
                  <a:outerShdw dist="25400" dir="5400000" algn="ctr" rotWithShape="0">
                    <a:srgbClr val="D0D0EA"/>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nvGrpSpPr>
          <p:cNvPr id="4" name="组合 3"/>
          <p:cNvGrpSpPr/>
          <p:nvPr/>
        </p:nvGrpSpPr>
        <p:grpSpPr>
          <a:xfrm>
            <a:off x="1330845" y="2231355"/>
            <a:ext cx="6911975" cy="1020762"/>
            <a:chOff x="1330845" y="2231355"/>
            <a:chExt cx="6911975" cy="1020762"/>
          </a:xfrm>
        </p:grpSpPr>
        <p:sp>
          <p:nvSpPr>
            <p:cNvPr id="5" name="Line 5"/>
            <p:cNvSpPr>
              <a:spLocks noChangeShapeType="1"/>
            </p:cNvSpPr>
            <p:nvPr/>
          </p:nvSpPr>
          <p:spPr bwMode="auto">
            <a:xfrm>
              <a:off x="5363095" y="2247230"/>
              <a:ext cx="2879725" cy="0"/>
            </a:xfrm>
            <a:prstGeom prst="line">
              <a:avLst/>
            </a:prstGeom>
            <a:noFill/>
            <a:ln w="1905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6" name="Line 6"/>
            <p:cNvSpPr>
              <a:spLocks noChangeShapeType="1"/>
            </p:cNvSpPr>
            <p:nvPr/>
          </p:nvSpPr>
          <p:spPr bwMode="auto">
            <a:xfrm>
              <a:off x="1330845" y="2247230"/>
              <a:ext cx="2879725" cy="0"/>
            </a:xfrm>
            <a:prstGeom prst="line">
              <a:avLst/>
            </a:prstGeom>
            <a:noFill/>
            <a:ln w="1905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7" name="AutoShape 14"/>
            <p:cNvSpPr>
              <a:spLocks noChangeArrowheads="1"/>
            </p:cNvSpPr>
            <p:nvPr/>
          </p:nvSpPr>
          <p:spPr bwMode="auto">
            <a:xfrm>
              <a:off x="4213745" y="2388517"/>
              <a:ext cx="1146175" cy="863600"/>
            </a:xfrm>
            <a:prstGeom prst="downArrow">
              <a:avLst>
                <a:gd name="adj1" fmla="val 52074"/>
                <a:gd name="adj2" fmla="val 57903"/>
              </a:avLst>
            </a:prstGeom>
            <a:solidFill>
              <a:srgbClr val="C8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8" name="AutoShape 19"/>
            <p:cNvSpPr>
              <a:spLocks noChangeArrowheads="1"/>
            </p:cNvSpPr>
            <p:nvPr/>
          </p:nvSpPr>
          <p:spPr bwMode="auto">
            <a:xfrm rot="16200000">
              <a:off x="2305570" y="2139280"/>
              <a:ext cx="908050" cy="1092200"/>
            </a:xfrm>
            <a:prstGeom prst="leftArrow">
              <a:avLst>
                <a:gd name="adj1" fmla="val 50000"/>
                <a:gd name="adj2" fmla="val 48301"/>
              </a:avLst>
            </a:prstGeom>
            <a:solidFill>
              <a:srgbClr val="C0C0C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9" name="AutoShape 20"/>
            <p:cNvSpPr>
              <a:spLocks noChangeArrowheads="1"/>
            </p:cNvSpPr>
            <p:nvPr/>
          </p:nvSpPr>
          <p:spPr bwMode="auto">
            <a:xfrm rot="16200000">
              <a:off x="2330971" y="2196429"/>
              <a:ext cx="857250" cy="981075"/>
            </a:xfrm>
            <a:prstGeom prst="leftArrow">
              <a:avLst>
                <a:gd name="adj1" fmla="val 50000"/>
                <a:gd name="adj2" fmla="val 48301"/>
              </a:avLst>
            </a:prstGeom>
            <a:gradFill rotWithShape="1">
              <a:gsLst>
                <a:gs pos="0">
                  <a:schemeClr val="bg1"/>
                </a:gs>
                <a:gs pos="100000">
                  <a:schemeClr val="bg2">
                    <a:alpha val="0"/>
                  </a:schemeClr>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0" name="AutoShape 21"/>
            <p:cNvSpPr>
              <a:spLocks noChangeArrowheads="1"/>
            </p:cNvSpPr>
            <p:nvPr/>
          </p:nvSpPr>
          <p:spPr bwMode="auto">
            <a:xfrm rot="16200000">
              <a:off x="6363220" y="2139280"/>
              <a:ext cx="908050" cy="1092200"/>
            </a:xfrm>
            <a:prstGeom prst="leftArrow">
              <a:avLst>
                <a:gd name="adj1" fmla="val 50000"/>
                <a:gd name="adj2" fmla="val 48301"/>
              </a:avLst>
            </a:prstGeom>
            <a:solidFill>
              <a:srgbClr val="C0C0C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1" name="AutoShape 22"/>
            <p:cNvSpPr>
              <a:spLocks noChangeArrowheads="1"/>
            </p:cNvSpPr>
            <p:nvPr/>
          </p:nvSpPr>
          <p:spPr bwMode="auto">
            <a:xfrm rot="16200000">
              <a:off x="6385446" y="2193254"/>
              <a:ext cx="863600" cy="981075"/>
            </a:xfrm>
            <a:prstGeom prst="leftArrow">
              <a:avLst>
                <a:gd name="adj1" fmla="val 50000"/>
                <a:gd name="adj2" fmla="val 48301"/>
              </a:avLst>
            </a:prstGeom>
            <a:gradFill rotWithShape="1">
              <a:gsLst>
                <a:gs pos="0">
                  <a:schemeClr val="bg1"/>
                </a:gs>
                <a:gs pos="100000">
                  <a:schemeClr val="bg2">
                    <a:alpha val="0"/>
                  </a:schemeClr>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2" name="AutoShape 23"/>
            <p:cNvSpPr>
              <a:spLocks noChangeArrowheads="1"/>
            </p:cNvSpPr>
            <p:nvPr/>
          </p:nvSpPr>
          <p:spPr bwMode="auto">
            <a:xfrm rot="16200000">
              <a:off x="4305821" y="2247229"/>
              <a:ext cx="958850" cy="981075"/>
            </a:xfrm>
            <a:prstGeom prst="leftArrow">
              <a:avLst>
                <a:gd name="adj1" fmla="val 50000"/>
                <a:gd name="adj2" fmla="val 48301"/>
              </a:avLst>
            </a:prstGeom>
            <a:gradFill rotWithShape="1">
              <a:gsLst>
                <a:gs pos="0">
                  <a:schemeClr val="bg1">
                    <a:alpha val="45000"/>
                  </a:schemeClr>
                </a:gs>
                <a:gs pos="100000">
                  <a:schemeClr val="bg2">
                    <a:alpha val="0"/>
                  </a:schemeClr>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sp>
        <p:nvSpPr>
          <p:cNvPr id="13" name="AutoShape 3"/>
          <p:cNvSpPr>
            <a:spLocks noChangeArrowheads="1"/>
          </p:cNvSpPr>
          <p:nvPr/>
        </p:nvSpPr>
        <p:spPr bwMode="auto">
          <a:xfrm>
            <a:off x="5361508" y="1307430"/>
            <a:ext cx="2879725" cy="936625"/>
          </a:xfrm>
          <a:prstGeom prst="roundRect">
            <a:avLst>
              <a:gd name="adj" fmla="val 5426"/>
            </a:avLst>
          </a:prstGeom>
          <a:gradFill rotWithShape="1">
            <a:gsLst>
              <a:gs pos="0">
                <a:schemeClr val="bg2"/>
              </a:gs>
              <a:gs pos="100000">
                <a:schemeClr val="bg1"/>
              </a:gs>
            </a:gsLst>
            <a:lin ang="18900000" scaled="1"/>
          </a:gradFill>
          <a:ln w="9525">
            <a:solidFill>
              <a:schemeClr val="bg2"/>
            </a:solidFill>
            <a:round/>
          </a:ln>
          <a:effectLst/>
          <a:extLst>
            <a:ext uri="{AF507438-7753-43E0-B8FC-AC1667EBCBE1}">
              <a14:hiddenEffects xmlns:a14="http://schemas.microsoft.com/office/drawing/2010/main">
                <a:effectLst>
                  <a:outerShdw dist="25400" dir="5400000" algn="ctr" rotWithShape="0">
                    <a:srgbClr val="D0D0EA"/>
                  </a:outerShdw>
                </a:effectLst>
              </a14:hiddenEffects>
            </a:ext>
          </a:extLst>
        </p:spPr>
        <p:txBody>
          <a:bodyPr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t>单击此处添加段落文字内容</a:t>
            </a:r>
            <a:endParaRPr kumimoji="0" lang="zh-CN" altLang="en-US" sz="14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4" name="AutoShape 4"/>
          <p:cNvSpPr>
            <a:spLocks noChangeArrowheads="1"/>
          </p:cNvSpPr>
          <p:nvPr/>
        </p:nvSpPr>
        <p:spPr bwMode="auto">
          <a:xfrm>
            <a:off x="1330845" y="1307430"/>
            <a:ext cx="2879725" cy="936625"/>
          </a:xfrm>
          <a:prstGeom prst="roundRect">
            <a:avLst>
              <a:gd name="adj" fmla="val 5426"/>
            </a:avLst>
          </a:prstGeom>
          <a:gradFill rotWithShape="1">
            <a:gsLst>
              <a:gs pos="0">
                <a:schemeClr val="bg1"/>
              </a:gs>
              <a:gs pos="100000">
                <a:schemeClr val="bg2"/>
              </a:gs>
            </a:gsLst>
            <a:lin ang="2700000" scaled="1"/>
          </a:gradFill>
          <a:ln w="9525">
            <a:solidFill>
              <a:schemeClr val="bg2"/>
            </a:solidFill>
            <a:round/>
          </a:ln>
          <a:effectLst/>
          <a:extLst>
            <a:ext uri="{AF507438-7753-43E0-B8FC-AC1667EBCBE1}">
              <a14:hiddenEffects xmlns:a14="http://schemas.microsoft.com/office/drawing/2010/main">
                <a:effectLst>
                  <a:outerShdw dist="25400" dir="5400000" algn="ctr" rotWithShape="0">
                    <a:srgbClr val="D0D0EA"/>
                  </a:outerShdw>
                </a:effectLst>
              </a14:hiddenEffects>
            </a:ext>
          </a:extLst>
        </p:spPr>
        <p:txBody>
          <a:bodyPr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t>单击此处添加段落文字内容</a:t>
            </a:r>
            <a:endParaRPr kumimoji="0" lang="zh-CN" altLang="en-US" sz="14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nvGrpSpPr>
          <p:cNvPr id="15" name="组合 14"/>
          <p:cNvGrpSpPr/>
          <p:nvPr/>
        </p:nvGrpSpPr>
        <p:grpSpPr>
          <a:xfrm>
            <a:off x="3923233" y="981992"/>
            <a:ext cx="1657350" cy="1622425"/>
            <a:chOff x="3923233" y="981992"/>
            <a:chExt cx="1657350" cy="1622425"/>
          </a:xfrm>
        </p:grpSpPr>
        <p:grpSp>
          <p:nvGrpSpPr>
            <p:cNvPr id="16" name="Group 7"/>
            <p:cNvGrpSpPr/>
            <p:nvPr/>
          </p:nvGrpSpPr>
          <p:grpSpPr bwMode="auto">
            <a:xfrm>
              <a:off x="3923233" y="981992"/>
              <a:ext cx="1657350" cy="1622425"/>
              <a:chOff x="0" y="0"/>
              <a:chExt cx="987" cy="966"/>
            </a:xfrm>
          </p:grpSpPr>
          <p:grpSp>
            <p:nvGrpSpPr>
              <p:cNvPr id="18" name="Group 8"/>
              <p:cNvGrpSpPr/>
              <p:nvPr/>
            </p:nvGrpSpPr>
            <p:grpSpPr bwMode="auto">
              <a:xfrm>
                <a:off x="0" y="0"/>
                <a:ext cx="987" cy="966"/>
                <a:chOff x="0" y="0"/>
                <a:chExt cx="1042" cy="1019"/>
              </a:xfrm>
            </p:grpSpPr>
            <p:pic>
              <p:nvPicPr>
                <p:cNvPr id="20" name="Picture 9" descr="circuler_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042" cy="1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Oval 10"/>
                <p:cNvSpPr>
                  <a:spLocks noChangeArrowheads="1"/>
                </p:cNvSpPr>
                <p:nvPr/>
              </p:nvSpPr>
              <p:spPr bwMode="auto">
                <a:xfrm>
                  <a:off x="0" y="0"/>
                  <a:ext cx="1035" cy="1019"/>
                </a:xfrm>
                <a:prstGeom prst="ellipse">
                  <a:avLst/>
                </a:prstGeom>
                <a:solidFill>
                  <a:srgbClr val="C8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pic>
            <p:nvPicPr>
              <p:cNvPr id="19" name="Picture 11" descr="Picture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 y="9"/>
                <a:ext cx="779" cy="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7" name="WordArt 13"/>
            <p:cNvSpPr>
              <a:spLocks noChangeArrowheads="1" noChangeShapeType="1"/>
            </p:cNvSpPr>
            <p:nvPr/>
          </p:nvSpPr>
          <p:spPr bwMode="auto">
            <a:xfrm>
              <a:off x="4224858" y="1489992"/>
              <a:ext cx="1079500" cy="6096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w="9525">
                    <a:solidFill>
                      <a:prstClr val="white"/>
                    </a:solidFill>
                    <a:round/>
                  </a:ln>
                  <a:solidFill>
                    <a:prstClr val="white"/>
                  </a:solidFill>
                  <a:effectLst/>
                  <a:uLnTx/>
                  <a:uFillTx/>
                  <a:latin typeface="黑体" panose="02010609060101010101" charset="-122"/>
                  <a:ea typeface="黑体" panose="02010609060101010101" charset="-122"/>
                  <a:cs typeface="+mn-cs"/>
                </a:rPr>
                <a:t>双击添加</a:t>
              </a:r>
              <a:endParaRPr kumimoji="0" lang="zh-CN" altLang="en-US" sz="2400" b="0" i="0" u="none" strike="noStrike" kern="1200" cap="none" spc="0" normalizeH="0" baseline="0" noProof="0" dirty="0">
                <a:ln w="9525">
                  <a:solidFill>
                    <a:prstClr val="white"/>
                  </a:solidFill>
                  <a:round/>
                </a:ln>
                <a:solidFill>
                  <a:prstClr val="white"/>
                </a:solidFill>
                <a:effectLst/>
                <a:uLnTx/>
                <a:uFillTx/>
                <a:latin typeface="黑体" panose="02010609060101010101" charset="-122"/>
                <a:ea typeface="黑体" panose="02010609060101010101"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w="9525">
                    <a:solidFill>
                      <a:prstClr val="white"/>
                    </a:solidFill>
                    <a:round/>
                  </a:ln>
                  <a:solidFill>
                    <a:prstClr val="white"/>
                  </a:solidFill>
                  <a:effectLst/>
                  <a:uLnTx/>
                  <a:uFillTx/>
                  <a:latin typeface="黑体" panose="02010609060101010101" charset="-122"/>
                  <a:ea typeface="黑体" panose="02010609060101010101" charset="-122"/>
                  <a:cs typeface="+mn-cs"/>
                </a:rPr>
                <a:t>标题文字</a:t>
              </a:r>
              <a:endParaRPr kumimoji="0" lang="zh-CN" altLang="en-US" sz="2400" b="0" i="0" u="none" strike="noStrike" kern="1200" cap="none" spc="0" normalizeH="0" baseline="0" noProof="0" dirty="0">
                <a:ln w="9525">
                  <a:solidFill>
                    <a:prstClr val="white"/>
                  </a:solidFill>
                  <a:round/>
                </a:ln>
                <a:solidFill>
                  <a:prstClr val="white"/>
                </a:solidFill>
                <a:effectLst/>
                <a:uLnTx/>
                <a:uFillTx/>
                <a:latin typeface="黑体" panose="02010609060101010101" charset="-122"/>
                <a:ea typeface="黑体" panose="02010609060101010101" charset="-122"/>
                <a:cs typeface="+mn-cs"/>
              </a:endParaRPr>
            </a:p>
          </p:txBody>
        </p:sp>
      </p:grpSp>
      <p:sp>
        <p:nvSpPr>
          <p:cNvPr id="22" name="Rectangle 15"/>
          <p:cNvSpPr>
            <a:spLocks noChangeArrowheads="1"/>
          </p:cNvSpPr>
          <p:nvPr/>
        </p:nvSpPr>
        <p:spPr bwMode="auto">
          <a:xfrm>
            <a:off x="1329258" y="3442617"/>
            <a:ext cx="6915150" cy="547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33333"/>
                </a:solidFill>
                <a:effectLst/>
                <a:uLnTx/>
                <a:uFillTx/>
                <a:latin typeface="华文细黑" pitchFamily="2" charset="-122"/>
                <a:ea typeface="宋体" panose="02010600030101010101" pitchFamily="2" charset="-122"/>
                <a:cs typeface="+mn-cs"/>
              </a:rPr>
              <a:t>单击此处添加段落文字内容     单击此处添加段落文字内容</a:t>
            </a:r>
            <a:endParaRPr kumimoji="0" lang="zh-CN" altLang="en-US" sz="1400" b="0" i="0" u="none" strike="noStrike" kern="1200" cap="none" spc="0" normalizeH="0" baseline="0" noProof="0" dirty="0">
              <a:ln>
                <a:noFill/>
              </a:ln>
              <a:solidFill>
                <a:srgbClr val="333333"/>
              </a:solidFill>
              <a:effectLst/>
              <a:uLnTx/>
              <a:uFillTx/>
              <a:latin typeface="华文细黑" pitchFamily="2" charset="-122"/>
              <a:ea typeface="宋体" panose="02010600030101010101" pitchFamily="2" charset="-122"/>
              <a:cs typeface="+mn-cs"/>
            </a:endParaRPr>
          </a:p>
        </p:txBody>
      </p:sp>
      <p:sp>
        <p:nvSpPr>
          <p:cNvPr id="23" name="Rectangle 16"/>
          <p:cNvSpPr>
            <a:spLocks noChangeArrowheads="1"/>
          </p:cNvSpPr>
          <p:nvPr/>
        </p:nvSpPr>
        <p:spPr bwMode="auto">
          <a:xfrm>
            <a:off x="1329258" y="3867894"/>
            <a:ext cx="6915150" cy="547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33333"/>
                </a:solidFill>
                <a:effectLst/>
                <a:uLnTx/>
                <a:uFillTx/>
                <a:latin typeface="华文细黑" pitchFamily="2" charset="-122"/>
                <a:ea typeface="宋体" panose="02010600030101010101" pitchFamily="2" charset="-122"/>
                <a:cs typeface="+mn-cs"/>
              </a:rPr>
              <a:t>单击此处添加段落文字内容     单击此处添加段落文字内容</a:t>
            </a:r>
            <a:endParaRPr kumimoji="0" lang="zh-CN" altLang="en-US" sz="1400" b="0" i="0" u="none" strike="noStrike" kern="1200" cap="none" spc="0" normalizeH="0" baseline="0" noProof="0" dirty="0">
              <a:ln>
                <a:noFill/>
              </a:ln>
              <a:solidFill>
                <a:srgbClr val="333333"/>
              </a:solidFill>
              <a:effectLst/>
              <a:uLnTx/>
              <a:uFillTx/>
              <a:latin typeface="华文细黑" pitchFamily="2" charset="-122"/>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1000" fill="hold"/>
                                        <p:tgtEl>
                                          <p:spTgt spid="15"/>
                                        </p:tgtEl>
                                        <p:attrNameLst>
                                          <p:attrName>ppt_w</p:attrName>
                                        </p:attrNameLst>
                                      </p:cBhvr>
                                      <p:tavLst>
                                        <p:tav tm="0">
                                          <p:val>
                                            <p:fltVal val="0"/>
                                          </p:val>
                                        </p:tav>
                                        <p:tav tm="100000">
                                          <p:val>
                                            <p:strVal val="#ppt_w"/>
                                          </p:val>
                                        </p:tav>
                                      </p:tavLst>
                                    </p:anim>
                                    <p:anim calcmode="lin" valueType="num">
                                      <p:cBhvr>
                                        <p:cTn id="8" dur="1000" fill="hold"/>
                                        <p:tgtEl>
                                          <p:spTgt spid="15"/>
                                        </p:tgtEl>
                                        <p:attrNameLst>
                                          <p:attrName>ppt_h</p:attrName>
                                        </p:attrNameLst>
                                      </p:cBhvr>
                                      <p:tavLst>
                                        <p:tav tm="0">
                                          <p:val>
                                            <p:fltVal val="0"/>
                                          </p:val>
                                        </p:tav>
                                        <p:tav tm="100000">
                                          <p:val>
                                            <p:strVal val="#ppt_h"/>
                                          </p:val>
                                        </p:tav>
                                      </p:tavLst>
                                    </p:anim>
                                    <p:anim calcmode="lin" valueType="num">
                                      <p:cBhvr>
                                        <p:cTn id="9" dur="1000" fill="hold"/>
                                        <p:tgtEl>
                                          <p:spTgt spid="15"/>
                                        </p:tgtEl>
                                        <p:attrNameLst>
                                          <p:attrName>style.rotation</p:attrName>
                                        </p:attrNameLst>
                                      </p:cBhvr>
                                      <p:tavLst>
                                        <p:tav tm="0">
                                          <p:val>
                                            <p:fltVal val="90"/>
                                          </p:val>
                                        </p:tav>
                                        <p:tav tm="100000">
                                          <p:val>
                                            <p:fltVal val="0"/>
                                          </p:val>
                                        </p:tav>
                                      </p:tavLst>
                                    </p:anim>
                                    <p:animEffect transition="in" filter="fade">
                                      <p:cBhvr>
                                        <p:cTn id="10" dur="1000"/>
                                        <p:tgtEl>
                                          <p:spTgt spid="15"/>
                                        </p:tgtEl>
                                      </p:cBhvr>
                                    </p:animEffect>
                                  </p:childTnLst>
                                </p:cTn>
                              </p:par>
                            </p:childTnLst>
                          </p:cTn>
                        </p:par>
                        <p:par>
                          <p:cTn id="11" fill="hold">
                            <p:stCondLst>
                              <p:cond delay="1000"/>
                            </p:stCondLst>
                            <p:childTnLst>
                              <p:par>
                                <p:cTn id="12" presetID="22" presetClass="entr" presetSubtype="8"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wipe(left)">
                                      <p:cBhvr>
                                        <p:cTn id="14" dur="500"/>
                                        <p:tgtEl>
                                          <p:spTgt spid="13"/>
                                        </p:tgtEl>
                                      </p:cBhvr>
                                    </p:animEffect>
                                  </p:childTnLst>
                                </p:cTn>
                              </p:par>
                              <p:par>
                                <p:cTn id="15" presetID="22" presetClass="entr" presetSubtype="2"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right)">
                                      <p:cBhvr>
                                        <p:cTn id="17" dur="500"/>
                                        <p:tgtEl>
                                          <p:spTgt spid="14"/>
                                        </p:tgtEl>
                                      </p:cBhvr>
                                    </p:animEffect>
                                  </p:childTnLst>
                                </p:cTn>
                              </p:par>
                            </p:childTnLst>
                          </p:cTn>
                        </p:par>
                        <p:par>
                          <p:cTn id="18" fill="hold">
                            <p:stCondLst>
                              <p:cond delay="1500"/>
                            </p:stCondLst>
                            <p:childTnLst>
                              <p:par>
                                <p:cTn id="19" presetID="12" presetClass="entr" presetSubtype="1" fill="hold" nodeType="after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750"/>
                                        <p:tgtEl>
                                          <p:spTgt spid="4"/>
                                        </p:tgtEl>
                                        <p:attrNameLst>
                                          <p:attrName>ppt_y</p:attrName>
                                        </p:attrNameLst>
                                      </p:cBhvr>
                                      <p:tavLst>
                                        <p:tav tm="0">
                                          <p:val>
                                            <p:strVal val="#ppt_y-#ppt_h*1.125000"/>
                                          </p:val>
                                        </p:tav>
                                        <p:tav tm="100000">
                                          <p:val>
                                            <p:strVal val="#ppt_y"/>
                                          </p:val>
                                        </p:tav>
                                      </p:tavLst>
                                    </p:anim>
                                    <p:animEffect transition="in" filter="wipe(down)">
                                      <p:cBhvr>
                                        <p:cTn id="22" dur="750"/>
                                        <p:tgtEl>
                                          <p:spTgt spid="4"/>
                                        </p:tgtEl>
                                      </p:cBhvr>
                                    </p:animEffect>
                                  </p:childTnLst>
                                </p:cTn>
                              </p:par>
                            </p:childTnLst>
                          </p:cTn>
                        </p:par>
                        <p:par>
                          <p:cTn id="23" fill="hold">
                            <p:stCondLst>
                              <p:cond delay="2500"/>
                            </p:stCondLst>
                            <p:childTnLst>
                              <p:par>
                                <p:cTn id="24" presetID="10" presetClass="entr" presetSubtype="0" fill="hold" grpId="0" nodeType="after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fade">
                                      <p:cBhvr>
                                        <p:cTn id="26" dur="500"/>
                                        <p:tgtEl>
                                          <p:spTgt spid="3"/>
                                        </p:tgtEl>
                                      </p:cBhvr>
                                    </p:animEffect>
                                  </p:childTnLst>
                                </p:cTn>
                              </p:par>
                            </p:childTnLst>
                          </p:cTn>
                        </p:par>
                        <p:par>
                          <p:cTn id="27" fill="hold">
                            <p:stCondLst>
                              <p:cond delay="3000"/>
                            </p:stCondLst>
                            <p:childTnLst>
                              <p:par>
                                <p:cTn id="28" presetID="41" presetClass="entr" presetSubtype="0" fill="hold" grpId="0" nodeType="afterEffect">
                                  <p:stCondLst>
                                    <p:cond delay="0"/>
                                  </p:stCondLst>
                                  <p:iterate type="lt">
                                    <p:tmPct val="10000"/>
                                  </p:iterate>
                                  <p:childTnLst>
                                    <p:set>
                                      <p:cBhvr>
                                        <p:cTn id="29" dur="1" fill="hold">
                                          <p:stCondLst>
                                            <p:cond delay="0"/>
                                          </p:stCondLst>
                                        </p:cTn>
                                        <p:tgtEl>
                                          <p:spTgt spid="22"/>
                                        </p:tgtEl>
                                        <p:attrNameLst>
                                          <p:attrName>style.visibility</p:attrName>
                                        </p:attrNameLst>
                                      </p:cBhvr>
                                      <p:to>
                                        <p:strVal val="visible"/>
                                      </p:to>
                                    </p:set>
                                    <p:anim calcmode="lin" valueType="num">
                                      <p:cBhvr>
                                        <p:cTn id="30" dur="750" fill="hold"/>
                                        <p:tgtEl>
                                          <p:spTgt spid="22"/>
                                        </p:tgtEl>
                                        <p:attrNameLst>
                                          <p:attrName>ppt_x</p:attrName>
                                        </p:attrNameLst>
                                      </p:cBhvr>
                                      <p:tavLst>
                                        <p:tav tm="0">
                                          <p:val>
                                            <p:strVal val="#ppt_x"/>
                                          </p:val>
                                        </p:tav>
                                        <p:tav tm="50000">
                                          <p:val>
                                            <p:strVal val="#ppt_x+.1"/>
                                          </p:val>
                                        </p:tav>
                                        <p:tav tm="100000">
                                          <p:val>
                                            <p:strVal val="#ppt_x"/>
                                          </p:val>
                                        </p:tav>
                                      </p:tavLst>
                                    </p:anim>
                                    <p:anim calcmode="lin" valueType="num">
                                      <p:cBhvr>
                                        <p:cTn id="31" dur="750" fill="hold"/>
                                        <p:tgtEl>
                                          <p:spTgt spid="22"/>
                                        </p:tgtEl>
                                        <p:attrNameLst>
                                          <p:attrName>ppt_y</p:attrName>
                                        </p:attrNameLst>
                                      </p:cBhvr>
                                      <p:tavLst>
                                        <p:tav tm="0">
                                          <p:val>
                                            <p:strVal val="#ppt_y"/>
                                          </p:val>
                                        </p:tav>
                                        <p:tav tm="100000">
                                          <p:val>
                                            <p:strVal val="#ppt_y"/>
                                          </p:val>
                                        </p:tav>
                                      </p:tavLst>
                                    </p:anim>
                                    <p:anim calcmode="lin" valueType="num">
                                      <p:cBhvr>
                                        <p:cTn id="32" dur="750" fill="hold"/>
                                        <p:tgtEl>
                                          <p:spTgt spid="22"/>
                                        </p:tgtEl>
                                        <p:attrNameLst>
                                          <p:attrName>ppt_h</p:attrName>
                                        </p:attrNameLst>
                                      </p:cBhvr>
                                      <p:tavLst>
                                        <p:tav tm="0">
                                          <p:val>
                                            <p:strVal val="#ppt_h/10"/>
                                          </p:val>
                                        </p:tav>
                                        <p:tav tm="50000">
                                          <p:val>
                                            <p:strVal val="#ppt_h+.01"/>
                                          </p:val>
                                        </p:tav>
                                        <p:tav tm="100000">
                                          <p:val>
                                            <p:strVal val="#ppt_h"/>
                                          </p:val>
                                        </p:tav>
                                      </p:tavLst>
                                    </p:anim>
                                    <p:anim calcmode="lin" valueType="num">
                                      <p:cBhvr>
                                        <p:cTn id="33" dur="750" fill="hold"/>
                                        <p:tgtEl>
                                          <p:spTgt spid="22"/>
                                        </p:tgtEl>
                                        <p:attrNameLst>
                                          <p:attrName>ppt_w</p:attrName>
                                        </p:attrNameLst>
                                      </p:cBhvr>
                                      <p:tavLst>
                                        <p:tav tm="0">
                                          <p:val>
                                            <p:strVal val="#ppt_w/10"/>
                                          </p:val>
                                        </p:tav>
                                        <p:tav tm="50000">
                                          <p:val>
                                            <p:strVal val="#ppt_w+.01"/>
                                          </p:val>
                                        </p:tav>
                                        <p:tav tm="100000">
                                          <p:val>
                                            <p:strVal val="#ppt_w"/>
                                          </p:val>
                                        </p:tav>
                                      </p:tavLst>
                                    </p:anim>
                                    <p:animEffect transition="in" filter="fade">
                                      <p:cBhvr>
                                        <p:cTn id="34" dur="750" tmFilter="0,0; .5, 1; 1, 1"/>
                                        <p:tgtEl>
                                          <p:spTgt spid="22"/>
                                        </p:tgtEl>
                                      </p:cBhvr>
                                    </p:animEffect>
                                  </p:childTnLst>
                                </p:cTn>
                              </p:par>
                              <p:par>
                                <p:cTn id="35" presetID="41" presetClass="entr" presetSubtype="0" fill="hold" grpId="0" nodeType="withEffect">
                                  <p:stCondLst>
                                    <p:cond delay="0"/>
                                  </p:stCondLst>
                                  <p:iterate type="lt">
                                    <p:tmPct val="10000"/>
                                  </p:iterate>
                                  <p:childTnLst>
                                    <p:set>
                                      <p:cBhvr>
                                        <p:cTn id="36" dur="1" fill="hold">
                                          <p:stCondLst>
                                            <p:cond delay="0"/>
                                          </p:stCondLst>
                                        </p:cTn>
                                        <p:tgtEl>
                                          <p:spTgt spid="23"/>
                                        </p:tgtEl>
                                        <p:attrNameLst>
                                          <p:attrName>style.visibility</p:attrName>
                                        </p:attrNameLst>
                                      </p:cBhvr>
                                      <p:to>
                                        <p:strVal val="visible"/>
                                      </p:to>
                                    </p:set>
                                    <p:anim calcmode="lin" valueType="num">
                                      <p:cBhvr>
                                        <p:cTn id="37" dur="750" fill="hold"/>
                                        <p:tgtEl>
                                          <p:spTgt spid="23"/>
                                        </p:tgtEl>
                                        <p:attrNameLst>
                                          <p:attrName>ppt_x</p:attrName>
                                        </p:attrNameLst>
                                      </p:cBhvr>
                                      <p:tavLst>
                                        <p:tav tm="0">
                                          <p:val>
                                            <p:strVal val="#ppt_x"/>
                                          </p:val>
                                        </p:tav>
                                        <p:tav tm="50000">
                                          <p:val>
                                            <p:strVal val="#ppt_x+.1"/>
                                          </p:val>
                                        </p:tav>
                                        <p:tav tm="100000">
                                          <p:val>
                                            <p:strVal val="#ppt_x"/>
                                          </p:val>
                                        </p:tav>
                                      </p:tavLst>
                                    </p:anim>
                                    <p:anim calcmode="lin" valueType="num">
                                      <p:cBhvr>
                                        <p:cTn id="38" dur="750" fill="hold"/>
                                        <p:tgtEl>
                                          <p:spTgt spid="23"/>
                                        </p:tgtEl>
                                        <p:attrNameLst>
                                          <p:attrName>ppt_y</p:attrName>
                                        </p:attrNameLst>
                                      </p:cBhvr>
                                      <p:tavLst>
                                        <p:tav tm="0">
                                          <p:val>
                                            <p:strVal val="#ppt_y"/>
                                          </p:val>
                                        </p:tav>
                                        <p:tav tm="100000">
                                          <p:val>
                                            <p:strVal val="#ppt_y"/>
                                          </p:val>
                                        </p:tav>
                                      </p:tavLst>
                                    </p:anim>
                                    <p:anim calcmode="lin" valueType="num">
                                      <p:cBhvr>
                                        <p:cTn id="39" dur="750" fill="hold"/>
                                        <p:tgtEl>
                                          <p:spTgt spid="23"/>
                                        </p:tgtEl>
                                        <p:attrNameLst>
                                          <p:attrName>ppt_h</p:attrName>
                                        </p:attrNameLst>
                                      </p:cBhvr>
                                      <p:tavLst>
                                        <p:tav tm="0">
                                          <p:val>
                                            <p:strVal val="#ppt_h/10"/>
                                          </p:val>
                                        </p:tav>
                                        <p:tav tm="50000">
                                          <p:val>
                                            <p:strVal val="#ppt_h+.01"/>
                                          </p:val>
                                        </p:tav>
                                        <p:tav tm="100000">
                                          <p:val>
                                            <p:strVal val="#ppt_h"/>
                                          </p:val>
                                        </p:tav>
                                      </p:tavLst>
                                    </p:anim>
                                    <p:anim calcmode="lin" valueType="num">
                                      <p:cBhvr>
                                        <p:cTn id="40" dur="750" fill="hold"/>
                                        <p:tgtEl>
                                          <p:spTgt spid="23"/>
                                        </p:tgtEl>
                                        <p:attrNameLst>
                                          <p:attrName>ppt_w</p:attrName>
                                        </p:attrNameLst>
                                      </p:cBhvr>
                                      <p:tavLst>
                                        <p:tav tm="0">
                                          <p:val>
                                            <p:strVal val="#ppt_w/10"/>
                                          </p:val>
                                        </p:tav>
                                        <p:tav tm="50000">
                                          <p:val>
                                            <p:strVal val="#ppt_w+.01"/>
                                          </p:val>
                                        </p:tav>
                                        <p:tav tm="100000">
                                          <p:val>
                                            <p:strVal val="#ppt_w"/>
                                          </p:val>
                                        </p:tav>
                                      </p:tavLst>
                                    </p:anim>
                                    <p:animEffect transition="in" filter="fade">
                                      <p:cBhvr>
                                        <p:cTn id="41" dur="750" tmFilter="0,0; .5, 1; 1, 1"/>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3" grpId="0" animBg="1"/>
      <p:bldP spid="14" grpId="0" animBg="1"/>
      <p:bldP spid="22" grpId="0"/>
      <p:bldP spid="2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点击此处添加标题</a:t>
            </a:r>
            <a:endParaRPr lang="zh-CN" altLang="en-US" dirty="0"/>
          </a:p>
        </p:txBody>
      </p:sp>
      <p:sp>
        <p:nvSpPr>
          <p:cNvPr id="3" name="梯形 2"/>
          <p:cNvSpPr/>
          <p:nvPr/>
        </p:nvSpPr>
        <p:spPr>
          <a:xfrm rot="16200000">
            <a:off x="1066350" y="1829078"/>
            <a:ext cx="3016978" cy="1910333"/>
          </a:xfrm>
          <a:prstGeom prst="trapezoid">
            <a:avLst>
              <a:gd name="adj" fmla="val 73844"/>
            </a:avLst>
          </a:prstGeom>
          <a:gradFill flip="none" rotWithShape="1">
            <a:gsLst>
              <a:gs pos="29000">
                <a:schemeClr val="bg1">
                  <a:lumMod val="85000"/>
                </a:schemeClr>
              </a:gs>
              <a:gs pos="65000">
                <a:srgbClr val="FFD03B">
                  <a:alpha val="0"/>
                </a:srgbClr>
              </a:gs>
              <a:gs pos="0">
                <a:schemeClr val="bg1">
                  <a:lumMod val="75000"/>
                  <a:alpha val="64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nvGrpSpPr>
          <p:cNvPr id="4" name="组合 13"/>
          <p:cNvGrpSpPr/>
          <p:nvPr/>
        </p:nvGrpSpPr>
        <p:grpSpPr bwMode="auto">
          <a:xfrm>
            <a:off x="3564582" y="1785195"/>
            <a:ext cx="4895850" cy="431800"/>
            <a:chOff x="3491880" y="2492896"/>
            <a:chExt cx="4896544" cy="432382"/>
          </a:xfrm>
        </p:grpSpPr>
        <p:sp>
          <p:nvSpPr>
            <p:cNvPr id="5" name="矩形​​ 4"/>
            <p:cNvSpPr/>
            <p:nvPr/>
          </p:nvSpPr>
          <p:spPr>
            <a:xfrm>
              <a:off x="3491880" y="2492896"/>
              <a:ext cx="4896544" cy="4323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6"/>
            <p:cNvSpPr>
              <a:spLocks noChangeArrowheads="1"/>
            </p:cNvSpPr>
            <p:nvPr/>
          </p:nvSpPr>
          <p:spPr bwMode="auto">
            <a:xfrm>
              <a:off x="3707904" y="2524254"/>
              <a:ext cx="166776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Arial Unicode MS" pitchFamily="34" charset="-122"/>
                </a:rPr>
                <a:t>点击录入内容</a:t>
              </a:r>
              <a:endPar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Arial Unicode MS" pitchFamily="34" charset="-122"/>
              </a:endParaRPr>
            </a:p>
          </p:txBody>
        </p:sp>
        <p:sp>
          <p:nvSpPr>
            <p:cNvPr id="7" name="燕尾形 6"/>
            <p:cNvSpPr/>
            <p:nvPr/>
          </p:nvSpPr>
          <p:spPr>
            <a:xfrm>
              <a:off x="3563327" y="2593043"/>
              <a:ext cx="144483" cy="216191"/>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grpSp>
        <p:nvGrpSpPr>
          <p:cNvPr id="8" name="组合 14"/>
          <p:cNvGrpSpPr/>
          <p:nvPr/>
        </p:nvGrpSpPr>
        <p:grpSpPr bwMode="auto">
          <a:xfrm>
            <a:off x="3564582" y="2304308"/>
            <a:ext cx="4895850" cy="433388"/>
            <a:chOff x="3491880" y="2492896"/>
            <a:chExt cx="4896544" cy="432416"/>
          </a:xfrm>
        </p:grpSpPr>
        <p:sp>
          <p:nvSpPr>
            <p:cNvPr id="9" name="矩形​​ 15"/>
            <p:cNvSpPr/>
            <p:nvPr/>
          </p:nvSpPr>
          <p:spPr>
            <a:xfrm>
              <a:off x="3491880" y="2492896"/>
              <a:ext cx="4896544" cy="43241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矩形​​ 17"/>
            <p:cNvSpPr>
              <a:spLocks noChangeArrowheads="1"/>
            </p:cNvSpPr>
            <p:nvPr/>
          </p:nvSpPr>
          <p:spPr bwMode="auto">
            <a:xfrm>
              <a:off x="3707904" y="2524254"/>
              <a:ext cx="166776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Arial Unicode MS" pitchFamily="34" charset="-122"/>
                </a:rPr>
                <a:t>点击录入内容</a:t>
              </a:r>
              <a:endPar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Arial Unicode MS" pitchFamily="34" charset="-122"/>
              </a:endParaRPr>
            </a:p>
          </p:txBody>
        </p:sp>
        <p:sp>
          <p:nvSpPr>
            <p:cNvPr id="11" name="燕尾形 10"/>
            <p:cNvSpPr/>
            <p:nvPr/>
          </p:nvSpPr>
          <p:spPr>
            <a:xfrm>
              <a:off x="3563327" y="2594268"/>
              <a:ext cx="144483" cy="215416"/>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grpSp>
        <p:nvGrpSpPr>
          <p:cNvPr id="12" name="组合 20"/>
          <p:cNvGrpSpPr/>
          <p:nvPr/>
        </p:nvGrpSpPr>
        <p:grpSpPr bwMode="auto">
          <a:xfrm>
            <a:off x="3564582" y="2823421"/>
            <a:ext cx="4895850" cy="433387"/>
            <a:chOff x="3491880" y="2492896"/>
            <a:chExt cx="4896544" cy="432416"/>
          </a:xfrm>
        </p:grpSpPr>
        <p:sp>
          <p:nvSpPr>
            <p:cNvPr id="13" name="矩形​​ 21"/>
            <p:cNvSpPr/>
            <p:nvPr/>
          </p:nvSpPr>
          <p:spPr>
            <a:xfrm>
              <a:off x="3491880" y="2492896"/>
              <a:ext cx="4896544" cy="43241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4" name="矩形​​ 23"/>
            <p:cNvSpPr>
              <a:spLocks noChangeArrowheads="1"/>
            </p:cNvSpPr>
            <p:nvPr/>
          </p:nvSpPr>
          <p:spPr bwMode="auto">
            <a:xfrm>
              <a:off x="3707904" y="2524254"/>
              <a:ext cx="166776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Arial Unicode MS" pitchFamily="34" charset="-122"/>
                </a:rPr>
                <a:t>点击录入内容</a:t>
              </a:r>
              <a:endPar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Arial Unicode MS" pitchFamily="34" charset="-122"/>
              </a:endParaRPr>
            </a:p>
          </p:txBody>
        </p:sp>
        <p:sp>
          <p:nvSpPr>
            <p:cNvPr id="15" name="燕尾形 14"/>
            <p:cNvSpPr/>
            <p:nvPr/>
          </p:nvSpPr>
          <p:spPr>
            <a:xfrm>
              <a:off x="3563327" y="2594268"/>
              <a:ext cx="144483" cy="215416"/>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grpSp>
        <p:nvGrpSpPr>
          <p:cNvPr id="16" name="组合 26"/>
          <p:cNvGrpSpPr/>
          <p:nvPr/>
        </p:nvGrpSpPr>
        <p:grpSpPr bwMode="auto">
          <a:xfrm>
            <a:off x="3564582" y="3342533"/>
            <a:ext cx="4895850" cy="433388"/>
            <a:chOff x="3491880" y="2492896"/>
            <a:chExt cx="4896544" cy="432416"/>
          </a:xfrm>
        </p:grpSpPr>
        <p:sp>
          <p:nvSpPr>
            <p:cNvPr id="17" name="矩形​​ 27"/>
            <p:cNvSpPr/>
            <p:nvPr/>
          </p:nvSpPr>
          <p:spPr>
            <a:xfrm>
              <a:off x="3491880" y="2492896"/>
              <a:ext cx="4896544" cy="43241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8" name="矩形​​ 29"/>
            <p:cNvSpPr>
              <a:spLocks noChangeArrowheads="1"/>
            </p:cNvSpPr>
            <p:nvPr/>
          </p:nvSpPr>
          <p:spPr bwMode="auto">
            <a:xfrm>
              <a:off x="3707904" y="2524254"/>
              <a:ext cx="166776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Arial Unicode MS" pitchFamily="34" charset="-122"/>
                </a:rPr>
                <a:t>点击录入内容</a:t>
              </a:r>
              <a:endPar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Arial Unicode MS" pitchFamily="34" charset="-122"/>
              </a:endParaRPr>
            </a:p>
          </p:txBody>
        </p:sp>
        <p:sp>
          <p:nvSpPr>
            <p:cNvPr id="19" name="燕尾形 18"/>
            <p:cNvSpPr/>
            <p:nvPr/>
          </p:nvSpPr>
          <p:spPr>
            <a:xfrm>
              <a:off x="3563327" y="2594268"/>
              <a:ext cx="144483" cy="215416"/>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sp>
        <p:nvSpPr>
          <p:cNvPr id="20" name="矩形​​ 41"/>
          <p:cNvSpPr/>
          <p:nvPr/>
        </p:nvSpPr>
        <p:spPr>
          <a:xfrm>
            <a:off x="3556644" y="1275606"/>
            <a:ext cx="4897438" cy="431800"/>
          </a:xfrm>
          <a:prstGeom prst="rect">
            <a:avLst/>
          </a:prstGeom>
          <a:solidFill>
            <a:srgbClr val="C8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点击此处录入标题内容</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1" name="矩形​​ 46"/>
          <p:cNvSpPr/>
          <p:nvPr/>
        </p:nvSpPr>
        <p:spPr>
          <a:xfrm>
            <a:off x="3545532" y="3860056"/>
            <a:ext cx="4895850" cy="433388"/>
          </a:xfrm>
          <a:prstGeom prst="rect">
            <a:avLst/>
          </a:prstGeom>
          <a:solidFill>
            <a:srgbClr val="FF6E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点击此处录入标题内容</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22" name="组合 21"/>
          <p:cNvGrpSpPr/>
          <p:nvPr/>
        </p:nvGrpSpPr>
        <p:grpSpPr>
          <a:xfrm>
            <a:off x="1043608" y="1951918"/>
            <a:ext cx="1657350" cy="1622425"/>
            <a:chOff x="1043608" y="1951918"/>
            <a:chExt cx="1657350" cy="1622425"/>
          </a:xfrm>
        </p:grpSpPr>
        <p:grpSp>
          <p:nvGrpSpPr>
            <p:cNvPr id="23" name="Group 7"/>
            <p:cNvGrpSpPr/>
            <p:nvPr/>
          </p:nvGrpSpPr>
          <p:grpSpPr bwMode="auto">
            <a:xfrm>
              <a:off x="1043608" y="1951918"/>
              <a:ext cx="1657350" cy="1622425"/>
              <a:chOff x="0" y="0"/>
              <a:chExt cx="987" cy="966"/>
            </a:xfrm>
          </p:grpSpPr>
          <p:grpSp>
            <p:nvGrpSpPr>
              <p:cNvPr id="25" name="Group 8"/>
              <p:cNvGrpSpPr/>
              <p:nvPr/>
            </p:nvGrpSpPr>
            <p:grpSpPr bwMode="auto">
              <a:xfrm>
                <a:off x="0" y="0"/>
                <a:ext cx="987" cy="966"/>
                <a:chOff x="0" y="0"/>
                <a:chExt cx="1042" cy="1019"/>
              </a:xfrm>
            </p:grpSpPr>
            <p:pic>
              <p:nvPicPr>
                <p:cNvPr id="27" name="Picture 9" descr="circuler_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042" cy="1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Oval 10"/>
                <p:cNvSpPr>
                  <a:spLocks noChangeArrowheads="1"/>
                </p:cNvSpPr>
                <p:nvPr/>
              </p:nvSpPr>
              <p:spPr bwMode="auto">
                <a:xfrm>
                  <a:off x="0" y="0"/>
                  <a:ext cx="1035" cy="1019"/>
                </a:xfrm>
                <a:prstGeom prst="ellipse">
                  <a:avLst/>
                </a:prstGeom>
                <a:solidFill>
                  <a:srgbClr val="C80000"/>
                </a:soli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pic>
            <p:nvPicPr>
              <p:cNvPr id="26" name="Picture 11" descr="Picture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 y="9"/>
                <a:ext cx="779" cy="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4" name="WordArt 13"/>
            <p:cNvSpPr>
              <a:spLocks noChangeArrowheads="1" noChangeShapeType="1"/>
            </p:cNvSpPr>
            <p:nvPr/>
          </p:nvSpPr>
          <p:spPr bwMode="auto">
            <a:xfrm>
              <a:off x="1345233" y="2459918"/>
              <a:ext cx="1079500" cy="6096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w="9525">
                    <a:solidFill>
                      <a:prstClr val="white"/>
                    </a:solidFill>
                    <a:round/>
                  </a:ln>
                  <a:solidFill>
                    <a:prstClr val="white"/>
                  </a:solidFill>
                  <a:effectLst/>
                  <a:uLnTx/>
                  <a:uFillTx/>
                  <a:latin typeface="黑体" panose="02010609060101010101" charset="-122"/>
                  <a:ea typeface="黑体" panose="02010609060101010101" charset="-122"/>
                  <a:cs typeface="+mn-cs"/>
                </a:rPr>
                <a:t>双击添加</a:t>
              </a:r>
              <a:endParaRPr kumimoji="0" lang="zh-CN" altLang="en-US" sz="2400" b="0" i="0" u="none" strike="noStrike" kern="1200" cap="none" spc="0" normalizeH="0" baseline="0" noProof="0" dirty="0">
                <a:ln w="9525">
                  <a:solidFill>
                    <a:prstClr val="white"/>
                  </a:solidFill>
                  <a:round/>
                </a:ln>
                <a:solidFill>
                  <a:prstClr val="white"/>
                </a:solidFill>
                <a:effectLst/>
                <a:uLnTx/>
                <a:uFillTx/>
                <a:latin typeface="黑体" panose="02010609060101010101" charset="-122"/>
                <a:ea typeface="黑体" panose="02010609060101010101"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w="9525">
                    <a:solidFill>
                      <a:prstClr val="white"/>
                    </a:solidFill>
                    <a:round/>
                  </a:ln>
                  <a:solidFill>
                    <a:prstClr val="white"/>
                  </a:solidFill>
                  <a:effectLst/>
                  <a:uLnTx/>
                  <a:uFillTx/>
                  <a:latin typeface="黑体" panose="02010609060101010101" charset="-122"/>
                  <a:ea typeface="黑体" panose="02010609060101010101" charset="-122"/>
                  <a:cs typeface="+mn-cs"/>
                </a:rPr>
                <a:t>标题文字</a:t>
              </a:r>
              <a:endParaRPr kumimoji="0" lang="zh-CN" altLang="en-US" sz="2400" b="0" i="0" u="none" strike="noStrike" kern="1200" cap="none" spc="0" normalizeH="0" baseline="0" noProof="0" dirty="0">
                <a:ln w="9525">
                  <a:solidFill>
                    <a:prstClr val="white"/>
                  </a:solidFill>
                  <a:round/>
                </a:ln>
                <a:solidFill>
                  <a:prstClr val="white"/>
                </a:solidFill>
                <a:effectLst/>
                <a:uLnTx/>
                <a:uFillTx/>
                <a:latin typeface="黑体" panose="02010609060101010101" charset="-122"/>
                <a:ea typeface="黑体" panose="02010609060101010101"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1000" fill="hold"/>
                                        <p:tgtEl>
                                          <p:spTgt spid="22"/>
                                        </p:tgtEl>
                                        <p:attrNameLst>
                                          <p:attrName>ppt_w</p:attrName>
                                        </p:attrNameLst>
                                      </p:cBhvr>
                                      <p:tavLst>
                                        <p:tav tm="0">
                                          <p:val>
                                            <p:fltVal val="0"/>
                                          </p:val>
                                        </p:tav>
                                        <p:tav tm="100000">
                                          <p:val>
                                            <p:strVal val="#ppt_w"/>
                                          </p:val>
                                        </p:tav>
                                      </p:tavLst>
                                    </p:anim>
                                    <p:anim calcmode="lin" valueType="num">
                                      <p:cBhvr>
                                        <p:cTn id="8" dur="1000" fill="hold"/>
                                        <p:tgtEl>
                                          <p:spTgt spid="22"/>
                                        </p:tgtEl>
                                        <p:attrNameLst>
                                          <p:attrName>ppt_h</p:attrName>
                                        </p:attrNameLst>
                                      </p:cBhvr>
                                      <p:tavLst>
                                        <p:tav tm="0">
                                          <p:val>
                                            <p:fltVal val="0"/>
                                          </p:val>
                                        </p:tav>
                                        <p:tav tm="100000">
                                          <p:val>
                                            <p:strVal val="#ppt_h"/>
                                          </p:val>
                                        </p:tav>
                                      </p:tavLst>
                                    </p:anim>
                                    <p:anim calcmode="lin" valueType="num">
                                      <p:cBhvr>
                                        <p:cTn id="9" dur="1000" fill="hold"/>
                                        <p:tgtEl>
                                          <p:spTgt spid="22"/>
                                        </p:tgtEl>
                                        <p:attrNameLst>
                                          <p:attrName>style.rotation</p:attrName>
                                        </p:attrNameLst>
                                      </p:cBhvr>
                                      <p:tavLst>
                                        <p:tav tm="0">
                                          <p:val>
                                            <p:fltVal val="90"/>
                                          </p:val>
                                        </p:tav>
                                        <p:tav tm="100000">
                                          <p:val>
                                            <p:fltVal val="0"/>
                                          </p:val>
                                        </p:tav>
                                      </p:tavLst>
                                    </p:anim>
                                    <p:animEffect transition="in" filter="fade">
                                      <p:cBhvr>
                                        <p:cTn id="10" dur="1000"/>
                                        <p:tgtEl>
                                          <p:spTgt spid="22"/>
                                        </p:tgtEl>
                                      </p:cBhvr>
                                    </p:animEffect>
                                  </p:childTnLst>
                                </p:cTn>
                              </p:par>
                            </p:childTnLst>
                          </p:cTn>
                        </p:par>
                        <p:par>
                          <p:cTn id="11" fill="hold">
                            <p:stCondLst>
                              <p:cond delay="1000"/>
                            </p:stCondLst>
                            <p:childTnLst>
                              <p:par>
                                <p:cTn id="12" presetID="22" presetClass="entr" presetSubtype="8" fill="hold" grpId="0" nodeType="after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ipe(left)">
                                      <p:cBhvr>
                                        <p:cTn id="14" dur="500"/>
                                        <p:tgtEl>
                                          <p:spTgt spid="3"/>
                                        </p:tgtEl>
                                      </p:cBhvr>
                                    </p:animEffect>
                                  </p:childTnLst>
                                </p:cTn>
                              </p:par>
                            </p:childTnLst>
                          </p:cTn>
                        </p:par>
                        <p:par>
                          <p:cTn id="15" fill="hold">
                            <p:stCondLst>
                              <p:cond delay="1500"/>
                            </p:stCondLst>
                            <p:childTnLst>
                              <p:par>
                                <p:cTn id="16" presetID="10" presetClass="entr" presetSubtype="0" fill="hold" grpId="0" nodeType="after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par>
                                <p:cTn id="19" presetID="10" presetClass="entr" presetSubtype="0" fill="hold" nodeType="withEffect">
                                  <p:stCondLst>
                                    <p:cond delay="25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500"/>
                                        <p:tgtEl>
                                          <p:spTgt spid="4"/>
                                        </p:tgtEl>
                                      </p:cBhvr>
                                    </p:animEffect>
                                  </p:childTnLst>
                                </p:cTn>
                              </p:par>
                              <p:par>
                                <p:cTn id="22" presetID="10" presetClass="entr" presetSubtype="0" fill="hold" nodeType="withEffect">
                                  <p:stCondLst>
                                    <p:cond delay="50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nodeType="withEffect">
                                  <p:stCondLst>
                                    <p:cond delay="75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par>
                                <p:cTn id="28" presetID="10" presetClass="entr" presetSubtype="0" fill="hold" nodeType="withEffect">
                                  <p:stCondLst>
                                    <p:cond delay="100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par>
                                <p:cTn id="31" presetID="10" presetClass="entr" presetSubtype="0" fill="hold" grpId="0" nodeType="withEffect">
                                  <p:stCondLst>
                                    <p:cond delay="125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0" grpId="0" animBg="1"/>
      <p:bldP spid="2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点击此处添加标题</a:t>
            </a:r>
            <a:endParaRPr lang="zh-CN" altLang="en-US" dirty="0"/>
          </a:p>
        </p:txBody>
      </p:sp>
      <p:sp>
        <p:nvSpPr>
          <p:cNvPr id="3" name="矩形 2"/>
          <p:cNvSpPr/>
          <p:nvPr/>
        </p:nvSpPr>
        <p:spPr>
          <a:xfrm>
            <a:off x="5290882" y="2300610"/>
            <a:ext cx="3853118" cy="961503"/>
          </a:xfrm>
          <a:prstGeom prst="rect">
            <a:avLst/>
          </a:prstGeom>
          <a:solidFill>
            <a:srgbClr val="C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4" name="矩形 3"/>
          <p:cNvSpPr/>
          <p:nvPr/>
        </p:nvSpPr>
        <p:spPr>
          <a:xfrm>
            <a:off x="5290882" y="1339107"/>
            <a:ext cx="3853118" cy="961503"/>
          </a:xfrm>
          <a:prstGeom prst="rect">
            <a:avLst/>
          </a:prstGeom>
          <a:solidFill>
            <a:srgbClr val="FF6E00"/>
          </a:solidFill>
          <a:ln>
            <a:noFill/>
          </a:ln>
          <a:effectLst>
            <a:outerShdw blurRad="241300" dist="127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5" name="矩形 4"/>
          <p:cNvSpPr/>
          <p:nvPr/>
        </p:nvSpPr>
        <p:spPr>
          <a:xfrm>
            <a:off x="0" y="3262114"/>
            <a:ext cx="3710118" cy="961503"/>
          </a:xfrm>
          <a:prstGeom prst="rect">
            <a:avLst/>
          </a:prstGeom>
          <a:solidFill>
            <a:srgbClr val="FF6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5"/>
          <p:cNvSpPr/>
          <p:nvPr/>
        </p:nvSpPr>
        <p:spPr>
          <a:xfrm>
            <a:off x="0" y="2300611"/>
            <a:ext cx="3710118" cy="961503"/>
          </a:xfrm>
          <a:prstGeom prst="rect">
            <a:avLst/>
          </a:prstGeom>
          <a:solidFill>
            <a:srgbClr val="C8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pic>
        <p:nvPicPr>
          <p:cNvPr id="7" name="Picture 3"/>
          <p:cNvPicPr>
            <a:picLocks noChangeAspect="1" noChangeArrowheads="1"/>
          </p:cNvPicPr>
          <p:nvPr/>
        </p:nvPicPr>
        <p:blipFill rotWithShape="1">
          <a:blip r:embed="rId1" cstate="print">
            <a:extLst>
              <a:ext uri="{BEBA8EAE-BF5A-486C-A8C5-ECC9F3942E4B}">
                <a14:imgProps xmlns:a14="http://schemas.microsoft.com/office/drawing/2010/main">
                  <a14:imgLayer r:embed="rId2">
                    <a14:imgEffect>
                      <a14:brightnessContrast bright="-40000" contrast="40000"/>
                    </a14:imgEffect>
                  </a14:imgLayer>
                </a14:imgProps>
              </a:ext>
              <a:ext uri="{28A0092B-C50C-407E-A947-70E740481C1C}">
                <a14:useLocalDpi xmlns:a14="http://schemas.microsoft.com/office/drawing/2010/main" val="0"/>
              </a:ext>
            </a:extLst>
          </a:blip>
          <a:srcRect l="2767" r="7205" b="57679"/>
          <a:stretch>
            <a:fillRect/>
          </a:stretch>
        </p:blipFill>
        <p:spPr bwMode="auto">
          <a:xfrm rot="5400000" flipH="1">
            <a:off x="3437829" y="2265162"/>
            <a:ext cx="4176462" cy="469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3"/>
          <p:cNvPicPr>
            <a:picLocks noChangeAspect="1" noChangeArrowheads="1"/>
          </p:cNvPicPr>
          <p:nvPr/>
        </p:nvPicPr>
        <p:blipFill rotWithShape="1">
          <a:blip r:embed="rId1" cstate="print">
            <a:extLst>
              <a:ext uri="{BEBA8EAE-BF5A-486C-A8C5-ECC9F3942E4B}">
                <a14:imgProps xmlns:a14="http://schemas.microsoft.com/office/drawing/2010/main">
                  <a14:imgLayer r:embed="rId2">
                    <a14:imgEffect>
                      <a14:brightnessContrast bright="-40000" contrast="40000"/>
                    </a14:imgEffect>
                  </a14:imgLayer>
                </a14:imgProps>
              </a:ext>
              <a:ext uri="{28A0092B-C50C-407E-A947-70E740481C1C}">
                <a14:useLocalDpi xmlns:a14="http://schemas.microsoft.com/office/drawing/2010/main" val="0"/>
              </a:ext>
            </a:extLst>
          </a:blip>
          <a:srcRect l="2767" r="7205" b="57679"/>
          <a:stretch>
            <a:fillRect/>
          </a:stretch>
        </p:blipFill>
        <p:spPr bwMode="auto">
          <a:xfrm rot="16200000" flipH="1">
            <a:off x="1440760" y="3080987"/>
            <a:ext cx="4176462" cy="362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p:cNvSpPr txBox="1"/>
          <p:nvPr/>
        </p:nvSpPr>
        <p:spPr>
          <a:xfrm>
            <a:off x="3779912" y="2499741"/>
            <a:ext cx="697627"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smtClean="0">
                <a:ln>
                  <a:noFill/>
                </a:ln>
                <a:solidFill>
                  <a:srgbClr val="C80000"/>
                </a:solidFill>
                <a:effectLst/>
                <a:uLnTx/>
                <a:uFillTx/>
                <a:latin typeface="Arial Unicode MS" pitchFamily="34" charset="-122"/>
                <a:ea typeface="Arial Unicode MS" pitchFamily="34" charset="-122"/>
                <a:cs typeface="Arial Unicode MS" pitchFamily="34" charset="-122"/>
              </a:rPr>
              <a:t>01</a:t>
            </a:r>
            <a:endParaRPr kumimoji="0" lang="zh-CN" altLang="en-US" sz="900" b="1" i="0" u="none" strike="noStrike" kern="1200" cap="none" spc="0" normalizeH="0" baseline="0" noProof="0" dirty="0">
              <a:ln>
                <a:noFill/>
              </a:ln>
              <a:solidFill>
                <a:srgbClr val="C80000"/>
              </a:solidFill>
              <a:effectLst/>
              <a:uLnTx/>
              <a:uFillTx/>
              <a:latin typeface="Arial Unicode MS" pitchFamily="34" charset="-122"/>
              <a:ea typeface="Arial Unicode MS" pitchFamily="34" charset="-122"/>
              <a:cs typeface="Arial Unicode MS" pitchFamily="34" charset="-122"/>
            </a:endParaRPr>
          </a:p>
        </p:txBody>
      </p:sp>
      <p:sp>
        <p:nvSpPr>
          <p:cNvPr id="10" name="TextBox 9"/>
          <p:cNvSpPr txBox="1"/>
          <p:nvPr/>
        </p:nvSpPr>
        <p:spPr>
          <a:xfrm>
            <a:off x="3779912" y="3419699"/>
            <a:ext cx="697627"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smtClean="0">
                <a:ln>
                  <a:noFill/>
                </a:ln>
                <a:solidFill>
                  <a:srgbClr val="FF6E00"/>
                </a:solidFill>
                <a:effectLst/>
                <a:uLnTx/>
                <a:uFillTx/>
                <a:latin typeface="Arial Unicode MS" pitchFamily="34" charset="-122"/>
                <a:ea typeface="Arial Unicode MS" pitchFamily="34" charset="-122"/>
                <a:cs typeface="Arial Unicode MS" pitchFamily="34" charset="-122"/>
              </a:rPr>
              <a:t>02</a:t>
            </a:r>
            <a:endParaRPr kumimoji="0" lang="zh-CN" altLang="en-US" sz="900" b="1" i="0" u="none" strike="noStrike" kern="1200" cap="none" spc="0" normalizeH="0" baseline="0" noProof="0" dirty="0">
              <a:ln>
                <a:noFill/>
              </a:ln>
              <a:solidFill>
                <a:srgbClr val="FF6E00"/>
              </a:solidFill>
              <a:effectLst/>
              <a:uLnTx/>
              <a:uFillTx/>
              <a:latin typeface="Arial Unicode MS" pitchFamily="34" charset="-122"/>
              <a:ea typeface="Arial Unicode MS" pitchFamily="34" charset="-122"/>
              <a:cs typeface="Arial Unicode MS" pitchFamily="34" charset="-122"/>
            </a:endParaRPr>
          </a:p>
        </p:txBody>
      </p:sp>
      <p:sp>
        <p:nvSpPr>
          <p:cNvPr id="11" name="TextBox 10"/>
          <p:cNvSpPr txBox="1"/>
          <p:nvPr/>
        </p:nvSpPr>
        <p:spPr>
          <a:xfrm>
            <a:off x="4517842" y="1534016"/>
            <a:ext cx="697627"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smtClean="0">
                <a:ln>
                  <a:noFill/>
                </a:ln>
                <a:solidFill>
                  <a:srgbClr val="FF6E00"/>
                </a:solidFill>
                <a:effectLst/>
                <a:uLnTx/>
                <a:uFillTx/>
                <a:latin typeface="Arial Unicode MS" pitchFamily="34" charset="-122"/>
                <a:ea typeface="Arial Unicode MS" pitchFamily="34" charset="-122"/>
                <a:cs typeface="Arial Unicode MS" pitchFamily="34" charset="-122"/>
              </a:rPr>
              <a:t>03</a:t>
            </a:r>
            <a:endParaRPr kumimoji="0" lang="zh-CN" altLang="en-US" sz="900" b="1" i="0" u="none" strike="noStrike" kern="1200" cap="none" spc="0" normalizeH="0" baseline="0" noProof="0" dirty="0">
              <a:ln>
                <a:noFill/>
              </a:ln>
              <a:solidFill>
                <a:srgbClr val="FF6E00"/>
              </a:solidFill>
              <a:effectLst/>
              <a:uLnTx/>
              <a:uFillTx/>
              <a:latin typeface="Arial Unicode MS" pitchFamily="34" charset="-122"/>
              <a:ea typeface="Arial Unicode MS" pitchFamily="34" charset="-122"/>
              <a:cs typeface="Arial Unicode MS" pitchFamily="34" charset="-122"/>
            </a:endParaRPr>
          </a:p>
        </p:txBody>
      </p:sp>
      <p:sp>
        <p:nvSpPr>
          <p:cNvPr id="12" name="TextBox 11"/>
          <p:cNvSpPr txBox="1"/>
          <p:nvPr/>
        </p:nvSpPr>
        <p:spPr>
          <a:xfrm>
            <a:off x="4517842" y="2453974"/>
            <a:ext cx="697627"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smtClean="0">
                <a:ln>
                  <a:noFill/>
                </a:ln>
                <a:solidFill>
                  <a:srgbClr val="C80000"/>
                </a:solidFill>
                <a:effectLst/>
                <a:uLnTx/>
                <a:uFillTx/>
                <a:latin typeface="Arial Unicode MS" pitchFamily="34" charset="-122"/>
                <a:ea typeface="Arial Unicode MS" pitchFamily="34" charset="-122"/>
                <a:cs typeface="Arial Unicode MS" pitchFamily="34" charset="-122"/>
              </a:rPr>
              <a:t>04</a:t>
            </a:r>
            <a:endParaRPr kumimoji="0" lang="zh-CN" altLang="en-US" sz="900" b="1" i="0" u="none" strike="noStrike" kern="1200" cap="none" spc="0" normalizeH="0" baseline="0" noProof="0" dirty="0">
              <a:ln>
                <a:noFill/>
              </a:ln>
              <a:solidFill>
                <a:srgbClr val="C80000"/>
              </a:solidFill>
              <a:effectLst/>
              <a:uLnTx/>
              <a:uFillTx/>
              <a:latin typeface="Arial Unicode MS" pitchFamily="34" charset="-122"/>
              <a:ea typeface="Arial Unicode MS" pitchFamily="34" charset="-122"/>
              <a:cs typeface="Arial Unicode MS" pitchFamily="34" charset="-122"/>
            </a:endParaRPr>
          </a:p>
        </p:txBody>
      </p:sp>
      <p:sp>
        <p:nvSpPr>
          <p:cNvPr id="13" name="Text Box 40"/>
          <p:cNvSpPr txBox="1">
            <a:spLocks noChangeArrowheads="1"/>
          </p:cNvSpPr>
          <p:nvPr/>
        </p:nvSpPr>
        <p:spPr bwMode="gray">
          <a:xfrm>
            <a:off x="227391" y="2425982"/>
            <a:ext cx="3255336" cy="609398"/>
          </a:xfrm>
          <a:prstGeom prst="rect">
            <a:avLst/>
          </a:prstGeom>
          <a:noFill/>
          <a:ln w="9525">
            <a:noFill/>
            <a:miter lim="800000"/>
          </a:ln>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单击此处输入文字单击此处输入文字</a:t>
            </a:r>
            <a:endParaRPr kumimoji="0" lang="zh-CN" altLang="en-US" sz="1400" b="0" i="0" u="none" strike="noStrike" kern="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单击此处输入文字单击此处输入文字</a:t>
            </a:r>
            <a:endParaRPr kumimoji="0" lang="zh-CN" altLang="en-US" sz="1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4" name="Text Box 40"/>
          <p:cNvSpPr txBox="1">
            <a:spLocks noChangeArrowheads="1"/>
          </p:cNvSpPr>
          <p:nvPr/>
        </p:nvSpPr>
        <p:spPr bwMode="gray">
          <a:xfrm>
            <a:off x="227391" y="3444214"/>
            <a:ext cx="3255336" cy="609398"/>
          </a:xfrm>
          <a:prstGeom prst="rect">
            <a:avLst/>
          </a:prstGeom>
          <a:noFill/>
          <a:ln w="9525">
            <a:noFill/>
            <a:miter lim="800000"/>
          </a:ln>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单击此处输入文字单击此处输入文字</a:t>
            </a:r>
            <a:endParaRPr kumimoji="0" lang="zh-CN" altLang="en-US" sz="1400" b="0" i="0" u="none" strike="noStrike" kern="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单击此处输入文字单击此处输入文字</a:t>
            </a:r>
            <a:endParaRPr kumimoji="0" lang="zh-CN" altLang="en-US" sz="1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5" name="Text Box 40"/>
          <p:cNvSpPr txBox="1">
            <a:spLocks noChangeArrowheads="1"/>
          </p:cNvSpPr>
          <p:nvPr/>
        </p:nvSpPr>
        <p:spPr bwMode="gray">
          <a:xfrm>
            <a:off x="5526060" y="1511130"/>
            <a:ext cx="3255336" cy="609398"/>
          </a:xfrm>
          <a:prstGeom prst="rect">
            <a:avLst/>
          </a:prstGeom>
          <a:noFill/>
          <a:ln w="9525">
            <a:noFill/>
            <a:miter lim="800000"/>
          </a:ln>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单击此处输入文字单击此处输入文字</a:t>
            </a:r>
            <a:endParaRPr kumimoji="0" lang="zh-CN" altLang="en-US" sz="1400" b="0" i="0" u="none" strike="noStrike" kern="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单击此处输入文字单击此处输入文字</a:t>
            </a:r>
            <a:endParaRPr kumimoji="0" lang="zh-CN" altLang="en-US" sz="1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6" name="Text Box 40"/>
          <p:cNvSpPr txBox="1">
            <a:spLocks noChangeArrowheads="1"/>
          </p:cNvSpPr>
          <p:nvPr/>
        </p:nvSpPr>
        <p:spPr bwMode="gray">
          <a:xfrm>
            <a:off x="5526060" y="2472440"/>
            <a:ext cx="3255336" cy="609398"/>
          </a:xfrm>
          <a:prstGeom prst="rect">
            <a:avLst/>
          </a:prstGeom>
          <a:noFill/>
          <a:ln w="9525">
            <a:noFill/>
            <a:miter lim="800000"/>
          </a:ln>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单击此处输入文字单击此处输入文字</a:t>
            </a:r>
            <a:endParaRPr kumimoji="0" lang="zh-CN" altLang="en-US" sz="1400" b="0" i="0" u="none" strike="noStrike" kern="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单击此处输入文字单击此处输入文字</a:t>
            </a:r>
            <a:endParaRPr kumimoji="0" lang="zh-CN" altLang="en-US" sz="1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ppt_x</p:attrName>
                                        </p:attrNameLst>
                                      </p:cBhvr>
                                      <p:tavLst>
                                        <p:tav tm="0">
                                          <p:val>
                                            <p:strVal val="#ppt_x-#ppt_w*1.125000"/>
                                          </p:val>
                                        </p:tav>
                                        <p:tav tm="100000">
                                          <p:val>
                                            <p:strVal val="#ppt_x"/>
                                          </p:val>
                                        </p:tav>
                                      </p:tavLst>
                                    </p:anim>
                                    <p:animEffect transition="in" filter="wipe(right)">
                                      <p:cBhvr>
                                        <p:cTn id="8" dur="500"/>
                                        <p:tgtEl>
                                          <p:spTgt spid="4"/>
                                        </p:tgtEl>
                                      </p:cBhvr>
                                    </p:animEffect>
                                  </p:childTnLst>
                                </p:cTn>
                              </p:par>
                              <p:par>
                                <p:cTn id="9" presetID="12" presetClass="entr" presetSubtype="8"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750"/>
                                        <p:tgtEl>
                                          <p:spTgt spid="3"/>
                                        </p:tgtEl>
                                        <p:attrNameLst>
                                          <p:attrName>ppt_x</p:attrName>
                                        </p:attrNameLst>
                                      </p:cBhvr>
                                      <p:tavLst>
                                        <p:tav tm="0">
                                          <p:val>
                                            <p:strVal val="#ppt_x-#ppt_w*1.125000"/>
                                          </p:val>
                                        </p:tav>
                                        <p:tav tm="100000">
                                          <p:val>
                                            <p:strVal val="#ppt_x"/>
                                          </p:val>
                                        </p:tav>
                                      </p:tavLst>
                                    </p:anim>
                                    <p:animEffect transition="in" filter="wipe(right)">
                                      <p:cBhvr>
                                        <p:cTn id="12" dur="750"/>
                                        <p:tgtEl>
                                          <p:spTgt spid="3"/>
                                        </p:tgtEl>
                                      </p:cBhvr>
                                    </p:animEffect>
                                  </p:childTnLst>
                                </p:cTn>
                              </p:par>
                              <p:par>
                                <p:cTn id="13" presetID="12" presetClass="entr" presetSubtype="2"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p:tgtEl>
                                          <p:spTgt spid="6"/>
                                        </p:tgtEl>
                                        <p:attrNameLst>
                                          <p:attrName>ppt_x</p:attrName>
                                        </p:attrNameLst>
                                      </p:cBhvr>
                                      <p:tavLst>
                                        <p:tav tm="0">
                                          <p:val>
                                            <p:strVal val="#ppt_x+#ppt_w*1.125000"/>
                                          </p:val>
                                        </p:tav>
                                        <p:tav tm="100000">
                                          <p:val>
                                            <p:strVal val="#ppt_x"/>
                                          </p:val>
                                        </p:tav>
                                      </p:tavLst>
                                    </p:anim>
                                    <p:animEffect transition="in" filter="wipe(left)">
                                      <p:cBhvr>
                                        <p:cTn id="16" dur="500"/>
                                        <p:tgtEl>
                                          <p:spTgt spid="6"/>
                                        </p:tgtEl>
                                      </p:cBhvr>
                                    </p:animEffect>
                                  </p:childTnLst>
                                </p:cTn>
                              </p:par>
                              <p:par>
                                <p:cTn id="17" presetID="12" presetClass="entr" presetSubtype="2"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750"/>
                                        <p:tgtEl>
                                          <p:spTgt spid="5"/>
                                        </p:tgtEl>
                                        <p:attrNameLst>
                                          <p:attrName>ppt_x</p:attrName>
                                        </p:attrNameLst>
                                      </p:cBhvr>
                                      <p:tavLst>
                                        <p:tav tm="0">
                                          <p:val>
                                            <p:strVal val="#ppt_x+#ppt_w*1.125000"/>
                                          </p:val>
                                        </p:tav>
                                        <p:tav tm="100000">
                                          <p:val>
                                            <p:strVal val="#ppt_x"/>
                                          </p:val>
                                        </p:tav>
                                      </p:tavLst>
                                    </p:anim>
                                    <p:animEffect transition="in" filter="wipe(left)">
                                      <p:cBhvr>
                                        <p:cTn id="20" dur="750"/>
                                        <p:tgtEl>
                                          <p:spTgt spid="5"/>
                                        </p:tgtEl>
                                      </p:cBhvr>
                                    </p:animEffect>
                                  </p:childTnLst>
                                </p:cTn>
                              </p:par>
                            </p:childTnLst>
                          </p:cTn>
                        </p:par>
                        <p:par>
                          <p:cTn id="21" fill="hold">
                            <p:stCondLst>
                              <p:cond delay="500"/>
                            </p:stCondLst>
                            <p:childTnLst>
                              <p:par>
                                <p:cTn id="22" presetID="23" presetClass="entr" presetSubtype="32"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p:cTn id="24" dur="750" fill="hold"/>
                                        <p:tgtEl>
                                          <p:spTgt spid="9"/>
                                        </p:tgtEl>
                                        <p:attrNameLst>
                                          <p:attrName>ppt_w</p:attrName>
                                        </p:attrNameLst>
                                      </p:cBhvr>
                                      <p:tavLst>
                                        <p:tav tm="0">
                                          <p:val>
                                            <p:strVal val="4*#ppt_w"/>
                                          </p:val>
                                        </p:tav>
                                        <p:tav tm="100000">
                                          <p:val>
                                            <p:strVal val="#ppt_w"/>
                                          </p:val>
                                        </p:tav>
                                      </p:tavLst>
                                    </p:anim>
                                    <p:anim calcmode="lin" valueType="num">
                                      <p:cBhvr>
                                        <p:cTn id="25" dur="750" fill="hold"/>
                                        <p:tgtEl>
                                          <p:spTgt spid="9"/>
                                        </p:tgtEl>
                                        <p:attrNameLst>
                                          <p:attrName>ppt_h</p:attrName>
                                        </p:attrNameLst>
                                      </p:cBhvr>
                                      <p:tavLst>
                                        <p:tav tm="0">
                                          <p:val>
                                            <p:strVal val="4*#ppt_h"/>
                                          </p:val>
                                        </p:tav>
                                        <p:tav tm="100000">
                                          <p:val>
                                            <p:strVal val="#ppt_h"/>
                                          </p:val>
                                        </p:tav>
                                      </p:tavLst>
                                    </p:anim>
                                  </p:childTnLst>
                                </p:cTn>
                              </p:par>
                              <p:par>
                                <p:cTn id="26" presetID="8" presetClass="emph" presetSubtype="0" fill="hold" grpId="1" nodeType="withEffect">
                                  <p:stCondLst>
                                    <p:cond delay="0"/>
                                  </p:stCondLst>
                                  <p:childTnLst>
                                    <p:animRot by="21600000">
                                      <p:cBhvr>
                                        <p:cTn id="27" dur="750" fill="hold"/>
                                        <p:tgtEl>
                                          <p:spTgt spid="9"/>
                                        </p:tgtEl>
                                        <p:attrNameLst>
                                          <p:attrName>r</p:attrName>
                                        </p:attrNameLst>
                                      </p:cBhvr>
                                    </p:animRot>
                                  </p:childTnLst>
                                </p:cTn>
                              </p:par>
                              <p:par>
                                <p:cTn id="28" presetID="23" presetClass="entr" presetSubtype="32"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p:cTn id="30" dur="750" fill="hold"/>
                                        <p:tgtEl>
                                          <p:spTgt spid="11"/>
                                        </p:tgtEl>
                                        <p:attrNameLst>
                                          <p:attrName>ppt_w</p:attrName>
                                        </p:attrNameLst>
                                      </p:cBhvr>
                                      <p:tavLst>
                                        <p:tav tm="0">
                                          <p:val>
                                            <p:strVal val="4*#ppt_w"/>
                                          </p:val>
                                        </p:tav>
                                        <p:tav tm="100000">
                                          <p:val>
                                            <p:strVal val="#ppt_w"/>
                                          </p:val>
                                        </p:tav>
                                      </p:tavLst>
                                    </p:anim>
                                    <p:anim calcmode="lin" valueType="num">
                                      <p:cBhvr>
                                        <p:cTn id="31" dur="750" fill="hold"/>
                                        <p:tgtEl>
                                          <p:spTgt spid="11"/>
                                        </p:tgtEl>
                                        <p:attrNameLst>
                                          <p:attrName>ppt_h</p:attrName>
                                        </p:attrNameLst>
                                      </p:cBhvr>
                                      <p:tavLst>
                                        <p:tav tm="0">
                                          <p:val>
                                            <p:strVal val="4*#ppt_h"/>
                                          </p:val>
                                        </p:tav>
                                        <p:tav tm="100000">
                                          <p:val>
                                            <p:strVal val="#ppt_h"/>
                                          </p:val>
                                        </p:tav>
                                      </p:tavLst>
                                    </p:anim>
                                  </p:childTnLst>
                                </p:cTn>
                              </p:par>
                              <p:par>
                                <p:cTn id="32" presetID="8" presetClass="emph" presetSubtype="0" fill="hold" grpId="1" nodeType="withEffect">
                                  <p:stCondLst>
                                    <p:cond delay="0"/>
                                  </p:stCondLst>
                                  <p:childTnLst>
                                    <p:animRot by="21600000">
                                      <p:cBhvr>
                                        <p:cTn id="33" dur="750" fill="hold"/>
                                        <p:tgtEl>
                                          <p:spTgt spid="11"/>
                                        </p:tgtEl>
                                        <p:attrNameLst>
                                          <p:attrName>r</p:attrName>
                                        </p:attrNameLst>
                                      </p:cBhvr>
                                    </p:animRot>
                                  </p:childTnLst>
                                </p:cTn>
                              </p:par>
                              <p:par>
                                <p:cTn id="34" presetID="23" presetClass="entr" presetSubtype="32"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p:cTn id="36" dur="750" fill="hold"/>
                                        <p:tgtEl>
                                          <p:spTgt spid="12"/>
                                        </p:tgtEl>
                                        <p:attrNameLst>
                                          <p:attrName>ppt_w</p:attrName>
                                        </p:attrNameLst>
                                      </p:cBhvr>
                                      <p:tavLst>
                                        <p:tav tm="0">
                                          <p:val>
                                            <p:strVal val="4*#ppt_w"/>
                                          </p:val>
                                        </p:tav>
                                        <p:tav tm="100000">
                                          <p:val>
                                            <p:strVal val="#ppt_w"/>
                                          </p:val>
                                        </p:tav>
                                      </p:tavLst>
                                    </p:anim>
                                    <p:anim calcmode="lin" valueType="num">
                                      <p:cBhvr>
                                        <p:cTn id="37" dur="750" fill="hold"/>
                                        <p:tgtEl>
                                          <p:spTgt spid="12"/>
                                        </p:tgtEl>
                                        <p:attrNameLst>
                                          <p:attrName>ppt_h</p:attrName>
                                        </p:attrNameLst>
                                      </p:cBhvr>
                                      <p:tavLst>
                                        <p:tav tm="0">
                                          <p:val>
                                            <p:strVal val="4*#ppt_h"/>
                                          </p:val>
                                        </p:tav>
                                        <p:tav tm="100000">
                                          <p:val>
                                            <p:strVal val="#ppt_h"/>
                                          </p:val>
                                        </p:tav>
                                      </p:tavLst>
                                    </p:anim>
                                  </p:childTnLst>
                                </p:cTn>
                              </p:par>
                              <p:par>
                                <p:cTn id="38" presetID="8" presetClass="emph" presetSubtype="0" fill="hold" grpId="1" nodeType="withEffect">
                                  <p:stCondLst>
                                    <p:cond delay="0"/>
                                  </p:stCondLst>
                                  <p:childTnLst>
                                    <p:animRot by="21600000">
                                      <p:cBhvr>
                                        <p:cTn id="39" dur="750" fill="hold"/>
                                        <p:tgtEl>
                                          <p:spTgt spid="12"/>
                                        </p:tgtEl>
                                        <p:attrNameLst>
                                          <p:attrName>r</p:attrName>
                                        </p:attrNameLst>
                                      </p:cBhvr>
                                    </p:animRot>
                                  </p:childTnLst>
                                </p:cTn>
                              </p:par>
                              <p:par>
                                <p:cTn id="40" presetID="23" presetClass="entr" presetSubtype="32" fill="hold" grpId="0" nodeType="withEffect">
                                  <p:stCondLst>
                                    <p:cond delay="0"/>
                                  </p:stCondLst>
                                  <p:childTnLst>
                                    <p:set>
                                      <p:cBhvr>
                                        <p:cTn id="41" dur="1" fill="hold">
                                          <p:stCondLst>
                                            <p:cond delay="0"/>
                                          </p:stCondLst>
                                        </p:cTn>
                                        <p:tgtEl>
                                          <p:spTgt spid="10"/>
                                        </p:tgtEl>
                                        <p:attrNameLst>
                                          <p:attrName>style.visibility</p:attrName>
                                        </p:attrNameLst>
                                      </p:cBhvr>
                                      <p:to>
                                        <p:strVal val="visible"/>
                                      </p:to>
                                    </p:set>
                                    <p:anim calcmode="lin" valueType="num">
                                      <p:cBhvr>
                                        <p:cTn id="42" dur="750" fill="hold"/>
                                        <p:tgtEl>
                                          <p:spTgt spid="10"/>
                                        </p:tgtEl>
                                        <p:attrNameLst>
                                          <p:attrName>ppt_w</p:attrName>
                                        </p:attrNameLst>
                                      </p:cBhvr>
                                      <p:tavLst>
                                        <p:tav tm="0">
                                          <p:val>
                                            <p:strVal val="4*#ppt_w"/>
                                          </p:val>
                                        </p:tav>
                                        <p:tav tm="100000">
                                          <p:val>
                                            <p:strVal val="#ppt_w"/>
                                          </p:val>
                                        </p:tav>
                                      </p:tavLst>
                                    </p:anim>
                                    <p:anim calcmode="lin" valueType="num">
                                      <p:cBhvr>
                                        <p:cTn id="43" dur="750" fill="hold"/>
                                        <p:tgtEl>
                                          <p:spTgt spid="10"/>
                                        </p:tgtEl>
                                        <p:attrNameLst>
                                          <p:attrName>ppt_h</p:attrName>
                                        </p:attrNameLst>
                                      </p:cBhvr>
                                      <p:tavLst>
                                        <p:tav tm="0">
                                          <p:val>
                                            <p:strVal val="4*#ppt_h"/>
                                          </p:val>
                                        </p:tav>
                                        <p:tav tm="100000">
                                          <p:val>
                                            <p:strVal val="#ppt_h"/>
                                          </p:val>
                                        </p:tav>
                                      </p:tavLst>
                                    </p:anim>
                                  </p:childTnLst>
                                </p:cTn>
                              </p:par>
                              <p:par>
                                <p:cTn id="44" presetID="8" presetClass="emph" presetSubtype="0" fill="hold" grpId="1" nodeType="withEffect">
                                  <p:stCondLst>
                                    <p:cond delay="0"/>
                                  </p:stCondLst>
                                  <p:childTnLst>
                                    <p:animRot by="21600000">
                                      <p:cBhvr>
                                        <p:cTn id="45" dur="750" fill="hold"/>
                                        <p:tgtEl>
                                          <p:spTgt spid="10"/>
                                        </p:tgtEl>
                                        <p:attrNameLst>
                                          <p:attrName>r</p:attrName>
                                        </p:attrNameLst>
                                      </p:cBhvr>
                                    </p:animRot>
                                  </p:childTnLst>
                                </p:cTn>
                              </p:par>
                            </p:childTnLst>
                          </p:cTn>
                        </p:par>
                        <p:par>
                          <p:cTn id="46" fill="hold">
                            <p:stCondLst>
                              <p:cond delay="1500"/>
                            </p:stCondLst>
                            <p:childTnLst>
                              <p:par>
                                <p:cTn id="47" presetID="10" presetClass="entr" presetSubtype="0" fill="hold" nodeType="afterEffect">
                                  <p:stCondLst>
                                    <p:cond delay="0"/>
                                  </p:stCondLst>
                                  <p:childTnLst>
                                    <p:set>
                                      <p:cBhvr>
                                        <p:cTn id="48" dur="1" fill="hold">
                                          <p:stCondLst>
                                            <p:cond delay="0"/>
                                          </p:stCondLst>
                                        </p:cTn>
                                        <p:tgtEl>
                                          <p:spTgt spid="7"/>
                                        </p:tgtEl>
                                        <p:attrNameLst>
                                          <p:attrName>style.visibility</p:attrName>
                                        </p:attrNameLst>
                                      </p:cBhvr>
                                      <p:to>
                                        <p:strVal val="visible"/>
                                      </p:to>
                                    </p:set>
                                    <p:animEffect transition="in" filter="fade">
                                      <p:cBhvr>
                                        <p:cTn id="49" dur="500"/>
                                        <p:tgtEl>
                                          <p:spTgt spid="7"/>
                                        </p:tgtEl>
                                      </p:cBhvr>
                                    </p:animEffect>
                                  </p:childTnLst>
                                </p:cTn>
                              </p:par>
                              <p:par>
                                <p:cTn id="50" presetID="10" presetClass="entr" presetSubtype="0" fill="hold" nodeType="with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fade">
                                      <p:cBhvr>
                                        <p:cTn id="52" dur="500"/>
                                        <p:tgtEl>
                                          <p:spTgt spid="8"/>
                                        </p:tgtEl>
                                      </p:cBhvr>
                                    </p:animEffect>
                                  </p:childTnLst>
                                </p:cTn>
                              </p:par>
                            </p:childTnLst>
                          </p:cTn>
                        </p:par>
                        <p:par>
                          <p:cTn id="53" fill="hold">
                            <p:stCondLst>
                              <p:cond delay="2000"/>
                            </p:stCondLst>
                            <p:childTnLst>
                              <p:par>
                                <p:cTn id="54" presetID="42" presetClass="entr" presetSubtype="0" fill="hold" grpId="0" nodeType="after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750"/>
                                        <p:tgtEl>
                                          <p:spTgt spid="13"/>
                                        </p:tgtEl>
                                      </p:cBhvr>
                                    </p:animEffect>
                                    <p:anim calcmode="lin" valueType="num">
                                      <p:cBhvr>
                                        <p:cTn id="57" dur="750" fill="hold"/>
                                        <p:tgtEl>
                                          <p:spTgt spid="13"/>
                                        </p:tgtEl>
                                        <p:attrNameLst>
                                          <p:attrName>ppt_x</p:attrName>
                                        </p:attrNameLst>
                                      </p:cBhvr>
                                      <p:tavLst>
                                        <p:tav tm="0">
                                          <p:val>
                                            <p:strVal val="#ppt_x"/>
                                          </p:val>
                                        </p:tav>
                                        <p:tav tm="100000">
                                          <p:val>
                                            <p:strVal val="#ppt_x"/>
                                          </p:val>
                                        </p:tav>
                                      </p:tavLst>
                                    </p:anim>
                                    <p:anim calcmode="lin" valueType="num">
                                      <p:cBhvr>
                                        <p:cTn id="58" dur="750" fill="hold"/>
                                        <p:tgtEl>
                                          <p:spTgt spid="13"/>
                                        </p:tgtEl>
                                        <p:attrNameLst>
                                          <p:attrName>ppt_y</p:attrName>
                                        </p:attrNameLst>
                                      </p:cBhvr>
                                      <p:tavLst>
                                        <p:tav tm="0">
                                          <p:val>
                                            <p:strVal val="#ppt_y+.1"/>
                                          </p:val>
                                        </p:tav>
                                        <p:tav tm="100000">
                                          <p:val>
                                            <p:strVal val="#ppt_y"/>
                                          </p:val>
                                        </p:tav>
                                      </p:tavLst>
                                    </p:anim>
                                  </p:childTnLst>
                                </p:cTn>
                              </p:par>
                            </p:childTnLst>
                          </p:cTn>
                        </p:par>
                        <p:par>
                          <p:cTn id="59" fill="hold">
                            <p:stCondLst>
                              <p:cond delay="3000"/>
                            </p:stCondLst>
                            <p:childTnLst>
                              <p:par>
                                <p:cTn id="60" presetID="42" presetClass="entr" presetSubtype="0" fill="hold" grpId="0" nodeType="after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750"/>
                                        <p:tgtEl>
                                          <p:spTgt spid="14"/>
                                        </p:tgtEl>
                                      </p:cBhvr>
                                    </p:animEffect>
                                    <p:anim calcmode="lin" valueType="num">
                                      <p:cBhvr>
                                        <p:cTn id="63" dur="750" fill="hold"/>
                                        <p:tgtEl>
                                          <p:spTgt spid="14"/>
                                        </p:tgtEl>
                                        <p:attrNameLst>
                                          <p:attrName>ppt_x</p:attrName>
                                        </p:attrNameLst>
                                      </p:cBhvr>
                                      <p:tavLst>
                                        <p:tav tm="0">
                                          <p:val>
                                            <p:strVal val="#ppt_x"/>
                                          </p:val>
                                        </p:tav>
                                        <p:tav tm="100000">
                                          <p:val>
                                            <p:strVal val="#ppt_x"/>
                                          </p:val>
                                        </p:tav>
                                      </p:tavLst>
                                    </p:anim>
                                    <p:anim calcmode="lin" valueType="num">
                                      <p:cBhvr>
                                        <p:cTn id="64" dur="750" fill="hold"/>
                                        <p:tgtEl>
                                          <p:spTgt spid="14"/>
                                        </p:tgtEl>
                                        <p:attrNameLst>
                                          <p:attrName>ppt_y</p:attrName>
                                        </p:attrNameLst>
                                      </p:cBhvr>
                                      <p:tavLst>
                                        <p:tav tm="0">
                                          <p:val>
                                            <p:strVal val="#ppt_y+.1"/>
                                          </p:val>
                                        </p:tav>
                                        <p:tav tm="100000">
                                          <p:val>
                                            <p:strVal val="#ppt_y"/>
                                          </p:val>
                                        </p:tav>
                                      </p:tavLst>
                                    </p:anim>
                                  </p:childTnLst>
                                </p:cTn>
                              </p:par>
                            </p:childTnLst>
                          </p:cTn>
                        </p:par>
                        <p:par>
                          <p:cTn id="65" fill="hold">
                            <p:stCondLst>
                              <p:cond delay="4000"/>
                            </p:stCondLst>
                            <p:childTnLst>
                              <p:par>
                                <p:cTn id="66" presetID="42" presetClass="entr" presetSubtype="0" fill="hold" grpId="0" nodeType="afterEffect">
                                  <p:stCondLst>
                                    <p:cond delay="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750"/>
                                        <p:tgtEl>
                                          <p:spTgt spid="15"/>
                                        </p:tgtEl>
                                      </p:cBhvr>
                                    </p:animEffect>
                                    <p:anim calcmode="lin" valueType="num">
                                      <p:cBhvr>
                                        <p:cTn id="69" dur="750" fill="hold"/>
                                        <p:tgtEl>
                                          <p:spTgt spid="15"/>
                                        </p:tgtEl>
                                        <p:attrNameLst>
                                          <p:attrName>ppt_x</p:attrName>
                                        </p:attrNameLst>
                                      </p:cBhvr>
                                      <p:tavLst>
                                        <p:tav tm="0">
                                          <p:val>
                                            <p:strVal val="#ppt_x"/>
                                          </p:val>
                                        </p:tav>
                                        <p:tav tm="100000">
                                          <p:val>
                                            <p:strVal val="#ppt_x"/>
                                          </p:val>
                                        </p:tav>
                                      </p:tavLst>
                                    </p:anim>
                                    <p:anim calcmode="lin" valueType="num">
                                      <p:cBhvr>
                                        <p:cTn id="70" dur="750" fill="hold"/>
                                        <p:tgtEl>
                                          <p:spTgt spid="15"/>
                                        </p:tgtEl>
                                        <p:attrNameLst>
                                          <p:attrName>ppt_y</p:attrName>
                                        </p:attrNameLst>
                                      </p:cBhvr>
                                      <p:tavLst>
                                        <p:tav tm="0">
                                          <p:val>
                                            <p:strVal val="#ppt_y+.1"/>
                                          </p:val>
                                        </p:tav>
                                        <p:tav tm="100000">
                                          <p:val>
                                            <p:strVal val="#ppt_y"/>
                                          </p:val>
                                        </p:tav>
                                      </p:tavLst>
                                    </p:anim>
                                  </p:childTnLst>
                                </p:cTn>
                              </p:par>
                            </p:childTnLst>
                          </p:cTn>
                        </p:par>
                        <p:par>
                          <p:cTn id="71" fill="hold">
                            <p:stCondLst>
                              <p:cond delay="5000"/>
                            </p:stCondLst>
                            <p:childTnLst>
                              <p:par>
                                <p:cTn id="72" presetID="42" presetClass="entr" presetSubtype="0" fill="hold" grpId="0" nodeType="afterEffect">
                                  <p:stCondLst>
                                    <p:cond delay="0"/>
                                  </p:stCondLst>
                                  <p:childTnLst>
                                    <p:set>
                                      <p:cBhvr>
                                        <p:cTn id="73" dur="1" fill="hold">
                                          <p:stCondLst>
                                            <p:cond delay="0"/>
                                          </p:stCondLst>
                                        </p:cTn>
                                        <p:tgtEl>
                                          <p:spTgt spid="16"/>
                                        </p:tgtEl>
                                        <p:attrNameLst>
                                          <p:attrName>style.visibility</p:attrName>
                                        </p:attrNameLst>
                                      </p:cBhvr>
                                      <p:to>
                                        <p:strVal val="visible"/>
                                      </p:to>
                                    </p:set>
                                    <p:animEffect transition="in" filter="fade">
                                      <p:cBhvr>
                                        <p:cTn id="74" dur="750"/>
                                        <p:tgtEl>
                                          <p:spTgt spid="16"/>
                                        </p:tgtEl>
                                      </p:cBhvr>
                                    </p:animEffect>
                                    <p:anim calcmode="lin" valueType="num">
                                      <p:cBhvr>
                                        <p:cTn id="75" dur="750" fill="hold"/>
                                        <p:tgtEl>
                                          <p:spTgt spid="16"/>
                                        </p:tgtEl>
                                        <p:attrNameLst>
                                          <p:attrName>ppt_x</p:attrName>
                                        </p:attrNameLst>
                                      </p:cBhvr>
                                      <p:tavLst>
                                        <p:tav tm="0">
                                          <p:val>
                                            <p:strVal val="#ppt_x"/>
                                          </p:val>
                                        </p:tav>
                                        <p:tav tm="100000">
                                          <p:val>
                                            <p:strVal val="#ppt_x"/>
                                          </p:val>
                                        </p:tav>
                                      </p:tavLst>
                                    </p:anim>
                                    <p:anim calcmode="lin" valueType="num">
                                      <p:cBhvr>
                                        <p:cTn id="76" dur="75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9" grpId="0"/>
      <p:bldP spid="9" grpId="1"/>
      <p:bldP spid="10" grpId="0"/>
      <p:bldP spid="10" grpId="1"/>
      <p:bldP spid="11" grpId="0"/>
      <p:bldP spid="11" grpId="1"/>
      <p:bldP spid="12" grpId="0"/>
      <p:bldP spid="12" grpId="1"/>
      <p:bldP spid="13" grpId="0"/>
      <p:bldP spid="14" grpId="0"/>
      <p:bldP spid="15" grpId="0"/>
      <p:bldP spid="1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78" y="0"/>
            <a:ext cx="9144000" cy="5143500"/>
          </a:xfrm>
          <a:prstGeom prst="rect">
            <a:avLst/>
          </a:prstGeom>
        </p:spPr>
      </p:pic>
      <p:sp>
        <p:nvSpPr>
          <p:cNvPr id="22" name="文本框 21"/>
          <p:cNvSpPr txBox="1"/>
          <p:nvPr/>
        </p:nvSpPr>
        <p:spPr>
          <a:xfrm>
            <a:off x="1728914" y="2730088"/>
            <a:ext cx="5686172" cy="830997"/>
          </a:xfrm>
          <a:prstGeom prst="rect">
            <a:avLst/>
          </a:prstGeom>
          <a:noFill/>
        </p:spPr>
        <p:txBody>
          <a:bodyPr wrap="none" rtlCol="0">
            <a:spAutoFit/>
          </a:bodyPr>
          <a:lstStyle/>
          <a:p>
            <a:r>
              <a:rPr lang="zh-CN" altLang="en-US" sz="4800" b="1" dirty="0">
                <a:solidFill>
                  <a:srgbClr val="FF0000"/>
                </a:solidFill>
              </a:rPr>
              <a:t>共青团</a:t>
            </a:r>
            <a:r>
              <a:rPr lang="zh-CN" altLang="en-US" sz="4800" b="1" dirty="0" smtClean="0">
                <a:solidFill>
                  <a:srgbClr val="FF0000"/>
                </a:solidFill>
              </a:rPr>
              <a:t>动态</a:t>
            </a:r>
            <a:r>
              <a:rPr lang="en-US" altLang="zh-CN" sz="4800" b="1" dirty="0" smtClean="0">
                <a:solidFill>
                  <a:srgbClr val="FF0000"/>
                </a:solidFill>
                <a:latin typeface="+mj-ea"/>
                <a:ea typeface="+mj-ea"/>
              </a:rPr>
              <a:t>PPT</a:t>
            </a:r>
            <a:r>
              <a:rPr lang="zh-CN" altLang="en-US" sz="4800" b="1" dirty="0" smtClean="0">
                <a:solidFill>
                  <a:srgbClr val="FF0000"/>
                </a:solidFill>
              </a:rPr>
              <a:t>模板</a:t>
            </a:r>
            <a:endParaRPr lang="zh-CN" altLang="en-US" sz="4800" b="1" dirty="0">
              <a:solidFill>
                <a:srgbClr val="FF0000"/>
              </a:solidFill>
            </a:endParaRPr>
          </a:p>
        </p:txBody>
      </p:sp>
      <p:pic>
        <p:nvPicPr>
          <p:cNvPr id="2" name="图片 1"/>
          <p:cNvPicPr>
            <a:picLocks noChangeAspect="1"/>
          </p:cNvPicPr>
          <p:nvPr/>
        </p:nvPicPr>
        <p:blipFill>
          <a:blip r:embed="rId2">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378" y="3455048"/>
            <a:ext cx="9143244" cy="1688452"/>
          </a:xfrm>
          <a:prstGeom prst="rect">
            <a:avLst/>
          </a:prstGeom>
        </p:spPr>
      </p:pic>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29330" y="457958"/>
            <a:ext cx="2085341" cy="2114609"/>
          </a:xfrm>
          <a:prstGeom prst="rect">
            <a:avLst/>
          </a:prstGeom>
        </p:spPr>
      </p:pic>
      <p:sp>
        <p:nvSpPr>
          <p:cNvPr id="5" name="文本框 4"/>
          <p:cNvSpPr txBox="1"/>
          <p:nvPr/>
        </p:nvSpPr>
        <p:spPr>
          <a:xfrm>
            <a:off x="6096000" y="4660900"/>
            <a:ext cx="2712720" cy="337820"/>
          </a:xfrm>
          <a:prstGeom prst="rect">
            <a:avLst/>
          </a:prstGeom>
          <a:noFill/>
        </p:spPr>
        <p:txBody>
          <a:bodyPr wrap="none" rtlCol="0">
            <a:spAutoFit/>
          </a:bodyPr>
          <a:lstStyle/>
          <a:p>
            <a:pPr algn="l"/>
            <a:r>
              <a:rPr lang="zh-CN" altLang="en-US" sz="1600" dirty="0" smtClean="0">
                <a:solidFill>
                  <a:schemeClr val="bg1"/>
                </a:solidFill>
              </a:rPr>
              <a:t>汇报：亮亮图文  导师：亮亮</a:t>
            </a:r>
            <a:endParaRPr lang="zh-CN" altLang="en-US" sz="1600" dirty="0" smtClean="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1600" advClick="0" advTm="0">
        <p14:prism isInverted="1"/>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20000" fill="hold" grpId="0" nodeType="afterEffect">
                                  <p:stCondLst>
                                    <p:cond delay="0"/>
                                  </p:stCondLst>
                                  <p:iterate type="lt">
                                    <p:tmPct val="15000"/>
                                  </p:iterate>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2">
      <a:majorFont>
        <a:latin typeface="等线 Light"/>
        <a:ea typeface="微软雅黑"/>
        <a:cs typeface=""/>
      </a:majorFont>
      <a:minorFont>
        <a:latin typeface="等线"/>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2179</Words>
  <Application>WPS 演示</Application>
  <PresentationFormat>全屏显示(16:9)</PresentationFormat>
  <Paragraphs>453</Paragraphs>
  <Slides>27</Slides>
  <Notes>20</Notes>
  <HiddenSlides>0</HiddenSlides>
  <MMClips>0</MMClips>
  <ScaleCrop>false</ScaleCrop>
  <HeadingPairs>
    <vt:vector size="6" baseType="variant">
      <vt:variant>
        <vt:lpstr>已用的字体</vt:lpstr>
      </vt:variant>
      <vt:variant>
        <vt:i4>17</vt:i4>
      </vt:variant>
      <vt:variant>
        <vt:lpstr>主题</vt:lpstr>
      </vt:variant>
      <vt:variant>
        <vt:i4>2</vt:i4>
      </vt:variant>
      <vt:variant>
        <vt:lpstr>幻灯片标题</vt:lpstr>
      </vt:variant>
      <vt:variant>
        <vt:i4>27</vt:i4>
      </vt:variant>
    </vt:vector>
  </HeadingPairs>
  <TitlesOfParts>
    <vt:vector size="46" baseType="lpstr">
      <vt:lpstr>Arial</vt:lpstr>
      <vt:lpstr>宋体</vt:lpstr>
      <vt:lpstr>Wingdings</vt:lpstr>
      <vt:lpstr>Calibri</vt:lpstr>
      <vt:lpstr>微软雅黑</vt:lpstr>
      <vt:lpstr>Arial Black</vt:lpstr>
      <vt:lpstr>Arial Unicode MS</vt:lpstr>
      <vt:lpstr>PMingLiU</vt:lpstr>
      <vt:lpstr>等线</vt:lpstr>
      <vt:lpstr>Segoe Print</vt:lpstr>
      <vt:lpstr>等线 Light</vt:lpstr>
      <vt:lpstr>等线</vt:lpstr>
      <vt:lpstr>Impact</vt:lpstr>
      <vt:lpstr>Calibri</vt:lpstr>
      <vt:lpstr>Arial</vt:lpstr>
      <vt:lpstr>黑体</vt:lpstr>
      <vt:lpstr>华文细黑</vt:lpstr>
      <vt:lpstr>Office 主题​​</vt:lpstr>
      <vt:lpstr>1_Office 主题​​</vt:lpstr>
      <vt:lpstr>PowerPoint 演示文稿</vt:lpstr>
      <vt:lpstr>PowerPoint 演示文稿</vt:lpstr>
      <vt:lpstr>PowerPoint 演示文稿</vt:lpstr>
      <vt:lpstr>点击此处添加标题</vt:lpstr>
      <vt:lpstr>点击此处添加标题</vt:lpstr>
      <vt:lpstr>点击此处添加标题</vt:lpstr>
      <vt:lpstr>点击此处添加标题</vt:lpstr>
      <vt:lpstr>点击此处添加标题</vt:lpstr>
      <vt:lpstr>PowerPoint 演示文稿</vt:lpstr>
      <vt:lpstr>点击此处添加标题</vt:lpstr>
      <vt:lpstr>点击此处添加标题</vt:lpstr>
      <vt:lpstr>点击此处添加标题</vt:lpstr>
      <vt:lpstr>点击此处添加标题</vt:lpstr>
      <vt:lpstr>点击此处添加标题</vt:lpstr>
      <vt:lpstr>PowerPoint 演示文稿</vt:lpstr>
      <vt:lpstr>点击此处添加标题</vt:lpstr>
      <vt:lpstr>点击此处添加标题</vt:lpstr>
      <vt:lpstr>点击此处添加标题</vt:lpstr>
      <vt:lpstr>点击此处添加标题</vt:lpstr>
      <vt:lpstr>点击此处添加标题</vt:lpstr>
      <vt:lpstr>PowerPoint 演示文稿</vt:lpstr>
      <vt:lpstr>点击此处添加标题</vt:lpstr>
      <vt:lpstr>点击此处添加标题</vt:lpstr>
      <vt:lpstr>点击此处添加标题</vt:lpstr>
      <vt:lpstr>点击此处添加标题</vt:lpstr>
      <vt:lpstr>点击此处添加标题</vt:lpstr>
      <vt:lpstr>PowerPoint 演示文稿</vt:lpstr>
    </vt:vector>
  </TitlesOfParts>
  <Company>User</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Administrator</cp:lastModifiedBy>
  <cp:revision>41</cp:revision>
  <dcterms:created xsi:type="dcterms:W3CDTF">2016-12-25T02:27:00Z</dcterms:created>
  <dcterms:modified xsi:type="dcterms:W3CDTF">2017-05-22T02:08:40Z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2052-10.1.0.6260</vt:lpwstr>
  </property>
</Properties>
</file>