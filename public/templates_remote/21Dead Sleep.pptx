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1E0"/>
    <a:srgbClr val="3E5278"/>
    <a:srgbClr val="1A356C"/>
    <a:srgbClr val="928599"/>
    <a:srgbClr val="FFFFFF"/>
    <a:srgbClr val="F7F7EB"/>
    <a:srgbClr val="70756F"/>
    <a:srgbClr val="85B0B2"/>
    <a:srgbClr val="F6D576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75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image" Target="../media/image3.jpeg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7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tags" Target="../tags/tag66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0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3.xml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4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Viktoria Prischedko_1"/>
          <p:cNvPicPr>
            <a:picLocks noChangeAspect="1"/>
          </p:cNvPicPr>
          <p:nvPr/>
        </p:nvPicPr>
        <p:blipFill>
          <a:blip r:embed="rId1"/>
          <a:srcRect t="3882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 descr="9667ee75ee6591457fc4d278a5f91a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05" y="586740"/>
            <a:ext cx="11019790" cy="5684520"/>
          </a:xfrm>
          <a:prstGeom prst="rect">
            <a:avLst/>
          </a:prstGeom>
          <a:effectLst>
            <a:glow rad="190500">
              <a:schemeClr val="tx1">
                <a:alpha val="56000"/>
              </a:schemeClr>
            </a:glow>
          </a:effectLst>
        </p:spPr>
      </p:pic>
      <p:sp>
        <p:nvSpPr>
          <p:cNvPr id="12" name="文本框 11"/>
          <p:cNvSpPr txBox="1"/>
          <p:nvPr/>
        </p:nvSpPr>
        <p:spPr>
          <a:xfrm>
            <a:off x="3169285" y="2186940"/>
            <a:ext cx="70866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Absurd </a:t>
            </a:r>
            <a:r>
              <a:rPr lang="en-US" altLang="zh-CN" sz="48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D</a:t>
            </a:r>
            <a:r>
              <a:rPr lang="zh-CN" altLang="en-US" sz="48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ream</a:t>
            </a:r>
            <a:r>
              <a:rPr lang="en-US" altLang="zh-CN" sz="48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D</a:t>
            </a:r>
            <a:r>
              <a:rPr lang="zh-CN" altLang="en-US" sz="48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esign</a:t>
            </a:r>
            <a:endParaRPr lang="zh-CN" altLang="en-US" sz="4800" b="1">
              <a:solidFill>
                <a:schemeClr val="bg1"/>
              </a:solidFill>
              <a:latin typeface="Adora Bouton" charset="0"/>
              <a:cs typeface="Adora Bouton" charset="0"/>
            </a:endParaRPr>
          </a:p>
          <a:p>
            <a:endParaRPr lang="zh-CN" altLang="en-US" sz="4800" b="1">
              <a:solidFill>
                <a:schemeClr val="bg1"/>
              </a:solidFill>
              <a:latin typeface="Adora Bouton" charset="0"/>
              <a:cs typeface="Adora Bouton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604135" y="2438400"/>
            <a:ext cx="698373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Dead sleep</a:t>
            </a:r>
            <a:endParaRPr lang="en-US" altLang="zh-CN" sz="88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143760" y="3660140"/>
            <a:ext cx="84531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solidFill>
                  <a:schemeClr val="bg1"/>
                </a:solidFill>
              </a:rPr>
              <a:t>Perhaps love is not passion, nor nostalgia, but years, years have become a part of life，If you know me before, maybe you will forgive me now</a:t>
            </a:r>
            <a:endParaRPr lang="zh-CN" altLang="en-US" sz="1200">
              <a:solidFill>
                <a:schemeClr val="bg1"/>
              </a:solidFill>
            </a:endParaRPr>
          </a:p>
          <a:p>
            <a:pPr algn="ctr"/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567555" y="5974080"/>
            <a:ext cx="36931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This template is designed by absurd dream</a:t>
            </a:r>
            <a:endParaRPr lang="zh-CN" altLang="en-US" sz="1400">
              <a:solidFill>
                <a:schemeClr val="bg1"/>
              </a:solidFill>
            </a:endParaRPr>
          </a:p>
          <a:p>
            <a:endParaRPr lang="zh-CN" altLang="en-US" sz="1400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E527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 descr="Viktoria Prischedko_2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b="18565"/>
          <a:stretch>
            <a:fillRect/>
          </a:stretch>
        </p:blipFill>
        <p:spPr>
          <a:xfrm>
            <a:off x="5521960" y="0"/>
            <a:ext cx="6670040" cy="687387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784850" y="6083300"/>
            <a:ext cx="3707765" cy="774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Absurd </a:t>
            </a:r>
            <a:r>
              <a:rPr lang="en-US" altLang="zh-CN" sz="28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D</a:t>
            </a:r>
            <a:r>
              <a:rPr lang="zh-CN" altLang="en-US" sz="28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ream</a:t>
            </a:r>
            <a:r>
              <a:rPr lang="en-US" altLang="zh-CN" sz="28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D</a:t>
            </a:r>
            <a:r>
              <a:rPr lang="zh-CN" altLang="en-US" sz="28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esign</a:t>
            </a:r>
            <a:endParaRPr lang="zh-CN" altLang="en-US" sz="2800" b="1">
              <a:solidFill>
                <a:schemeClr val="bg1"/>
              </a:solidFill>
              <a:latin typeface="Adora Bouton" charset="0"/>
              <a:cs typeface="Adora Bouton" charset="0"/>
            </a:endParaRPr>
          </a:p>
          <a:p>
            <a:endParaRPr lang="zh-CN" altLang="en-US" sz="2800" b="1">
              <a:solidFill>
                <a:schemeClr val="bg1"/>
              </a:solidFill>
              <a:latin typeface="Adora Bouton" charset="0"/>
              <a:cs typeface="Adora Bouton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92455" y="866775"/>
            <a:ext cx="4326255" cy="676275"/>
          </a:xfrm>
          <a:prstGeom prst="rect">
            <a:avLst/>
          </a:prstGeom>
          <a:solidFill>
            <a:srgbClr val="F4F1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92455" y="1785620"/>
            <a:ext cx="43262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rgbClr val="F4F1E0"/>
                </a:solidFill>
                <a:sym typeface="+mn-ea"/>
              </a:rPr>
              <a:t>Dead sleep</a:t>
            </a:r>
            <a:endParaRPr lang="en-US" altLang="zh-CN" sz="4000">
              <a:solidFill>
                <a:srgbClr val="F4F1E0"/>
              </a:solidFill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92455" y="2492375"/>
            <a:ext cx="1035050" cy="76200"/>
          </a:xfrm>
          <a:prstGeom prst="rect">
            <a:avLst/>
          </a:prstGeom>
          <a:solidFill>
            <a:srgbClr val="F4F1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03555" y="3468370"/>
            <a:ext cx="4669155" cy="26149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rgbClr val="F4F1E0"/>
                </a:solidFill>
                <a:latin typeface="幼圆" panose="02010509060101010101" charset="-122"/>
                <a:ea typeface="幼圆" panose="02010509060101010101" charset="-122"/>
              </a:rPr>
              <a:t>The moon you promised didn't appear, but I didn't sleep, or I just loved you all night in cold weather</a:t>
            </a:r>
            <a:r>
              <a:rPr lang="en-US" altLang="zh-CN" sz="1600">
                <a:solidFill>
                  <a:srgbClr val="F4F1E0"/>
                </a:solidFill>
                <a:latin typeface="幼圆" panose="02010509060101010101" charset="-122"/>
                <a:ea typeface="幼圆" panose="02010509060101010101" charset="-122"/>
              </a:rPr>
              <a:t>.</a:t>
            </a:r>
            <a:endParaRPr lang="en-US" altLang="zh-CN" sz="1600">
              <a:solidFill>
                <a:srgbClr val="F4F1E0"/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endParaRPr lang="en-US" altLang="zh-CN" sz="1600">
              <a:solidFill>
                <a:srgbClr val="F4F1E0"/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r>
              <a:rPr lang="zh-CN" altLang="en-US" sz="1600">
                <a:solidFill>
                  <a:srgbClr val="F4F1E0"/>
                </a:solidFill>
                <a:latin typeface="幼圆" panose="02010509060101010101" charset="-122"/>
                <a:ea typeface="幼圆" panose="02010509060101010101" charset="-122"/>
              </a:rPr>
              <a:t>Those really important things will survive the destruction of rational analysis in the daytime, and then return to their original status at night</a:t>
            </a:r>
            <a:endParaRPr lang="zh-CN" altLang="en-US" sz="1600">
              <a:solidFill>
                <a:srgbClr val="F4F1E0"/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E527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 descr="Viktoria Prischedko_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9525"/>
            <a:ext cx="7726045" cy="68580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400425" y="1525905"/>
            <a:ext cx="4326255" cy="3790315"/>
          </a:xfrm>
          <a:prstGeom prst="rect">
            <a:avLst/>
          </a:prstGeom>
          <a:solidFill>
            <a:srgbClr val="F4F1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246880" y="1964055"/>
            <a:ext cx="2632710" cy="516890"/>
          </a:xfrm>
          <a:prstGeom prst="rect">
            <a:avLst/>
          </a:prstGeom>
          <a:solidFill>
            <a:srgbClr val="928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087495" y="1807845"/>
            <a:ext cx="70866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Absurd </a:t>
            </a:r>
            <a:r>
              <a:rPr lang="en-US" altLang="zh-CN" sz="24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D</a:t>
            </a:r>
            <a:r>
              <a:rPr lang="zh-CN" altLang="en-US" sz="24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ream</a:t>
            </a:r>
            <a:r>
              <a:rPr lang="en-US" altLang="zh-CN" sz="24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D</a:t>
            </a:r>
            <a:r>
              <a:rPr lang="zh-CN" altLang="en-US" sz="24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esign</a:t>
            </a:r>
            <a:endParaRPr lang="zh-CN" altLang="en-US" sz="2400" b="1">
              <a:solidFill>
                <a:schemeClr val="bg1"/>
              </a:solidFill>
              <a:latin typeface="Adora Bouton" charset="0"/>
              <a:cs typeface="Adora Bouton" charset="0"/>
            </a:endParaRPr>
          </a:p>
          <a:p>
            <a:endParaRPr lang="zh-CN" altLang="en-US" sz="2400" b="1">
              <a:solidFill>
                <a:schemeClr val="bg1"/>
              </a:solidFill>
              <a:latin typeface="Adora Bouton" charset="0"/>
              <a:cs typeface="Adora Bouton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655695" y="2842260"/>
            <a:ext cx="3815715" cy="1845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rgbClr val="928599"/>
                </a:solidFill>
                <a:latin typeface="幼圆" panose="02010509060101010101" charset="-122"/>
                <a:ea typeface="幼圆" panose="02010509060101010101" charset="-122"/>
              </a:rPr>
              <a:t>The moon you promised didn't appear, but I didn't sleep, or I just loved you all night in cold weather</a:t>
            </a:r>
            <a:r>
              <a:rPr lang="en-US" altLang="zh-CN" sz="1600">
                <a:solidFill>
                  <a:srgbClr val="928599"/>
                </a:solidFill>
                <a:latin typeface="幼圆" panose="02010509060101010101" charset="-122"/>
                <a:ea typeface="幼圆" panose="02010509060101010101" charset="-122"/>
              </a:rPr>
              <a:t>.</a:t>
            </a:r>
            <a:endParaRPr lang="en-US" altLang="zh-CN" sz="1600">
              <a:solidFill>
                <a:srgbClr val="928599"/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endParaRPr lang="en-US" altLang="zh-CN" sz="1600">
              <a:solidFill>
                <a:srgbClr val="F4F1E0"/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r>
              <a:rPr lang="zh-CN" altLang="en-US" sz="1600">
                <a:solidFill>
                  <a:srgbClr val="928599"/>
                </a:solidFill>
                <a:latin typeface="幼圆" panose="02010509060101010101" charset="-122"/>
                <a:ea typeface="幼圆" panose="02010509060101010101" charset="-122"/>
              </a:rPr>
              <a:t>Those really important things will survive the destruction of rational </a:t>
            </a:r>
            <a:endParaRPr lang="zh-CN" altLang="en-US"/>
          </a:p>
          <a:p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4246880" y="4687570"/>
            <a:ext cx="2411095" cy="269240"/>
          </a:xfrm>
          <a:prstGeom prst="roundRect">
            <a:avLst>
              <a:gd name="adj" fmla="val 16745"/>
            </a:avLst>
          </a:prstGeom>
          <a:noFill/>
          <a:ln>
            <a:solidFill>
              <a:srgbClr val="928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622800" y="4687570"/>
            <a:ext cx="165862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>
                <a:solidFill>
                  <a:srgbClr val="928599"/>
                </a:solidFill>
                <a:cs typeface="+mn-lt"/>
              </a:rPr>
              <a:t>Absurd </a:t>
            </a:r>
            <a:r>
              <a:rPr lang="en-US" altLang="zh-CN" sz="1200">
                <a:solidFill>
                  <a:srgbClr val="928599"/>
                </a:solidFill>
                <a:cs typeface="+mn-lt"/>
              </a:rPr>
              <a:t>D</a:t>
            </a:r>
            <a:r>
              <a:rPr lang="zh-CN" altLang="en-US" sz="1200">
                <a:solidFill>
                  <a:srgbClr val="928599"/>
                </a:solidFill>
                <a:cs typeface="+mn-lt"/>
              </a:rPr>
              <a:t>ream</a:t>
            </a:r>
            <a:r>
              <a:rPr lang="en-US" altLang="zh-CN" sz="1200">
                <a:solidFill>
                  <a:srgbClr val="928599"/>
                </a:solidFill>
                <a:cs typeface="+mn-lt"/>
              </a:rPr>
              <a:t>D</a:t>
            </a:r>
            <a:r>
              <a:rPr lang="zh-CN" altLang="en-US" sz="1200">
                <a:solidFill>
                  <a:srgbClr val="928599"/>
                </a:solidFill>
                <a:cs typeface="+mn-lt"/>
              </a:rPr>
              <a:t>esign</a:t>
            </a:r>
            <a:endParaRPr lang="zh-CN" altLang="en-US" sz="1200">
              <a:solidFill>
                <a:srgbClr val="928599"/>
              </a:solidFill>
              <a:cs typeface="+mn-lt"/>
            </a:endParaRPr>
          </a:p>
          <a:p>
            <a:endParaRPr lang="zh-CN" altLang="en-US" sz="1200">
              <a:solidFill>
                <a:srgbClr val="928599"/>
              </a:solidFill>
              <a:cs typeface="+mn-lt"/>
            </a:endParaRPr>
          </a:p>
        </p:txBody>
      </p:sp>
      <p:pic>
        <p:nvPicPr>
          <p:cNvPr id="4" name="图片 3" descr="Viktoria Prischedko_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543685"/>
            <a:ext cx="3030855" cy="37896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E52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5419090" y="2051685"/>
            <a:ext cx="2755900" cy="414655"/>
          </a:xfrm>
          <a:prstGeom prst="rect">
            <a:avLst/>
          </a:prstGeom>
          <a:solidFill>
            <a:srgbClr val="F4F1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958080" y="2916555"/>
            <a:ext cx="3497580" cy="21520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1600">
                <a:solidFill>
                  <a:srgbClr val="F4F1E0"/>
                </a:solidFill>
                <a:latin typeface="幼圆" panose="02010509060101010101" charset="-122"/>
                <a:ea typeface="幼圆" panose="02010509060101010101" charset="-122"/>
                <a:sym typeface="+mn-ea"/>
              </a:rPr>
              <a:t>Those really important things will survive the destruction of rational analysis in the daytime, and then return to their original status at night</a:t>
            </a:r>
            <a:endParaRPr lang="zh-CN" altLang="en-US" sz="1600">
              <a:solidFill>
                <a:srgbClr val="F4F1E0"/>
              </a:solidFill>
              <a:latin typeface="幼圆" panose="02010509060101010101" charset="-122"/>
              <a:ea typeface="幼圆" panose="02010509060101010101" charset="-122"/>
              <a:sym typeface="+mn-ea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5501005" y="4708525"/>
            <a:ext cx="2411095" cy="269240"/>
          </a:xfrm>
          <a:prstGeom prst="roundRect">
            <a:avLst>
              <a:gd name="adj" fmla="val 16745"/>
            </a:avLst>
          </a:prstGeom>
          <a:noFill/>
          <a:ln>
            <a:solidFill>
              <a:srgbClr val="F7F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877560" y="4708525"/>
            <a:ext cx="165862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>
                <a:solidFill>
                  <a:srgbClr val="F7F7EB"/>
                </a:solidFill>
                <a:cs typeface="+mn-lt"/>
              </a:rPr>
              <a:t>Absurd </a:t>
            </a:r>
            <a:r>
              <a:rPr lang="en-US" altLang="zh-CN" sz="1200">
                <a:solidFill>
                  <a:srgbClr val="F7F7EB"/>
                </a:solidFill>
                <a:cs typeface="+mn-lt"/>
              </a:rPr>
              <a:t>D</a:t>
            </a:r>
            <a:r>
              <a:rPr lang="zh-CN" altLang="en-US" sz="1200">
                <a:solidFill>
                  <a:srgbClr val="F7F7EB"/>
                </a:solidFill>
                <a:cs typeface="+mn-lt"/>
              </a:rPr>
              <a:t>ream</a:t>
            </a:r>
            <a:r>
              <a:rPr lang="en-US" altLang="zh-CN" sz="1200">
                <a:solidFill>
                  <a:srgbClr val="F7F7EB"/>
                </a:solidFill>
                <a:cs typeface="+mn-lt"/>
              </a:rPr>
              <a:t>D</a:t>
            </a:r>
            <a:r>
              <a:rPr lang="zh-CN" altLang="en-US" sz="1200">
                <a:solidFill>
                  <a:srgbClr val="F7F7EB"/>
                </a:solidFill>
                <a:cs typeface="+mn-lt"/>
              </a:rPr>
              <a:t>esign</a:t>
            </a:r>
            <a:endParaRPr lang="zh-CN" altLang="en-US" sz="1200">
              <a:solidFill>
                <a:srgbClr val="F7F7EB"/>
              </a:solidFill>
              <a:cs typeface="+mn-lt"/>
            </a:endParaRPr>
          </a:p>
          <a:p>
            <a:endParaRPr lang="zh-CN" altLang="en-US" sz="1200">
              <a:solidFill>
                <a:srgbClr val="F7F7EB"/>
              </a:solidFill>
              <a:cs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834890" y="5136515"/>
            <a:ext cx="6502400" cy="76200"/>
          </a:xfrm>
          <a:prstGeom prst="rect">
            <a:avLst/>
          </a:prstGeom>
          <a:solidFill>
            <a:schemeClr val="bg2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 flipV="1">
            <a:off x="2137410" y="6068695"/>
            <a:ext cx="9615805" cy="762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65100" y="5967095"/>
            <a:ext cx="24441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Absurd </a:t>
            </a:r>
            <a:r>
              <a:rPr lang="en-US" altLang="zh-CN" sz="14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D</a:t>
            </a:r>
            <a:r>
              <a:rPr lang="zh-CN" altLang="en-US" sz="14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ream</a:t>
            </a:r>
            <a:r>
              <a:rPr lang="en-US" altLang="zh-CN" sz="14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D</a:t>
            </a:r>
            <a:r>
              <a:rPr lang="zh-CN" altLang="en-US" sz="14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esign</a:t>
            </a:r>
            <a:endParaRPr lang="zh-CN" altLang="en-US" sz="1400" b="1">
              <a:solidFill>
                <a:schemeClr val="bg1"/>
              </a:solidFill>
              <a:latin typeface="Adora Bouton" charset="0"/>
              <a:cs typeface="Adora Bouton" charset="0"/>
            </a:endParaRPr>
          </a:p>
          <a:p>
            <a:endParaRPr lang="zh-CN" altLang="en-US" sz="1400" b="1">
              <a:solidFill>
                <a:schemeClr val="bg1"/>
              </a:solidFill>
              <a:latin typeface="Adora Bouton" charset="0"/>
              <a:cs typeface="Adora Bouton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443845" y="316865"/>
            <a:ext cx="76200" cy="76200"/>
          </a:xfrm>
          <a:prstGeom prst="rect">
            <a:avLst/>
          </a:prstGeom>
          <a:solidFill>
            <a:srgbClr val="F4F1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749915" y="316865"/>
            <a:ext cx="76200" cy="76200"/>
          </a:xfrm>
          <a:prstGeom prst="rect">
            <a:avLst/>
          </a:prstGeom>
          <a:solidFill>
            <a:srgbClr val="F4F1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1055985" y="316865"/>
            <a:ext cx="76200" cy="76200"/>
          </a:xfrm>
          <a:prstGeom prst="rect">
            <a:avLst/>
          </a:prstGeom>
          <a:solidFill>
            <a:srgbClr val="F4F1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419090" y="316865"/>
            <a:ext cx="2369185" cy="480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bg1"/>
                </a:solidFill>
                <a:latin typeface="幼圆" panose="02010509060101010101" charset="-122"/>
                <a:ea typeface="幼圆" panose="02010509060101010101" charset="-122"/>
                <a:cs typeface="Adora Bouton" charset="0"/>
                <a:sym typeface="+mn-ea"/>
              </a:rPr>
              <a:t>Absurd </a:t>
            </a:r>
            <a:r>
              <a:rPr lang="en-US" altLang="zh-CN">
                <a:solidFill>
                  <a:schemeClr val="bg1"/>
                </a:solidFill>
                <a:latin typeface="幼圆" panose="02010509060101010101" charset="-122"/>
                <a:ea typeface="幼圆" panose="02010509060101010101" charset="-122"/>
                <a:cs typeface="Adora Bouton" charset="0"/>
                <a:sym typeface="+mn-ea"/>
              </a:rPr>
              <a:t>D</a:t>
            </a:r>
            <a:r>
              <a:rPr lang="zh-CN" altLang="en-US">
                <a:solidFill>
                  <a:schemeClr val="bg1"/>
                </a:solidFill>
                <a:latin typeface="幼圆" panose="02010509060101010101" charset="-122"/>
                <a:ea typeface="幼圆" panose="02010509060101010101" charset="-122"/>
                <a:cs typeface="Adora Bouton" charset="0"/>
                <a:sym typeface="+mn-ea"/>
              </a:rPr>
              <a:t>ream</a:t>
            </a:r>
            <a:r>
              <a:rPr lang="en-US" altLang="zh-CN">
                <a:solidFill>
                  <a:schemeClr val="bg1"/>
                </a:solidFill>
                <a:latin typeface="幼圆" panose="02010509060101010101" charset="-122"/>
                <a:ea typeface="幼圆" panose="02010509060101010101" charset="-122"/>
                <a:cs typeface="Adora Bouton" charset="0"/>
                <a:sym typeface="+mn-ea"/>
              </a:rPr>
              <a:t>D</a:t>
            </a:r>
            <a:r>
              <a:rPr lang="zh-CN" altLang="en-US">
                <a:solidFill>
                  <a:schemeClr val="bg1"/>
                </a:solidFill>
                <a:latin typeface="幼圆" panose="02010509060101010101" charset="-122"/>
                <a:ea typeface="幼圆" panose="02010509060101010101" charset="-122"/>
                <a:cs typeface="Adora Bouton" charset="0"/>
                <a:sym typeface="+mn-ea"/>
              </a:rPr>
              <a:t>esign</a:t>
            </a:r>
            <a:endParaRPr lang="zh-CN" altLang="en-US">
              <a:solidFill>
                <a:schemeClr val="bg1"/>
              </a:solidFill>
              <a:latin typeface="幼圆" panose="02010509060101010101" charset="-122"/>
              <a:ea typeface="幼圆" panose="02010509060101010101" charset="-122"/>
              <a:cs typeface="Adora Bouton" charset="0"/>
            </a:endParaRPr>
          </a:p>
          <a:p>
            <a:endParaRPr lang="zh-CN" altLang="en-US">
              <a:latin typeface="幼圆" panose="02010509060101010101" charset="-122"/>
              <a:ea typeface="幼圆" panose="02010509060101010101" charset="-122"/>
            </a:endParaRPr>
          </a:p>
        </p:txBody>
      </p:sp>
      <p:pic>
        <p:nvPicPr>
          <p:cNvPr id="2" name="图片 1" descr="Viktoria Prischedko_6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165" y="1586865"/>
            <a:ext cx="4199890" cy="3407410"/>
          </a:xfrm>
          <a:prstGeom prst="rect">
            <a:avLst/>
          </a:prstGeom>
        </p:spPr>
      </p:pic>
      <p:pic>
        <p:nvPicPr>
          <p:cNvPr id="3" name="图片 2" descr="Viktoria Prischedko_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6025" y="1570355"/>
            <a:ext cx="2765425" cy="340741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Viktoria Prischedko_61"/>
          <p:cNvPicPr>
            <a:picLocks noChangeAspect="1"/>
          </p:cNvPicPr>
          <p:nvPr/>
        </p:nvPicPr>
        <p:blipFill>
          <a:blip r:embed="rId1"/>
          <a:srcRect t="60065" r="4988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419225" y="1273175"/>
            <a:ext cx="9354820" cy="4312920"/>
          </a:xfrm>
          <a:prstGeom prst="rect">
            <a:avLst/>
          </a:prstGeom>
          <a:solidFill>
            <a:srgbClr val="F4F1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124075" y="1880235"/>
            <a:ext cx="43262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928599"/>
                </a:solidFill>
              </a:rPr>
              <a:t>MIDSUMMER DREAM </a:t>
            </a:r>
            <a:endParaRPr lang="en-US" altLang="zh-CN" sz="3200">
              <a:solidFill>
                <a:srgbClr val="928599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418590" y="1424305"/>
            <a:ext cx="1186815" cy="209550"/>
          </a:xfrm>
          <a:prstGeom prst="rect">
            <a:avLst/>
          </a:prstGeom>
          <a:solidFill>
            <a:srgbClr val="928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124075" y="2891790"/>
            <a:ext cx="24441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rgbClr val="928599"/>
                </a:solidFill>
                <a:latin typeface="Adora Bouton" charset="0"/>
                <a:cs typeface="Adora Bouton" charset="0"/>
              </a:rPr>
              <a:t>Absurd </a:t>
            </a:r>
            <a:r>
              <a:rPr lang="en-US" altLang="zh-CN" sz="1400" b="1">
                <a:solidFill>
                  <a:srgbClr val="928599"/>
                </a:solidFill>
                <a:latin typeface="Adora Bouton" charset="0"/>
                <a:cs typeface="Adora Bouton" charset="0"/>
              </a:rPr>
              <a:t>D</a:t>
            </a:r>
            <a:r>
              <a:rPr lang="zh-CN" altLang="en-US" sz="1400" b="1">
                <a:solidFill>
                  <a:srgbClr val="928599"/>
                </a:solidFill>
                <a:latin typeface="Adora Bouton" charset="0"/>
                <a:cs typeface="Adora Bouton" charset="0"/>
              </a:rPr>
              <a:t>ream</a:t>
            </a:r>
            <a:r>
              <a:rPr lang="en-US" altLang="zh-CN" sz="1400" b="1">
                <a:solidFill>
                  <a:srgbClr val="928599"/>
                </a:solidFill>
                <a:latin typeface="Adora Bouton" charset="0"/>
                <a:cs typeface="Adora Bouton" charset="0"/>
              </a:rPr>
              <a:t>D</a:t>
            </a:r>
            <a:r>
              <a:rPr lang="zh-CN" altLang="en-US" sz="1400" b="1">
                <a:solidFill>
                  <a:srgbClr val="928599"/>
                </a:solidFill>
                <a:latin typeface="Adora Bouton" charset="0"/>
                <a:cs typeface="Adora Bouton" charset="0"/>
              </a:rPr>
              <a:t>esign</a:t>
            </a:r>
            <a:endParaRPr lang="zh-CN" altLang="en-US" sz="1400" b="1">
              <a:solidFill>
                <a:srgbClr val="928599"/>
              </a:solidFill>
              <a:latin typeface="Adora Bouton" charset="0"/>
              <a:cs typeface="Adora Bouton" charset="0"/>
            </a:endParaRPr>
          </a:p>
          <a:p>
            <a:endParaRPr lang="zh-CN" altLang="en-US" sz="1400" b="1">
              <a:solidFill>
                <a:srgbClr val="928599"/>
              </a:solidFill>
              <a:latin typeface="Adora Bouton" charset="0"/>
              <a:cs typeface="Adora Bouton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24075" y="3315970"/>
            <a:ext cx="5005705" cy="17614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1600">
                <a:solidFill>
                  <a:srgbClr val="928599"/>
                </a:solidFill>
                <a:latin typeface="幼圆" panose="02010509060101010101" charset="-122"/>
                <a:ea typeface="幼圆" panose="02010509060101010101" charset="-122"/>
                <a:sym typeface="+mn-ea"/>
              </a:rPr>
              <a:t>Those really important things will survive the destruction of rational analysis in the daytime, and then return to their original status at night</a:t>
            </a:r>
            <a:endParaRPr lang="zh-CN" altLang="en-US" sz="1600">
              <a:solidFill>
                <a:srgbClr val="928599"/>
              </a:solidFill>
              <a:latin typeface="幼圆" panose="02010509060101010101" charset="-122"/>
              <a:ea typeface="幼圆" panose="02010509060101010101" charset="-122"/>
              <a:sym typeface="+mn-ea"/>
            </a:endParaRPr>
          </a:p>
        </p:txBody>
      </p:sp>
      <p:pic>
        <p:nvPicPr>
          <p:cNvPr id="3" name="图片 2" descr="6d23858d2e7d805f5e31bc9c7a852a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1735" y="1511300"/>
            <a:ext cx="3009900" cy="37414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E527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 descr="Viktoria Prischedko_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0185" y="1383030"/>
            <a:ext cx="3329940" cy="4162425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 flipV="1">
            <a:off x="1480185" y="495300"/>
            <a:ext cx="9775825" cy="635"/>
          </a:xfrm>
          <a:prstGeom prst="line">
            <a:avLst/>
          </a:prstGeom>
          <a:ln>
            <a:solidFill>
              <a:srgbClr val="F7F7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480185" y="911225"/>
            <a:ext cx="9775825" cy="3175"/>
          </a:xfrm>
          <a:prstGeom prst="line">
            <a:avLst/>
          </a:prstGeom>
          <a:ln>
            <a:solidFill>
              <a:srgbClr val="F7F7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H="1">
            <a:off x="530225" y="2226945"/>
            <a:ext cx="13970" cy="3952240"/>
          </a:xfrm>
          <a:prstGeom prst="line">
            <a:avLst/>
          </a:prstGeom>
          <a:ln>
            <a:solidFill>
              <a:srgbClr val="F7F7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10541635" y="652145"/>
            <a:ext cx="76200" cy="76200"/>
          </a:xfrm>
          <a:prstGeom prst="rect">
            <a:avLst/>
          </a:prstGeom>
          <a:solidFill>
            <a:srgbClr val="F4F1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847705" y="652145"/>
            <a:ext cx="76200" cy="76200"/>
          </a:xfrm>
          <a:prstGeom prst="rect">
            <a:avLst/>
          </a:prstGeom>
          <a:solidFill>
            <a:srgbClr val="F4F1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1153775" y="652145"/>
            <a:ext cx="76200" cy="76200"/>
          </a:xfrm>
          <a:prstGeom prst="rect">
            <a:avLst/>
          </a:prstGeom>
          <a:solidFill>
            <a:srgbClr val="F4F1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106410" y="1329690"/>
            <a:ext cx="29298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chemeClr val="accent4">
                    <a:lumMod val="20000"/>
                    <a:lumOff val="80000"/>
                  </a:schemeClr>
                </a:solidFill>
                <a:sym typeface="+mn-ea"/>
              </a:rPr>
              <a:t>Dead sleep</a:t>
            </a:r>
            <a:endParaRPr lang="en-US" altLang="zh-CN" sz="4000">
              <a:solidFill>
                <a:schemeClr val="accent4">
                  <a:lumMod val="20000"/>
                  <a:lumOff val="80000"/>
                </a:schemeClr>
              </a:solidFill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169285" y="2186940"/>
            <a:ext cx="70866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Absurd </a:t>
            </a:r>
            <a:r>
              <a:rPr lang="en-US" altLang="zh-CN" sz="48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D</a:t>
            </a:r>
            <a:r>
              <a:rPr lang="zh-CN" altLang="en-US" sz="48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ream</a:t>
            </a:r>
            <a:r>
              <a:rPr lang="en-US" altLang="zh-CN" sz="48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D</a:t>
            </a:r>
            <a:r>
              <a:rPr lang="zh-CN" altLang="en-US" sz="48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esign</a:t>
            </a:r>
            <a:endParaRPr lang="zh-CN" altLang="en-US" sz="4800" b="1">
              <a:solidFill>
                <a:schemeClr val="bg1"/>
              </a:solidFill>
              <a:latin typeface="Adora Bouton" charset="0"/>
              <a:cs typeface="Adora Bouton" charset="0"/>
            </a:endParaRPr>
          </a:p>
          <a:p>
            <a:endParaRPr lang="zh-CN" altLang="en-US" sz="4800" b="1">
              <a:solidFill>
                <a:schemeClr val="bg1"/>
              </a:solidFill>
              <a:latin typeface="Adora Bouton" charset="0"/>
              <a:cs typeface="Adora Bouton" charset="0"/>
            </a:endParaRPr>
          </a:p>
        </p:txBody>
      </p:sp>
      <p:pic>
        <p:nvPicPr>
          <p:cNvPr id="8" name="图片 7" descr="Viktoria Prischedko_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715" y="3742690"/>
            <a:ext cx="2160270" cy="180276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783195" y="3317875"/>
            <a:ext cx="4097020" cy="2400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solidFill>
                  <a:srgbClr val="F4F1E0"/>
                </a:solidFill>
                <a:latin typeface="幼圆" panose="02010509060101010101" charset="-122"/>
                <a:ea typeface="幼圆" panose="02010509060101010101" charset="-122"/>
              </a:rPr>
              <a:t>The moon you promised didn't appear, but I didn't sleep, or I just loved you all night in cold weather</a:t>
            </a:r>
            <a:r>
              <a:rPr lang="en-US" altLang="zh-CN" sz="1600">
                <a:solidFill>
                  <a:srgbClr val="F4F1E0"/>
                </a:solidFill>
                <a:latin typeface="幼圆" panose="02010509060101010101" charset="-122"/>
                <a:ea typeface="幼圆" panose="02010509060101010101" charset="-122"/>
              </a:rPr>
              <a:t>.</a:t>
            </a:r>
            <a:endParaRPr lang="en-US" altLang="zh-CN" sz="1600">
              <a:solidFill>
                <a:srgbClr val="F4F1E0"/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endParaRPr lang="en-US" altLang="zh-CN" sz="1600">
              <a:solidFill>
                <a:srgbClr val="F4F1E0"/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r>
              <a:rPr lang="zh-CN" altLang="en-US" sz="1600">
                <a:solidFill>
                  <a:srgbClr val="F4F1E0"/>
                </a:solidFill>
                <a:latin typeface="幼圆" panose="02010509060101010101" charset="-122"/>
                <a:ea typeface="幼圆" panose="02010509060101010101" charset="-122"/>
              </a:rPr>
              <a:t>Those really important things will survive the destruction of rational analysis in the daytime, and then return to their original status at night</a:t>
            </a:r>
            <a:endParaRPr lang="zh-CN" altLang="en-US" sz="1600">
              <a:solidFill>
                <a:srgbClr val="F4F1E0"/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79400" y="334645"/>
            <a:ext cx="515620" cy="189230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 sz="1400" b="1">
                <a:solidFill>
                  <a:schemeClr val="bg1"/>
                </a:solidFill>
                <a:latin typeface="Adora Bouton" charset="0"/>
                <a:cs typeface="Adora Bouton" charset="0"/>
                <a:sym typeface="+mn-ea"/>
              </a:rPr>
              <a:t>Absurd </a:t>
            </a:r>
            <a:r>
              <a:rPr lang="en-US" altLang="zh-CN" sz="1400" b="1">
                <a:solidFill>
                  <a:schemeClr val="bg1"/>
                </a:solidFill>
                <a:latin typeface="Adora Bouton" charset="0"/>
                <a:cs typeface="Adora Bouton" charset="0"/>
                <a:sym typeface="+mn-ea"/>
              </a:rPr>
              <a:t>D</a:t>
            </a:r>
            <a:r>
              <a:rPr lang="zh-CN" altLang="en-US" sz="1400" b="1">
                <a:solidFill>
                  <a:schemeClr val="bg1"/>
                </a:solidFill>
                <a:latin typeface="Adora Bouton" charset="0"/>
                <a:cs typeface="Adora Bouton" charset="0"/>
                <a:sym typeface="+mn-ea"/>
              </a:rPr>
              <a:t>ream</a:t>
            </a:r>
            <a:r>
              <a:rPr lang="en-US" altLang="zh-CN" sz="1400" b="1">
                <a:solidFill>
                  <a:schemeClr val="bg1"/>
                </a:solidFill>
                <a:latin typeface="Adora Bouton" charset="0"/>
                <a:cs typeface="Adora Bouton" charset="0"/>
                <a:sym typeface="+mn-ea"/>
              </a:rPr>
              <a:t>D</a:t>
            </a:r>
            <a:r>
              <a:rPr lang="zh-CN" altLang="en-US" sz="1400" b="1">
                <a:solidFill>
                  <a:schemeClr val="bg1"/>
                </a:solidFill>
                <a:latin typeface="Adora Bouton" charset="0"/>
                <a:cs typeface="Adora Bouton" charset="0"/>
                <a:sym typeface="+mn-ea"/>
              </a:rPr>
              <a:t>esign</a:t>
            </a:r>
            <a:endParaRPr lang="zh-CN" altLang="en-US" sz="1400" b="1">
              <a:solidFill>
                <a:schemeClr val="bg1"/>
              </a:solidFill>
              <a:latin typeface="Adora Bouton" charset="0"/>
              <a:cs typeface="Adora Bouton" charset="0"/>
            </a:endParaRPr>
          </a:p>
          <a:p>
            <a:endParaRPr lang="zh-CN" altLang="en-US" sz="1400" b="1">
              <a:solidFill>
                <a:schemeClr val="bg1"/>
              </a:solidFill>
              <a:latin typeface="Adora Bouton" charset="0"/>
              <a:cs typeface="Adora Bouton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E52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0" y="1397000"/>
            <a:ext cx="12192000" cy="333375"/>
          </a:xfrm>
          <a:prstGeom prst="rect">
            <a:avLst/>
          </a:prstGeom>
          <a:solidFill>
            <a:srgbClr val="F7F7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117850" y="2779395"/>
            <a:ext cx="63366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>
                <a:solidFill>
                  <a:srgbClr val="F4F1E0"/>
                </a:solidFill>
              </a:rPr>
              <a:t>MIDSUMMER DREAM </a:t>
            </a:r>
            <a:endParaRPr lang="en-US" altLang="zh-CN" sz="3600">
              <a:solidFill>
                <a:srgbClr val="F4F1E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117850" y="2644775"/>
            <a:ext cx="598360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Absurd </a:t>
            </a:r>
            <a:r>
              <a:rPr lang="en-US" altLang="zh-CN" sz="48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D</a:t>
            </a:r>
            <a:r>
              <a:rPr lang="zh-CN" altLang="en-US" sz="48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ream</a:t>
            </a:r>
            <a:r>
              <a:rPr lang="en-US" altLang="zh-CN" sz="48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D</a:t>
            </a:r>
            <a:r>
              <a:rPr lang="zh-CN" altLang="en-US" sz="48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esign</a:t>
            </a:r>
            <a:endParaRPr lang="zh-CN" altLang="en-US" sz="4800" b="1">
              <a:solidFill>
                <a:schemeClr val="bg1"/>
              </a:solidFill>
              <a:latin typeface="Adora Bouton" charset="0"/>
              <a:cs typeface="Adora Bouton" charset="0"/>
            </a:endParaRPr>
          </a:p>
          <a:p>
            <a:endParaRPr lang="zh-CN" altLang="en-US" sz="4800" b="1">
              <a:solidFill>
                <a:schemeClr val="bg1"/>
              </a:solidFill>
              <a:latin typeface="Adora Bouton" charset="0"/>
              <a:cs typeface="Adora Bouton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11395" y="167005"/>
            <a:ext cx="25698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928599"/>
                </a:solidFill>
                <a:sym typeface="+mn-ea"/>
              </a:rPr>
              <a:t>MIDSUMMER DREAM </a:t>
            </a:r>
            <a:endParaRPr lang="en-US" altLang="zh-CN">
              <a:solidFill>
                <a:srgbClr val="928599"/>
              </a:solidFill>
            </a:endParaRPr>
          </a:p>
          <a:p>
            <a:endParaRPr lang="en-US" altLang="zh-CN">
              <a:solidFill>
                <a:srgbClr val="928599"/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0" y="6046470"/>
            <a:ext cx="12219305" cy="635"/>
          </a:xfrm>
          <a:prstGeom prst="line">
            <a:avLst/>
          </a:prstGeom>
          <a:ln>
            <a:solidFill>
              <a:srgbClr val="9285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2203450" y="4820285"/>
            <a:ext cx="7812405" cy="21520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1600">
                <a:solidFill>
                  <a:srgbClr val="F4F1E0"/>
                </a:solidFill>
                <a:latin typeface="幼圆" panose="02010509060101010101" charset="-122"/>
                <a:ea typeface="幼圆" panose="02010509060101010101" charset="-122"/>
                <a:sym typeface="+mn-ea"/>
              </a:rPr>
              <a:t>Those really important things will survive the destruction of rational analysis in the daytime, and then return to their original status at night</a:t>
            </a:r>
            <a:endParaRPr lang="zh-CN" altLang="en-US" sz="1600">
              <a:solidFill>
                <a:srgbClr val="F4F1E0"/>
              </a:solidFill>
              <a:latin typeface="幼圆" panose="02010509060101010101" charset="-122"/>
              <a:ea typeface="幼圆" panose="02010509060101010101" charset="-122"/>
              <a:sym typeface="+mn-ea"/>
            </a:endParaRPr>
          </a:p>
        </p:txBody>
      </p:sp>
      <p:pic>
        <p:nvPicPr>
          <p:cNvPr id="3" name="图片 2" descr="Viktoria Prischedko_53"/>
          <p:cNvPicPr>
            <a:picLocks noChangeAspect="1"/>
          </p:cNvPicPr>
          <p:nvPr/>
        </p:nvPicPr>
        <p:blipFill>
          <a:blip r:embed="rId1"/>
          <a:srcRect l="242" t="50446" r="193" b="12262"/>
          <a:stretch>
            <a:fillRect/>
          </a:stretch>
        </p:blipFill>
        <p:spPr>
          <a:xfrm>
            <a:off x="0" y="1724660"/>
            <a:ext cx="12191365" cy="29845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E527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5" name="直接连接符 4"/>
          <p:cNvCxnSpPr/>
          <p:nvPr/>
        </p:nvCxnSpPr>
        <p:spPr>
          <a:xfrm flipV="1">
            <a:off x="0" y="648970"/>
            <a:ext cx="9775825" cy="635"/>
          </a:xfrm>
          <a:prstGeom prst="line">
            <a:avLst/>
          </a:prstGeom>
          <a:ln>
            <a:solidFill>
              <a:srgbClr val="F7F7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74700" y="1408430"/>
            <a:ext cx="31496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400">
                <a:solidFill>
                  <a:schemeClr val="accent4">
                    <a:lumMod val="20000"/>
                    <a:lumOff val="80000"/>
                  </a:schemeClr>
                </a:solidFill>
                <a:sym typeface="+mn-ea"/>
              </a:rPr>
              <a:t>Dead sleep</a:t>
            </a:r>
            <a:endParaRPr lang="en-US" altLang="zh-CN" sz="4400">
              <a:solidFill>
                <a:schemeClr val="accent4">
                  <a:lumMod val="20000"/>
                  <a:lumOff val="80000"/>
                </a:schemeClr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47370" y="2619375"/>
            <a:ext cx="4097020" cy="2400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solidFill>
                  <a:srgbClr val="F4F1E0"/>
                </a:solidFill>
                <a:latin typeface="幼圆" panose="02010509060101010101" charset="-122"/>
                <a:ea typeface="幼圆" panose="02010509060101010101" charset="-122"/>
              </a:rPr>
              <a:t>The moon you promised didn't appear, but I didn't sleep, or I just loved you all night in cold weather</a:t>
            </a:r>
            <a:r>
              <a:rPr lang="en-US" altLang="zh-CN" sz="1600">
                <a:solidFill>
                  <a:srgbClr val="F4F1E0"/>
                </a:solidFill>
                <a:latin typeface="幼圆" panose="02010509060101010101" charset="-122"/>
                <a:ea typeface="幼圆" panose="02010509060101010101" charset="-122"/>
              </a:rPr>
              <a:t>.</a:t>
            </a:r>
            <a:endParaRPr lang="en-US" altLang="zh-CN" sz="1600">
              <a:solidFill>
                <a:srgbClr val="F4F1E0"/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endParaRPr lang="en-US" altLang="zh-CN" sz="1600">
              <a:solidFill>
                <a:srgbClr val="F4F1E0"/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r>
              <a:rPr lang="zh-CN" altLang="en-US" sz="1600">
                <a:solidFill>
                  <a:srgbClr val="F4F1E0"/>
                </a:solidFill>
                <a:latin typeface="幼圆" panose="02010509060101010101" charset="-122"/>
                <a:ea typeface="幼圆" panose="02010509060101010101" charset="-122"/>
              </a:rPr>
              <a:t>Those really important things will survive the destruction of rational analysis in the daytime, and then return to their original status at night</a:t>
            </a:r>
            <a:endParaRPr lang="zh-CN" altLang="en-US" sz="1600">
              <a:solidFill>
                <a:srgbClr val="F4F1E0"/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endParaRPr lang="zh-CN" altLang="en-US"/>
          </a:p>
          <a:p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0" y="6097270"/>
            <a:ext cx="12191365" cy="12065"/>
          </a:xfrm>
          <a:prstGeom prst="line">
            <a:avLst/>
          </a:prstGeom>
          <a:ln>
            <a:solidFill>
              <a:srgbClr val="F7F7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0166985" y="1107440"/>
            <a:ext cx="1520825" cy="464312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 sz="3600" b="1">
                <a:solidFill>
                  <a:schemeClr val="bg1"/>
                </a:solidFill>
                <a:latin typeface="Adora Bouton" charset="0"/>
                <a:cs typeface="Adora Bouton" charset="0"/>
                <a:sym typeface="+mn-ea"/>
              </a:rPr>
              <a:t>Absurd </a:t>
            </a:r>
            <a:r>
              <a:rPr lang="en-US" altLang="zh-CN" sz="3600" b="1">
                <a:solidFill>
                  <a:schemeClr val="bg1"/>
                </a:solidFill>
                <a:latin typeface="Adora Bouton" charset="0"/>
                <a:cs typeface="Adora Bouton" charset="0"/>
                <a:sym typeface="+mn-ea"/>
              </a:rPr>
              <a:t>D</a:t>
            </a:r>
            <a:r>
              <a:rPr lang="zh-CN" altLang="en-US" sz="3600" b="1">
                <a:solidFill>
                  <a:schemeClr val="bg1"/>
                </a:solidFill>
                <a:latin typeface="Adora Bouton" charset="0"/>
                <a:cs typeface="Adora Bouton" charset="0"/>
                <a:sym typeface="+mn-ea"/>
              </a:rPr>
              <a:t>ream</a:t>
            </a:r>
            <a:r>
              <a:rPr lang="en-US" altLang="zh-CN" sz="3600" b="1">
                <a:solidFill>
                  <a:schemeClr val="bg1"/>
                </a:solidFill>
                <a:latin typeface="Adora Bouton" charset="0"/>
                <a:cs typeface="Adora Bouton" charset="0"/>
                <a:sym typeface="+mn-ea"/>
              </a:rPr>
              <a:t>D</a:t>
            </a:r>
            <a:r>
              <a:rPr lang="zh-CN" altLang="en-US" sz="3600" b="1">
                <a:solidFill>
                  <a:schemeClr val="bg1"/>
                </a:solidFill>
                <a:latin typeface="Adora Bouton" charset="0"/>
                <a:cs typeface="Adora Bouton" charset="0"/>
                <a:sym typeface="+mn-ea"/>
              </a:rPr>
              <a:t>esign</a:t>
            </a:r>
            <a:endParaRPr lang="zh-CN" altLang="en-US" sz="3600" b="1">
              <a:solidFill>
                <a:schemeClr val="bg1"/>
              </a:solidFill>
              <a:latin typeface="Adora Bouton" charset="0"/>
              <a:cs typeface="Adora Bouton" charset="0"/>
            </a:endParaRPr>
          </a:p>
          <a:p>
            <a:endParaRPr lang="zh-CN" altLang="en-US" sz="3600" b="1">
              <a:solidFill>
                <a:schemeClr val="bg1"/>
              </a:solidFill>
              <a:latin typeface="Adora Bouton" charset="0"/>
              <a:cs typeface="Adora Bouton" charset="0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1143635" y="5462905"/>
            <a:ext cx="2411095" cy="269240"/>
          </a:xfrm>
          <a:prstGeom prst="roundRect">
            <a:avLst>
              <a:gd name="adj" fmla="val 16745"/>
            </a:avLst>
          </a:prstGeom>
          <a:noFill/>
          <a:ln>
            <a:solidFill>
              <a:srgbClr val="F7F7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520190" y="5462905"/>
            <a:ext cx="1658620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>
                <a:solidFill>
                  <a:srgbClr val="F7F7EB"/>
                </a:solidFill>
                <a:cs typeface="+mn-lt"/>
              </a:rPr>
              <a:t>Absurd </a:t>
            </a:r>
            <a:r>
              <a:rPr lang="en-US" altLang="zh-CN" sz="1200">
                <a:solidFill>
                  <a:srgbClr val="F7F7EB"/>
                </a:solidFill>
                <a:cs typeface="+mn-lt"/>
              </a:rPr>
              <a:t>D</a:t>
            </a:r>
            <a:r>
              <a:rPr lang="zh-CN" altLang="en-US" sz="1200">
                <a:solidFill>
                  <a:srgbClr val="F7F7EB"/>
                </a:solidFill>
                <a:cs typeface="+mn-lt"/>
              </a:rPr>
              <a:t>ream</a:t>
            </a:r>
            <a:r>
              <a:rPr lang="en-US" altLang="zh-CN" sz="1200">
                <a:solidFill>
                  <a:srgbClr val="F7F7EB"/>
                </a:solidFill>
                <a:cs typeface="+mn-lt"/>
              </a:rPr>
              <a:t>D</a:t>
            </a:r>
            <a:r>
              <a:rPr lang="zh-CN" altLang="en-US" sz="1200">
                <a:solidFill>
                  <a:srgbClr val="F7F7EB"/>
                </a:solidFill>
                <a:cs typeface="+mn-lt"/>
              </a:rPr>
              <a:t>esign</a:t>
            </a:r>
            <a:endParaRPr lang="zh-CN" altLang="en-US" sz="1200">
              <a:solidFill>
                <a:srgbClr val="F7F7EB"/>
              </a:solidFill>
              <a:cs typeface="+mn-lt"/>
            </a:endParaRPr>
          </a:p>
          <a:p>
            <a:endParaRPr lang="zh-CN" altLang="en-US" sz="1200">
              <a:solidFill>
                <a:srgbClr val="F7F7EB"/>
              </a:solidFill>
              <a:cs typeface="+mn-lt"/>
            </a:endParaRPr>
          </a:p>
        </p:txBody>
      </p:sp>
      <p:pic>
        <p:nvPicPr>
          <p:cNvPr id="3" name="图片 2" descr="Viktoria Prischedko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4980" y="925830"/>
            <a:ext cx="4895850" cy="48958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E52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文本框 11"/>
          <p:cNvSpPr txBox="1"/>
          <p:nvPr/>
        </p:nvSpPr>
        <p:spPr>
          <a:xfrm>
            <a:off x="6838315" y="679450"/>
            <a:ext cx="70866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Absurd </a:t>
            </a:r>
            <a:r>
              <a:rPr lang="en-US" altLang="zh-CN" sz="36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D</a:t>
            </a:r>
            <a:r>
              <a:rPr lang="zh-CN" altLang="en-US" sz="36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ream</a:t>
            </a:r>
            <a:r>
              <a:rPr lang="en-US" altLang="zh-CN" sz="36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D</a:t>
            </a:r>
            <a:r>
              <a:rPr lang="zh-CN" altLang="en-US" sz="36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esign</a:t>
            </a:r>
            <a:endParaRPr lang="zh-CN" altLang="en-US" sz="3600" b="1">
              <a:solidFill>
                <a:schemeClr val="bg1"/>
              </a:solidFill>
              <a:latin typeface="Adora Bouton" charset="0"/>
              <a:cs typeface="Adora Bouton" charset="0"/>
            </a:endParaRPr>
          </a:p>
          <a:p>
            <a:endParaRPr lang="zh-CN" altLang="en-US" sz="3600" b="1">
              <a:solidFill>
                <a:schemeClr val="bg1"/>
              </a:solidFill>
              <a:latin typeface="Adora Bouton" charset="0"/>
              <a:cs typeface="Adora Bouton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73240" y="4073525"/>
            <a:ext cx="4646930" cy="2400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1600">
              <a:solidFill>
                <a:srgbClr val="F4F1E0"/>
              </a:solidFill>
              <a:latin typeface="幼圆" panose="02010509060101010101" charset="-122"/>
              <a:ea typeface="幼圆" panose="02010509060101010101" charset="-122"/>
            </a:endParaRPr>
          </a:p>
          <a:p>
            <a:pPr algn="ctr"/>
            <a:r>
              <a:rPr lang="zh-CN" altLang="en-US" sz="1600">
                <a:solidFill>
                  <a:srgbClr val="F4F1E0"/>
                </a:solidFill>
                <a:latin typeface="幼圆" panose="02010509060101010101" charset="-122"/>
                <a:ea typeface="幼圆" panose="02010509060101010101" charset="-122"/>
              </a:rPr>
              <a:t>Those really important things will survive the destruction of rational analysis in the daytime, and then return to their </a:t>
            </a:r>
            <a:endParaRPr lang="zh-CN" altLang="en-US"/>
          </a:p>
        </p:txBody>
      </p:sp>
      <p:pic>
        <p:nvPicPr>
          <p:cNvPr id="3" name="图片 2" descr="Viktoria Prischedko_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215380" cy="6858000"/>
          </a:xfrm>
          <a:prstGeom prst="rect">
            <a:avLst/>
          </a:prstGeom>
        </p:spPr>
      </p:pic>
      <p:pic>
        <p:nvPicPr>
          <p:cNvPr id="6" name="图片 5" descr="Viktoria Prischedko_45"/>
          <p:cNvPicPr>
            <a:picLocks noChangeAspect="1"/>
          </p:cNvPicPr>
          <p:nvPr/>
        </p:nvPicPr>
        <p:blipFill>
          <a:blip r:embed="rId2"/>
          <a:srcRect l="1674" t="34306" r="726" b="21157"/>
          <a:stretch>
            <a:fillRect/>
          </a:stretch>
        </p:blipFill>
        <p:spPr>
          <a:xfrm>
            <a:off x="6838315" y="1478915"/>
            <a:ext cx="4716780" cy="259461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Viktoria Prischedko_1"/>
          <p:cNvPicPr>
            <a:picLocks noChangeAspect="1"/>
          </p:cNvPicPr>
          <p:nvPr/>
        </p:nvPicPr>
        <p:blipFill>
          <a:blip r:embed="rId1"/>
          <a:srcRect t="3882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 descr="9667ee75ee6591457fc4d278a5f91a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05" y="586740"/>
            <a:ext cx="11019790" cy="5684520"/>
          </a:xfrm>
          <a:prstGeom prst="rect">
            <a:avLst/>
          </a:prstGeom>
          <a:effectLst>
            <a:glow rad="190500">
              <a:schemeClr val="tx1">
                <a:alpha val="56000"/>
              </a:schemeClr>
            </a:glow>
          </a:effectLst>
        </p:spPr>
      </p:pic>
      <p:sp>
        <p:nvSpPr>
          <p:cNvPr id="12" name="文本框 11"/>
          <p:cNvSpPr txBox="1"/>
          <p:nvPr/>
        </p:nvSpPr>
        <p:spPr>
          <a:xfrm>
            <a:off x="3169285" y="2186940"/>
            <a:ext cx="70866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Absurd </a:t>
            </a:r>
            <a:r>
              <a:rPr lang="en-US" altLang="zh-CN" sz="48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D</a:t>
            </a:r>
            <a:r>
              <a:rPr lang="zh-CN" altLang="en-US" sz="48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ream</a:t>
            </a:r>
            <a:r>
              <a:rPr lang="en-US" altLang="zh-CN" sz="48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D</a:t>
            </a:r>
            <a:r>
              <a:rPr lang="zh-CN" altLang="en-US" sz="4800" b="1">
                <a:solidFill>
                  <a:schemeClr val="bg1"/>
                </a:solidFill>
                <a:latin typeface="Adora Bouton" charset="0"/>
                <a:cs typeface="Adora Bouton" charset="0"/>
              </a:rPr>
              <a:t>esign</a:t>
            </a:r>
            <a:endParaRPr lang="zh-CN" altLang="en-US" sz="4800" b="1">
              <a:solidFill>
                <a:schemeClr val="bg1"/>
              </a:solidFill>
              <a:latin typeface="Adora Bouton" charset="0"/>
              <a:cs typeface="Adora Bouton" charset="0"/>
            </a:endParaRPr>
          </a:p>
          <a:p>
            <a:endParaRPr lang="zh-CN" altLang="en-US" sz="4800" b="1">
              <a:solidFill>
                <a:schemeClr val="bg1"/>
              </a:solidFill>
              <a:latin typeface="Adora Bouton" charset="0"/>
              <a:cs typeface="Adora Bouton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143760" y="3660140"/>
            <a:ext cx="84531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solidFill>
                  <a:schemeClr val="bg1"/>
                </a:solidFill>
              </a:rPr>
              <a:t>Perhaps love is not passion, nor nostalgia, but years, years have become a part of life，If you know me before, maybe you will forgive me now</a:t>
            </a:r>
            <a:endParaRPr lang="zh-CN" altLang="en-US" sz="1200">
              <a:solidFill>
                <a:schemeClr val="bg1"/>
              </a:solidFill>
            </a:endParaRPr>
          </a:p>
          <a:p>
            <a:pPr algn="ctr"/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567555" y="5974080"/>
            <a:ext cx="36931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</a:rPr>
              <a:t>This template is designed by absurd dream</a:t>
            </a:r>
            <a:endParaRPr lang="zh-CN" altLang="en-US" sz="1400">
              <a:solidFill>
                <a:schemeClr val="bg1"/>
              </a:solidFill>
            </a:endParaRPr>
          </a:p>
          <a:p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12160" y="2556510"/>
            <a:ext cx="61169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7200">
                <a:solidFill>
                  <a:schemeClr val="bg1"/>
                </a:solidFill>
              </a:rPr>
              <a:t>THANK YOU</a:t>
            </a:r>
            <a:endParaRPr lang="en-US" altLang="zh-CN" sz="7200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UNIT_PLACING_PICTURE_USER_VIEWPORT" val="{&quot;height&quot;:10825,&quot;width&quot;:10634}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UNIT_PLACING_PICTURE_USER_VIEWPORT" val="{&quot;height&quot;:10800,&quot;width&quot;:10090}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COMMONDATA" val="eyJoZGlkIjoiNmRmZjRlMThmNTEwMWEzNWYxM2ZmODE3OGMyMWQ3MDUifQ=="/>
  <p:tag name="KSO_WPP_MARK_KEY" val="60c9de4f-2125-4de0-9c69-d8c7ae322926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2204</Words>
  <Application>WPS 演示</Application>
  <PresentationFormat>宽屏</PresentationFormat>
  <Paragraphs>105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4" baseType="lpstr">
      <vt:lpstr>Arial</vt:lpstr>
      <vt:lpstr>宋体</vt:lpstr>
      <vt:lpstr>Wingdings</vt:lpstr>
      <vt:lpstr>Wingdings</vt:lpstr>
      <vt:lpstr>Adora Bouton</vt:lpstr>
      <vt:lpstr>幼圆</vt:lpstr>
      <vt:lpstr>微软雅黑</vt:lpstr>
      <vt:lpstr>Arial Unicode MS</vt:lpstr>
      <vt:lpstr>Calibri</vt:lpstr>
      <vt:lpstr>Dubai Medium</vt:lpstr>
      <vt:lpstr>思源宋体 CN Heavy</vt:lpstr>
      <vt:lpstr>Arial Black</vt:lpstr>
      <vt:lpstr>MiSans Heavy</vt:lpstr>
      <vt:lpstr>华文彩云</vt:lpstr>
      <vt:lpstr>思源黑体 CN Bold</vt:lpstr>
      <vt:lpstr>方圆印章篆体</vt:lpstr>
      <vt:lpstr>方正姚体</vt:lpstr>
      <vt:lpstr>汉仪小隶书简</vt:lpstr>
      <vt:lpstr>阿里巴巴普惠体 R</vt:lpstr>
      <vt:lpstr>Microsoft JhengHei Light</vt:lpstr>
      <vt:lpstr>Microsoft YaHei UI</vt:lpstr>
      <vt:lpstr>MS UI Gothic</vt:lpstr>
      <vt:lpstr>Algerian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李家有</cp:lastModifiedBy>
  <cp:revision>157</cp:revision>
  <dcterms:created xsi:type="dcterms:W3CDTF">2019-06-19T02:08:00Z</dcterms:created>
  <dcterms:modified xsi:type="dcterms:W3CDTF">2022-10-26T10:31:05Z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2052-11.1.0.12598</vt:lpwstr>
  </property>
  <property fmtid="{D5CDD505-2E9C-101B-9397-08002B2CF9AE}" pid="3" name="ICV">
    <vt:lpwstr>37CC284B7FB148D38EEF07AD6135D403</vt:lpwstr>
  </property>
</Properties>
</file>