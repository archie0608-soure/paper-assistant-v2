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16"/>
  </p:handoutMasterIdLst>
  <p:sldIdLst>
    <p:sldId id="256" r:id="rId3"/>
    <p:sldId id="257" r:id="rId5"/>
    <p:sldId id="266" r:id="rId6"/>
    <p:sldId id="258" r:id="rId7"/>
    <p:sldId id="264" r:id="rId8"/>
    <p:sldId id="260" r:id="rId9"/>
    <p:sldId id="263" r:id="rId10"/>
    <p:sldId id="265" r:id="rId11"/>
    <p:sldId id="267" r:id="rId12"/>
    <p:sldId id="268" r:id="rId13"/>
    <p:sldId id="272" r:id="rId14"/>
    <p:sldId id="280" r:id="rId15"/>
  </p:sldIdLst>
  <p:sldSz cx="24479250" cy="13679170"/>
  <p:notesSz cx="6858000" cy="9144000"/>
  <p:custDataLst>
    <p:tags r:id="rId20"/>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040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showGuides="1">
      <p:cViewPr varScale="1">
        <p:scale>
          <a:sx n="49" d="100"/>
          <a:sy n="49" d="100"/>
        </p:scale>
        <p:origin x="86" y="206"/>
      </p:cViewPr>
      <p:guideLst>
        <p:guide orient="horz" pos="4399"/>
        <p:guide pos="7710"/>
      </p:guideLst>
    </p:cSldViewPr>
  </p:slideViewPr>
  <p:notesTextViewPr>
    <p:cViewPr>
      <p:scale>
        <a:sx n="1" d="1"/>
        <a:sy n="1" d="1"/>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0" Type="http://schemas.openxmlformats.org/officeDocument/2006/relationships/tags" Target="tags/tag2.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handoutMaster" Target="handoutMasters/handoutMaster1.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67670" y="1143000"/>
            <a:ext cx="5522661"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2" name="Picture Placeholder 11"/>
          <p:cNvSpPr>
            <a:spLocks noGrp="1"/>
          </p:cNvSpPr>
          <p:nvPr>
            <p:ph type="pic" sz="quarter" idx="10"/>
          </p:nvPr>
        </p:nvSpPr>
        <p:spPr>
          <a:xfrm>
            <a:off x="4267200" y="2617065"/>
            <a:ext cx="3491346" cy="4294910"/>
          </a:xfrm>
          <a:custGeom>
            <a:avLst/>
            <a:gdLst>
              <a:gd name="connsiteX0" fmla="*/ 0 w 3491346"/>
              <a:gd name="connsiteY0" fmla="*/ 0 h 4294910"/>
              <a:gd name="connsiteX1" fmla="*/ 3491346 w 3491346"/>
              <a:gd name="connsiteY1" fmla="*/ 0 h 4294910"/>
              <a:gd name="connsiteX2" fmla="*/ 3491346 w 3491346"/>
              <a:gd name="connsiteY2" fmla="*/ 4294910 h 4294910"/>
              <a:gd name="connsiteX3" fmla="*/ 0 w 3491346"/>
              <a:gd name="connsiteY3" fmla="*/ 4294910 h 4294910"/>
            </a:gdLst>
            <a:ahLst/>
            <a:cxnLst>
              <a:cxn ang="0">
                <a:pos x="connsiteX0" y="connsiteY0"/>
              </a:cxn>
              <a:cxn ang="0">
                <a:pos x="connsiteX1" y="connsiteY1"/>
              </a:cxn>
              <a:cxn ang="0">
                <a:pos x="connsiteX2" y="connsiteY2"/>
              </a:cxn>
              <a:cxn ang="0">
                <a:pos x="connsiteX3" y="connsiteY3"/>
              </a:cxn>
            </a:cxnLst>
            <a:rect l="l" t="t" r="r" b="b"/>
            <a:pathLst>
              <a:path w="3491346" h="4294910">
                <a:moveTo>
                  <a:pt x="0" y="0"/>
                </a:moveTo>
                <a:lnTo>
                  <a:pt x="3491346" y="0"/>
                </a:lnTo>
                <a:lnTo>
                  <a:pt x="3491346" y="4294910"/>
                </a:lnTo>
                <a:lnTo>
                  <a:pt x="0" y="4294910"/>
                </a:lnTo>
                <a:close/>
              </a:path>
            </a:pathLst>
          </a:custGeom>
        </p:spPr>
        <p:txBody>
          <a:bodyPr wrap="square">
            <a:noAutofit/>
          </a:bodyPr>
          <a:lstStyle/>
          <a:p>
            <a:endParaRPr lang="en-ID"/>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6" name="Picture Placeholder 5"/>
          <p:cNvSpPr>
            <a:spLocks noGrp="1"/>
          </p:cNvSpPr>
          <p:nvPr>
            <p:ph type="pic" sz="quarter" idx="10"/>
          </p:nvPr>
        </p:nvSpPr>
        <p:spPr>
          <a:xfrm>
            <a:off x="3606176" y="2617065"/>
            <a:ext cx="3491346" cy="4294910"/>
          </a:xfrm>
          <a:custGeom>
            <a:avLst/>
            <a:gdLst>
              <a:gd name="connsiteX0" fmla="*/ 0 w 3491346"/>
              <a:gd name="connsiteY0" fmla="*/ 0 h 4294910"/>
              <a:gd name="connsiteX1" fmla="*/ 3491346 w 3491346"/>
              <a:gd name="connsiteY1" fmla="*/ 0 h 4294910"/>
              <a:gd name="connsiteX2" fmla="*/ 3491346 w 3491346"/>
              <a:gd name="connsiteY2" fmla="*/ 4294910 h 4294910"/>
              <a:gd name="connsiteX3" fmla="*/ 0 w 3491346"/>
              <a:gd name="connsiteY3" fmla="*/ 4294910 h 4294910"/>
            </a:gdLst>
            <a:ahLst/>
            <a:cxnLst>
              <a:cxn ang="0">
                <a:pos x="connsiteX0" y="connsiteY0"/>
              </a:cxn>
              <a:cxn ang="0">
                <a:pos x="connsiteX1" y="connsiteY1"/>
              </a:cxn>
              <a:cxn ang="0">
                <a:pos x="connsiteX2" y="connsiteY2"/>
              </a:cxn>
              <a:cxn ang="0">
                <a:pos x="connsiteX3" y="connsiteY3"/>
              </a:cxn>
            </a:cxnLst>
            <a:rect l="l" t="t" r="r" b="b"/>
            <a:pathLst>
              <a:path w="3491346" h="4294910">
                <a:moveTo>
                  <a:pt x="0" y="0"/>
                </a:moveTo>
                <a:lnTo>
                  <a:pt x="3491346" y="0"/>
                </a:lnTo>
                <a:lnTo>
                  <a:pt x="3491346" y="4294910"/>
                </a:lnTo>
                <a:lnTo>
                  <a:pt x="0" y="4294910"/>
                </a:lnTo>
                <a:close/>
              </a:path>
            </a:pathLst>
          </a:custGeom>
        </p:spPr>
        <p:txBody>
          <a:bodyPr wrap="square">
            <a:noAutofit/>
          </a:bodyPr>
          <a:lstStyle/>
          <a:p>
            <a:endParaRPr lang="en-ID"/>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5" name="Picture Placeholder 14"/>
          <p:cNvSpPr>
            <a:spLocks noGrp="1"/>
          </p:cNvSpPr>
          <p:nvPr>
            <p:ph type="pic" sz="quarter" idx="10"/>
          </p:nvPr>
        </p:nvSpPr>
        <p:spPr>
          <a:xfrm>
            <a:off x="12510792" y="5874326"/>
            <a:ext cx="3447457" cy="3403474"/>
          </a:xfrm>
          <a:custGeom>
            <a:avLst/>
            <a:gdLst>
              <a:gd name="connsiteX0" fmla="*/ 0 w 3447457"/>
              <a:gd name="connsiteY0" fmla="*/ 0 h 3403474"/>
              <a:gd name="connsiteX1" fmla="*/ 3447457 w 3447457"/>
              <a:gd name="connsiteY1" fmla="*/ 0 h 3403474"/>
              <a:gd name="connsiteX2" fmla="*/ 3447457 w 3447457"/>
              <a:gd name="connsiteY2" fmla="*/ 3403474 h 3403474"/>
              <a:gd name="connsiteX3" fmla="*/ 0 w 3447457"/>
              <a:gd name="connsiteY3" fmla="*/ 3403474 h 3403474"/>
            </a:gdLst>
            <a:ahLst/>
            <a:cxnLst>
              <a:cxn ang="0">
                <a:pos x="connsiteX0" y="connsiteY0"/>
              </a:cxn>
              <a:cxn ang="0">
                <a:pos x="connsiteX1" y="connsiteY1"/>
              </a:cxn>
              <a:cxn ang="0">
                <a:pos x="connsiteX2" y="connsiteY2"/>
              </a:cxn>
              <a:cxn ang="0">
                <a:pos x="connsiteX3" y="connsiteY3"/>
              </a:cxn>
            </a:cxnLst>
            <a:rect l="l" t="t" r="r" b="b"/>
            <a:pathLst>
              <a:path w="3447457" h="3403474">
                <a:moveTo>
                  <a:pt x="0" y="0"/>
                </a:moveTo>
                <a:lnTo>
                  <a:pt x="3447457" y="0"/>
                </a:lnTo>
                <a:lnTo>
                  <a:pt x="3447457" y="3403474"/>
                </a:lnTo>
                <a:lnTo>
                  <a:pt x="0" y="3403474"/>
                </a:lnTo>
                <a:close/>
              </a:path>
            </a:pathLst>
          </a:custGeom>
        </p:spPr>
        <p:txBody>
          <a:bodyPr wrap="square">
            <a:noAutofit/>
          </a:bodyPr>
          <a:lstStyle/>
          <a:p>
            <a:endParaRPr lang="en-ID"/>
          </a:p>
        </p:txBody>
      </p:sp>
      <p:sp>
        <p:nvSpPr>
          <p:cNvPr id="18" name="Picture Placeholder 17"/>
          <p:cNvSpPr>
            <a:spLocks noGrp="1"/>
          </p:cNvSpPr>
          <p:nvPr>
            <p:ph type="pic" sz="quarter" idx="11"/>
          </p:nvPr>
        </p:nvSpPr>
        <p:spPr>
          <a:xfrm>
            <a:off x="16212758" y="3463636"/>
            <a:ext cx="3870409" cy="6373091"/>
          </a:xfrm>
          <a:custGeom>
            <a:avLst/>
            <a:gdLst>
              <a:gd name="connsiteX0" fmla="*/ 0 w 3870409"/>
              <a:gd name="connsiteY0" fmla="*/ 0 h 6373091"/>
              <a:gd name="connsiteX1" fmla="*/ 3870409 w 3870409"/>
              <a:gd name="connsiteY1" fmla="*/ 0 h 6373091"/>
              <a:gd name="connsiteX2" fmla="*/ 3870409 w 3870409"/>
              <a:gd name="connsiteY2" fmla="*/ 6373091 h 6373091"/>
              <a:gd name="connsiteX3" fmla="*/ 0 w 3870409"/>
              <a:gd name="connsiteY3" fmla="*/ 6373091 h 6373091"/>
            </a:gdLst>
            <a:ahLst/>
            <a:cxnLst>
              <a:cxn ang="0">
                <a:pos x="connsiteX0" y="connsiteY0"/>
              </a:cxn>
              <a:cxn ang="0">
                <a:pos x="connsiteX1" y="connsiteY1"/>
              </a:cxn>
              <a:cxn ang="0">
                <a:pos x="connsiteX2" y="connsiteY2"/>
              </a:cxn>
              <a:cxn ang="0">
                <a:pos x="connsiteX3" y="connsiteY3"/>
              </a:cxn>
            </a:cxnLst>
            <a:rect l="l" t="t" r="r" b="b"/>
            <a:pathLst>
              <a:path w="3870409" h="6373091">
                <a:moveTo>
                  <a:pt x="0" y="0"/>
                </a:moveTo>
                <a:lnTo>
                  <a:pt x="3870409" y="0"/>
                </a:lnTo>
                <a:lnTo>
                  <a:pt x="3870409" y="6373091"/>
                </a:lnTo>
                <a:lnTo>
                  <a:pt x="0" y="6373091"/>
                </a:lnTo>
                <a:close/>
              </a:path>
            </a:pathLst>
          </a:custGeom>
        </p:spPr>
        <p:txBody>
          <a:bodyPr wrap="square">
            <a:noAutofit/>
          </a:bodyPr>
          <a:lstStyle/>
          <a:p>
            <a:endParaRPr lang="en-ID"/>
          </a:p>
        </p:txBody>
      </p:sp>
      <p:sp>
        <p:nvSpPr>
          <p:cNvPr id="21" name="Picture Placeholder 20"/>
          <p:cNvSpPr>
            <a:spLocks noGrp="1"/>
          </p:cNvSpPr>
          <p:nvPr>
            <p:ph type="pic" sz="quarter" idx="12"/>
          </p:nvPr>
        </p:nvSpPr>
        <p:spPr>
          <a:xfrm>
            <a:off x="20337676" y="4546148"/>
            <a:ext cx="4141574" cy="3794288"/>
          </a:xfrm>
          <a:custGeom>
            <a:avLst/>
            <a:gdLst>
              <a:gd name="connsiteX0" fmla="*/ 0 w 4141574"/>
              <a:gd name="connsiteY0" fmla="*/ 0 h 3794288"/>
              <a:gd name="connsiteX1" fmla="*/ 4141574 w 4141574"/>
              <a:gd name="connsiteY1" fmla="*/ 0 h 3794288"/>
              <a:gd name="connsiteX2" fmla="*/ 4141574 w 4141574"/>
              <a:gd name="connsiteY2" fmla="*/ 3794288 h 3794288"/>
              <a:gd name="connsiteX3" fmla="*/ 0 w 4141574"/>
              <a:gd name="connsiteY3" fmla="*/ 3794288 h 3794288"/>
            </a:gdLst>
            <a:ahLst/>
            <a:cxnLst>
              <a:cxn ang="0">
                <a:pos x="connsiteX0" y="connsiteY0"/>
              </a:cxn>
              <a:cxn ang="0">
                <a:pos x="connsiteX1" y="connsiteY1"/>
              </a:cxn>
              <a:cxn ang="0">
                <a:pos x="connsiteX2" y="connsiteY2"/>
              </a:cxn>
              <a:cxn ang="0">
                <a:pos x="connsiteX3" y="connsiteY3"/>
              </a:cxn>
            </a:cxnLst>
            <a:rect l="l" t="t" r="r" b="b"/>
            <a:pathLst>
              <a:path w="4141574" h="3794288">
                <a:moveTo>
                  <a:pt x="0" y="0"/>
                </a:moveTo>
                <a:lnTo>
                  <a:pt x="4141574" y="0"/>
                </a:lnTo>
                <a:lnTo>
                  <a:pt x="4141574" y="3794288"/>
                </a:lnTo>
                <a:lnTo>
                  <a:pt x="0" y="3794288"/>
                </a:lnTo>
                <a:close/>
              </a:path>
            </a:pathLst>
          </a:custGeom>
        </p:spPr>
        <p:txBody>
          <a:bodyPr wrap="square">
            <a:noAutofit/>
          </a:bodyPr>
          <a:lstStyle/>
          <a:p>
            <a:endParaRPr lang="en-ID"/>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9" name="Picture Placeholder 8"/>
          <p:cNvSpPr>
            <a:spLocks noGrp="1"/>
          </p:cNvSpPr>
          <p:nvPr>
            <p:ph type="pic" sz="quarter" idx="10"/>
          </p:nvPr>
        </p:nvSpPr>
        <p:spPr>
          <a:xfrm>
            <a:off x="6164826" y="5348647"/>
            <a:ext cx="7579135" cy="1563329"/>
          </a:xfrm>
          <a:custGeom>
            <a:avLst/>
            <a:gdLst>
              <a:gd name="connsiteX0" fmla="*/ 0 w 7579135"/>
              <a:gd name="connsiteY0" fmla="*/ 0 h 1563329"/>
              <a:gd name="connsiteX1" fmla="*/ 7579135 w 7579135"/>
              <a:gd name="connsiteY1" fmla="*/ 0 h 1563329"/>
              <a:gd name="connsiteX2" fmla="*/ 7579135 w 7579135"/>
              <a:gd name="connsiteY2" fmla="*/ 1563329 h 1563329"/>
              <a:gd name="connsiteX3" fmla="*/ 0 w 7579135"/>
              <a:gd name="connsiteY3" fmla="*/ 1563329 h 1563329"/>
            </a:gdLst>
            <a:ahLst/>
            <a:cxnLst>
              <a:cxn ang="0">
                <a:pos x="connsiteX0" y="connsiteY0"/>
              </a:cxn>
              <a:cxn ang="0">
                <a:pos x="connsiteX1" y="connsiteY1"/>
              </a:cxn>
              <a:cxn ang="0">
                <a:pos x="connsiteX2" y="connsiteY2"/>
              </a:cxn>
              <a:cxn ang="0">
                <a:pos x="connsiteX3" y="connsiteY3"/>
              </a:cxn>
            </a:cxnLst>
            <a:rect l="l" t="t" r="r" b="b"/>
            <a:pathLst>
              <a:path w="7579135" h="1563329">
                <a:moveTo>
                  <a:pt x="0" y="0"/>
                </a:moveTo>
                <a:lnTo>
                  <a:pt x="7579135" y="0"/>
                </a:lnTo>
                <a:lnTo>
                  <a:pt x="7579135" y="1563329"/>
                </a:lnTo>
                <a:lnTo>
                  <a:pt x="0" y="1563329"/>
                </a:lnTo>
                <a:close/>
              </a:path>
            </a:pathLst>
          </a:custGeom>
        </p:spPr>
        <p:txBody>
          <a:bodyPr wrap="square">
            <a:noAutofit/>
          </a:bodyPr>
          <a:lstStyle/>
          <a:p>
            <a:endParaRPr lang="en-ID"/>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9" name="Picture Placeholder 8"/>
          <p:cNvSpPr>
            <a:spLocks noGrp="1"/>
          </p:cNvSpPr>
          <p:nvPr>
            <p:ph type="pic" sz="quarter" idx="10"/>
          </p:nvPr>
        </p:nvSpPr>
        <p:spPr>
          <a:xfrm>
            <a:off x="12239625" y="6948488"/>
            <a:ext cx="9291483" cy="2599224"/>
          </a:xfrm>
          <a:custGeom>
            <a:avLst/>
            <a:gdLst>
              <a:gd name="connsiteX0" fmla="*/ 0 w 9291483"/>
              <a:gd name="connsiteY0" fmla="*/ 0 h 2599224"/>
              <a:gd name="connsiteX1" fmla="*/ 9291483 w 9291483"/>
              <a:gd name="connsiteY1" fmla="*/ 0 h 2599224"/>
              <a:gd name="connsiteX2" fmla="*/ 9291483 w 9291483"/>
              <a:gd name="connsiteY2" fmla="*/ 2599224 h 2599224"/>
              <a:gd name="connsiteX3" fmla="*/ 0 w 9291483"/>
              <a:gd name="connsiteY3" fmla="*/ 2599224 h 2599224"/>
            </a:gdLst>
            <a:ahLst/>
            <a:cxnLst>
              <a:cxn ang="0">
                <a:pos x="connsiteX0" y="connsiteY0"/>
              </a:cxn>
              <a:cxn ang="0">
                <a:pos x="connsiteX1" y="connsiteY1"/>
              </a:cxn>
              <a:cxn ang="0">
                <a:pos x="connsiteX2" y="connsiteY2"/>
              </a:cxn>
              <a:cxn ang="0">
                <a:pos x="connsiteX3" y="connsiteY3"/>
              </a:cxn>
            </a:cxnLst>
            <a:rect l="l" t="t" r="r" b="b"/>
            <a:pathLst>
              <a:path w="9291483" h="2599224">
                <a:moveTo>
                  <a:pt x="0" y="0"/>
                </a:moveTo>
                <a:lnTo>
                  <a:pt x="9291483" y="0"/>
                </a:lnTo>
                <a:lnTo>
                  <a:pt x="9291483" y="2599224"/>
                </a:lnTo>
                <a:lnTo>
                  <a:pt x="0" y="2599224"/>
                </a:lnTo>
                <a:close/>
              </a:path>
            </a:pathLst>
          </a:custGeom>
        </p:spPr>
        <p:txBody>
          <a:bodyPr wrap="square">
            <a:noAutofit/>
          </a:bodyPr>
          <a:lstStyle/>
          <a:p>
            <a:endParaRPr lang="en-ID"/>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13" name="Picture Placeholder 12"/>
          <p:cNvSpPr>
            <a:spLocks noGrp="1"/>
          </p:cNvSpPr>
          <p:nvPr>
            <p:ph type="pic" sz="quarter" idx="10"/>
          </p:nvPr>
        </p:nvSpPr>
        <p:spPr>
          <a:xfrm>
            <a:off x="803563" y="1115724"/>
            <a:ext cx="8700655" cy="7259782"/>
          </a:xfrm>
          <a:custGeom>
            <a:avLst/>
            <a:gdLst>
              <a:gd name="connsiteX0" fmla="*/ 0 w 8700655"/>
              <a:gd name="connsiteY0" fmla="*/ 0 h 7259782"/>
              <a:gd name="connsiteX1" fmla="*/ 8700655 w 8700655"/>
              <a:gd name="connsiteY1" fmla="*/ 0 h 7259782"/>
              <a:gd name="connsiteX2" fmla="*/ 8700655 w 8700655"/>
              <a:gd name="connsiteY2" fmla="*/ 7259782 h 7259782"/>
              <a:gd name="connsiteX3" fmla="*/ 0 w 8700655"/>
              <a:gd name="connsiteY3" fmla="*/ 7259782 h 7259782"/>
            </a:gdLst>
            <a:ahLst/>
            <a:cxnLst>
              <a:cxn ang="0">
                <a:pos x="connsiteX0" y="connsiteY0"/>
              </a:cxn>
              <a:cxn ang="0">
                <a:pos x="connsiteX1" y="connsiteY1"/>
              </a:cxn>
              <a:cxn ang="0">
                <a:pos x="connsiteX2" y="connsiteY2"/>
              </a:cxn>
              <a:cxn ang="0">
                <a:pos x="connsiteX3" y="connsiteY3"/>
              </a:cxn>
            </a:cxnLst>
            <a:rect l="l" t="t" r="r" b="b"/>
            <a:pathLst>
              <a:path w="8700655" h="7259782">
                <a:moveTo>
                  <a:pt x="0" y="0"/>
                </a:moveTo>
                <a:lnTo>
                  <a:pt x="8700655" y="0"/>
                </a:lnTo>
                <a:lnTo>
                  <a:pt x="8700655" y="7259782"/>
                </a:lnTo>
                <a:lnTo>
                  <a:pt x="0" y="7259782"/>
                </a:lnTo>
                <a:close/>
              </a:path>
            </a:pathLst>
          </a:custGeom>
        </p:spPr>
        <p:txBody>
          <a:bodyPr wrap="square">
            <a:noAutofit/>
          </a:bodyPr>
          <a:lstStyle/>
          <a:p>
            <a:endParaRPr lang="en-ID"/>
          </a:p>
        </p:txBody>
      </p:sp>
      <p:sp>
        <p:nvSpPr>
          <p:cNvPr id="16" name="Picture Placeholder 15"/>
          <p:cNvSpPr>
            <a:spLocks noGrp="1"/>
          </p:cNvSpPr>
          <p:nvPr>
            <p:ph type="pic" sz="quarter" idx="11"/>
          </p:nvPr>
        </p:nvSpPr>
        <p:spPr>
          <a:xfrm>
            <a:off x="9725890" y="1115724"/>
            <a:ext cx="4516583" cy="11665528"/>
          </a:xfrm>
          <a:custGeom>
            <a:avLst/>
            <a:gdLst>
              <a:gd name="connsiteX0" fmla="*/ 0 w 4516583"/>
              <a:gd name="connsiteY0" fmla="*/ 0 h 11665528"/>
              <a:gd name="connsiteX1" fmla="*/ 4516583 w 4516583"/>
              <a:gd name="connsiteY1" fmla="*/ 0 h 11665528"/>
              <a:gd name="connsiteX2" fmla="*/ 4516583 w 4516583"/>
              <a:gd name="connsiteY2" fmla="*/ 11665528 h 11665528"/>
              <a:gd name="connsiteX3" fmla="*/ 0 w 4516583"/>
              <a:gd name="connsiteY3" fmla="*/ 11665528 h 11665528"/>
            </a:gdLst>
            <a:ahLst/>
            <a:cxnLst>
              <a:cxn ang="0">
                <a:pos x="connsiteX0" y="connsiteY0"/>
              </a:cxn>
              <a:cxn ang="0">
                <a:pos x="connsiteX1" y="connsiteY1"/>
              </a:cxn>
              <a:cxn ang="0">
                <a:pos x="connsiteX2" y="connsiteY2"/>
              </a:cxn>
              <a:cxn ang="0">
                <a:pos x="connsiteX3" y="connsiteY3"/>
              </a:cxn>
            </a:cxnLst>
            <a:rect l="l" t="t" r="r" b="b"/>
            <a:pathLst>
              <a:path w="4516583" h="11665528">
                <a:moveTo>
                  <a:pt x="0" y="0"/>
                </a:moveTo>
                <a:lnTo>
                  <a:pt x="4516583" y="0"/>
                </a:lnTo>
                <a:lnTo>
                  <a:pt x="4516583" y="11665528"/>
                </a:lnTo>
                <a:lnTo>
                  <a:pt x="0" y="11665528"/>
                </a:lnTo>
                <a:close/>
              </a:path>
            </a:pathLst>
          </a:custGeom>
        </p:spPr>
        <p:txBody>
          <a:bodyPr wrap="square">
            <a:noAutofit/>
          </a:bodyPr>
          <a:lstStyle/>
          <a:p>
            <a:endParaRPr lang="en-ID"/>
          </a:p>
        </p:txBody>
      </p:sp>
      <p:sp>
        <p:nvSpPr>
          <p:cNvPr id="19" name="Picture Placeholder 18"/>
          <p:cNvSpPr>
            <a:spLocks noGrp="1"/>
          </p:cNvSpPr>
          <p:nvPr>
            <p:ph type="pic" sz="quarter" idx="12"/>
          </p:nvPr>
        </p:nvSpPr>
        <p:spPr>
          <a:xfrm>
            <a:off x="14464144" y="1116013"/>
            <a:ext cx="4516583" cy="5922963"/>
          </a:xfrm>
          <a:custGeom>
            <a:avLst/>
            <a:gdLst>
              <a:gd name="connsiteX0" fmla="*/ 0 w 4516583"/>
              <a:gd name="connsiteY0" fmla="*/ 0 h 5922963"/>
              <a:gd name="connsiteX1" fmla="*/ 4516583 w 4516583"/>
              <a:gd name="connsiteY1" fmla="*/ 0 h 5922963"/>
              <a:gd name="connsiteX2" fmla="*/ 4516583 w 4516583"/>
              <a:gd name="connsiteY2" fmla="*/ 5922963 h 5922963"/>
              <a:gd name="connsiteX3" fmla="*/ 0 w 4516583"/>
              <a:gd name="connsiteY3" fmla="*/ 5922963 h 5922963"/>
            </a:gdLst>
            <a:ahLst/>
            <a:cxnLst>
              <a:cxn ang="0">
                <a:pos x="connsiteX0" y="connsiteY0"/>
              </a:cxn>
              <a:cxn ang="0">
                <a:pos x="connsiteX1" y="connsiteY1"/>
              </a:cxn>
              <a:cxn ang="0">
                <a:pos x="connsiteX2" y="connsiteY2"/>
              </a:cxn>
              <a:cxn ang="0">
                <a:pos x="connsiteX3" y="connsiteY3"/>
              </a:cxn>
            </a:cxnLst>
            <a:rect l="l" t="t" r="r" b="b"/>
            <a:pathLst>
              <a:path w="4516583" h="5922963">
                <a:moveTo>
                  <a:pt x="0" y="0"/>
                </a:moveTo>
                <a:lnTo>
                  <a:pt x="4516583" y="0"/>
                </a:lnTo>
                <a:lnTo>
                  <a:pt x="4516583" y="5922963"/>
                </a:lnTo>
                <a:lnTo>
                  <a:pt x="0" y="5922963"/>
                </a:lnTo>
                <a:close/>
              </a:path>
            </a:pathLst>
          </a:custGeom>
        </p:spPr>
        <p:txBody>
          <a:bodyPr wrap="square">
            <a:noAutofit/>
          </a:bodyPr>
          <a:lstStyle/>
          <a:p>
            <a:endParaRPr lang="en-ID"/>
          </a:p>
        </p:txBody>
      </p:sp>
      <p:sp>
        <p:nvSpPr>
          <p:cNvPr id="22" name="Picture Placeholder 21"/>
          <p:cNvSpPr>
            <a:spLocks noGrp="1"/>
          </p:cNvSpPr>
          <p:nvPr>
            <p:ph type="pic" sz="quarter" idx="13"/>
          </p:nvPr>
        </p:nvSpPr>
        <p:spPr>
          <a:xfrm>
            <a:off x="19202396" y="1115724"/>
            <a:ext cx="4516584" cy="5923252"/>
          </a:xfrm>
          <a:custGeom>
            <a:avLst/>
            <a:gdLst>
              <a:gd name="connsiteX0" fmla="*/ 0 w 4516584"/>
              <a:gd name="connsiteY0" fmla="*/ 0 h 5923252"/>
              <a:gd name="connsiteX1" fmla="*/ 4516584 w 4516584"/>
              <a:gd name="connsiteY1" fmla="*/ 0 h 5923252"/>
              <a:gd name="connsiteX2" fmla="*/ 4516584 w 4516584"/>
              <a:gd name="connsiteY2" fmla="*/ 5923252 h 5923252"/>
              <a:gd name="connsiteX3" fmla="*/ 0 w 4516584"/>
              <a:gd name="connsiteY3" fmla="*/ 5923252 h 5923252"/>
            </a:gdLst>
            <a:ahLst/>
            <a:cxnLst>
              <a:cxn ang="0">
                <a:pos x="connsiteX0" y="connsiteY0"/>
              </a:cxn>
              <a:cxn ang="0">
                <a:pos x="connsiteX1" y="connsiteY1"/>
              </a:cxn>
              <a:cxn ang="0">
                <a:pos x="connsiteX2" y="connsiteY2"/>
              </a:cxn>
              <a:cxn ang="0">
                <a:pos x="connsiteX3" y="connsiteY3"/>
              </a:cxn>
            </a:cxnLst>
            <a:rect l="l" t="t" r="r" b="b"/>
            <a:pathLst>
              <a:path w="4516584" h="5923252">
                <a:moveTo>
                  <a:pt x="0" y="0"/>
                </a:moveTo>
                <a:lnTo>
                  <a:pt x="4516584" y="0"/>
                </a:lnTo>
                <a:lnTo>
                  <a:pt x="4516584" y="5923252"/>
                </a:lnTo>
                <a:lnTo>
                  <a:pt x="0" y="5923252"/>
                </a:lnTo>
                <a:close/>
              </a:path>
            </a:pathLst>
          </a:custGeom>
        </p:spPr>
        <p:txBody>
          <a:bodyPr wrap="square">
            <a:noAutofit/>
          </a:bodyPr>
          <a:lstStyle/>
          <a:p>
            <a:endParaRPr lang="en-ID"/>
          </a:p>
        </p:txBody>
      </p:sp>
      <p:sp>
        <p:nvSpPr>
          <p:cNvPr id="25" name="Picture Placeholder 24"/>
          <p:cNvSpPr>
            <a:spLocks noGrp="1"/>
          </p:cNvSpPr>
          <p:nvPr>
            <p:ph type="pic" sz="quarter" idx="14"/>
          </p:nvPr>
        </p:nvSpPr>
        <p:spPr>
          <a:xfrm>
            <a:off x="14464144" y="7239434"/>
            <a:ext cx="9254837" cy="5541819"/>
          </a:xfrm>
          <a:custGeom>
            <a:avLst/>
            <a:gdLst>
              <a:gd name="connsiteX0" fmla="*/ 0 w 9254837"/>
              <a:gd name="connsiteY0" fmla="*/ 0 h 5541819"/>
              <a:gd name="connsiteX1" fmla="*/ 9254837 w 9254837"/>
              <a:gd name="connsiteY1" fmla="*/ 0 h 5541819"/>
              <a:gd name="connsiteX2" fmla="*/ 9254837 w 9254837"/>
              <a:gd name="connsiteY2" fmla="*/ 5541819 h 5541819"/>
              <a:gd name="connsiteX3" fmla="*/ 0 w 9254837"/>
              <a:gd name="connsiteY3" fmla="*/ 5541819 h 5541819"/>
            </a:gdLst>
            <a:ahLst/>
            <a:cxnLst>
              <a:cxn ang="0">
                <a:pos x="connsiteX0" y="connsiteY0"/>
              </a:cxn>
              <a:cxn ang="0">
                <a:pos x="connsiteX1" y="connsiteY1"/>
              </a:cxn>
              <a:cxn ang="0">
                <a:pos x="connsiteX2" y="connsiteY2"/>
              </a:cxn>
              <a:cxn ang="0">
                <a:pos x="connsiteX3" y="connsiteY3"/>
              </a:cxn>
            </a:cxnLst>
            <a:rect l="l" t="t" r="r" b="b"/>
            <a:pathLst>
              <a:path w="9254837" h="5541819">
                <a:moveTo>
                  <a:pt x="0" y="0"/>
                </a:moveTo>
                <a:lnTo>
                  <a:pt x="9254837" y="0"/>
                </a:lnTo>
                <a:lnTo>
                  <a:pt x="9254837" y="5541819"/>
                </a:lnTo>
                <a:lnTo>
                  <a:pt x="0" y="5541819"/>
                </a:lnTo>
                <a:close/>
              </a:path>
            </a:pathLst>
          </a:custGeom>
        </p:spPr>
        <p:txBody>
          <a:bodyPr wrap="square">
            <a:noAutofit/>
          </a:bodyPr>
          <a:lstStyle/>
          <a:p>
            <a:endParaRPr lang="en-ID"/>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11" name="Picture Placeholder 10"/>
          <p:cNvSpPr>
            <a:spLocks noGrp="1"/>
          </p:cNvSpPr>
          <p:nvPr>
            <p:ph type="pic" sz="quarter" idx="10"/>
          </p:nvPr>
        </p:nvSpPr>
        <p:spPr>
          <a:xfrm>
            <a:off x="6650182" y="2512724"/>
            <a:ext cx="15461672" cy="8700655"/>
          </a:xfrm>
          <a:custGeom>
            <a:avLst/>
            <a:gdLst>
              <a:gd name="connsiteX0" fmla="*/ 0 w 15461672"/>
              <a:gd name="connsiteY0" fmla="*/ 0 h 8700655"/>
              <a:gd name="connsiteX1" fmla="*/ 15461672 w 15461672"/>
              <a:gd name="connsiteY1" fmla="*/ 0 h 8700655"/>
              <a:gd name="connsiteX2" fmla="*/ 15461672 w 15461672"/>
              <a:gd name="connsiteY2" fmla="*/ 8700655 h 8700655"/>
              <a:gd name="connsiteX3" fmla="*/ 0 w 15461672"/>
              <a:gd name="connsiteY3" fmla="*/ 8700655 h 8700655"/>
            </a:gdLst>
            <a:ahLst/>
            <a:cxnLst>
              <a:cxn ang="0">
                <a:pos x="connsiteX0" y="connsiteY0"/>
              </a:cxn>
              <a:cxn ang="0">
                <a:pos x="connsiteX1" y="connsiteY1"/>
              </a:cxn>
              <a:cxn ang="0">
                <a:pos x="connsiteX2" y="connsiteY2"/>
              </a:cxn>
              <a:cxn ang="0">
                <a:pos x="connsiteX3" y="connsiteY3"/>
              </a:cxn>
            </a:cxnLst>
            <a:rect l="l" t="t" r="r" b="b"/>
            <a:pathLst>
              <a:path w="15461672" h="8700655">
                <a:moveTo>
                  <a:pt x="0" y="0"/>
                </a:moveTo>
                <a:lnTo>
                  <a:pt x="15461672" y="0"/>
                </a:lnTo>
                <a:lnTo>
                  <a:pt x="15461672" y="8700655"/>
                </a:lnTo>
                <a:lnTo>
                  <a:pt x="0" y="8700655"/>
                </a:lnTo>
                <a:close/>
              </a:path>
            </a:pathLst>
          </a:custGeom>
        </p:spPr>
        <p:txBody>
          <a:bodyPr wrap="square">
            <a:noAutofit/>
          </a:bodyPr>
          <a:lstStyle/>
          <a:p>
            <a:endParaRPr lang="en-ID"/>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9" name="Picture Placeholder 8"/>
          <p:cNvSpPr>
            <a:spLocks noGrp="1"/>
          </p:cNvSpPr>
          <p:nvPr>
            <p:ph type="pic" sz="quarter" idx="10"/>
          </p:nvPr>
        </p:nvSpPr>
        <p:spPr>
          <a:xfrm>
            <a:off x="2244725" y="3630613"/>
            <a:ext cx="12053888" cy="7564437"/>
          </a:xfrm>
        </p:spPr>
        <p:txBody>
          <a:bodyPr/>
          <a:lstStyle/>
          <a:p>
            <a:endParaRPr lang="en-ID"/>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8" name="Picture Placeholder 7"/>
          <p:cNvSpPr>
            <a:spLocks noGrp="1"/>
          </p:cNvSpPr>
          <p:nvPr>
            <p:ph type="pic" sz="quarter" idx="10"/>
          </p:nvPr>
        </p:nvSpPr>
        <p:spPr>
          <a:xfrm>
            <a:off x="6733381" y="3574762"/>
            <a:ext cx="7481888" cy="2714625"/>
          </a:xfrm>
        </p:spPr>
        <p:txBody>
          <a:bodyPr/>
          <a:lstStyle/>
          <a:p>
            <a:endParaRPr lang="en-ID"/>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10" name="Picture Placeholder 9"/>
          <p:cNvSpPr>
            <a:spLocks noGrp="1"/>
          </p:cNvSpPr>
          <p:nvPr>
            <p:ph type="pic" sz="quarter" idx="10"/>
          </p:nvPr>
        </p:nvSpPr>
        <p:spPr>
          <a:xfrm>
            <a:off x="5818188" y="5624513"/>
            <a:ext cx="7232650" cy="2716212"/>
          </a:xfrm>
        </p:spPr>
        <p:txBody>
          <a:bodyPr/>
          <a:lstStyle/>
          <a:p>
            <a:endParaRPr lang="en-ID"/>
          </a:p>
        </p:txBody>
      </p:sp>
      <p:sp>
        <p:nvSpPr>
          <p:cNvPr id="11" name="Picture Placeholder 9"/>
          <p:cNvSpPr>
            <a:spLocks noGrp="1"/>
          </p:cNvSpPr>
          <p:nvPr>
            <p:ph type="pic" sz="quarter" idx="11"/>
          </p:nvPr>
        </p:nvSpPr>
        <p:spPr>
          <a:xfrm>
            <a:off x="13438188" y="5624513"/>
            <a:ext cx="3963121" cy="4821814"/>
          </a:xfrm>
        </p:spPr>
        <p:txBody>
          <a:bodyPr/>
          <a:lstStyle/>
          <a:p>
            <a:endParaRPr lang="en-ID"/>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10" name="Picture Placeholder 9"/>
          <p:cNvSpPr>
            <a:spLocks noGrp="1"/>
          </p:cNvSpPr>
          <p:nvPr>
            <p:ph type="pic" sz="quarter" idx="10"/>
          </p:nvPr>
        </p:nvSpPr>
        <p:spPr>
          <a:xfrm>
            <a:off x="12239625" y="1330036"/>
            <a:ext cx="4940011" cy="5369070"/>
          </a:xfrm>
          <a:custGeom>
            <a:avLst/>
            <a:gdLst>
              <a:gd name="connsiteX0" fmla="*/ 0 w 4940011"/>
              <a:gd name="connsiteY0" fmla="*/ 0 h 5369070"/>
              <a:gd name="connsiteX1" fmla="*/ 4940011 w 4940011"/>
              <a:gd name="connsiteY1" fmla="*/ 0 h 5369070"/>
              <a:gd name="connsiteX2" fmla="*/ 4940011 w 4940011"/>
              <a:gd name="connsiteY2" fmla="*/ 5369070 h 5369070"/>
              <a:gd name="connsiteX3" fmla="*/ 0 w 4940011"/>
              <a:gd name="connsiteY3" fmla="*/ 5369070 h 5369070"/>
            </a:gdLst>
            <a:ahLst/>
            <a:cxnLst>
              <a:cxn ang="0">
                <a:pos x="connsiteX0" y="connsiteY0"/>
              </a:cxn>
              <a:cxn ang="0">
                <a:pos x="connsiteX1" y="connsiteY1"/>
              </a:cxn>
              <a:cxn ang="0">
                <a:pos x="connsiteX2" y="connsiteY2"/>
              </a:cxn>
              <a:cxn ang="0">
                <a:pos x="connsiteX3" y="connsiteY3"/>
              </a:cxn>
            </a:cxnLst>
            <a:rect l="l" t="t" r="r" b="b"/>
            <a:pathLst>
              <a:path w="4940011" h="5369070">
                <a:moveTo>
                  <a:pt x="0" y="0"/>
                </a:moveTo>
                <a:lnTo>
                  <a:pt x="4940011" y="0"/>
                </a:lnTo>
                <a:lnTo>
                  <a:pt x="4940011" y="5369070"/>
                </a:lnTo>
                <a:lnTo>
                  <a:pt x="0" y="5369070"/>
                </a:lnTo>
                <a:close/>
              </a:path>
            </a:pathLst>
          </a:custGeom>
        </p:spPr>
        <p:txBody>
          <a:bodyPr wrap="square">
            <a:noAutofit/>
          </a:bodyPr>
          <a:lstStyle/>
          <a:p>
            <a:endParaRPr lang="en-ID"/>
          </a:p>
        </p:txBody>
      </p:sp>
      <p:sp>
        <p:nvSpPr>
          <p:cNvPr id="13" name="Picture Placeholder 12"/>
          <p:cNvSpPr>
            <a:spLocks noGrp="1"/>
          </p:cNvSpPr>
          <p:nvPr>
            <p:ph type="pic" sz="quarter" idx="11"/>
          </p:nvPr>
        </p:nvSpPr>
        <p:spPr>
          <a:xfrm>
            <a:off x="12239626" y="7232072"/>
            <a:ext cx="4940011" cy="5369070"/>
          </a:xfrm>
          <a:custGeom>
            <a:avLst/>
            <a:gdLst>
              <a:gd name="connsiteX0" fmla="*/ 0 w 4940011"/>
              <a:gd name="connsiteY0" fmla="*/ 0 h 5369070"/>
              <a:gd name="connsiteX1" fmla="*/ 4940011 w 4940011"/>
              <a:gd name="connsiteY1" fmla="*/ 0 h 5369070"/>
              <a:gd name="connsiteX2" fmla="*/ 4940011 w 4940011"/>
              <a:gd name="connsiteY2" fmla="*/ 5369070 h 5369070"/>
              <a:gd name="connsiteX3" fmla="*/ 0 w 4940011"/>
              <a:gd name="connsiteY3" fmla="*/ 5369070 h 5369070"/>
            </a:gdLst>
            <a:ahLst/>
            <a:cxnLst>
              <a:cxn ang="0">
                <a:pos x="connsiteX0" y="connsiteY0"/>
              </a:cxn>
              <a:cxn ang="0">
                <a:pos x="connsiteX1" y="connsiteY1"/>
              </a:cxn>
              <a:cxn ang="0">
                <a:pos x="connsiteX2" y="connsiteY2"/>
              </a:cxn>
              <a:cxn ang="0">
                <a:pos x="connsiteX3" y="connsiteY3"/>
              </a:cxn>
            </a:cxnLst>
            <a:rect l="l" t="t" r="r" b="b"/>
            <a:pathLst>
              <a:path w="4940011" h="5369070">
                <a:moveTo>
                  <a:pt x="0" y="0"/>
                </a:moveTo>
                <a:lnTo>
                  <a:pt x="4940011" y="0"/>
                </a:lnTo>
                <a:lnTo>
                  <a:pt x="4940011" y="5369070"/>
                </a:lnTo>
                <a:lnTo>
                  <a:pt x="0" y="5369070"/>
                </a:lnTo>
                <a:close/>
              </a:path>
            </a:pathLst>
          </a:custGeom>
        </p:spPr>
        <p:txBody>
          <a:bodyPr wrap="square">
            <a:noAutofit/>
          </a:bodyPr>
          <a:lstStyle/>
          <a:p>
            <a:endParaRPr lang="en-ID"/>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10" name="Picture Placeholder 9"/>
          <p:cNvSpPr>
            <a:spLocks noGrp="1"/>
          </p:cNvSpPr>
          <p:nvPr>
            <p:ph type="pic" sz="quarter" idx="10"/>
          </p:nvPr>
        </p:nvSpPr>
        <p:spPr>
          <a:xfrm>
            <a:off x="1634837" y="7675420"/>
            <a:ext cx="3020291" cy="3075709"/>
          </a:xfrm>
          <a:custGeom>
            <a:avLst/>
            <a:gdLst>
              <a:gd name="connsiteX0" fmla="*/ 0 w 3020291"/>
              <a:gd name="connsiteY0" fmla="*/ 0 h 3075709"/>
              <a:gd name="connsiteX1" fmla="*/ 3020291 w 3020291"/>
              <a:gd name="connsiteY1" fmla="*/ 0 h 3075709"/>
              <a:gd name="connsiteX2" fmla="*/ 3020291 w 3020291"/>
              <a:gd name="connsiteY2" fmla="*/ 3075709 h 3075709"/>
              <a:gd name="connsiteX3" fmla="*/ 0 w 3020291"/>
              <a:gd name="connsiteY3" fmla="*/ 3075709 h 3075709"/>
            </a:gdLst>
            <a:ahLst/>
            <a:cxnLst>
              <a:cxn ang="0">
                <a:pos x="connsiteX0" y="connsiteY0"/>
              </a:cxn>
              <a:cxn ang="0">
                <a:pos x="connsiteX1" y="connsiteY1"/>
              </a:cxn>
              <a:cxn ang="0">
                <a:pos x="connsiteX2" y="connsiteY2"/>
              </a:cxn>
              <a:cxn ang="0">
                <a:pos x="connsiteX3" y="connsiteY3"/>
              </a:cxn>
            </a:cxnLst>
            <a:rect l="l" t="t" r="r" b="b"/>
            <a:pathLst>
              <a:path w="3020291" h="3075709">
                <a:moveTo>
                  <a:pt x="0" y="0"/>
                </a:moveTo>
                <a:lnTo>
                  <a:pt x="3020291" y="0"/>
                </a:lnTo>
                <a:lnTo>
                  <a:pt x="3020291" y="3075709"/>
                </a:lnTo>
                <a:lnTo>
                  <a:pt x="0" y="3075709"/>
                </a:lnTo>
                <a:close/>
              </a:path>
            </a:pathLst>
          </a:custGeom>
        </p:spPr>
        <p:txBody>
          <a:bodyPr wrap="square">
            <a:noAutofit/>
          </a:bodyPr>
          <a:lstStyle/>
          <a:p>
            <a:endParaRPr lang="en-ID"/>
          </a:p>
        </p:txBody>
      </p:sp>
      <p:sp>
        <p:nvSpPr>
          <p:cNvPr id="13" name="Picture Placeholder 12"/>
          <p:cNvSpPr>
            <a:spLocks noGrp="1"/>
          </p:cNvSpPr>
          <p:nvPr>
            <p:ph type="pic" sz="quarter" idx="11"/>
          </p:nvPr>
        </p:nvSpPr>
        <p:spPr>
          <a:xfrm>
            <a:off x="11249891" y="7675419"/>
            <a:ext cx="11594523" cy="3075709"/>
          </a:xfrm>
          <a:custGeom>
            <a:avLst/>
            <a:gdLst>
              <a:gd name="connsiteX0" fmla="*/ 0 w 11594523"/>
              <a:gd name="connsiteY0" fmla="*/ 0 h 3075709"/>
              <a:gd name="connsiteX1" fmla="*/ 11594523 w 11594523"/>
              <a:gd name="connsiteY1" fmla="*/ 0 h 3075709"/>
              <a:gd name="connsiteX2" fmla="*/ 11594523 w 11594523"/>
              <a:gd name="connsiteY2" fmla="*/ 3075709 h 3075709"/>
              <a:gd name="connsiteX3" fmla="*/ 0 w 11594523"/>
              <a:gd name="connsiteY3" fmla="*/ 3075709 h 3075709"/>
            </a:gdLst>
            <a:ahLst/>
            <a:cxnLst>
              <a:cxn ang="0">
                <a:pos x="connsiteX0" y="connsiteY0"/>
              </a:cxn>
              <a:cxn ang="0">
                <a:pos x="connsiteX1" y="connsiteY1"/>
              </a:cxn>
              <a:cxn ang="0">
                <a:pos x="connsiteX2" y="connsiteY2"/>
              </a:cxn>
              <a:cxn ang="0">
                <a:pos x="connsiteX3" y="connsiteY3"/>
              </a:cxn>
            </a:cxnLst>
            <a:rect l="l" t="t" r="r" b="b"/>
            <a:pathLst>
              <a:path w="11594523" h="3075709">
                <a:moveTo>
                  <a:pt x="0" y="0"/>
                </a:moveTo>
                <a:lnTo>
                  <a:pt x="11594523" y="0"/>
                </a:lnTo>
                <a:lnTo>
                  <a:pt x="11594523" y="3075709"/>
                </a:lnTo>
                <a:lnTo>
                  <a:pt x="0" y="3075709"/>
                </a:lnTo>
                <a:close/>
              </a:path>
            </a:pathLst>
          </a:custGeom>
        </p:spPr>
        <p:txBody>
          <a:bodyPr wrap="square">
            <a:noAutofit/>
          </a:bodyPr>
          <a:lstStyle/>
          <a:p>
            <a:endParaRPr lang="en-ID"/>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sp>
        <p:nvSpPr>
          <p:cNvPr id="9" name="Picture Placeholder 8"/>
          <p:cNvSpPr>
            <a:spLocks noGrp="1"/>
          </p:cNvSpPr>
          <p:nvPr>
            <p:ph type="pic" sz="quarter" idx="10"/>
          </p:nvPr>
        </p:nvSpPr>
        <p:spPr>
          <a:xfrm>
            <a:off x="13355782" y="0"/>
            <a:ext cx="10113818" cy="8506691"/>
          </a:xfrm>
          <a:custGeom>
            <a:avLst/>
            <a:gdLst>
              <a:gd name="connsiteX0" fmla="*/ 0 w 10113818"/>
              <a:gd name="connsiteY0" fmla="*/ 0 h 8506691"/>
              <a:gd name="connsiteX1" fmla="*/ 10113818 w 10113818"/>
              <a:gd name="connsiteY1" fmla="*/ 0 h 8506691"/>
              <a:gd name="connsiteX2" fmla="*/ 10113818 w 10113818"/>
              <a:gd name="connsiteY2" fmla="*/ 8506691 h 8506691"/>
              <a:gd name="connsiteX3" fmla="*/ 0 w 10113818"/>
              <a:gd name="connsiteY3" fmla="*/ 8506691 h 8506691"/>
            </a:gdLst>
            <a:ahLst/>
            <a:cxnLst>
              <a:cxn ang="0">
                <a:pos x="connsiteX0" y="connsiteY0"/>
              </a:cxn>
              <a:cxn ang="0">
                <a:pos x="connsiteX1" y="connsiteY1"/>
              </a:cxn>
              <a:cxn ang="0">
                <a:pos x="connsiteX2" y="connsiteY2"/>
              </a:cxn>
              <a:cxn ang="0">
                <a:pos x="connsiteX3" y="connsiteY3"/>
              </a:cxn>
            </a:cxnLst>
            <a:rect l="l" t="t" r="r" b="b"/>
            <a:pathLst>
              <a:path w="10113818" h="8506691">
                <a:moveTo>
                  <a:pt x="0" y="0"/>
                </a:moveTo>
                <a:lnTo>
                  <a:pt x="10113818" y="0"/>
                </a:lnTo>
                <a:lnTo>
                  <a:pt x="10113818" y="8506691"/>
                </a:lnTo>
                <a:lnTo>
                  <a:pt x="0" y="8506691"/>
                </a:lnTo>
                <a:close/>
              </a:path>
            </a:pathLst>
          </a:custGeom>
        </p:spPr>
        <p:txBody>
          <a:bodyPr wrap="square">
            <a:noAutofit/>
          </a:bodyPr>
          <a:lstStyle/>
          <a:p>
            <a:endParaRPr lang="en-ID"/>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9" name="Picture Placeholder 8"/>
          <p:cNvSpPr>
            <a:spLocks noGrp="1"/>
          </p:cNvSpPr>
          <p:nvPr>
            <p:ph type="pic" sz="quarter" idx="10"/>
          </p:nvPr>
        </p:nvSpPr>
        <p:spPr>
          <a:xfrm>
            <a:off x="0" y="2660073"/>
            <a:ext cx="10307782" cy="8091054"/>
          </a:xfrm>
          <a:custGeom>
            <a:avLst/>
            <a:gdLst>
              <a:gd name="connsiteX0" fmla="*/ 0 w 10307782"/>
              <a:gd name="connsiteY0" fmla="*/ 0 h 8091054"/>
              <a:gd name="connsiteX1" fmla="*/ 10307782 w 10307782"/>
              <a:gd name="connsiteY1" fmla="*/ 0 h 8091054"/>
              <a:gd name="connsiteX2" fmla="*/ 10307782 w 10307782"/>
              <a:gd name="connsiteY2" fmla="*/ 8091054 h 8091054"/>
              <a:gd name="connsiteX3" fmla="*/ 0 w 10307782"/>
              <a:gd name="connsiteY3" fmla="*/ 8091054 h 8091054"/>
            </a:gdLst>
            <a:ahLst/>
            <a:cxnLst>
              <a:cxn ang="0">
                <a:pos x="connsiteX0" y="connsiteY0"/>
              </a:cxn>
              <a:cxn ang="0">
                <a:pos x="connsiteX1" y="connsiteY1"/>
              </a:cxn>
              <a:cxn ang="0">
                <a:pos x="connsiteX2" y="connsiteY2"/>
              </a:cxn>
              <a:cxn ang="0">
                <a:pos x="connsiteX3" y="connsiteY3"/>
              </a:cxn>
            </a:cxnLst>
            <a:rect l="l" t="t" r="r" b="b"/>
            <a:pathLst>
              <a:path w="10307782" h="8091054">
                <a:moveTo>
                  <a:pt x="0" y="0"/>
                </a:moveTo>
                <a:lnTo>
                  <a:pt x="10307782" y="0"/>
                </a:lnTo>
                <a:lnTo>
                  <a:pt x="10307782" y="8091054"/>
                </a:lnTo>
                <a:lnTo>
                  <a:pt x="0" y="8091054"/>
                </a:lnTo>
                <a:close/>
              </a:path>
            </a:pathLst>
          </a:custGeom>
        </p:spPr>
        <p:txBody>
          <a:bodyPr wrap="square">
            <a:noAutofit/>
          </a:bodyPr>
          <a:lstStyle/>
          <a:p>
            <a:endParaRPr lang="en-ID"/>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1" Type="http://schemas.openxmlformats.org/officeDocument/2006/relationships/theme" Target="../theme/theme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682949" y="728307"/>
            <a:ext cx="21113353" cy="2644069"/>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682949" y="3641531"/>
            <a:ext cx="21113353" cy="8679509"/>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1682949" y="12678860"/>
            <a:ext cx="5507831" cy="728306"/>
          </a:xfrm>
          <a:prstGeom prst="rect">
            <a:avLst/>
          </a:prstGeom>
        </p:spPr>
        <p:txBody>
          <a:bodyPr vert="horz" lIns="91440" tIns="45720" rIns="91440" bIns="45720" rtlCol="0" anchor="ctr"/>
          <a:lstStyle>
            <a:lvl1pPr algn="l">
              <a:defRPr sz="2395">
                <a:solidFill>
                  <a:schemeClr val="tx1">
                    <a:tint val="75000"/>
                  </a:schemeClr>
                </a:solidFill>
              </a:defRPr>
            </a:lvl1pPr>
          </a:lstStyle>
          <a:p>
            <a:fld id="{146582BB-89E5-4105-AA76-CDB551548A42}" type="datetimeFigureOut">
              <a:rPr lang="en-ID" smtClean="0"/>
            </a:fld>
            <a:endParaRPr lang="en-ID"/>
          </a:p>
        </p:txBody>
      </p:sp>
      <p:sp>
        <p:nvSpPr>
          <p:cNvPr id="5" name="Footer Placeholder 4"/>
          <p:cNvSpPr>
            <a:spLocks noGrp="1"/>
          </p:cNvSpPr>
          <p:nvPr>
            <p:ph type="ftr" sz="quarter" idx="3"/>
          </p:nvPr>
        </p:nvSpPr>
        <p:spPr>
          <a:xfrm>
            <a:off x="8108752" y="12678860"/>
            <a:ext cx="8261747" cy="728306"/>
          </a:xfrm>
          <a:prstGeom prst="rect">
            <a:avLst/>
          </a:prstGeom>
        </p:spPr>
        <p:txBody>
          <a:bodyPr vert="horz" lIns="91440" tIns="45720" rIns="91440" bIns="45720" rtlCol="0" anchor="ctr"/>
          <a:lstStyle>
            <a:lvl1pPr algn="ctr">
              <a:defRPr sz="2395">
                <a:solidFill>
                  <a:schemeClr val="tx1">
                    <a:tint val="75000"/>
                  </a:schemeClr>
                </a:solidFill>
              </a:defRPr>
            </a:lvl1pPr>
          </a:lstStyle>
          <a:p>
            <a:endParaRPr lang="en-ID"/>
          </a:p>
        </p:txBody>
      </p:sp>
      <p:sp>
        <p:nvSpPr>
          <p:cNvPr id="6" name="Slide Number Placeholder 5"/>
          <p:cNvSpPr>
            <a:spLocks noGrp="1"/>
          </p:cNvSpPr>
          <p:nvPr>
            <p:ph type="sldNum" sz="quarter" idx="4"/>
          </p:nvPr>
        </p:nvSpPr>
        <p:spPr>
          <a:xfrm>
            <a:off x="17288470" y="12678860"/>
            <a:ext cx="5507831" cy="728306"/>
          </a:xfrm>
          <a:prstGeom prst="rect">
            <a:avLst/>
          </a:prstGeom>
        </p:spPr>
        <p:txBody>
          <a:bodyPr vert="horz" lIns="91440" tIns="45720" rIns="91440" bIns="45720" rtlCol="0" anchor="ctr"/>
          <a:lstStyle>
            <a:lvl1pPr algn="r">
              <a:defRPr sz="2395">
                <a:solidFill>
                  <a:schemeClr val="tx1">
                    <a:tint val="75000"/>
                  </a:schemeClr>
                </a:solidFill>
              </a:defRPr>
            </a:lvl1pPr>
          </a:lstStyle>
          <a:p>
            <a:fld id="{C5268B5C-60A6-425F-9288-87ACD217A250}" type="slidenum">
              <a:rPr lang="en-ID" smtClean="0"/>
            </a:fld>
            <a:endParaRPr lang="en-ID"/>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Lst>
  <p:txStyles>
    <p:titleStyle>
      <a:lvl1pPr algn="l" defTabSz="1823720" rtl="0" eaLnBrk="1" latinLnBrk="0" hangingPunct="1">
        <a:lnSpc>
          <a:spcPct val="90000"/>
        </a:lnSpc>
        <a:spcBef>
          <a:spcPct val="0"/>
        </a:spcBef>
        <a:buNone/>
        <a:defRPr sz="8775" kern="1200">
          <a:solidFill>
            <a:schemeClr val="tx1"/>
          </a:solidFill>
          <a:latin typeface="+mj-lt"/>
          <a:ea typeface="+mj-ea"/>
          <a:cs typeface="+mj-cs"/>
        </a:defRPr>
      </a:lvl1pPr>
    </p:titleStyle>
    <p:bodyStyle>
      <a:lvl1pPr marL="455930" indent="-455930" algn="l" defTabSz="1823720" rtl="0" eaLnBrk="1" latinLnBrk="0" hangingPunct="1">
        <a:lnSpc>
          <a:spcPct val="90000"/>
        </a:lnSpc>
        <a:spcBef>
          <a:spcPts val="1995"/>
        </a:spcBef>
        <a:buFont typeface="Arial" panose="020B0604020202020204" pitchFamily="34" charset="0"/>
        <a:buChar char="•"/>
        <a:defRPr sz="5585" kern="1200">
          <a:solidFill>
            <a:schemeClr val="tx1"/>
          </a:solidFill>
          <a:latin typeface="+mn-lt"/>
          <a:ea typeface="+mn-ea"/>
          <a:cs typeface="+mn-cs"/>
        </a:defRPr>
      </a:lvl1pPr>
      <a:lvl2pPr marL="1367790" indent="-455930" algn="l" defTabSz="1823720" rtl="0" eaLnBrk="1" latinLnBrk="0" hangingPunct="1">
        <a:lnSpc>
          <a:spcPct val="90000"/>
        </a:lnSpc>
        <a:spcBef>
          <a:spcPts val="995"/>
        </a:spcBef>
        <a:buFont typeface="Arial" panose="020B0604020202020204" pitchFamily="34" charset="0"/>
        <a:buChar char="•"/>
        <a:defRPr sz="4785" kern="1200">
          <a:solidFill>
            <a:schemeClr val="tx1"/>
          </a:solidFill>
          <a:latin typeface="+mn-lt"/>
          <a:ea typeface="+mn-ea"/>
          <a:cs typeface="+mn-cs"/>
        </a:defRPr>
      </a:lvl2pPr>
      <a:lvl3pPr marL="2279650" indent="-455930" algn="l" defTabSz="1823720" rtl="0" eaLnBrk="1" latinLnBrk="0" hangingPunct="1">
        <a:lnSpc>
          <a:spcPct val="90000"/>
        </a:lnSpc>
        <a:spcBef>
          <a:spcPts val="995"/>
        </a:spcBef>
        <a:buFont typeface="Arial" panose="020B0604020202020204" pitchFamily="34" charset="0"/>
        <a:buChar char="•"/>
        <a:defRPr sz="3990" kern="1200">
          <a:solidFill>
            <a:schemeClr val="tx1"/>
          </a:solidFill>
          <a:latin typeface="+mn-lt"/>
          <a:ea typeface="+mn-ea"/>
          <a:cs typeface="+mn-cs"/>
        </a:defRPr>
      </a:lvl3pPr>
      <a:lvl4pPr marL="3192145" indent="-455930" algn="l" defTabSz="1823720" rtl="0" eaLnBrk="1" latinLnBrk="0" hangingPunct="1">
        <a:lnSpc>
          <a:spcPct val="90000"/>
        </a:lnSpc>
        <a:spcBef>
          <a:spcPts val="995"/>
        </a:spcBef>
        <a:buFont typeface="Arial" panose="020B0604020202020204" pitchFamily="34" charset="0"/>
        <a:buChar char="•"/>
        <a:defRPr sz="3590" kern="1200">
          <a:solidFill>
            <a:schemeClr val="tx1"/>
          </a:solidFill>
          <a:latin typeface="+mn-lt"/>
          <a:ea typeface="+mn-ea"/>
          <a:cs typeface="+mn-cs"/>
        </a:defRPr>
      </a:lvl4pPr>
      <a:lvl5pPr marL="4104005" indent="-455930" algn="l" defTabSz="1823720" rtl="0" eaLnBrk="1" latinLnBrk="0" hangingPunct="1">
        <a:lnSpc>
          <a:spcPct val="90000"/>
        </a:lnSpc>
        <a:spcBef>
          <a:spcPts val="995"/>
        </a:spcBef>
        <a:buFont typeface="Arial" panose="020B0604020202020204" pitchFamily="34" charset="0"/>
        <a:buChar char="•"/>
        <a:defRPr sz="3590" kern="1200">
          <a:solidFill>
            <a:schemeClr val="tx1"/>
          </a:solidFill>
          <a:latin typeface="+mn-lt"/>
          <a:ea typeface="+mn-ea"/>
          <a:cs typeface="+mn-cs"/>
        </a:defRPr>
      </a:lvl5pPr>
      <a:lvl6pPr marL="5015865" indent="-455930" algn="l" defTabSz="1823720" rtl="0" eaLnBrk="1" latinLnBrk="0" hangingPunct="1">
        <a:lnSpc>
          <a:spcPct val="90000"/>
        </a:lnSpc>
        <a:spcBef>
          <a:spcPts val="995"/>
        </a:spcBef>
        <a:buFont typeface="Arial" panose="020B0604020202020204" pitchFamily="34" charset="0"/>
        <a:buChar char="•"/>
        <a:defRPr sz="3590" kern="1200">
          <a:solidFill>
            <a:schemeClr val="tx1"/>
          </a:solidFill>
          <a:latin typeface="+mn-lt"/>
          <a:ea typeface="+mn-ea"/>
          <a:cs typeface="+mn-cs"/>
        </a:defRPr>
      </a:lvl6pPr>
      <a:lvl7pPr marL="5927725" indent="-455930" algn="l" defTabSz="1823720" rtl="0" eaLnBrk="1" latinLnBrk="0" hangingPunct="1">
        <a:lnSpc>
          <a:spcPct val="90000"/>
        </a:lnSpc>
        <a:spcBef>
          <a:spcPts val="995"/>
        </a:spcBef>
        <a:buFont typeface="Arial" panose="020B0604020202020204" pitchFamily="34" charset="0"/>
        <a:buChar char="•"/>
        <a:defRPr sz="3590" kern="1200">
          <a:solidFill>
            <a:schemeClr val="tx1"/>
          </a:solidFill>
          <a:latin typeface="+mn-lt"/>
          <a:ea typeface="+mn-ea"/>
          <a:cs typeface="+mn-cs"/>
        </a:defRPr>
      </a:lvl7pPr>
      <a:lvl8pPr marL="6839585" indent="-455930" algn="l" defTabSz="1823720" rtl="0" eaLnBrk="1" latinLnBrk="0" hangingPunct="1">
        <a:lnSpc>
          <a:spcPct val="90000"/>
        </a:lnSpc>
        <a:spcBef>
          <a:spcPts val="995"/>
        </a:spcBef>
        <a:buFont typeface="Arial" panose="020B0604020202020204" pitchFamily="34" charset="0"/>
        <a:buChar char="•"/>
        <a:defRPr sz="3590" kern="1200">
          <a:solidFill>
            <a:schemeClr val="tx1"/>
          </a:solidFill>
          <a:latin typeface="+mn-lt"/>
          <a:ea typeface="+mn-ea"/>
          <a:cs typeface="+mn-cs"/>
        </a:defRPr>
      </a:lvl8pPr>
      <a:lvl9pPr marL="7752080" indent="-455930" algn="l" defTabSz="1823720" rtl="0" eaLnBrk="1" latinLnBrk="0" hangingPunct="1">
        <a:lnSpc>
          <a:spcPct val="90000"/>
        </a:lnSpc>
        <a:spcBef>
          <a:spcPts val="995"/>
        </a:spcBef>
        <a:buFont typeface="Arial" panose="020B0604020202020204" pitchFamily="34" charset="0"/>
        <a:buChar char="•"/>
        <a:defRPr sz="3590" kern="1200">
          <a:solidFill>
            <a:schemeClr val="tx1"/>
          </a:solidFill>
          <a:latin typeface="+mn-lt"/>
          <a:ea typeface="+mn-ea"/>
          <a:cs typeface="+mn-cs"/>
        </a:defRPr>
      </a:lvl9pPr>
    </p:bodyStyle>
    <p:otherStyle>
      <a:defPPr>
        <a:defRPr lang="en-US"/>
      </a:defPPr>
      <a:lvl1pPr marL="0" algn="l" defTabSz="1823720" rtl="0" eaLnBrk="1" latinLnBrk="0" hangingPunct="1">
        <a:defRPr sz="3590" kern="1200">
          <a:solidFill>
            <a:schemeClr val="tx1"/>
          </a:solidFill>
          <a:latin typeface="+mn-lt"/>
          <a:ea typeface="+mn-ea"/>
          <a:cs typeface="+mn-cs"/>
        </a:defRPr>
      </a:lvl1pPr>
      <a:lvl2pPr marL="911860" algn="l" defTabSz="1823720" rtl="0" eaLnBrk="1" latinLnBrk="0" hangingPunct="1">
        <a:defRPr sz="3590" kern="1200">
          <a:solidFill>
            <a:schemeClr val="tx1"/>
          </a:solidFill>
          <a:latin typeface="+mn-lt"/>
          <a:ea typeface="+mn-ea"/>
          <a:cs typeface="+mn-cs"/>
        </a:defRPr>
      </a:lvl2pPr>
      <a:lvl3pPr marL="1823720" algn="l" defTabSz="1823720" rtl="0" eaLnBrk="1" latinLnBrk="0" hangingPunct="1">
        <a:defRPr sz="3590" kern="1200">
          <a:solidFill>
            <a:schemeClr val="tx1"/>
          </a:solidFill>
          <a:latin typeface="+mn-lt"/>
          <a:ea typeface="+mn-ea"/>
          <a:cs typeface="+mn-cs"/>
        </a:defRPr>
      </a:lvl3pPr>
      <a:lvl4pPr marL="2736215" algn="l" defTabSz="1823720" rtl="0" eaLnBrk="1" latinLnBrk="0" hangingPunct="1">
        <a:defRPr sz="3590" kern="1200">
          <a:solidFill>
            <a:schemeClr val="tx1"/>
          </a:solidFill>
          <a:latin typeface="+mn-lt"/>
          <a:ea typeface="+mn-ea"/>
          <a:cs typeface="+mn-cs"/>
        </a:defRPr>
      </a:lvl4pPr>
      <a:lvl5pPr marL="3648075" algn="l" defTabSz="1823720" rtl="0" eaLnBrk="1" latinLnBrk="0" hangingPunct="1">
        <a:defRPr sz="3590" kern="1200">
          <a:solidFill>
            <a:schemeClr val="tx1"/>
          </a:solidFill>
          <a:latin typeface="+mn-lt"/>
          <a:ea typeface="+mn-ea"/>
          <a:cs typeface="+mn-cs"/>
        </a:defRPr>
      </a:lvl5pPr>
      <a:lvl6pPr marL="4559935" algn="l" defTabSz="1823720" rtl="0" eaLnBrk="1" latinLnBrk="0" hangingPunct="1">
        <a:defRPr sz="3590" kern="1200">
          <a:solidFill>
            <a:schemeClr val="tx1"/>
          </a:solidFill>
          <a:latin typeface="+mn-lt"/>
          <a:ea typeface="+mn-ea"/>
          <a:cs typeface="+mn-cs"/>
        </a:defRPr>
      </a:lvl6pPr>
      <a:lvl7pPr marL="5471795" algn="l" defTabSz="1823720" rtl="0" eaLnBrk="1" latinLnBrk="0" hangingPunct="1">
        <a:defRPr sz="3590" kern="1200">
          <a:solidFill>
            <a:schemeClr val="tx1"/>
          </a:solidFill>
          <a:latin typeface="+mn-lt"/>
          <a:ea typeface="+mn-ea"/>
          <a:cs typeface="+mn-cs"/>
        </a:defRPr>
      </a:lvl7pPr>
      <a:lvl8pPr marL="6383655" algn="l" defTabSz="1823720" rtl="0" eaLnBrk="1" latinLnBrk="0" hangingPunct="1">
        <a:defRPr sz="3590" kern="1200">
          <a:solidFill>
            <a:schemeClr val="tx1"/>
          </a:solidFill>
          <a:latin typeface="+mn-lt"/>
          <a:ea typeface="+mn-ea"/>
          <a:cs typeface="+mn-cs"/>
        </a:defRPr>
      </a:lvl8pPr>
      <a:lvl9pPr marL="7295515" algn="l" defTabSz="1823720" rtl="0" eaLnBrk="1" latinLnBrk="0" hangingPunct="1">
        <a:defRPr sz="359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1.png"/><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image" Target="../media/image4.jpeg"/><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55" name="Line Shape" descr="Line Shape"/>
          <p:cNvPicPr/>
          <p:nvPr>
            <p:custDataLst>
              <p:tags r:id="rId1"/>
            </p:custDataLst>
          </p:nvPr>
        </p:nvPicPr>
        <p:blipFill>
          <a:blip r:embed="rId2"/>
          <a:stretch>
            <a:fillRect/>
          </a:stretch>
        </p:blipFill>
        <p:spPr>
          <a:xfrm>
            <a:off x="212719" y="224253"/>
            <a:ext cx="23472603" cy="14157962"/>
          </a:xfrm>
          <a:prstGeom prst="rect">
            <a:avLst/>
          </a:prstGeom>
        </p:spPr>
      </p:pic>
      <p:sp>
        <p:nvSpPr>
          <p:cNvPr id="5" name="Subtitle 2"/>
          <p:cNvSpPr txBox="1"/>
          <p:nvPr/>
        </p:nvSpPr>
        <p:spPr>
          <a:xfrm>
            <a:off x="1606060" y="10890391"/>
            <a:ext cx="8839199" cy="72028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3200" spc="600" dirty="0">
                <a:latin typeface="Quicksand Light" panose="00000400000000000000" charset="0"/>
                <a:ea typeface="Kabond" panose="02000503000000000000" charset="0"/>
                <a:cs typeface="Quicksand Light" panose="00000400000000000000" charset="0"/>
              </a:rPr>
              <a:t>CLEAN PRESENTATION TEMPLATE</a:t>
            </a:r>
            <a:endParaRPr lang="en-US" sz="3200" spc="600" dirty="0">
              <a:latin typeface="Quicksand Light" panose="00000400000000000000" charset="0"/>
              <a:ea typeface="Kabond" panose="02000503000000000000" charset="0"/>
              <a:cs typeface="Quicksand Light" panose="00000400000000000000" charset="0"/>
            </a:endParaRPr>
          </a:p>
        </p:txBody>
      </p:sp>
      <p:sp>
        <p:nvSpPr>
          <p:cNvPr id="8" name="Rectangle 7"/>
          <p:cNvSpPr/>
          <p:nvPr/>
        </p:nvSpPr>
        <p:spPr>
          <a:xfrm>
            <a:off x="18519608" y="3370572"/>
            <a:ext cx="4063063" cy="1014730"/>
          </a:xfrm>
          <a:prstGeom prst="rect">
            <a:avLst/>
          </a:prstGeom>
        </p:spPr>
        <p:txBody>
          <a:bodyPr wrap="square">
            <a:spAutoFit/>
          </a:bodyPr>
          <a:lstStyle/>
          <a:p>
            <a:pPr algn="r" fontAlgn="base">
              <a:lnSpc>
                <a:spcPct val="150000"/>
              </a:lnSpc>
            </a:pPr>
            <a:r>
              <a:rPr lang="en-US" sz="2000" dirty="0">
                <a:solidFill>
                  <a:schemeClr val="tx1"/>
                </a:solidFill>
                <a:latin typeface="Quicksand" panose="00000500000000000000" charset="0"/>
                <a:cs typeface="Quicksand" panose="00000500000000000000" charset="0"/>
              </a:rPr>
              <a:t>Custom and considered innovation to residential building, </a:t>
            </a:r>
            <a:endParaRPr lang="en-US" sz="2000" b="0" i="0" dirty="0">
              <a:solidFill>
                <a:schemeClr val="tx1"/>
              </a:solidFill>
              <a:effectLst/>
              <a:latin typeface="Quicksand" panose="00000500000000000000" charset="0"/>
              <a:cs typeface="Quicksand" panose="00000500000000000000" charset="0"/>
            </a:endParaRPr>
          </a:p>
        </p:txBody>
      </p:sp>
      <p:sp>
        <p:nvSpPr>
          <p:cNvPr id="9" name="Title 1"/>
          <p:cNvSpPr txBox="1"/>
          <p:nvPr/>
        </p:nvSpPr>
        <p:spPr>
          <a:xfrm>
            <a:off x="20320699" y="1661907"/>
            <a:ext cx="2178845" cy="831273"/>
          </a:xfrm>
          <a:prstGeom prst="rect">
            <a:avLst/>
          </a:prstGeom>
          <a:solidFill>
            <a:schemeClr val="tx1"/>
          </a:solidFill>
        </p:spPr>
        <p:txBody>
          <a:bodyP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dirty="0">
                <a:solidFill>
                  <a:schemeClr val="bg1"/>
                </a:solidFill>
                <a:latin typeface="Bahnschrift SemiBold" panose="020B0502040204020203" charset="0"/>
                <a:ea typeface="G8321 Medium" panose="00000605000000000000" charset="0"/>
                <a:cs typeface="Bahnschrift SemiBold" panose="020B0502040204020203" charset="0"/>
              </a:rPr>
              <a:t>SLIDE</a:t>
            </a:r>
            <a:endParaRPr lang="en-US" sz="5400" dirty="0">
              <a:solidFill>
                <a:schemeClr val="bg1"/>
              </a:solidFill>
              <a:latin typeface="Bahnschrift SemiBold" panose="020B0502040204020203" charset="0"/>
              <a:ea typeface="G8321 Medium" panose="00000605000000000000" charset="0"/>
              <a:cs typeface="Bahnschrift SemiBold" panose="020B0502040204020203" charset="0"/>
            </a:endParaRPr>
          </a:p>
        </p:txBody>
      </p:sp>
      <p:sp>
        <p:nvSpPr>
          <p:cNvPr id="10" name="Title 1"/>
          <p:cNvSpPr txBox="1"/>
          <p:nvPr/>
        </p:nvSpPr>
        <p:spPr>
          <a:xfrm>
            <a:off x="20930298" y="2539299"/>
            <a:ext cx="1818628" cy="831273"/>
          </a:xfrm>
          <a:prstGeom prst="rect">
            <a:avLst/>
          </a:prstGeom>
        </p:spPr>
        <p:txBody>
          <a:bodyPr>
            <a:normAutofit fontScale="7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dirty="0">
                <a:latin typeface="Pristina" panose="03060402040406080204" charset="0"/>
                <a:ea typeface="G8321 Medium" panose="00000605000000000000" charset="0"/>
                <a:cs typeface="Pristina" panose="03060402040406080204" charset="0"/>
              </a:rPr>
              <a:t>/</a:t>
            </a:r>
            <a:r>
              <a:rPr lang="en-US" sz="5400" dirty="0">
                <a:latin typeface="Quicksand" panose="00000500000000000000" charset="0"/>
                <a:ea typeface="G8321 Medium" panose="00000605000000000000" charset="0"/>
                <a:cs typeface="Quicksand" panose="00000500000000000000" charset="0"/>
              </a:rPr>
              <a:t>MNL</a:t>
            </a:r>
            <a:endParaRPr lang="en-US" sz="5400" dirty="0">
              <a:latin typeface="Quicksand" panose="00000500000000000000" charset="0"/>
              <a:ea typeface="G8321 Medium" panose="00000605000000000000" charset="0"/>
              <a:cs typeface="Quicksand" panose="00000500000000000000" charset="0"/>
            </a:endParaRPr>
          </a:p>
        </p:txBody>
      </p:sp>
      <p:sp>
        <p:nvSpPr>
          <p:cNvPr id="11" name="Rectangle 10"/>
          <p:cNvSpPr/>
          <p:nvPr/>
        </p:nvSpPr>
        <p:spPr>
          <a:xfrm>
            <a:off x="1463906" y="2770270"/>
            <a:ext cx="5631815" cy="368300"/>
          </a:xfrm>
          <a:prstGeom prst="rect">
            <a:avLst/>
          </a:prstGeom>
        </p:spPr>
        <p:txBody>
          <a:bodyPr wrap="none">
            <a:spAutoFit/>
          </a:bodyPr>
          <a:lstStyle/>
          <a:p>
            <a:r>
              <a:rPr lang="en-US" dirty="0">
                <a:solidFill>
                  <a:schemeClr val="tx1"/>
                </a:solidFill>
                <a:latin typeface="Quicksand Light" panose="00000400000000000000" charset="0"/>
                <a:cs typeface="Quicksand Light" panose="00000400000000000000" charset="0"/>
              </a:rPr>
              <a:t>Interior and exterior design to enhance everyday life.</a:t>
            </a:r>
            <a:endParaRPr lang="en-US" dirty="0">
              <a:solidFill>
                <a:schemeClr val="tx1"/>
              </a:solidFill>
              <a:latin typeface="Quicksand Light" panose="00000400000000000000" charset="0"/>
              <a:cs typeface="Quicksand Light" panose="00000400000000000000" charset="0"/>
            </a:endParaRPr>
          </a:p>
        </p:txBody>
      </p:sp>
      <p:sp>
        <p:nvSpPr>
          <p:cNvPr id="12" name="Title 1"/>
          <p:cNvSpPr txBox="1"/>
          <p:nvPr/>
        </p:nvSpPr>
        <p:spPr>
          <a:xfrm>
            <a:off x="1463906" y="1661907"/>
            <a:ext cx="2866591" cy="748219"/>
          </a:xfrm>
          <a:prstGeom prst="rect">
            <a:avLst/>
          </a:prstGeom>
        </p:spPr>
        <p:txBody>
          <a:bodyPr>
            <a:normAutofit fontScale="9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Bahnschrift SemiBold" panose="020B0502040204020203" charset="0"/>
                <a:ea typeface="G8321 Medium" panose="00000605000000000000" charset="0"/>
                <a:cs typeface="Bahnschrift SemiBold" panose="020B0502040204020203" charset="0"/>
              </a:rPr>
              <a:t>curev passion</a:t>
            </a:r>
            <a:endParaRPr lang="en-US" sz="3600" dirty="0">
              <a:latin typeface="Bahnschrift SemiBold" panose="020B0502040204020203" charset="0"/>
              <a:ea typeface="G8321 Medium" panose="00000605000000000000" charset="0"/>
              <a:cs typeface="Bahnschrift SemiBold" panose="020B0502040204020203" charset="0"/>
            </a:endParaRPr>
          </a:p>
        </p:txBody>
      </p:sp>
      <p:sp>
        <p:nvSpPr>
          <p:cNvPr id="13" name="Title 1"/>
          <p:cNvSpPr txBox="1"/>
          <p:nvPr/>
        </p:nvSpPr>
        <p:spPr>
          <a:xfrm>
            <a:off x="1463495" y="8743612"/>
            <a:ext cx="10340253" cy="2480219"/>
          </a:xfrm>
          <a:prstGeom prst="rect">
            <a:avLst/>
          </a:prstGeom>
        </p:spPr>
        <p:txBody>
          <a:bodyPr>
            <a:normAutofit fontScale="8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3900" dirty="0">
                <a:latin typeface="Quicksand Light" panose="00000400000000000000" charset="0"/>
                <a:ea typeface="G8321 Medium" panose="00000605000000000000" charset="0"/>
                <a:cs typeface="Quicksand Light" panose="00000400000000000000" charset="0"/>
              </a:rPr>
              <a:t>Curev passion.</a:t>
            </a:r>
            <a:endParaRPr lang="en-US" sz="13900" dirty="0">
              <a:latin typeface="Quicksand Light" panose="00000400000000000000" charset="0"/>
              <a:ea typeface="G8321 Medium" panose="00000605000000000000" charset="0"/>
              <a:cs typeface="Quicksand Light" panose="00000400000000000000" charset="0"/>
            </a:endParaRPr>
          </a:p>
        </p:txBody>
      </p:sp>
      <p:sp>
        <p:nvSpPr>
          <p:cNvPr id="3" name="Created and designed by Plura."/>
          <p:cNvSpPr txBox="1"/>
          <p:nvPr/>
        </p:nvSpPr>
        <p:spPr>
          <a:xfrm>
            <a:off x="10043795" y="12612370"/>
            <a:ext cx="4758690" cy="470535"/>
          </a:xfrm>
          <a:prstGeom prst="rect">
            <a:avLst/>
          </a:prstGeom>
          <a:ln w="12700">
            <a:miter lim="400000"/>
          </a:ln>
        </p:spPr>
        <p:txBody>
          <a:bodyPr wrap="square" lIns="50800" tIns="50800" rIns="50800" bIns="50800" anchor="ctr">
            <a:spAutoFit/>
          </a:bodyPr>
          <a:lstStyle>
            <a:lvl1pPr>
              <a:defRPr>
                <a:solidFill>
                  <a:srgbClr val="414C3D"/>
                </a:solidFill>
                <a:latin typeface="FZXiShanHu-M13S"/>
                <a:ea typeface="FZXiShanHu-M13S"/>
                <a:cs typeface="FZXiShanHu-M13S"/>
                <a:sym typeface="FZXiShanHu-M13S"/>
              </a:defRPr>
            </a:lvl1pPr>
          </a:lstStyle>
          <a:p>
            <a:r>
              <a:rPr sz="2400" dirty="0">
                <a:solidFill>
                  <a:schemeClr val="tx1"/>
                </a:solidFill>
                <a:latin typeface="Quicksand Light" panose="00000400000000000000" charset="0"/>
                <a:cs typeface="Quicksand Light" panose="00000400000000000000" charset="0"/>
              </a:rPr>
              <a:t>Created and designed by </a:t>
            </a:r>
            <a:r>
              <a:rPr lang="zh-CN" altLang="en-US" sz="2400" dirty="0">
                <a:solidFill>
                  <a:schemeClr val="tx1"/>
                </a:solidFill>
                <a:latin typeface="Quicksand Light" panose="00000400000000000000" charset="0"/>
                <a:cs typeface="Quicksand Light" panose="00000400000000000000" charset="0"/>
              </a:rPr>
              <a:t>荒唐梦</a:t>
            </a:r>
            <a:r>
              <a:rPr sz="2400" dirty="0">
                <a:solidFill>
                  <a:schemeClr val="tx1"/>
                </a:solidFill>
                <a:latin typeface="Quicksand Light" panose="00000400000000000000" charset="0"/>
                <a:cs typeface="Quicksand Light" panose="00000400000000000000" charset="0"/>
              </a:rPr>
              <a:t>.</a:t>
            </a:r>
            <a:endParaRPr sz="2400" dirty="0">
              <a:solidFill>
                <a:schemeClr val="tx1"/>
              </a:solidFill>
              <a:latin typeface="Quicksand Light" panose="00000400000000000000" charset="0"/>
              <a:cs typeface="Quicksand Light" panose="00000400000000000000"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2722851" y="4359525"/>
            <a:ext cx="9516774" cy="3676111"/>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1800" dirty="0">
                <a:latin typeface="Quicksand Light" panose="00000400000000000000" charset="0"/>
                <a:ea typeface="G8321 Medium" panose="00000605000000000000" charset="0"/>
                <a:cs typeface="Quicksand Light" panose="00000400000000000000" charset="0"/>
              </a:rPr>
              <a:t>Create new concept.</a:t>
            </a:r>
            <a:endParaRPr lang="en-US" sz="11800" dirty="0">
              <a:latin typeface="Quicksand Light" panose="00000400000000000000" charset="0"/>
              <a:ea typeface="G8321 Medium" panose="00000605000000000000" charset="0"/>
              <a:cs typeface="Quicksand Light" panose="00000400000000000000" charset="0"/>
            </a:endParaRPr>
          </a:p>
        </p:txBody>
      </p:sp>
      <p:sp>
        <p:nvSpPr>
          <p:cNvPr id="3" name="Subtitle 2"/>
          <p:cNvSpPr txBox="1"/>
          <p:nvPr/>
        </p:nvSpPr>
        <p:spPr>
          <a:xfrm>
            <a:off x="15006508" y="4359525"/>
            <a:ext cx="6749891" cy="2041615"/>
          </a:xfrm>
          <a:prstGeom prst="rect">
            <a:avLst/>
          </a:prstGeom>
        </p:spPr>
        <p:txBody>
          <a:bodyPr>
            <a:noAutofit/>
            <a:scene3d>
              <a:camera prst="orthographicFront"/>
              <a:lightRig rig="threePt" dir="t"/>
            </a:scene3d>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200000"/>
              </a:lnSpc>
              <a:buNone/>
              <a:defRPr/>
            </a:pPr>
            <a:r>
              <a:rPr lang="en-US" sz="1600" dirty="0">
                <a:ln/>
                <a:solidFill>
                  <a:schemeClr val="tx1"/>
                </a:solidFill>
                <a:effectLst>
                  <a:outerShdw blurRad="38100" dist="19050" dir="2700000" algn="tl" rotWithShape="0">
                    <a:schemeClr val="dk1">
                      <a:alpha val="40000"/>
                    </a:schemeClr>
                  </a:outerShdw>
                </a:effectLst>
                <a:latin typeface="Quicksand Light" panose="00000400000000000000" charset="0"/>
                <a:ea typeface="Kabond" panose="02000503000000000000" charset="0"/>
                <a:cs typeface="Quicksand Light" panose="00000400000000000000" charset="0"/>
              </a:rPr>
              <a:t>Design has the power to pull people closer, guiding them visually so they can easily engage with your brand. It replaces confusion with clarity and brings understanding to those who encounter your work.</a:t>
            </a:r>
            <a:endParaRPr lang="en-US" sz="1600" dirty="0">
              <a:ln/>
              <a:solidFill>
                <a:schemeClr val="tx1"/>
              </a:solidFill>
              <a:effectLst>
                <a:outerShdw blurRad="38100" dist="19050" dir="2700000" algn="tl" rotWithShape="0">
                  <a:schemeClr val="dk1">
                    <a:alpha val="40000"/>
                  </a:schemeClr>
                </a:outerShdw>
              </a:effectLst>
              <a:latin typeface="Quicksand Light" panose="00000400000000000000" charset="0"/>
              <a:ea typeface="Kabond" panose="02000503000000000000" charset="0"/>
              <a:cs typeface="Quicksand Light" panose="00000400000000000000" charset="0"/>
            </a:endParaRPr>
          </a:p>
        </p:txBody>
      </p:sp>
      <p:sp>
        <p:nvSpPr>
          <p:cNvPr id="4" name="Rectangle 3"/>
          <p:cNvSpPr/>
          <p:nvPr/>
        </p:nvSpPr>
        <p:spPr>
          <a:xfrm>
            <a:off x="11048134" y="8340437"/>
            <a:ext cx="1191491" cy="16625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7" name="Rectangle 6"/>
          <p:cNvSpPr/>
          <p:nvPr/>
        </p:nvSpPr>
        <p:spPr>
          <a:xfrm>
            <a:off x="15006508" y="9342066"/>
            <a:ext cx="6749891" cy="1077218"/>
          </a:xfrm>
          <a:prstGeom prst="rect">
            <a:avLst/>
          </a:prstGeom>
        </p:spPr>
        <p:txBody>
          <a:bodyPr wrap="square">
            <a:spAutoFit/>
            <a:scene3d>
              <a:camera prst="orthographicFront"/>
              <a:lightRig rig="threePt" dir="t"/>
            </a:scene3d>
          </a:bodyPr>
          <a:lstStyle/>
          <a:p>
            <a:r>
              <a:rPr lang="en-US" sz="3200" dirty="0">
                <a:ln/>
                <a:solidFill>
                  <a:schemeClr val="tx1"/>
                </a:solidFill>
                <a:effectLst>
                  <a:outerShdw blurRad="38100" dist="19050" dir="2700000" algn="tl" rotWithShape="0">
                    <a:schemeClr val="dk1">
                      <a:alpha val="40000"/>
                    </a:schemeClr>
                  </a:outerShdw>
                </a:effectLst>
                <a:latin typeface="Quicksand Light" panose="00000400000000000000" charset="0"/>
                <a:ea typeface="Lucida Sans" panose="020B0602030504020204" charset="0"/>
                <a:cs typeface="Quicksand Light" panose="00000400000000000000" charset="0"/>
              </a:rPr>
              <a:t>A designer who has served the industry for over a decade.</a:t>
            </a:r>
            <a:endParaRPr lang="en-US" sz="3200" dirty="0">
              <a:ln/>
              <a:solidFill>
                <a:schemeClr val="tx1"/>
              </a:solidFill>
              <a:effectLst>
                <a:outerShdw blurRad="38100" dist="19050" dir="2700000" algn="tl" rotWithShape="0">
                  <a:schemeClr val="dk1">
                    <a:alpha val="40000"/>
                  </a:schemeClr>
                </a:outerShdw>
              </a:effectLst>
              <a:latin typeface="Quicksand Light" panose="00000400000000000000" charset="0"/>
              <a:ea typeface="Lucida Sans" panose="020B0602030504020204" charset="0"/>
              <a:cs typeface="Quicksand Light" panose="00000400000000000000" charset="0"/>
            </a:endParaRPr>
          </a:p>
        </p:txBody>
      </p:sp>
      <p:sp>
        <p:nvSpPr>
          <p:cNvPr id="8" name="Created and designed by Plura."/>
          <p:cNvSpPr txBox="1"/>
          <p:nvPr/>
        </p:nvSpPr>
        <p:spPr>
          <a:xfrm>
            <a:off x="10043624" y="12427689"/>
            <a:ext cx="4392000" cy="840105"/>
          </a:xfrm>
          <a:prstGeom prst="rect">
            <a:avLst/>
          </a:prstGeom>
          <a:ln w="12700">
            <a:miter lim="400000"/>
          </a:ln>
        </p:spPr>
        <p:txBody>
          <a:bodyPr wrap="square" lIns="50800" tIns="50800" rIns="50800" bIns="50800" anchor="ctr">
            <a:spAutoFit/>
          </a:bodyPr>
          <a:lstStyle>
            <a:lvl1pPr>
              <a:defRPr>
                <a:solidFill>
                  <a:srgbClr val="414C3D"/>
                </a:solidFill>
                <a:latin typeface="FZXiShanHu-M13S"/>
                <a:ea typeface="FZXiShanHu-M13S"/>
                <a:cs typeface="FZXiShanHu-M13S"/>
                <a:sym typeface="FZXiShanHu-M13S"/>
              </a:defRPr>
            </a:lvl1pPr>
          </a:lstStyle>
          <a:p>
            <a:r>
              <a:rPr sz="2400" dirty="0">
                <a:solidFill>
                  <a:schemeClr val="tx1">
                    <a:lumMod val="95000"/>
                    <a:lumOff val="5000"/>
                  </a:schemeClr>
                </a:solidFill>
                <a:latin typeface="Quicksand Light" panose="00000400000000000000" charset="0"/>
                <a:cs typeface="Quicksand Light" panose="00000400000000000000" charset="0"/>
              </a:rPr>
              <a:t>Created and designed by </a:t>
            </a:r>
            <a:r>
              <a:rPr lang="zh-CN" altLang="en-US" sz="2400" dirty="0">
                <a:solidFill>
                  <a:schemeClr val="tx1">
                    <a:lumMod val="95000"/>
                    <a:lumOff val="5000"/>
                  </a:schemeClr>
                </a:solidFill>
                <a:latin typeface="Quicksand Light" panose="00000400000000000000" charset="0"/>
                <a:cs typeface="Quicksand Light" panose="00000400000000000000" charset="0"/>
              </a:rPr>
              <a:t>荒唐梦</a:t>
            </a:r>
            <a:r>
              <a:rPr sz="2400" dirty="0">
                <a:solidFill>
                  <a:schemeClr val="tx1">
                    <a:lumMod val="95000"/>
                    <a:lumOff val="5000"/>
                  </a:schemeClr>
                </a:solidFill>
                <a:latin typeface="Quicksand Light" panose="00000400000000000000" charset="0"/>
                <a:cs typeface="Quicksand Light" panose="00000400000000000000" charset="0"/>
              </a:rPr>
              <a:t>.</a:t>
            </a:r>
            <a:endParaRPr sz="2400" dirty="0">
              <a:solidFill>
                <a:schemeClr val="tx1">
                  <a:lumMod val="95000"/>
                  <a:lumOff val="5000"/>
                </a:schemeClr>
              </a:solidFill>
              <a:latin typeface="Quicksand Light" panose="00000400000000000000" charset="0"/>
              <a:cs typeface="Quicksand Light" panose="00000400000000000000" charset="0"/>
            </a:endParaRPr>
          </a:p>
        </p:txBody>
      </p:sp>
      <p:sp>
        <p:nvSpPr>
          <p:cNvPr id="12" name="Title 1"/>
          <p:cNvSpPr txBox="1"/>
          <p:nvPr/>
        </p:nvSpPr>
        <p:spPr>
          <a:xfrm>
            <a:off x="1463906" y="1661907"/>
            <a:ext cx="2866591" cy="748219"/>
          </a:xfrm>
          <a:prstGeom prst="rect">
            <a:avLst/>
          </a:prstGeom>
        </p:spPr>
        <p:txBody>
          <a:bodyPr>
            <a:normAutofit fontScale="9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Quicksand Light" panose="00000400000000000000" charset="0"/>
                <a:ea typeface="G8321 Medium" panose="00000605000000000000" charset="0"/>
                <a:cs typeface="Quicksand Light" panose="00000400000000000000" charset="0"/>
              </a:rPr>
              <a:t>curev passion</a:t>
            </a:r>
            <a:endParaRPr lang="en-US" sz="3600" dirty="0">
              <a:latin typeface="Quicksand Light" panose="00000400000000000000" charset="0"/>
              <a:ea typeface="G8321 Medium" panose="00000605000000000000" charset="0"/>
              <a:cs typeface="Quicksand Light" panose="00000400000000000000"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6" name="Line Shape" descr="Line Shape"/>
          <p:cNvPicPr/>
          <p:nvPr/>
        </p:nvPicPr>
        <p:blipFill>
          <a:blip r:embed="rId1"/>
          <a:stretch>
            <a:fillRect/>
          </a:stretch>
        </p:blipFill>
        <p:spPr>
          <a:xfrm>
            <a:off x="1467343" y="-227780"/>
            <a:ext cx="10264848" cy="13906942"/>
          </a:xfrm>
          <a:prstGeom prst="rect">
            <a:avLst/>
          </a:prstGeom>
        </p:spPr>
      </p:pic>
      <p:sp>
        <p:nvSpPr>
          <p:cNvPr id="3" name="Title 1"/>
          <p:cNvSpPr txBox="1"/>
          <p:nvPr/>
        </p:nvSpPr>
        <p:spPr>
          <a:xfrm>
            <a:off x="13286332" y="5538857"/>
            <a:ext cx="7905135" cy="1835336"/>
          </a:xfrm>
          <a:prstGeom prst="rect">
            <a:avLst/>
          </a:prstGeom>
        </p:spPr>
        <p:txBody>
          <a:bodyPr>
            <a:normAutofit fontScale="9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11800" dirty="0">
                <a:solidFill>
                  <a:sysClr val="windowText" lastClr="000000"/>
                </a:solidFill>
                <a:latin typeface="Quicksand Light" panose="00000400000000000000" charset="0"/>
                <a:ea typeface="宋体" panose="02010600030101010101" pitchFamily="2" charset="-122"/>
                <a:cs typeface="Quicksand Light" panose="00000400000000000000" charset="0"/>
              </a:rPr>
              <a:t>HTM</a:t>
            </a:r>
            <a:endParaRPr lang="en-US" altLang="zh-CN" sz="11800" dirty="0">
              <a:solidFill>
                <a:sysClr val="windowText" lastClr="000000"/>
              </a:solidFill>
              <a:latin typeface="Quicksand Light" panose="00000400000000000000" charset="0"/>
              <a:ea typeface="宋体" panose="02010600030101010101" pitchFamily="2" charset="-122"/>
              <a:cs typeface="Quicksand Light" panose="00000400000000000000" charset="0"/>
            </a:endParaRPr>
          </a:p>
        </p:txBody>
      </p:sp>
      <p:sp>
        <p:nvSpPr>
          <p:cNvPr id="5" name="Title 1"/>
          <p:cNvSpPr txBox="1"/>
          <p:nvPr/>
        </p:nvSpPr>
        <p:spPr>
          <a:xfrm>
            <a:off x="13286332" y="7050109"/>
            <a:ext cx="5177816" cy="648168"/>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dirty="0">
                <a:latin typeface="Quicksand Light" panose="00000400000000000000" charset="0"/>
                <a:ea typeface="G8321 Medium" panose="00000605000000000000" charset="0"/>
                <a:cs typeface="Quicksand Light" panose="00000400000000000000" charset="0"/>
              </a:rPr>
              <a:t>Following your </a:t>
            </a:r>
            <a:r>
              <a:rPr lang="en-US" sz="3200" dirty="0">
                <a:latin typeface="Quicksand Light" panose="00000400000000000000" charset="0"/>
                <a:ea typeface="G8321 Medium" panose="00000605000000000000" charset="0"/>
                <a:cs typeface="Quicksand Light" panose="00000400000000000000" charset="0"/>
              </a:rPr>
              <a:t>artwork.</a:t>
            </a:r>
            <a:endParaRPr lang="en-US" sz="3200" dirty="0">
              <a:latin typeface="Quicksand Light" panose="00000400000000000000" charset="0"/>
              <a:ea typeface="G8321 Medium" panose="00000605000000000000" charset="0"/>
              <a:cs typeface="Quicksand Light" panose="00000400000000000000" charset="0"/>
            </a:endParaRPr>
          </a:p>
        </p:txBody>
      </p:sp>
      <p:sp>
        <p:nvSpPr>
          <p:cNvPr id="6" name="Rectangle 5"/>
          <p:cNvSpPr/>
          <p:nvPr/>
        </p:nvSpPr>
        <p:spPr>
          <a:xfrm>
            <a:off x="13286332" y="1250608"/>
            <a:ext cx="6889757" cy="1754326"/>
          </a:xfrm>
          <a:prstGeom prst="rect">
            <a:avLst/>
          </a:prstGeom>
        </p:spPr>
        <p:txBody>
          <a:bodyPr wrap="square">
            <a:spAutoFit/>
          </a:bodyPr>
          <a:lstStyle/>
          <a:p>
            <a:r>
              <a:rPr lang="en-ID" sz="5400" dirty="0">
                <a:solidFill>
                  <a:srgbClr val="000000"/>
                </a:solidFill>
                <a:latin typeface="Quicksand Light" panose="00000400000000000000" charset="0"/>
                <a:ea typeface="EB Garamond 12" panose="02020502060206020403" pitchFamily="18" charset="0"/>
                <a:cs typeface="Quicksand Light" panose="00000400000000000000" charset="0"/>
              </a:rPr>
              <a:t>Professionals, this priority.</a:t>
            </a:r>
            <a:endParaRPr lang="en-ID" sz="5400" dirty="0">
              <a:solidFill>
                <a:srgbClr val="000000"/>
              </a:solidFill>
              <a:latin typeface="Quicksand Light" panose="00000400000000000000" charset="0"/>
              <a:ea typeface="EB Garamond 12" panose="02020502060206020403" pitchFamily="18" charset="0"/>
              <a:cs typeface="Quicksand Light" panose="00000400000000000000" charset="0"/>
            </a:endParaRPr>
          </a:p>
        </p:txBody>
      </p:sp>
      <p:sp>
        <p:nvSpPr>
          <p:cNvPr id="7" name="Rectangle 6"/>
          <p:cNvSpPr/>
          <p:nvPr/>
        </p:nvSpPr>
        <p:spPr>
          <a:xfrm>
            <a:off x="13286332" y="8585917"/>
            <a:ext cx="7257743" cy="1895391"/>
          </a:xfrm>
          <a:prstGeom prst="rect">
            <a:avLst/>
          </a:prstGeom>
        </p:spPr>
        <p:txBody>
          <a:bodyPr wrap="square">
            <a:spAutoFit/>
          </a:bodyPr>
          <a:lstStyle/>
          <a:p>
            <a:pPr algn="just">
              <a:lnSpc>
                <a:spcPct val="150000"/>
              </a:lnSpc>
            </a:pPr>
            <a:r>
              <a:rPr lang="en-US" sz="2000" dirty="0">
                <a:solidFill>
                  <a:schemeClr val="tx2">
                    <a:lumMod val="50000"/>
                  </a:schemeClr>
                </a:solidFill>
                <a:latin typeface="Quicksand Light" panose="00000400000000000000" charset="0"/>
                <a:ea typeface="Lucida Sans" panose="020B0602030504020204" charset="0"/>
                <a:cs typeface="Quicksand Light" panose="00000400000000000000" charset="0"/>
              </a:rPr>
              <a:t>Intrigued by current political affairs around the conduct of </a:t>
            </a:r>
            <a:r>
              <a:rPr lang="en-US" sz="2000" dirty="0" err="1">
                <a:solidFill>
                  <a:schemeClr val="tx2">
                    <a:lumMod val="50000"/>
                  </a:schemeClr>
                </a:solidFill>
                <a:latin typeface="Quicksand Light" panose="00000400000000000000" charset="0"/>
                <a:ea typeface="Lucida Sans" panose="020B0602030504020204" charset="0"/>
                <a:cs typeface="Quicksand Light" panose="00000400000000000000" charset="0"/>
              </a:rPr>
              <a:t>american</a:t>
            </a:r>
            <a:r>
              <a:rPr lang="en-US" sz="2000" dirty="0">
                <a:solidFill>
                  <a:schemeClr val="tx2">
                    <a:lumMod val="50000"/>
                  </a:schemeClr>
                </a:solidFill>
                <a:latin typeface="Quicksand Light" panose="00000400000000000000" charset="0"/>
                <a:ea typeface="Lucida Sans" panose="020B0602030504020204" charset="0"/>
                <a:cs typeface="Quicksand Light" panose="00000400000000000000" charset="0"/>
              </a:rPr>
              <a:t> police officers towards black men, researchers at a </a:t>
            </a:r>
            <a:r>
              <a:rPr lang="en-US" sz="2000" dirty="0" err="1">
                <a:solidFill>
                  <a:schemeClr val="tx2">
                    <a:lumMod val="50000"/>
                  </a:schemeClr>
                </a:solidFill>
                <a:latin typeface="Quicksand Light" panose="00000400000000000000" charset="0"/>
                <a:ea typeface="Lucida Sans" panose="020B0602030504020204" charset="0"/>
                <a:cs typeface="Quicksand Light" panose="00000400000000000000" charset="0"/>
              </a:rPr>
              <a:t>canadian</a:t>
            </a:r>
            <a:r>
              <a:rPr lang="en-US" sz="2000" dirty="0">
                <a:solidFill>
                  <a:schemeClr val="tx2">
                    <a:lumMod val="50000"/>
                  </a:schemeClr>
                </a:solidFill>
                <a:latin typeface="Quicksand Light" panose="00000400000000000000" charset="0"/>
                <a:ea typeface="Lucida Sans" panose="020B0602030504020204" charset="0"/>
                <a:cs typeface="Quicksand Light" panose="00000400000000000000" charset="0"/>
              </a:rPr>
              <a:t> university conducted a study, in which students wore police-style </a:t>
            </a:r>
            <a:r>
              <a:rPr lang="en-US" sz="2000" dirty="0" err="1">
                <a:solidFill>
                  <a:schemeClr val="tx2">
                    <a:lumMod val="50000"/>
                  </a:schemeClr>
                </a:solidFill>
                <a:latin typeface="Quicksand Light" panose="00000400000000000000" charset="0"/>
                <a:ea typeface="Lucida Sans" panose="020B0602030504020204" charset="0"/>
                <a:cs typeface="Quicksand Light" panose="00000400000000000000" charset="0"/>
              </a:rPr>
              <a:t>uniforms.r</a:t>
            </a:r>
            <a:endParaRPr lang="en-ID" sz="2000" dirty="0">
              <a:solidFill>
                <a:schemeClr val="tx2">
                  <a:lumMod val="50000"/>
                </a:schemeClr>
              </a:solidFill>
              <a:latin typeface="Quicksand Light" panose="00000400000000000000" charset="0"/>
              <a:ea typeface="Lucida Sans" panose="020B0602030504020204" charset="0"/>
              <a:cs typeface="Quicksand Light" panose="00000400000000000000" charset="0"/>
            </a:endParaRPr>
          </a:p>
        </p:txBody>
      </p:sp>
      <p:sp>
        <p:nvSpPr>
          <p:cNvPr id="9" name="Rectangle 8"/>
          <p:cNvSpPr/>
          <p:nvPr/>
        </p:nvSpPr>
        <p:spPr>
          <a:xfrm>
            <a:off x="13286332" y="3306692"/>
            <a:ext cx="3942105" cy="369332"/>
          </a:xfrm>
          <a:prstGeom prst="rect">
            <a:avLst/>
          </a:prstGeom>
        </p:spPr>
        <p:txBody>
          <a:bodyPr wrap="none">
            <a:spAutoFit/>
          </a:bodyPr>
          <a:lstStyle/>
          <a:p>
            <a:r>
              <a:rPr lang="en-US" dirty="0">
                <a:solidFill>
                  <a:srgbClr val="221E1F"/>
                </a:solidFill>
                <a:latin typeface="Quicksand Light" panose="00000400000000000000" charset="0"/>
                <a:cs typeface="Quicksand Light" panose="00000400000000000000" charset="0"/>
              </a:rPr>
              <a:t>Design to enhance everyday life.</a:t>
            </a:r>
            <a:endParaRPr lang="en-US" dirty="0">
              <a:solidFill>
                <a:srgbClr val="221E1F"/>
              </a:solidFill>
              <a:latin typeface="Quicksand Light" panose="00000400000000000000" charset="0"/>
              <a:cs typeface="Quicksand Light" panose="00000400000000000000" charset="0"/>
            </a:endParaRPr>
          </a:p>
        </p:txBody>
      </p:sp>
      <p:sp>
        <p:nvSpPr>
          <p:cNvPr id="10" name="Subtitle 2"/>
          <p:cNvSpPr txBox="1"/>
          <p:nvPr/>
        </p:nvSpPr>
        <p:spPr>
          <a:xfrm>
            <a:off x="2458697" y="10995108"/>
            <a:ext cx="4779208" cy="161843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r>
              <a:rPr lang="en-US" sz="2000" dirty="0">
                <a:latin typeface="Pristina" panose="03060402040406080204" charset="0"/>
                <a:ea typeface="Kabond" panose="02000503000000000000" charset="0"/>
                <a:cs typeface="Pristina" panose="03060402040406080204" charset="0"/>
              </a:rPr>
              <a:t>[Me/Co-founder/Other Significant Employee] had a major life event — [Wedding/Baby/Marathon]</a:t>
            </a:r>
            <a:endParaRPr lang="en-US" sz="2000" dirty="0">
              <a:latin typeface="Pristina" panose="03060402040406080204" charset="0"/>
              <a:ea typeface="Kabond" panose="02000503000000000000" charset="0"/>
              <a:cs typeface="Pristina" panose="03060402040406080204" charset="0"/>
            </a:endParaRPr>
          </a:p>
        </p:txBody>
      </p:sp>
      <p:sp>
        <p:nvSpPr>
          <p:cNvPr id="12" name="Oval 11"/>
          <p:cNvSpPr/>
          <p:nvPr/>
        </p:nvSpPr>
        <p:spPr>
          <a:xfrm>
            <a:off x="2742082" y="358355"/>
            <a:ext cx="3796360" cy="3796361"/>
          </a:xfrm>
          <a:prstGeom prst="ellipse">
            <a:avLst/>
          </a:prstGeom>
          <a:solidFill>
            <a:schemeClr val="accent1">
              <a:alpha val="62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3" name="Oval 12"/>
          <p:cNvSpPr/>
          <p:nvPr/>
        </p:nvSpPr>
        <p:spPr>
          <a:xfrm>
            <a:off x="1753212" y="7374440"/>
            <a:ext cx="7346338" cy="7346338"/>
          </a:xfrm>
          <a:prstGeom prst="ellipse">
            <a:avLst/>
          </a:prstGeom>
          <a:solidFill>
            <a:srgbClr val="FF0000">
              <a:alpha val="62000"/>
            </a:srgb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Quicksand Light" panose="00000400000000000000" charset="0"/>
                <a:cs typeface="Quicksand Light" panose="00000400000000000000" charset="0"/>
              </a:rPr>
              <a:t> </a:t>
            </a:r>
            <a:endParaRPr lang="en-US" dirty="0">
              <a:latin typeface="Quicksand Light" panose="00000400000000000000" charset="0"/>
              <a:cs typeface="Quicksand Light" panose="00000400000000000000" charset="0"/>
            </a:endParaRPr>
          </a:p>
        </p:txBody>
      </p:sp>
      <p:sp>
        <p:nvSpPr>
          <p:cNvPr id="14" name="Oval 13"/>
          <p:cNvSpPr/>
          <p:nvPr/>
        </p:nvSpPr>
        <p:spPr>
          <a:xfrm>
            <a:off x="6355762" y="3005012"/>
            <a:ext cx="6355514" cy="6355515"/>
          </a:xfrm>
          <a:prstGeom prst="ellipse">
            <a:avLst/>
          </a:prstGeom>
          <a:solidFill>
            <a:srgbClr val="FFC000">
              <a:alpha val="62000"/>
            </a:srgb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cxnSp>
        <p:nvCxnSpPr>
          <p:cNvPr id="17" name="Straight Connector 16"/>
          <p:cNvCxnSpPr/>
          <p:nvPr/>
        </p:nvCxnSpPr>
        <p:spPr>
          <a:xfrm>
            <a:off x="13286332" y="5191432"/>
            <a:ext cx="417575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Created and designed by Plura."/>
          <p:cNvSpPr txBox="1"/>
          <p:nvPr/>
        </p:nvSpPr>
        <p:spPr>
          <a:xfrm>
            <a:off x="10043795" y="12612370"/>
            <a:ext cx="4880610" cy="470535"/>
          </a:xfrm>
          <a:prstGeom prst="rect">
            <a:avLst/>
          </a:prstGeom>
          <a:ln w="12700">
            <a:miter lim="400000"/>
          </a:ln>
        </p:spPr>
        <p:txBody>
          <a:bodyPr wrap="square" lIns="50800" tIns="50800" rIns="50800" bIns="50800" anchor="ctr">
            <a:spAutoFit/>
          </a:bodyPr>
          <a:lstStyle>
            <a:lvl1pPr>
              <a:defRPr>
                <a:solidFill>
                  <a:srgbClr val="414C3D"/>
                </a:solidFill>
                <a:latin typeface="FZXiShanHu-M13S"/>
                <a:ea typeface="FZXiShanHu-M13S"/>
                <a:cs typeface="FZXiShanHu-M13S"/>
                <a:sym typeface="FZXiShanHu-M13S"/>
              </a:defRPr>
            </a:lvl1pPr>
          </a:lstStyle>
          <a:p>
            <a:r>
              <a:rPr sz="2400" dirty="0">
                <a:solidFill>
                  <a:schemeClr val="tx1">
                    <a:lumMod val="95000"/>
                    <a:lumOff val="5000"/>
                  </a:schemeClr>
                </a:solidFill>
                <a:latin typeface="Quicksand Light" panose="00000400000000000000" charset="0"/>
                <a:cs typeface="Quicksand Light" panose="00000400000000000000" charset="0"/>
              </a:rPr>
              <a:t>Created and designed by </a:t>
            </a:r>
            <a:r>
              <a:rPr lang="zh-CN" altLang="en-US" sz="2400" dirty="0">
                <a:solidFill>
                  <a:schemeClr val="tx1">
                    <a:lumMod val="95000"/>
                    <a:lumOff val="5000"/>
                  </a:schemeClr>
                </a:solidFill>
                <a:latin typeface="Quicksand Light" panose="00000400000000000000" charset="0"/>
                <a:cs typeface="Quicksand Light" panose="00000400000000000000" charset="0"/>
              </a:rPr>
              <a:t>荒唐梦</a:t>
            </a:r>
            <a:r>
              <a:rPr sz="2400" dirty="0">
                <a:solidFill>
                  <a:schemeClr val="tx1">
                    <a:lumMod val="95000"/>
                    <a:lumOff val="5000"/>
                  </a:schemeClr>
                </a:solidFill>
                <a:latin typeface="Quicksand Light" panose="00000400000000000000" charset="0"/>
                <a:cs typeface="Quicksand Light" panose="00000400000000000000" charset="0"/>
              </a:rPr>
              <a:t>.</a:t>
            </a:r>
            <a:endParaRPr sz="2400" dirty="0">
              <a:solidFill>
                <a:schemeClr val="tx1">
                  <a:lumMod val="95000"/>
                  <a:lumOff val="5000"/>
                </a:schemeClr>
              </a:solidFill>
              <a:latin typeface="Quicksand Light" panose="00000400000000000000" charset="0"/>
              <a:cs typeface="Quicksand Light" panose="00000400000000000000" charset="0"/>
            </a:endParaRPr>
          </a:p>
        </p:txBody>
      </p:sp>
      <p:sp>
        <p:nvSpPr>
          <p:cNvPr id="8" name="Title 1"/>
          <p:cNvSpPr txBox="1"/>
          <p:nvPr/>
        </p:nvSpPr>
        <p:spPr>
          <a:xfrm>
            <a:off x="1463906" y="1661907"/>
            <a:ext cx="2866591" cy="748219"/>
          </a:xfrm>
          <a:prstGeom prst="rect">
            <a:avLst/>
          </a:prstGeom>
        </p:spPr>
        <p:txBody>
          <a:bodyPr>
            <a:normAutofit fontScale="9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Quicksand Light" panose="00000400000000000000" charset="0"/>
                <a:ea typeface="G8321 Medium" panose="00000605000000000000" charset="0"/>
                <a:cs typeface="Quicksand Light" panose="00000400000000000000" charset="0"/>
              </a:rPr>
              <a:t>curev passion</a:t>
            </a:r>
            <a:endParaRPr lang="en-US" sz="3600" dirty="0">
              <a:latin typeface="Quicksand Light" panose="00000400000000000000" charset="0"/>
              <a:ea typeface="G8321 Medium" panose="00000605000000000000" charset="0"/>
              <a:cs typeface="Quicksand Light" panose="00000400000000000000"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6" name="Line Shape" descr="Line Shape"/>
          <p:cNvPicPr/>
          <p:nvPr/>
        </p:nvPicPr>
        <p:blipFill>
          <a:blip r:embed="rId1"/>
          <a:stretch>
            <a:fillRect/>
          </a:stretch>
        </p:blipFill>
        <p:spPr>
          <a:xfrm rot="10800000">
            <a:off x="815617" y="-213460"/>
            <a:ext cx="23459453" cy="14142920"/>
          </a:xfrm>
          <a:prstGeom prst="rect">
            <a:avLst/>
          </a:prstGeom>
        </p:spPr>
      </p:pic>
      <p:sp>
        <p:nvSpPr>
          <p:cNvPr id="4" name="Rectangle 3"/>
          <p:cNvSpPr/>
          <p:nvPr/>
        </p:nvSpPr>
        <p:spPr>
          <a:xfrm>
            <a:off x="20008507" y="2284152"/>
            <a:ext cx="1191491" cy="16625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5" name="Title 1"/>
          <p:cNvSpPr txBox="1"/>
          <p:nvPr/>
        </p:nvSpPr>
        <p:spPr>
          <a:xfrm>
            <a:off x="13141470" y="4004609"/>
            <a:ext cx="9413730" cy="547720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1800" dirty="0">
                <a:solidFill>
                  <a:sysClr val="windowText" lastClr="000000"/>
                </a:solidFill>
                <a:latin typeface="Quicksand Light" panose="00000400000000000000" charset="0"/>
                <a:ea typeface="G8321 Medium" panose="00000605000000000000" charset="0"/>
                <a:cs typeface="Quicksand Light" panose="00000400000000000000" charset="0"/>
              </a:rPr>
              <a:t>Hidden</a:t>
            </a:r>
            <a:r>
              <a:rPr lang="en-US" sz="11800" dirty="0">
                <a:latin typeface="Quicksand Light" panose="00000400000000000000" charset="0"/>
                <a:ea typeface="G8321 Medium" panose="00000605000000000000" charset="0"/>
                <a:cs typeface="Quicksand Light" panose="00000400000000000000" charset="0"/>
              </a:rPr>
              <a:t> power from inside.</a:t>
            </a:r>
            <a:endParaRPr lang="en-US" sz="11800" dirty="0">
              <a:latin typeface="Quicksand Light" panose="00000400000000000000" charset="0"/>
              <a:ea typeface="G8321 Medium" panose="00000605000000000000" charset="0"/>
              <a:cs typeface="Quicksand Light" panose="00000400000000000000" charset="0"/>
            </a:endParaRPr>
          </a:p>
        </p:txBody>
      </p:sp>
      <p:sp>
        <p:nvSpPr>
          <p:cNvPr id="6" name="Rectangle 5"/>
          <p:cNvSpPr/>
          <p:nvPr/>
        </p:nvSpPr>
        <p:spPr>
          <a:xfrm>
            <a:off x="3002162" y="4119909"/>
            <a:ext cx="8335619" cy="1753235"/>
          </a:xfrm>
          <a:prstGeom prst="rect">
            <a:avLst/>
          </a:prstGeom>
        </p:spPr>
        <p:txBody>
          <a:bodyPr wrap="square">
            <a:spAutoFit/>
          </a:bodyPr>
          <a:lstStyle/>
          <a:p>
            <a:pPr algn="just"/>
            <a:r>
              <a:rPr lang="en-US" sz="3600" dirty="0">
                <a:solidFill>
                  <a:schemeClr val="tx1"/>
                </a:solidFill>
                <a:latin typeface="Quicksand Light" panose="00000400000000000000" charset="0"/>
                <a:ea typeface="EB Garamond 12" panose="02020502060206020403" pitchFamily="18" charset="0"/>
                <a:cs typeface="Quicksand Light" panose="00000400000000000000" charset="0"/>
              </a:rPr>
              <a:t>For some professionals, this priority can take its toll as it removes the heart and soul from the design process:</a:t>
            </a:r>
            <a:endParaRPr lang="en-US" sz="3600" dirty="0">
              <a:solidFill>
                <a:schemeClr val="tx1"/>
              </a:solidFill>
              <a:latin typeface="Quicksand Light" panose="00000400000000000000" charset="0"/>
              <a:ea typeface="EB Garamond 12" panose="02020502060206020403" pitchFamily="18" charset="0"/>
              <a:cs typeface="Quicksand Light" panose="00000400000000000000" charset="0"/>
            </a:endParaRPr>
          </a:p>
        </p:txBody>
      </p:sp>
      <p:sp>
        <p:nvSpPr>
          <p:cNvPr id="7" name="Rectangle 6"/>
          <p:cNvSpPr/>
          <p:nvPr/>
        </p:nvSpPr>
        <p:spPr>
          <a:xfrm>
            <a:off x="3122063" y="7724326"/>
            <a:ext cx="8335618" cy="972061"/>
          </a:xfrm>
          <a:prstGeom prst="rect">
            <a:avLst/>
          </a:prstGeom>
        </p:spPr>
        <p:txBody>
          <a:bodyPr wrap="square">
            <a:spAutoFit/>
          </a:bodyPr>
          <a:lstStyle/>
          <a:p>
            <a:pPr>
              <a:lnSpc>
                <a:spcPct val="150000"/>
              </a:lnSpc>
            </a:pPr>
            <a:r>
              <a:rPr lang="en-US" sz="2000" dirty="0">
                <a:solidFill>
                  <a:schemeClr val="tx1"/>
                </a:solidFill>
                <a:latin typeface="Quicksand Light" panose="00000400000000000000" charset="0"/>
                <a:ea typeface="Lucida Sans" panose="020B0602030504020204" charset="0"/>
                <a:cs typeface="Quicksand Light" panose="00000400000000000000" charset="0"/>
              </a:rPr>
              <a:t>These employees experienced lower job satisfaction and had a negative outlook on their prospects of career progression.</a:t>
            </a:r>
            <a:endParaRPr lang="en-US" sz="2000" dirty="0">
              <a:solidFill>
                <a:schemeClr val="tx1"/>
              </a:solidFill>
              <a:latin typeface="Quicksand Light" panose="00000400000000000000" charset="0"/>
              <a:ea typeface="Lucida Sans" panose="020B0602030504020204" charset="0"/>
              <a:cs typeface="Quicksand Light" panose="00000400000000000000" charset="0"/>
            </a:endParaRPr>
          </a:p>
        </p:txBody>
      </p:sp>
      <p:sp>
        <p:nvSpPr>
          <p:cNvPr id="10" name="Created and designed by Plura."/>
          <p:cNvSpPr txBox="1"/>
          <p:nvPr/>
        </p:nvSpPr>
        <p:spPr>
          <a:xfrm>
            <a:off x="10043795" y="12612370"/>
            <a:ext cx="4921250" cy="470535"/>
          </a:xfrm>
          <a:prstGeom prst="rect">
            <a:avLst/>
          </a:prstGeom>
          <a:ln w="12700">
            <a:miter lim="400000"/>
          </a:ln>
        </p:spPr>
        <p:txBody>
          <a:bodyPr wrap="square" lIns="50800" tIns="50800" rIns="50800" bIns="50800" anchor="ctr">
            <a:spAutoFit/>
          </a:bodyPr>
          <a:lstStyle>
            <a:lvl1pPr>
              <a:defRPr>
                <a:solidFill>
                  <a:srgbClr val="414C3D"/>
                </a:solidFill>
                <a:latin typeface="FZXiShanHu-M13S"/>
                <a:ea typeface="FZXiShanHu-M13S"/>
                <a:cs typeface="FZXiShanHu-M13S"/>
                <a:sym typeface="FZXiShanHu-M13S"/>
              </a:defRPr>
            </a:lvl1pPr>
          </a:lstStyle>
          <a:p>
            <a:r>
              <a:rPr sz="2400" dirty="0">
                <a:solidFill>
                  <a:schemeClr val="tx1">
                    <a:lumMod val="95000"/>
                    <a:lumOff val="5000"/>
                  </a:schemeClr>
                </a:solidFill>
                <a:latin typeface="Quicksand Light" panose="00000400000000000000" charset="0"/>
                <a:cs typeface="Quicksand Light" panose="00000400000000000000" charset="0"/>
              </a:rPr>
              <a:t>Created and designed by </a:t>
            </a:r>
            <a:r>
              <a:rPr lang="zh-CN" altLang="en-US" sz="2400" dirty="0">
                <a:solidFill>
                  <a:schemeClr val="tx1">
                    <a:lumMod val="95000"/>
                    <a:lumOff val="5000"/>
                  </a:schemeClr>
                </a:solidFill>
                <a:latin typeface="Quicksand Light" panose="00000400000000000000" charset="0"/>
                <a:cs typeface="Quicksand Light" panose="00000400000000000000" charset="0"/>
              </a:rPr>
              <a:t>荒唐梦</a:t>
            </a:r>
            <a:r>
              <a:rPr sz="2400" dirty="0">
                <a:solidFill>
                  <a:schemeClr val="tx1">
                    <a:lumMod val="95000"/>
                    <a:lumOff val="5000"/>
                  </a:schemeClr>
                </a:solidFill>
                <a:latin typeface="Quicksand Light" panose="00000400000000000000" charset="0"/>
                <a:cs typeface="Quicksand Light" panose="00000400000000000000" charset="0"/>
              </a:rPr>
              <a:t>.</a:t>
            </a:r>
            <a:endParaRPr sz="2400" dirty="0">
              <a:solidFill>
                <a:schemeClr val="tx1">
                  <a:lumMod val="95000"/>
                  <a:lumOff val="5000"/>
                </a:schemeClr>
              </a:solidFill>
              <a:latin typeface="Quicksand Light" panose="00000400000000000000" charset="0"/>
              <a:cs typeface="Quicksand Light" panose="00000400000000000000" charset="0"/>
            </a:endParaRPr>
          </a:p>
        </p:txBody>
      </p:sp>
      <p:sp>
        <p:nvSpPr>
          <p:cNvPr id="12" name="Title 1"/>
          <p:cNvSpPr txBox="1"/>
          <p:nvPr/>
        </p:nvSpPr>
        <p:spPr>
          <a:xfrm>
            <a:off x="1463906" y="1661907"/>
            <a:ext cx="2866591" cy="748219"/>
          </a:xfrm>
          <a:prstGeom prst="rect">
            <a:avLst/>
          </a:prstGeom>
        </p:spPr>
        <p:txBody>
          <a:bodyPr>
            <a:normAutofit fontScale="9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Quicksand Light" panose="00000400000000000000" charset="0"/>
                <a:ea typeface="G8321 Medium" panose="00000605000000000000" charset="0"/>
                <a:cs typeface="Quicksand Light" panose="00000400000000000000" charset="0"/>
              </a:rPr>
              <a:t>curev passion</a:t>
            </a:r>
            <a:endParaRPr lang="en-US" sz="3600" dirty="0">
              <a:latin typeface="Quicksand Light" panose="00000400000000000000" charset="0"/>
              <a:ea typeface="G8321 Medium" panose="00000605000000000000" charset="0"/>
              <a:cs typeface="Quicksand Light" panose="00000400000000000000"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6" name="Line Shape" descr="Line Shape"/>
          <p:cNvPicPr/>
          <p:nvPr/>
        </p:nvPicPr>
        <p:blipFill>
          <a:blip r:embed="rId1"/>
          <a:stretch>
            <a:fillRect/>
          </a:stretch>
        </p:blipFill>
        <p:spPr>
          <a:xfrm rot="3480000">
            <a:off x="740410" y="-4649470"/>
            <a:ext cx="11274425" cy="17491710"/>
          </a:xfrm>
          <a:prstGeom prst="rect">
            <a:avLst/>
          </a:prstGeom>
        </p:spPr>
      </p:pic>
      <p:sp>
        <p:nvSpPr>
          <p:cNvPr id="2" name="Title 1"/>
          <p:cNvSpPr txBox="1"/>
          <p:nvPr/>
        </p:nvSpPr>
        <p:spPr>
          <a:xfrm>
            <a:off x="3494236" y="8282057"/>
            <a:ext cx="6387183" cy="1658356"/>
          </a:xfrm>
          <a:prstGeom prst="rect">
            <a:avLst/>
          </a:prstGeom>
        </p:spPr>
        <p:txBody>
          <a:bodyPr>
            <a:normAutofit fontScale="8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1800" dirty="0" err="1">
                <a:solidFill>
                  <a:schemeClr val="tx1"/>
                </a:solidFill>
                <a:latin typeface="Quicksand Light" panose="00000400000000000000" charset="0"/>
                <a:ea typeface="G8321 Medium" panose="00000605000000000000" charset="0"/>
                <a:cs typeface="Quicksand Light" panose="00000400000000000000" charset="0"/>
              </a:rPr>
              <a:t>Potrait</a:t>
            </a:r>
            <a:r>
              <a:rPr lang="en-US" sz="11800" dirty="0">
                <a:solidFill>
                  <a:schemeClr val="tx1"/>
                </a:solidFill>
                <a:latin typeface="Quicksand Light" panose="00000400000000000000" charset="0"/>
                <a:ea typeface="G8321 Medium" panose="00000605000000000000" charset="0"/>
                <a:cs typeface="Quicksand Light" panose="00000400000000000000" charset="0"/>
              </a:rPr>
              <a:t>.</a:t>
            </a:r>
            <a:endParaRPr lang="en-US" sz="11800" dirty="0">
              <a:solidFill>
                <a:schemeClr val="tx1"/>
              </a:solidFill>
              <a:latin typeface="Quicksand Light" panose="00000400000000000000" charset="0"/>
              <a:ea typeface="G8321 Medium" panose="00000605000000000000" charset="0"/>
              <a:cs typeface="Quicksand Light" panose="00000400000000000000" charset="0"/>
            </a:endParaRPr>
          </a:p>
        </p:txBody>
      </p:sp>
      <p:sp>
        <p:nvSpPr>
          <p:cNvPr id="4" name="Rectangle 3"/>
          <p:cNvSpPr/>
          <p:nvPr/>
        </p:nvSpPr>
        <p:spPr>
          <a:xfrm>
            <a:off x="14597833" y="2348874"/>
            <a:ext cx="7255601" cy="7200900"/>
          </a:xfrm>
          <a:prstGeom prst="rect">
            <a:avLst/>
          </a:prstGeom>
        </p:spPr>
        <p:txBody>
          <a:bodyPr wrap="square">
            <a:spAutoFit/>
          </a:bodyPr>
          <a:lstStyle/>
          <a:p>
            <a:pPr algn="ctr">
              <a:lnSpc>
                <a:spcPct val="150000"/>
              </a:lnSpc>
            </a:pPr>
            <a:r>
              <a:rPr lang="en-US" sz="4400" dirty="0">
                <a:solidFill>
                  <a:schemeClr val="tx1"/>
                </a:solidFill>
                <a:latin typeface="Quicksand Light" panose="00000400000000000000" charset="0"/>
                <a:ea typeface="EB Garamond 12" panose="02020502060206020403" pitchFamily="18" charset="0"/>
                <a:cs typeface="Quicksand Light" panose="00000400000000000000" charset="0"/>
              </a:rPr>
              <a:t>But as our (fashion) industry operates in a conventional business model that is product-driven and sales focused first, where does the value of artistic creativity stand?</a:t>
            </a:r>
            <a:endParaRPr lang="en-US" sz="4400" dirty="0">
              <a:solidFill>
                <a:schemeClr val="tx1"/>
              </a:solidFill>
              <a:latin typeface="Quicksand Light" panose="00000400000000000000" charset="0"/>
              <a:ea typeface="EB Garamond 12" panose="02020502060206020403" pitchFamily="18" charset="0"/>
              <a:cs typeface="Quicksand Light" panose="00000400000000000000" charset="0"/>
            </a:endParaRPr>
          </a:p>
        </p:txBody>
      </p:sp>
      <p:cxnSp>
        <p:nvCxnSpPr>
          <p:cNvPr id="6" name="Straight Connector 5"/>
          <p:cNvCxnSpPr/>
          <p:nvPr/>
        </p:nvCxnSpPr>
        <p:spPr>
          <a:xfrm>
            <a:off x="3494236" y="10913806"/>
            <a:ext cx="1072320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itle 1"/>
          <p:cNvSpPr txBox="1"/>
          <p:nvPr/>
        </p:nvSpPr>
        <p:spPr>
          <a:xfrm>
            <a:off x="3494236" y="11239031"/>
            <a:ext cx="5177816" cy="648168"/>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dirty="0">
                <a:solidFill>
                  <a:schemeClr val="tx1"/>
                </a:solidFill>
                <a:latin typeface="Quicksand Light" panose="00000400000000000000" charset="0"/>
                <a:ea typeface="G8321 Medium" panose="00000605000000000000" charset="0"/>
                <a:cs typeface="Quicksand Light" panose="00000400000000000000" charset="0"/>
              </a:rPr>
              <a:t>Marketing Strategy</a:t>
            </a:r>
            <a:endParaRPr lang="en-US" sz="3200" dirty="0">
              <a:solidFill>
                <a:schemeClr val="tx1"/>
              </a:solidFill>
              <a:latin typeface="Quicksand Light" panose="00000400000000000000" charset="0"/>
              <a:ea typeface="G8321 Medium" panose="00000605000000000000" charset="0"/>
              <a:cs typeface="Quicksand Light" panose="00000400000000000000" charset="0"/>
            </a:endParaRPr>
          </a:p>
        </p:txBody>
      </p:sp>
      <p:sp>
        <p:nvSpPr>
          <p:cNvPr id="8" name="Rectangle 7"/>
          <p:cNvSpPr/>
          <p:nvPr/>
        </p:nvSpPr>
        <p:spPr>
          <a:xfrm>
            <a:off x="7304472" y="5824081"/>
            <a:ext cx="3277515" cy="1015663"/>
          </a:xfrm>
          <a:prstGeom prst="rect">
            <a:avLst/>
          </a:prstGeom>
        </p:spPr>
        <p:txBody>
          <a:bodyPr wrap="square">
            <a:spAutoFit/>
          </a:bodyPr>
          <a:lstStyle/>
          <a:p>
            <a:r>
              <a:rPr lang="en-ID" sz="2000" dirty="0">
                <a:solidFill>
                  <a:schemeClr val="tx1"/>
                </a:solidFill>
                <a:latin typeface="Quicksand Light" panose="00000400000000000000" charset="0"/>
                <a:ea typeface="Lucida Sans" panose="020B0602030504020204" charset="0"/>
                <a:cs typeface="Quicksand Light" panose="00000400000000000000" charset="0"/>
              </a:rPr>
              <a:t>Written by</a:t>
            </a:r>
            <a:endParaRPr lang="en-ID" sz="2000" dirty="0">
              <a:solidFill>
                <a:schemeClr val="tx1"/>
              </a:solidFill>
              <a:latin typeface="Quicksand Light" panose="00000400000000000000" charset="0"/>
              <a:ea typeface="Lucida Sans" panose="020B0602030504020204" charset="0"/>
              <a:cs typeface="Quicksand Light" panose="00000400000000000000" charset="0"/>
            </a:endParaRPr>
          </a:p>
          <a:p>
            <a:r>
              <a:rPr lang="en-ID" sz="2000" dirty="0">
                <a:solidFill>
                  <a:schemeClr val="tx1"/>
                </a:solidFill>
                <a:latin typeface="Quicksand Light" panose="00000400000000000000" charset="0"/>
                <a:ea typeface="Lucida Sans" panose="020B0602030504020204" charset="0"/>
                <a:cs typeface="Quicksand Light" panose="00000400000000000000" charset="0"/>
              </a:rPr>
              <a:t>Judith </a:t>
            </a:r>
            <a:r>
              <a:rPr lang="en-ID" sz="2000" dirty="0" err="1">
                <a:solidFill>
                  <a:schemeClr val="tx1"/>
                </a:solidFill>
                <a:latin typeface="Quicksand Light" panose="00000400000000000000" charset="0"/>
                <a:ea typeface="Lucida Sans" panose="020B0602030504020204" charset="0"/>
                <a:cs typeface="Quicksand Light" panose="00000400000000000000" charset="0"/>
              </a:rPr>
              <a:t>Achumba</a:t>
            </a:r>
            <a:r>
              <a:rPr lang="en-ID" sz="2000" dirty="0">
                <a:solidFill>
                  <a:schemeClr val="tx1"/>
                </a:solidFill>
                <a:latin typeface="Quicksand Light" panose="00000400000000000000" charset="0"/>
                <a:ea typeface="Lucida Sans" panose="020B0602030504020204" charset="0"/>
                <a:cs typeface="Quicksand Light" panose="00000400000000000000" charset="0"/>
              </a:rPr>
              <a:t>-</a:t>
            </a:r>
            <a:endParaRPr lang="en-ID" sz="2000" dirty="0">
              <a:solidFill>
                <a:schemeClr val="tx1"/>
              </a:solidFill>
              <a:latin typeface="Quicksand Light" panose="00000400000000000000" charset="0"/>
              <a:ea typeface="Lucida Sans" panose="020B0602030504020204" charset="0"/>
              <a:cs typeface="Quicksand Light" panose="00000400000000000000" charset="0"/>
            </a:endParaRPr>
          </a:p>
          <a:p>
            <a:r>
              <a:rPr lang="en-ID" sz="2000" dirty="0" err="1">
                <a:solidFill>
                  <a:schemeClr val="tx1"/>
                </a:solidFill>
                <a:latin typeface="Quicksand Light" panose="00000400000000000000" charset="0"/>
                <a:ea typeface="Lucida Sans" panose="020B0602030504020204" charset="0"/>
                <a:cs typeface="Quicksand Light" panose="00000400000000000000" charset="0"/>
              </a:rPr>
              <a:t>Wöllenstein</a:t>
            </a:r>
            <a:endParaRPr lang="en-ID" sz="2000" dirty="0" err="1">
              <a:solidFill>
                <a:schemeClr val="tx1"/>
              </a:solidFill>
              <a:latin typeface="Quicksand Light" panose="00000400000000000000" charset="0"/>
              <a:ea typeface="Lucida Sans" panose="020B0602030504020204" charset="0"/>
              <a:cs typeface="Quicksand Light" panose="00000400000000000000" charset="0"/>
            </a:endParaRPr>
          </a:p>
        </p:txBody>
      </p:sp>
      <p:sp>
        <p:nvSpPr>
          <p:cNvPr id="9" name="Rectangle 8"/>
          <p:cNvSpPr/>
          <p:nvPr/>
        </p:nvSpPr>
        <p:spPr>
          <a:xfrm>
            <a:off x="20661943" y="11072777"/>
            <a:ext cx="1191491" cy="16625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3" name="Created and designed by Plura."/>
          <p:cNvSpPr txBox="1"/>
          <p:nvPr/>
        </p:nvSpPr>
        <p:spPr>
          <a:xfrm>
            <a:off x="10043624" y="12427689"/>
            <a:ext cx="4392000" cy="840105"/>
          </a:xfrm>
          <a:prstGeom prst="rect">
            <a:avLst/>
          </a:prstGeom>
          <a:ln w="12700">
            <a:miter lim="400000"/>
          </a:ln>
        </p:spPr>
        <p:txBody>
          <a:bodyPr wrap="square" lIns="50800" tIns="50800" rIns="50800" bIns="50800" anchor="ctr">
            <a:spAutoFit/>
          </a:bodyPr>
          <a:lstStyle>
            <a:lvl1pPr>
              <a:defRPr>
                <a:solidFill>
                  <a:srgbClr val="414C3D"/>
                </a:solidFill>
                <a:latin typeface="FZXiShanHu-M13S"/>
                <a:ea typeface="FZXiShanHu-M13S"/>
                <a:cs typeface="FZXiShanHu-M13S"/>
                <a:sym typeface="FZXiShanHu-M13S"/>
              </a:defRPr>
            </a:lvl1pPr>
          </a:lstStyle>
          <a:p>
            <a:r>
              <a:rPr sz="2400" dirty="0">
                <a:solidFill>
                  <a:schemeClr val="tx1"/>
                </a:solidFill>
                <a:latin typeface="Quicksand Light" panose="00000400000000000000" charset="0"/>
                <a:cs typeface="Quicksand Light" panose="00000400000000000000" charset="0"/>
              </a:rPr>
              <a:t>Created and designed by </a:t>
            </a:r>
            <a:r>
              <a:rPr lang="zh-CN" altLang="en-US" sz="2400" dirty="0">
                <a:solidFill>
                  <a:schemeClr val="tx1"/>
                </a:solidFill>
                <a:latin typeface="Quicksand Light" panose="00000400000000000000" charset="0"/>
                <a:cs typeface="Quicksand Light" panose="00000400000000000000" charset="0"/>
              </a:rPr>
              <a:t>荒唐梦</a:t>
            </a:r>
            <a:r>
              <a:rPr sz="2400" dirty="0">
                <a:solidFill>
                  <a:schemeClr val="tx1"/>
                </a:solidFill>
                <a:latin typeface="Quicksand Light" panose="00000400000000000000" charset="0"/>
                <a:cs typeface="Quicksand Light" panose="00000400000000000000" charset="0"/>
              </a:rPr>
              <a:t>.</a:t>
            </a:r>
            <a:endParaRPr sz="2400" dirty="0">
              <a:solidFill>
                <a:schemeClr val="tx1"/>
              </a:solidFill>
              <a:latin typeface="Quicksand Light" panose="00000400000000000000" charset="0"/>
              <a:cs typeface="Quicksand Light" panose="00000400000000000000" charset="0"/>
            </a:endParaRPr>
          </a:p>
        </p:txBody>
      </p:sp>
      <p:sp>
        <p:nvSpPr>
          <p:cNvPr id="3" name="Title 1"/>
          <p:cNvSpPr txBox="1"/>
          <p:nvPr/>
        </p:nvSpPr>
        <p:spPr>
          <a:xfrm>
            <a:off x="3606396" y="10052797"/>
            <a:ext cx="2866591" cy="748219"/>
          </a:xfrm>
          <a:prstGeom prst="rect">
            <a:avLst/>
          </a:prstGeom>
        </p:spPr>
        <p:txBody>
          <a:bodyPr>
            <a:normAutofit fontScale="9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Quicksand Light" panose="00000400000000000000" charset="0"/>
                <a:ea typeface="G8321 Medium" panose="00000605000000000000" charset="0"/>
                <a:cs typeface="Quicksand Light" panose="00000400000000000000" charset="0"/>
              </a:rPr>
              <a:t>curev passion</a:t>
            </a:r>
            <a:endParaRPr lang="en-US" sz="3600" dirty="0">
              <a:latin typeface="Quicksand Light" panose="00000400000000000000" charset="0"/>
              <a:ea typeface="G8321 Medium" panose="00000605000000000000" charset="0"/>
              <a:cs typeface="Quicksand Light" panose="00000400000000000000" charset="0"/>
            </a:endParaRPr>
          </a:p>
        </p:txBody>
      </p:sp>
      <p:sp>
        <p:nvSpPr>
          <p:cNvPr id="14" name="Title 1"/>
          <p:cNvSpPr txBox="1"/>
          <p:nvPr/>
        </p:nvSpPr>
        <p:spPr>
          <a:xfrm>
            <a:off x="1463906" y="1661907"/>
            <a:ext cx="2866591" cy="748219"/>
          </a:xfrm>
          <a:prstGeom prst="rect">
            <a:avLst/>
          </a:prstGeom>
        </p:spPr>
        <p:txBody>
          <a:bodyPr>
            <a:normAutofit fontScale="9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Quicksand Light" panose="00000400000000000000" charset="0"/>
                <a:ea typeface="G8321 Medium" panose="00000605000000000000" charset="0"/>
                <a:cs typeface="Quicksand Light" panose="00000400000000000000" charset="0"/>
              </a:rPr>
              <a:t>curev passion</a:t>
            </a:r>
            <a:endParaRPr lang="en-US" sz="3600" dirty="0">
              <a:latin typeface="Quicksand Light" panose="00000400000000000000" charset="0"/>
              <a:ea typeface="G8321 Medium" panose="00000605000000000000" charset="0"/>
              <a:cs typeface="Quicksand Light" panose="00000400000000000000"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2196379" y="3533555"/>
            <a:ext cx="9413730" cy="386477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1800" dirty="0">
                <a:solidFill>
                  <a:sysClr val="windowText" lastClr="000000"/>
                </a:solidFill>
                <a:latin typeface="Quicksand Light" panose="00000400000000000000" charset="0"/>
                <a:ea typeface="G8321 Medium" panose="00000605000000000000" charset="0"/>
                <a:cs typeface="Quicksand Light" panose="00000400000000000000" charset="0"/>
              </a:rPr>
              <a:t>Early Upcoming.</a:t>
            </a:r>
            <a:endParaRPr lang="en-US" sz="11800" dirty="0">
              <a:solidFill>
                <a:sysClr val="windowText" lastClr="000000"/>
              </a:solidFill>
              <a:latin typeface="Quicksand Light" panose="00000400000000000000" charset="0"/>
              <a:ea typeface="G8321 Medium" panose="00000605000000000000" charset="0"/>
              <a:cs typeface="Quicksand Light" panose="00000400000000000000" charset="0"/>
            </a:endParaRPr>
          </a:p>
        </p:txBody>
      </p:sp>
      <p:sp>
        <p:nvSpPr>
          <p:cNvPr id="3" name="Title 1"/>
          <p:cNvSpPr txBox="1"/>
          <p:nvPr/>
        </p:nvSpPr>
        <p:spPr>
          <a:xfrm>
            <a:off x="2304617" y="6972658"/>
            <a:ext cx="3929928" cy="1433726"/>
          </a:xfrm>
          <a:prstGeom prst="rect">
            <a:avLst/>
          </a:prstGeom>
          <a:solidFill>
            <a:schemeClr val="tx1"/>
          </a:solidFill>
        </p:spPr>
        <p:txBody>
          <a:bodyP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9800" dirty="0">
                <a:solidFill>
                  <a:schemeClr val="bg1"/>
                </a:solidFill>
                <a:latin typeface="Quicksand Light" panose="00000400000000000000" charset="0"/>
                <a:ea typeface="G8321 Medium" panose="00000605000000000000" charset="0"/>
                <a:cs typeface="Quicksand Light" panose="00000400000000000000" charset="0"/>
              </a:rPr>
              <a:t>Event.</a:t>
            </a:r>
            <a:endParaRPr lang="en-US" sz="9800" dirty="0">
              <a:solidFill>
                <a:schemeClr val="bg1"/>
              </a:solidFill>
              <a:latin typeface="Quicksand Light" panose="00000400000000000000" charset="0"/>
              <a:ea typeface="G8321 Medium" panose="00000605000000000000" charset="0"/>
              <a:cs typeface="Quicksand Light" panose="00000400000000000000" charset="0"/>
            </a:endParaRPr>
          </a:p>
        </p:txBody>
      </p:sp>
      <p:sp>
        <p:nvSpPr>
          <p:cNvPr id="4" name="Rectangle 3"/>
          <p:cNvSpPr/>
          <p:nvPr/>
        </p:nvSpPr>
        <p:spPr>
          <a:xfrm>
            <a:off x="12869143" y="5459336"/>
            <a:ext cx="10272712" cy="1938992"/>
          </a:xfrm>
          <a:prstGeom prst="rect">
            <a:avLst/>
          </a:prstGeom>
        </p:spPr>
        <p:txBody>
          <a:bodyPr wrap="square">
            <a:spAutoFit/>
          </a:bodyPr>
          <a:lstStyle/>
          <a:p>
            <a:r>
              <a:rPr lang="en-US" sz="4000" dirty="0">
                <a:latin typeface="Quicksand Light" panose="00000400000000000000" charset="0"/>
                <a:ea typeface="EB Garamond 12" panose="02020502060206020403" pitchFamily="18" charset="0"/>
                <a:cs typeface="Quicksand Light" panose="00000400000000000000" charset="0"/>
              </a:rPr>
              <a:t>These employees scored lower on objective job performance evaluations than their peers. </a:t>
            </a:r>
            <a:endParaRPr lang="en-US" sz="4000" dirty="0">
              <a:latin typeface="Quicksand Light" panose="00000400000000000000" charset="0"/>
              <a:ea typeface="EB Garamond 12" panose="02020502060206020403" pitchFamily="18" charset="0"/>
              <a:cs typeface="Quicksand Light" panose="00000400000000000000" charset="0"/>
            </a:endParaRPr>
          </a:p>
        </p:txBody>
      </p:sp>
      <p:sp>
        <p:nvSpPr>
          <p:cNvPr id="5" name="Title 1"/>
          <p:cNvSpPr txBox="1"/>
          <p:nvPr/>
        </p:nvSpPr>
        <p:spPr>
          <a:xfrm>
            <a:off x="12869143" y="4718440"/>
            <a:ext cx="1207075" cy="1737777"/>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1800" dirty="0">
                <a:solidFill>
                  <a:sysClr val="windowText" lastClr="000000"/>
                </a:solidFill>
                <a:latin typeface="Bahnschrift SemiBold" panose="020B0502040204020203" charset="0"/>
                <a:ea typeface="G8321 Medium" panose="00000605000000000000" charset="0"/>
                <a:cs typeface="Bahnschrift SemiBold" panose="020B0502040204020203" charset="0"/>
              </a:rPr>
              <a:t>“</a:t>
            </a:r>
            <a:endParaRPr lang="en-US" sz="11800" dirty="0">
              <a:latin typeface="Bahnschrift SemiBold" panose="020B0502040204020203" charset="0"/>
              <a:ea typeface="G8321 Medium" panose="00000605000000000000" charset="0"/>
              <a:cs typeface="Bahnschrift SemiBold" panose="020B0502040204020203" charset="0"/>
            </a:endParaRPr>
          </a:p>
        </p:txBody>
      </p:sp>
      <p:sp>
        <p:nvSpPr>
          <p:cNvPr id="6" name="Rectangle 5"/>
          <p:cNvSpPr/>
          <p:nvPr/>
        </p:nvSpPr>
        <p:spPr>
          <a:xfrm>
            <a:off x="2196379" y="8985225"/>
            <a:ext cx="5395509" cy="1433726"/>
          </a:xfrm>
          <a:prstGeom prst="rect">
            <a:avLst/>
          </a:prstGeom>
        </p:spPr>
        <p:txBody>
          <a:bodyPr wrap="square">
            <a:spAutoFit/>
          </a:bodyPr>
          <a:lstStyle/>
          <a:p>
            <a:pPr>
              <a:lnSpc>
                <a:spcPct val="150000"/>
              </a:lnSpc>
            </a:pPr>
            <a:r>
              <a:rPr lang="en-US" sz="2000" dirty="0">
                <a:latin typeface="Quicksand Light" panose="00000400000000000000" charset="0"/>
                <a:ea typeface="EB Garamond 12" panose="02020502060206020403" pitchFamily="18" charset="0"/>
                <a:cs typeface="Quicksand Light" panose="00000400000000000000" charset="0"/>
              </a:rPr>
              <a:t>These employees scored lower on objective job performance evaluations than their peers. </a:t>
            </a:r>
            <a:endParaRPr lang="en-US" sz="2000" dirty="0">
              <a:latin typeface="Quicksand Light" panose="00000400000000000000" charset="0"/>
              <a:ea typeface="EB Garamond 12" panose="02020502060206020403" pitchFamily="18" charset="0"/>
              <a:cs typeface="Quicksand Light" panose="00000400000000000000" charset="0"/>
            </a:endParaRPr>
          </a:p>
        </p:txBody>
      </p:sp>
      <p:sp>
        <p:nvSpPr>
          <p:cNvPr id="8" name="Rectangle 7"/>
          <p:cNvSpPr/>
          <p:nvPr/>
        </p:nvSpPr>
        <p:spPr>
          <a:xfrm>
            <a:off x="21479310" y="7917552"/>
            <a:ext cx="1191491" cy="16625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9" name="Rectangle 8"/>
          <p:cNvSpPr/>
          <p:nvPr/>
        </p:nvSpPr>
        <p:spPr>
          <a:xfrm>
            <a:off x="12869143" y="8662059"/>
            <a:ext cx="2874385" cy="646331"/>
          </a:xfrm>
          <a:prstGeom prst="rect">
            <a:avLst/>
          </a:prstGeom>
        </p:spPr>
        <p:txBody>
          <a:bodyPr wrap="square">
            <a:spAutoFit/>
          </a:bodyPr>
          <a:lstStyle/>
          <a:p>
            <a:r>
              <a:rPr lang="en-US" sz="3600" b="1" dirty="0">
                <a:latin typeface="Quicksand Light" panose="00000400000000000000" charset="0"/>
                <a:ea typeface="EB Garamond 12" panose="02020502060206020403" pitchFamily="18" charset="0"/>
                <a:cs typeface="Quicksand Light" panose="00000400000000000000" charset="0"/>
              </a:rPr>
              <a:t>08:00PM</a:t>
            </a:r>
            <a:endParaRPr lang="en-US" sz="3600" b="1" dirty="0">
              <a:latin typeface="Quicksand Light" panose="00000400000000000000" charset="0"/>
              <a:ea typeface="EB Garamond 12" panose="02020502060206020403" pitchFamily="18" charset="0"/>
              <a:cs typeface="Quicksand Light" panose="00000400000000000000" charset="0"/>
            </a:endParaRPr>
          </a:p>
        </p:txBody>
      </p:sp>
      <p:sp>
        <p:nvSpPr>
          <p:cNvPr id="10" name="Rectangle 9"/>
          <p:cNvSpPr/>
          <p:nvPr/>
        </p:nvSpPr>
        <p:spPr>
          <a:xfrm>
            <a:off x="12869143" y="9240423"/>
            <a:ext cx="2076232" cy="461665"/>
          </a:xfrm>
          <a:prstGeom prst="rect">
            <a:avLst/>
          </a:prstGeom>
        </p:spPr>
        <p:txBody>
          <a:bodyPr wrap="square">
            <a:spAutoFit/>
          </a:bodyPr>
          <a:lstStyle/>
          <a:p>
            <a:r>
              <a:rPr lang="en-US" sz="2400" dirty="0">
                <a:latin typeface="Quicksand Light" panose="00000400000000000000" charset="0"/>
                <a:ea typeface="EB Garamond 12" panose="02020502060206020403" pitchFamily="18" charset="0"/>
                <a:cs typeface="Quicksand Light" panose="00000400000000000000" charset="0"/>
              </a:rPr>
              <a:t>Saturday</a:t>
            </a:r>
            <a:endParaRPr lang="en-US" sz="2400" dirty="0">
              <a:latin typeface="Quicksand Light" panose="00000400000000000000" charset="0"/>
              <a:ea typeface="EB Garamond 12" panose="02020502060206020403" pitchFamily="18" charset="0"/>
              <a:cs typeface="Quicksand Light" panose="00000400000000000000" charset="0"/>
            </a:endParaRPr>
          </a:p>
        </p:txBody>
      </p:sp>
      <p:cxnSp>
        <p:nvCxnSpPr>
          <p:cNvPr id="12" name="Straight Connector 11"/>
          <p:cNvCxnSpPr/>
          <p:nvPr/>
        </p:nvCxnSpPr>
        <p:spPr>
          <a:xfrm>
            <a:off x="11924866" y="8985224"/>
            <a:ext cx="629518"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16887362" y="8662059"/>
            <a:ext cx="2874385" cy="646331"/>
          </a:xfrm>
          <a:prstGeom prst="rect">
            <a:avLst/>
          </a:prstGeom>
        </p:spPr>
        <p:txBody>
          <a:bodyPr wrap="square">
            <a:spAutoFit/>
          </a:bodyPr>
          <a:lstStyle/>
          <a:p>
            <a:r>
              <a:rPr lang="en-US" sz="3600" b="1" dirty="0">
                <a:latin typeface="Quicksand Light" panose="00000400000000000000" charset="0"/>
                <a:ea typeface="EB Garamond 12" panose="02020502060206020403" pitchFamily="18" charset="0"/>
                <a:cs typeface="Quicksand Light" panose="00000400000000000000" charset="0"/>
              </a:rPr>
              <a:t>09:00PM</a:t>
            </a:r>
            <a:endParaRPr lang="en-US" sz="3600" b="1" dirty="0">
              <a:latin typeface="Quicksand Light" panose="00000400000000000000" charset="0"/>
              <a:ea typeface="EB Garamond 12" panose="02020502060206020403" pitchFamily="18" charset="0"/>
              <a:cs typeface="Quicksand Light" panose="00000400000000000000" charset="0"/>
            </a:endParaRPr>
          </a:p>
        </p:txBody>
      </p:sp>
      <p:sp>
        <p:nvSpPr>
          <p:cNvPr id="14" name="Rectangle 13"/>
          <p:cNvSpPr/>
          <p:nvPr/>
        </p:nvSpPr>
        <p:spPr>
          <a:xfrm>
            <a:off x="16887362" y="9240423"/>
            <a:ext cx="2076232" cy="461665"/>
          </a:xfrm>
          <a:prstGeom prst="rect">
            <a:avLst/>
          </a:prstGeom>
        </p:spPr>
        <p:txBody>
          <a:bodyPr wrap="square">
            <a:spAutoFit/>
          </a:bodyPr>
          <a:lstStyle/>
          <a:p>
            <a:r>
              <a:rPr lang="en-US" sz="2400" dirty="0">
                <a:latin typeface="Quicksand Light" panose="00000400000000000000" charset="0"/>
                <a:ea typeface="EB Garamond 12" panose="02020502060206020403" pitchFamily="18" charset="0"/>
                <a:cs typeface="Quicksand Light" panose="00000400000000000000" charset="0"/>
              </a:rPr>
              <a:t>Saturday</a:t>
            </a:r>
            <a:endParaRPr lang="en-US" sz="2400" dirty="0">
              <a:latin typeface="Quicksand Light" panose="00000400000000000000" charset="0"/>
              <a:ea typeface="EB Garamond 12" panose="02020502060206020403" pitchFamily="18" charset="0"/>
              <a:cs typeface="Quicksand Light" panose="00000400000000000000" charset="0"/>
            </a:endParaRPr>
          </a:p>
        </p:txBody>
      </p:sp>
      <p:cxnSp>
        <p:nvCxnSpPr>
          <p:cNvPr id="15" name="Straight Connector 14"/>
          <p:cNvCxnSpPr/>
          <p:nvPr/>
        </p:nvCxnSpPr>
        <p:spPr>
          <a:xfrm>
            <a:off x="15943085" y="8985224"/>
            <a:ext cx="629518"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Created and designed by Plura."/>
          <p:cNvSpPr txBox="1"/>
          <p:nvPr/>
        </p:nvSpPr>
        <p:spPr>
          <a:xfrm>
            <a:off x="10043795" y="12612370"/>
            <a:ext cx="5125085" cy="470535"/>
          </a:xfrm>
          <a:prstGeom prst="rect">
            <a:avLst/>
          </a:prstGeom>
          <a:ln w="12700">
            <a:miter lim="400000"/>
          </a:ln>
        </p:spPr>
        <p:txBody>
          <a:bodyPr wrap="square" lIns="50800" tIns="50800" rIns="50800" bIns="50800" anchor="ctr">
            <a:spAutoFit/>
          </a:bodyPr>
          <a:lstStyle>
            <a:lvl1pPr>
              <a:defRPr>
                <a:solidFill>
                  <a:srgbClr val="414C3D"/>
                </a:solidFill>
                <a:latin typeface="FZXiShanHu-M13S"/>
                <a:ea typeface="FZXiShanHu-M13S"/>
                <a:cs typeface="FZXiShanHu-M13S"/>
                <a:sym typeface="FZXiShanHu-M13S"/>
              </a:defRPr>
            </a:lvl1pPr>
          </a:lstStyle>
          <a:p>
            <a:r>
              <a:rPr sz="2400" dirty="0">
                <a:solidFill>
                  <a:schemeClr val="tx1"/>
                </a:solidFill>
                <a:latin typeface="Quicksand Light" panose="00000400000000000000" charset="0"/>
                <a:cs typeface="Quicksand Light" panose="00000400000000000000" charset="0"/>
              </a:rPr>
              <a:t>Created and designed by </a:t>
            </a:r>
            <a:r>
              <a:rPr lang="zh-CN" altLang="en-US" sz="2400" dirty="0">
                <a:solidFill>
                  <a:schemeClr val="tx1"/>
                </a:solidFill>
                <a:latin typeface="Quicksand Light" panose="00000400000000000000" charset="0"/>
                <a:cs typeface="Quicksand Light" panose="00000400000000000000" charset="0"/>
              </a:rPr>
              <a:t>荒唐梦</a:t>
            </a:r>
            <a:r>
              <a:rPr sz="2400" dirty="0">
                <a:solidFill>
                  <a:schemeClr val="tx1"/>
                </a:solidFill>
                <a:latin typeface="Quicksand Light" panose="00000400000000000000" charset="0"/>
                <a:cs typeface="Quicksand Light" panose="00000400000000000000" charset="0"/>
              </a:rPr>
              <a:t>.</a:t>
            </a:r>
            <a:endParaRPr sz="2400" dirty="0">
              <a:solidFill>
                <a:schemeClr val="tx1"/>
              </a:solidFill>
              <a:latin typeface="Quicksand Light" panose="00000400000000000000" charset="0"/>
              <a:cs typeface="Quicksand Light" panose="00000400000000000000" charset="0"/>
            </a:endParaRPr>
          </a:p>
        </p:txBody>
      </p:sp>
      <p:sp>
        <p:nvSpPr>
          <p:cNvPr id="11" name="Title 1"/>
          <p:cNvSpPr txBox="1"/>
          <p:nvPr/>
        </p:nvSpPr>
        <p:spPr>
          <a:xfrm>
            <a:off x="1463906" y="1661907"/>
            <a:ext cx="2866591" cy="748219"/>
          </a:xfrm>
          <a:prstGeom prst="rect">
            <a:avLst/>
          </a:prstGeom>
        </p:spPr>
        <p:txBody>
          <a:bodyPr>
            <a:normAutofit fontScale="9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Quicksand Light" panose="00000400000000000000" charset="0"/>
                <a:ea typeface="G8321 Medium" panose="00000605000000000000" charset="0"/>
                <a:cs typeface="Quicksand Light" panose="00000400000000000000" charset="0"/>
              </a:rPr>
              <a:t>curev passion</a:t>
            </a:r>
            <a:endParaRPr lang="en-US" sz="3600" dirty="0">
              <a:latin typeface="Quicksand Light" panose="00000400000000000000" charset="0"/>
              <a:ea typeface="G8321 Medium" panose="00000605000000000000" charset="0"/>
              <a:cs typeface="Quicksand Light" panose="00000400000000000000" charset="0"/>
            </a:endParaRPr>
          </a:p>
        </p:txBody>
      </p:sp>
      <p:pic>
        <p:nvPicPr>
          <p:cNvPr id="206" name="Line Shape" descr="Line Shape"/>
          <p:cNvPicPr/>
          <p:nvPr/>
        </p:nvPicPr>
        <p:blipFill>
          <a:blip r:embed="rId1"/>
          <a:stretch>
            <a:fillRect/>
          </a:stretch>
        </p:blipFill>
        <p:spPr>
          <a:xfrm rot="19020000">
            <a:off x="16060420" y="-3158490"/>
            <a:ext cx="11274425" cy="1749171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p:cNvSpPr/>
          <p:nvPr/>
        </p:nvSpPr>
        <p:spPr>
          <a:xfrm>
            <a:off x="2078392" y="6987229"/>
            <a:ext cx="7891518" cy="180284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5" name="Title 1"/>
          <p:cNvSpPr txBox="1"/>
          <p:nvPr/>
        </p:nvSpPr>
        <p:spPr>
          <a:xfrm>
            <a:off x="2078391" y="3828044"/>
            <a:ext cx="10841196" cy="5492458"/>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1800" dirty="0">
                <a:solidFill>
                  <a:schemeClr val="tx1"/>
                </a:solidFill>
                <a:latin typeface="Quicksand Light" panose="00000400000000000000" charset="0"/>
                <a:ea typeface="G8321 Medium" panose="00000605000000000000" charset="0"/>
                <a:cs typeface="Quicksand Light" panose="00000400000000000000" charset="0"/>
              </a:rPr>
              <a:t>Let’s learn how to make it happen.</a:t>
            </a:r>
            <a:endParaRPr lang="en-US" sz="11800" dirty="0">
              <a:solidFill>
                <a:schemeClr val="tx1"/>
              </a:solidFill>
              <a:latin typeface="Quicksand Light" panose="00000400000000000000" charset="0"/>
              <a:ea typeface="G8321 Medium" panose="00000605000000000000" charset="0"/>
              <a:cs typeface="Quicksand Light" panose="00000400000000000000" charset="0"/>
            </a:endParaRPr>
          </a:p>
        </p:txBody>
      </p:sp>
      <p:sp>
        <p:nvSpPr>
          <p:cNvPr id="6" name="Rectangle 5"/>
          <p:cNvSpPr/>
          <p:nvPr/>
        </p:nvSpPr>
        <p:spPr>
          <a:xfrm>
            <a:off x="2284869" y="9237375"/>
            <a:ext cx="1191491" cy="16625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7" name="Rectangle 6"/>
          <p:cNvSpPr/>
          <p:nvPr/>
        </p:nvSpPr>
        <p:spPr>
          <a:xfrm>
            <a:off x="2284869" y="9985678"/>
            <a:ext cx="9690821" cy="884088"/>
          </a:xfrm>
          <a:prstGeom prst="rect">
            <a:avLst/>
          </a:prstGeom>
        </p:spPr>
        <p:txBody>
          <a:bodyPr wrap="square">
            <a:spAutoFit/>
          </a:bodyPr>
          <a:lstStyle/>
          <a:p>
            <a:pPr>
              <a:lnSpc>
                <a:spcPct val="150000"/>
              </a:lnSpc>
            </a:pPr>
            <a:r>
              <a:rPr lang="en-US" dirty="0">
                <a:solidFill>
                  <a:schemeClr val="tx1"/>
                </a:solidFill>
                <a:latin typeface="Quicksand Light" panose="00000400000000000000" charset="0"/>
                <a:ea typeface="Lucida Sans" panose="020B0602030504020204" charset="0"/>
                <a:cs typeface="Quicksand Light" panose="00000400000000000000" charset="0"/>
              </a:rPr>
              <a:t>The idea that our clothes could assert some sort of influence over our </a:t>
            </a:r>
            <a:r>
              <a:rPr lang="en-US" dirty="0" err="1">
                <a:solidFill>
                  <a:schemeClr val="tx1"/>
                </a:solidFill>
                <a:latin typeface="Quicksand Light" panose="00000400000000000000" charset="0"/>
                <a:ea typeface="Lucida Sans" panose="020B0602030504020204" charset="0"/>
                <a:cs typeface="Quicksand Light" panose="00000400000000000000" charset="0"/>
              </a:rPr>
              <a:t>behaviour</a:t>
            </a:r>
            <a:r>
              <a:rPr lang="en-US" dirty="0">
                <a:solidFill>
                  <a:schemeClr val="tx1"/>
                </a:solidFill>
                <a:latin typeface="Quicksand Light" panose="00000400000000000000" charset="0"/>
                <a:ea typeface="Lucida Sans" panose="020B0602030504020204" charset="0"/>
                <a:cs typeface="Quicksand Light" panose="00000400000000000000" charset="0"/>
              </a:rPr>
              <a:t> isn’t groundbreaking. Whenever I tell people that I studied fashion psychology</a:t>
            </a:r>
            <a:endParaRPr lang="en-US" dirty="0">
              <a:solidFill>
                <a:schemeClr val="tx1"/>
              </a:solidFill>
              <a:latin typeface="Quicksand Light" panose="00000400000000000000" charset="0"/>
              <a:ea typeface="Lucida Sans" panose="020B0602030504020204" charset="0"/>
              <a:cs typeface="Quicksand Light" panose="00000400000000000000" charset="0"/>
            </a:endParaRPr>
          </a:p>
        </p:txBody>
      </p:sp>
      <p:cxnSp>
        <p:nvCxnSpPr>
          <p:cNvPr id="10" name="Straight Connector 9"/>
          <p:cNvCxnSpPr/>
          <p:nvPr/>
        </p:nvCxnSpPr>
        <p:spPr>
          <a:xfrm>
            <a:off x="13214555" y="8200103"/>
            <a:ext cx="870154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13214555" y="5663381"/>
            <a:ext cx="433602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13214555" y="4501020"/>
            <a:ext cx="5557932" cy="707886"/>
          </a:xfrm>
          <a:prstGeom prst="rect">
            <a:avLst/>
          </a:prstGeom>
        </p:spPr>
        <p:txBody>
          <a:bodyPr wrap="none">
            <a:spAutoFit/>
          </a:bodyPr>
          <a:lstStyle/>
          <a:p>
            <a:r>
              <a:rPr lang="en-US" sz="4000" dirty="0">
                <a:solidFill>
                  <a:schemeClr val="tx1"/>
                </a:solidFill>
                <a:latin typeface="Quicksand Light" panose="00000400000000000000" charset="0"/>
                <a:cs typeface="Quicksand Light" panose="00000400000000000000" charset="0"/>
              </a:rPr>
              <a:t>Influence </a:t>
            </a:r>
            <a:r>
              <a:rPr lang="en-US" sz="4000" dirty="0" err="1">
                <a:solidFill>
                  <a:schemeClr val="tx1"/>
                </a:solidFill>
                <a:latin typeface="Quicksand Light" panose="00000400000000000000" charset="0"/>
                <a:cs typeface="Quicksand Light" panose="00000400000000000000" charset="0"/>
              </a:rPr>
              <a:t>behaviour</a:t>
            </a:r>
            <a:r>
              <a:rPr lang="en-US" sz="4000" dirty="0">
                <a:solidFill>
                  <a:schemeClr val="tx1"/>
                </a:solidFill>
                <a:latin typeface="Quicksand Light" panose="00000400000000000000" charset="0"/>
                <a:cs typeface="Quicksand Light" panose="00000400000000000000" charset="0"/>
              </a:rPr>
              <a:t> </a:t>
            </a:r>
            <a:endParaRPr lang="en-US" sz="4000" dirty="0">
              <a:solidFill>
                <a:schemeClr val="tx1"/>
              </a:solidFill>
              <a:latin typeface="Quicksand Light" panose="00000400000000000000" charset="0"/>
              <a:cs typeface="Quicksand Light" panose="00000400000000000000" charset="0"/>
            </a:endParaRPr>
          </a:p>
        </p:txBody>
      </p:sp>
      <p:sp>
        <p:nvSpPr>
          <p:cNvPr id="15" name="Rectangle 14"/>
          <p:cNvSpPr/>
          <p:nvPr/>
        </p:nvSpPr>
        <p:spPr>
          <a:xfrm>
            <a:off x="13214555" y="7308221"/>
            <a:ext cx="6207148" cy="707886"/>
          </a:xfrm>
          <a:prstGeom prst="rect">
            <a:avLst/>
          </a:prstGeom>
        </p:spPr>
        <p:txBody>
          <a:bodyPr wrap="none">
            <a:spAutoFit/>
          </a:bodyPr>
          <a:lstStyle/>
          <a:p>
            <a:r>
              <a:rPr lang="en-US" sz="4000" dirty="0">
                <a:solidFill>
                  <a:schemeClr val="tx1"/>
                </a:solidFill>
                <a:latin typeface="Quicksand Light" panose="00000400000000000000" charset="0"/>
                <a:cs typeface="Quicksand Light" panose="00000400000000000000" charset="0"/>
              </a:rPr>
              <a:t>Ultimately shape culture</a:t>
            </a:r>
            <a:endParaRPr lang="en-US" sz="4000" dirty="0">
              <a:solidFill>
                <a:schemeClr val="tx1"/>
              </a:solidFill>
              <a:latin typeface="Quicksand Light" panose="00000400000000000000" charset="0"/>
              <a:cs typeface="Quicksand Light" panose="00000400000000000000" charset="0"/>
            </a:endParaRPr>
          </a:p>
        </p:txBody>
      </p:sp>
      <p:sp>
        <p:nvSpPr>
          <p:cNvPr id="16" name="Rectangle 15"/>
          <p:cNvSpPr/>
          <p:nvPr/>
        </p:nvSpPr>
        <p:spPr>
          <a:xfrm>
            <a:off x="17845549" y="5520480"/>
            <a:ext cx="4336027" cy="923330"/>
          </a:xfrm>
          <a:prstGeom prst="rect">
            <a:avLst/>
          </a:prstGeom>
        </p:spPr>
        <p:txBody>
          <a:bodyPr wrap="square">
            <a:spAutoFit/>
          </a:bodyPr>
          <a:lstStyle/>
          <a:p>
            <a:r>
              <a:rPr lang="en-US" dirty="0">
                <a:solidFill>
                  <a:schemeClr val="tx1"/>
                </a:solidFill>
                <a:latin typeface="Quicksand Light" panose="00000400000000000000" charset="0"/>
                <a:ea typeface="Lucida Sans" panose="020B0602030504020204" charset="0"/>
                <a:cs typeface="Quicksand Light" panose="00000400000000000000" charset="0"/>
              </a:rPr>
              <a:t>A research project I conducted on the meaning of the clothes associated with a high street brand, </a:t>
            </a:r>
            <a:endParaRPr lang="en-US" dirty="0">
              <a:solidFill>
                <a:schemeClr val="tx1"/>
              </a:solidFill>
              <a:latin typeface="Quicksand Light" panose="00000400000000000000" charset="0"/>
              <a:ea typeface="Lucida Sans" panose="020B0602030504020204" charset="0"/>
              <a:cs typeface="Quicksand Light" panose="00000400000000000000" charset="0"/>
            </a:endParaRPr>
          </a:p>
        </p:txBody>
      </p:sp>
      <p:sp>
        <p:nvSpPr>
          <p:cNvPr id="17" name="Rectangle 16"/>
          <p:cNvSpPr/>
          <p:nvPr/>
        </p:nvSpPr>
        <p:spPr>
          <a:xfrm>
            <a:off x="13214554" y="8642589"/>
            <a:ext cx="8741623" cy="1299587"/>
          </a:xfrm>
          <a:prstGeom prst="rect">
            <a:avLst/>
          </a:prstGeom>
        </p:spPr>
        <p:txBody>
          <a:bodyPr wrap="square">
            <a:spAutoFit/>
          </a:bodyPr>
          <a:lstStyle/>
          <a:p>
            <a:pPr algn="just">
              <a:lnSpc>
                <a:spcPct val="150000"/>
              </a:lnSpc>
            </a:pPr>
            <a:r>
              <a:rPr lang="en-US" dirty="0">
                <a:solidFill>
                  <a:schemeClr val="tx1"/>
                </a:solidFill>
                <a:latin typeface="Quicksand Light" panose="00000400000000000000" charset="0"/>
                <a:ea typeface="EB Garamond 12" panose="02020502060206020403" pitchFamily="18" charset="0"/>
                <a:cs typeface="Quicksand Light" panose="00000400000000000000" charset="0"/>
              </a:rPr>
              <a:t>“There is much to support the view that it is clothes that wear us, and not we, them; we may make them, take the </a:t>
            </a:r>
            <a:r>
              <a:rPr lang="en-US" dirty="0" err="1">
                <a:solidFill>
                  <a:schemeClr val="tx1"/>
                </a:solidFill>
                <a:latin typeface="Quicksand Light" panose="00000400000000000000" charset="0"/>
                <a:ea typeface="EB Garamond 12" panose="02020502060206020403" pitchFamily="18" charset="0"/>
                <a:cs typeface="Quicksand Light" panose="00000400000000000000" charset="0"/>
              </a:rPr>
              <a:t>mould</a:t>
            </a:r>
            <a:r>
              <a:rPr lang="en-US" dirty="0">
                <a:solidFill>
                  <a:schemeClr val="tx1"/>
                </a:solidFill>
                <a:latin typeface="Quicksand Light" panose="00000400000000000000" charset="0"/>
                <a:ea typeface="EB Garamond 12" panose="02020502060206020403" pitchFamily="18" charset="0"/>
                <a:cs typeface="Quicksand Light" panose="00000400000000000000" charset="0"/>
              </a:rPr>
              <a:t> of arm or breast, but they </a:t>
            </a:r>
            <a:r>
              <a:rPr lang="en-US" dirty="0" err="1">
                <a:solidFill>
                  <a:schemeClr val="tx1"/>
                </a:solidFill>
                <a:latin typeface="Quicksand Light" panose="00000400000000000000" charset="0"/>
                <a:ea typeface="EB Garamond 12" panose="02020502060206020403" pitchFamily="18" charset="0"/>
                <a:cs typeface="Quicksand Light" panose="00000400000000000000" charset="0"/>
              </a:rPr>
              <a:t>mould</a:t>
            </a:r>
            <a:r>
              <a:rPr lang="en-US" dirty="0">
                <a:solidFill>
                  <a:schemeClr val="tx1"/>
                </a:solidFill>
                <a:latin typeface="Quicksand Light" panose="00000400000000000000" charset="0"/>
                <a:ea typeface="EB Garamond 12" panose="02020502060206020403" pitchFamily="18" charset="0"/>
                <a:cs typeface="Quicksand Light" panose="00000400000000000000" charset="0"/>
              </a:rPr>
              <a:t> our hearts, our brains, our tongues to their liking.”</a:t>
            </a:r>
            <a:endParaRPr lang="en-US" dirty="0">
              <a:solidFill>
                <a:schemeClr val="tx1"/>
              </a:solidFill>
              <a:latin typeface="Quicksand Light" panose="00000400000000000000" charset="0"/>
              <a:ea typeface="EB Garamond 12" panose="02020502060206020403" pitchFamily="18" charset="0"/>
              <a:cs typeface="Quicksand Light" panose="00000400000000000000" charset="0"/>
            </a:endParaRPr>
          </a:p>
        </p:txBody>
      </p:sp>
      <p:sp>
        <p:nvSpPr>
          <p:cNvPr id="18" name="Rectangle 17"/>
          <p:cNvSpPr/>
          <p:nvPr/>
        </p:nvSpPr>
        <p:spPr>
          <a:xfrm>
            <a:off x="21175195" y="4432340"/>
            <a:ext cx="740908" cy="707886"/>
          </a:xfrm>
          <a:prstGeom prst="rect">
            <a:avLst/>
          </a:prstGeom>
        </p:spPr>
        <p:txBody>
          <a:bodyPr wrap="none">
            <a:spAutoFit/>
          </a:bodyPr>
          <a:lstStyle/>
          <a:p>
            <a:r>
              <a:rPr lang="en-US" sz="4000" dirty="0">
                <a:latin typeface="Raleway Thin" charset="0"/>
              </a:rPr>
              <a:t>01</a:t>
            </a:r>
            <a:endParaRPr lang="en-ID" sz="4000" dirty="0">
              <a:latin typeface="Bahnschrift SemiBold" panose="020B0502040204020203" charset="0"/>
              <a:cs typeface="Bahnschrift SemiBold" panose="020B0502040204020203" charset="0"/>
            </a:endParaRPr>
          </a:p>
        </p:txBody>
      </p:sp>
      <p:sp>
        <p:nvSpPr>
          <p:cNvPr id="19" name="Rectangle 18"/>
          <p:cNvSpPr/>
          <p:nvPr/>
        </p:nvSpPr>
        <p:spPr>
          <a:xfrm>
            <a:off x="21175195" y="7352520"/>
            <a:ext cx="780983" cy="707886"/>
          </a:xfrm>
          <a:prstGeom prst="rect">
            <a:avLst/>
          </a:prstGeom>
        </p:spPr>
        <p:txBody>
          <a:bodyPr wrap="none">
            <a:spAutoFit/>
          </a:bodyPr>
          <a:lstStyle/>
          <a:p>
            <a:r>
              <a:rPr lang="en-US" sz="4000" dirty="0">
                <a:latin typeface="Raleway Thin" charset="0"/>
              </a:rPr>
              <a:t>02</a:t>
            </a:r>
            <a:endParaRPr lang="en-ID" sz="4000" dirty="0">
              <a:latin typeface="Bahnschrift SemiBold" panose="020B0502040204020203" charset="0"/>
              <a:cs typeface="Bahnschrift SemiBold" panose="020B0502040204020203" charset="0"/>
            </a:endParaRPr>
          </a:p>
        </p:txBody>
      </p:sp>
      <p:sp>
        <p:nvSpPr>
          <p:cNvPr id="4" name="Created and designed by Plura."/>
          <p:cNvSpPr txBox="1"/>
          <p:nvPr/>
        </p:nvSpPr>
        <p:spPr>
          <a:xfrm>
            <a:off x="10043795" y="12612370"/>
            <a:ext cx="5043170" cy="470535"/>
          </a:xfrm>
          <a:prstGeom prst="rect">
            <a:avLst/>
          </a:prstGeom>
          <a:ln w="12700">
            <a:miter lim="400000"/>
          </a:ln>
        </p:spPr>
        <p:txBody>
          <a:bodyPr wrap="square" lIns="50800" tIns="50800" rIns="50800" bIns="50800" anchor="ctr">
            <a:spAutoFit/>
          </a:bodyPr>
          <a:lstStyle>
            <a:lvl1pPr>
              <a:defRPr>
                <a:solidFill>
                  <a:srgbClr val="414C3D"/>
                </a:solidFill>
                <a:latin typeface="FZXiShanHu-M13S"/>
                <a:ea typeface="FZXiShanHu-M13S"/>
                <a:cs typeface="FZXiShanHu-M13S"/>
                <a:sym typeface="FZXiShanHu-M13S"/>
              </a:defRPr>
            </a:lvl1pPr>
          </a:lstStyle>
          <a:p>
            <a:r>
              <a:rPr sz="2400" dirty="0">
                <a:solidFill>
                  <a:schemeClr val="tx1"/>
                </a:solidFill>
                <a:latin typeface="Quicksand Light" panose="00000400000000000000" charset="0"/>
                <a:cs typeface="Quicksand Light" panose="00000400000000000000" charset="0"/>
              </a:rPr>
              <a:t>Created and designed by </a:t>
            </a:r>
            <a:r>
              <a:rPr lang="zh-CN" altLang="en-US" sz="2400" dirty="0">
                <a:solidFill>
                  <a:schemeClr val="tx1"/>
                </a:solidFill>
                <a:latin typeface="Quicksand Light" panose="00000400000000000000" charset="0"/>
                <a:cs typeface="Quicksand Light" panose="00000400000000000000" charset="0"/>
              </a:rPr>
              <a:t>荒唐梦</a:t>
            </a:r>
            <a:r>
              <a:rPr sz="2400" dirty="0">
                <a:solidFill>
                  <a:schemeClr val="tx1"/>
                </a:solidFill>
                <a:latin typeface="Quicksand Light" panose="00000400000000000000" charset="0"/>
                <a:cs typeface="Quicksand Light" panose="00000400000000000000" charset="0"/>
              </a:rPr>
              <a:t>.</a:t>
            </a:r>
            <a:endParaRPr sz="2400" dirty="0">
              <a:solidFill>
                <a:schemeClr val="tx1"/>
              </a:solidFill>
              <a:latin typeface="Quicksand Light" panose="00000400000000000000" charset="0"/>
              <a:cs typeface="Quicksand Light" panose="00000400000000000000" charset="0"/>
            </a:endParaRPr>
          </a:p>
        </p:txBody>
      </p:sp>
      <p:sp>
        <p:nvSpPr>
          <p:cNvPr id="2" name="Title 1"/>
          <p:cNvSpPr txBox="1"/>
          <p:nvPr/>
        </p:nvSpPr>
        <p:spPr>
          <a:xfrm>
            <a:off x="1463906" y="1661907"/>
            <a:ext cx="2866591" cy="748219"/>
          </a:xfrm>
          <a:prstGeom prst="rect">
            <a:avLst/>
          </a:prstGeom>
        </p:spPr>
        <p:txBody>
          <a:bodyPr>
            <a:normAutofit fontScale="9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Quicksand Light" panose="00000400000000000000" charset="0"/>
                <a:ea typeface="G8321 Medium" panose="00000605000000000000" charset="0"/>
                <a:cs typeface="Quicksand Light" panose="00000400000000000000" charset="0"/>
              </a:rPr>
              <a:t>curev passion</a:t>
            </a:r>
            <a:endParaRPr lang="en-US" sz="3600" dirty="0">
              <a:latin typeface="Quicksand Light" panose="00000400000000000000" charset="0"/>
              <a:ea typeface="G8321 Medium" panose="00000605000000000000" charset="0"/>
              <a:cs typeface="Quicksand Light" panose="00000400000000000000"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p:cNvSpPr txBox="1"/>
          <p:nvPr/>
        </p:nvSpPr>
        <p:spPr>
          <a:xfrm>
            <a:off x="6046838" y="1999244"/>
            <a:ext cx="7579135" cy="3349403"/>
          </a:xfrm>
          <a:prstGeom prst="rect">
            <a:avLst/>
          </a:prstGeom>
        </p:spPr>
        <p:txBody>
          <a:bodyP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1800" dirty="0">
                <a:solidFill>
                  <a:schemeClr val="tx1"/>
                </a:solidFill>
                <a:latin typeface="Quicksand Light" panose="00000400000000000000" charset="0"/>
                <a:ea typeface="G8321 Medium" panose="00000605000000000000" charset="0"/>
                <a:cs typeface="Quicksand Light" panose="00000400000000000000" charset="0"/>
              </a:rPr>
              <a:t>Build interface.</a:t>
            </a:r>
            <a:endParaRPr lang="en-US" sz="11800" dirty="0">
              <a:solidFill>
                <a:schemeClr val="tx1"/>
              </a:solidFill>
              <a:latin typeface="Quicksand Light" panose="00000400000000000000" charset="0"/>
              <a:ea typeface="G8321 Medium" panose="00000605000000000000" charset="0"/>
              <a:cs typeface="Quicksand Light" panose="00000400000000000000" charset="0"/>
            </a:endParaRPr>
          </a:p>
        </p:txBody>
      </p:sp>
      <p:sp>
        <p:nvSpPr>
          <p:cNvPr id="16" name="Rectangle 15"/>
          <p:cNvSpPr/>
          <p:nvPr/>
        </p:nvSpPr>
        <p:spPr>
          <a:xfrm>
            <a:off x="6164826" y="7844811"/>
            <a:ext cx="7579135" cy="1433726"/>
          </a:xfrm>
          <a:prstGeom prst="rect">
            <a:avLst/>
          </a:prstGeom>
        </p:spPr>
        <p:txBody>
          <a:bodyPr wrap="square">
            <a:spAutoFit/>
          </a:bodyPr>
          <a:lstStyle/>
          <a:p>
            <a:pPr algn="just">
              <a:lnSpc>
                <a:spcPct val="150000"/>
              </a:lnSpc>
            </a:pPr>
            <a:r>
              <a:rPr lang="en-US" sz="2000" dirty="0">
                <a:solidFill>
                  <a:schemeClr val="tx1"/>
                </a:solidFill>
                <a:latin typeface="Quicksand Light" panose="00000400000000000000" charset="0"/>
                <a:ea typeface="Lucida Sans" panose="020B0602030504020204" charset="0"/>
                <a:cs typeface="Quicksand Light" panose="00000400000000000000" charset="0"/>
              </a:rPr>
              <a:t>She expressed that they all somehow shared a lifestyle and certain values, which they felt could be lived out by wearing the brand’s clothing.</a:t>
            </a:r>
            <a:endParaRPr lang="en-US" sz="2000" dirty="0">
              <a:solidFill>
                <a:schemeClr val="tx1"/>
              </a:solidFill>
              <a:latin typeface="Quicksand Light" panose="00000400000000000000" charset="0"/>
              <a:ea typeface="Lucida Sans" panose="020B0602030504020204" charset="0"/>
              <a:cs typeface="Quicksand Light" panose="00000400000000000000" charset="0"/>
            </a:endParaRPr>
          </a:p>
        </p:txBody>
      </p:sp>
      <p:sp>
        <p:nvSpPr>
          <p:cNvPr id="17" name="Rectangle 16"/>
          <p:cNvSpPr/>
          <p:nvPr/>
        </p:nvSpPr>
        <p:spPr>
          <a:xfrm>
            <a:off x="6164825" y="9997441"/>
            <a:ext cx="7579135" cy="1299587"/>
          </a:xfrm>
          <a:prstGeom prst="rect">
            <a:avLst/>
          </a:prstGeom>
        </p:spPr>
        <p:txBody>
          <a:bodyPr wrap="square">
            <a:spAutoFit/>
          </a:bodyPr>
          <a:lstStyle/>
          <a:p>
            <a:pPr algn="just">
              <a:lnSpc>
                <a:spcPct val="150000"/>
              </a:lnSpc>
            </a:pPr>
            <a:r>
              <a:rPr lang="en-US" dirty="0">
                <a:solidFill>
                  <a:schemeClr val="tx1"/>
                </a:solidFill>
                <a:latin typeface="Quicksand Light" panose="00000400000000000000" charset="0"/>
                <a:ea typeface="Lucida Sans" panose="020B0602030504020204" charset="0"/>
                <a:cs typeface="Quicksand Light" panose="00000400000000000000" charset="0"/>
              </a:rPr>
              <a:t>It is evident in the way artists help us interpret </a:t>
            </a:r>
            <a:r>
              <a:rPr lang="en-US" i="1" dirty="0">
                <a:solidFill>
                  <a:schemeClr val="tx1"/>
                </a:solidFill>
                <a:latin typeface="Quicksand Light" panose="00000400000000000000" charset="0"/>
                <a:ea typeface="Lucida Sans" panose="020B0602030504020204" charset="0"/>
                <a:cs typeface="Quicksand Light" panose="00000400000000000000" charset="0"/>
              </a:rPr>
              <a:t>social justice</a:t>
            </a:r>
            <a:r>
              <a:rPr lang="en-US" dirty="0">
                <a:solidFill>
                  <a:schemeClr val="tx1"/>
                </a:solidFill>
                <a:latin typeface="Quicksand Light" panose="00000400000000000000" charset="0"/>
                <a:ea typeface="Lucida Sans" panose="020B0602030504020204" charset="0"/>
                <a:cs typeface="Quicksand Light" panose="00000400000000000000" charset="0"/>
              </a:rPr>
              <a:t>, and even the way we consume technological innovations and how these have integrated into our everyday lives.</a:t>
            </a:r>
            <a:endParaRPr lang="en-US" dirty="0">
              <a:solidFill>
                <a:schemeClr val="tx1"/>
              </a:solidFill>
              <a:latin typeface="Quicksand Light" panose="00000400000000000000" charset="0"/>
              <a:ea typeface="Lucida Sans" panose="020B0602030504020204" charset="0"/>
              <a:cs typeface="Quicksand Light" panose="00000400000000000000" charset="0"/>
            </a:endParaRPr>
          </a:p>
        </p:txBody>
      </p:sp>
      <p:sp>
        <p:nvSpPr>
          <p:cNvPr id="18" name="Rectangle 17"/>
          <p:cNvSpPr/>
          <p:nvPr/>
        </p:nvSpPr>
        <p:spPr>
          <a:xfrm>
            <a:off x="16520393" y="4577586"/>
            <a:ext cx="5425208" cy="4524315"/>
          </a:xfrm>
          <a:prstGeom prst="rect">
            <a:avLst/>
          </a:prstGeom>
        </p:spPr>
        <p:txBody>
          <a:bodyPr wrap="square">
            <a:spAutoFit/>
          </a:bodyPr>
          <a:lstStyle/>
          <a:p>
            <a:r>
              <a:rPr lang="en-US" sz="4800" dirty="0">
                <a:solidFill>
                  <a:schemeClr val="tx1"/>
                </a:solidFill>
                <a:latin typeface="Quicksand Light" panose="00000400000000000000" charset="0"/>
                <a:ea typeface="EB Garamond 12" panose="02020502060206020403" pitchFamily="18" charset="0"/>
                <a:cs typeface="Quicksand Light" panose="00000400000000000000" charset="0"/>
              </a:rPr>
              <a:t>“Fictional names have been used to protect the privacy of participating professionals.”</a:t>
            </a:r>
            <a:endParaRPr lang="en-US" sz="4800" dirty="0">
              <a:solidFill>
                <a:schemeClr val="tx1"/>
              </a:solidFill>
              <a:latin typeface="Quicksand Light" panose="00000400000000000000" charset="0"/>
              <a:ea typeface="EB Garamond 12" panose="02020502060206020403" pitchFamily="18" charset="0"/>
              <a:cs typeface="Quicksand Light" panose="00000400000000000000" charset="0"/>
            </a:endParaRPr>
          </a:p>
        </p:txBody>
      </p:sp>
      <p:sp>
        <p:nvSpPr>
          <p:cNvPr id="19" name="Rectangle 18"/>
          <p:cNvSpPr/>
          <p:nvPr/>
        </p:nvSpPr>
        <p:spPr>
          <a:xfrm>
            <a:off x="20754110" y="10564107"/>
            <a:ext cx="1191491" cy="16625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 name="Created and designed by Plura."/>
          <p:cNvSpPr txBox="1"/>
          <p:nvPr/>
        </p:nvSpPr>
        <p:spPr>
          <a:xfrm>
            <a:off x="10043795" y="12592050"/>
            <a:ext cx="4982210" cy="491490"/>
          </a:xfrm>
          <a:prstGeom prst="rect">
            <a:avLst/>
          </a:prstGeom>
          <a:ln w="12700">
            <a:miter lim="400000"/>
          </a:ln>
        </p:spPr>
        <p:txBody>
          <a:bodyPr wrap="square" lIns="50800" tIns="50800" rIns="50800" bIns="50800" anchor="ctr">
            <a:noAutofit/>
          </a:bodyPr>
          <a:lstStyle>
            <a:lvl1pPr>
              <a:defRPr>
                <a:solidFill>
                  <a:srgbClr val="414C3D"/>
                </a:solidFill>
                <a:latin typeface="FZXiShanHu-M13S"/>
                <a:ea typeface="FZXiShanHu-M13S"/>
                <a:cs typeface="FZXiShanHu-M13S"/>
                <a:sym typeface="FZXiShanHu-M13S"/>
              </a:defRPr>
            </a:lvl1pPr>
          </a:lstStyle>
          <a:p>
            <a:r>
              <a:rPr sz="2400" dirty="0">
                <a:solidFill>
                  <a:schemeClr val="tx1"/>
                </a:solidFill>
                <a:latin typeface="Quicksand Light" panose="00000400000000000000" charset="0"/>
                <a:cs typeface="Quicksand Light" panose="00000400000000000000" charset="0"/>
              </a:rPr>
              <a:t>Created and designed by </a:t>
            </a:r>
            <a:r>
              <a:rPr lang="zh-CN" altLang="en-US" sz="2400" dirty="0">
                <a:solidFill>
                  <a:schemeClr val="tx1"/>
                </a:solidFill>
                <a:latin typeface="Quicksand Light" panose="00000400000000000000" charset="0"/>
                <a:cs typeface="Quicksand Light" panose="00000400000000000000" charset="0"/>
              </a:rPr>
              <a:t>荒唐梦</a:t>
            </a:r>
            <a:r>
              <a:rPr sz="2400" dirty="0">
                <a:solidFill>
                  <a:schemeClr val="tx1"/>
                </a:solidFill>
                <a:latin typeface="Quicksand Light" panose="00000400000000000000" charset="0"/>
                <a:cs typeface="Quicksand Light" panose="00000400000000000000" charset="0"/>
              </a:rPr>
              <a:t>.</a:t>
            </a:r>
            <a:endParaRPr sz="2400" dirty="0">
              <a:solidFill>
                <a:schemeClr val="tx1"/>
              </a:solidFill>
              <a:latin typeface="Quicksand Light" panose="00000400000000000000" charset="0"/>
              <a:cs typeface="Quicksand Light" panose="00000400000000000000" charset="0"/>
            </a:endParaRPr>
          </a:p>
        </p:txBody>
      </p:sp>
      <p:pic>
        <p:nvPicPr>
          <p:cNvPr id="206" name="Line Shape" descr="Line Shape"/>
          <p:cNvPicPr/>
          <p:nvPr/>
        </p:nvPicPr>
        <p:blipFill>
          <a:blip r:embed="rId1"/>
          <a:stretch>
            <a:fillRect/>
          </a:stretch>
        </p:blipFill>
        <p:spPr>
          <a:xfrm>
            <a:off x="-1891665" y="-227965"/>
            <a:ext cx="9244330" cy="13907135"/>
          </a:xfrm>
          <a:prstGeom prst="rect">
            <a:avLst/>
          </a:prstGeom>
        </p:spPr>
      </p:pic>
      <p:pic>
        <p:nvPicPr>
          <p:cNvPr id="7" name="图片 6" descr="7f09621b77b48503b5fa2799b1a3845"/>
          <p:cNvPicPr>
            <a:picLocks noChangeAspect="1"/>
          </p:cNvPicPr>
          <p:nvPr/>
        </p:nvPicPr>
        <p:blipFill>
          <a:blip r:embed="rId2"/>
          <a:stretch>
            <a:fillRect/>
          </a:stretch>
        </p:blipFill>
        <p:spPr>
          <a:xfrm>
            <a:off x="6164580" y="5001260"/>
            <a:ext cx="7969250" cy="251777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2825895" y="2325003"/>
            <a:ext cx="9413730" cy="386477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1800" dirty="0">
                <a:solidFill>
                  <a:schemeClr val="tx1"/>
                </a:solidFill>
                <a:latin typeface="Quicksand Light" panose="00000400000000000000" charset="0"/>
                <a:ea typeface="G8321 Medium" panose="00000605000000000000" charset="0"/>
                <a:cs typeface="Quicksand Light" panose="00000400000000000000" charset="0"/>
              </a:rPr>
              <a:t>Use color </a:t>
            </a:r>
            <a:r>
              <a:rPr lang="en-US" sz="11800" dirty="0" err="1">
                <a:solidFill>
                  <a:schemeClr val="tx1"/>
                </a:solidFill>
                <a:latin typeface="Quicksand Light" panose="00000400000000000000" charset="0"/>
                <a:ea typeface="G8321 Medium" panose="00000605000000000000" charset="0"/>
                <a:cs typeface="Quicksand Light" panose="00000400000000000000" charset="0"/>
              </a:rPr>
              <a:t>pallate</a:t>
            </a:r>
            <a:r>
              <a:rPr lang="en-US" sz="11800" dirty="0">
                <a:solidFill>
                  <a:schemeClr val="tx1"/>
                </a:solidFill>
                <a:latin typeface="Quicksand Light" panose="00000400000000000000" charset="0"/>
                <a:ea typeface="G8321 Medium" panose="00000605000000000000" charset="0"/>
                <a:cs typeface="Quicksand Light" panose="00000400000000000000" charset="0"/>
              </a:rPr>
              <a:t>.</a:t>
            </a:r>
            <a:endParaRPr lang="en-US" sz="11800" dirty="0">
              <a:solidFill>
                <a:schemeClr val="tx1"/>
              </a:solidFill>
              <a:latin typeface="Quicksand Light" panose="00000400000000000000" charset="0"/>
              <a:ea typeface="G8321 Medium" panose="00000605000000000000" charset="0"/>
              <a:cs typeface="Quicksand Light" panose="00000400000000000000" charset="0"/>
            </a:endParaRPr>
          </a:p>
        </p:txBody>
      </p:sp>
      <p:sp>
        <p:nvSpPr>
          <p:cNvPr id="3" name="Rectangle 2"/>
          <p:cNvSpPr/>
          <p:nvPr/>
        </p:nvSpPr>
        <p:spPr>
          <a:xfrm>
            <a:off x="3007134" y="8170608"/>
            <a:ext cx="3451123" cy="3690536"/>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4" name="Rectangle 3"/>
          <p:cNvSpPr/>
          <p:nvPr/>
        </p:nvSpPr>
        <p:spPr>
          <a:xfrm>
            <a:off x="6458257" y="8170607"/>
            <a:ext cx="3128194" cy="3690536"/>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5" name="Rectangle 4"/>
          <p:cNvSpPr/>
          <p:nvPr/>
        </p:nvSpPr>
        <p:spPr>
          <a:xfrm>
            <a:off x="9586451" y="8170606"/>
            <a:ext cx="2831690" cy="369053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6" name="Rectangle 5"/>
          <p:cNvSpPr/>
          <p:nvPr/>
        </p:nvSpPr>
        <p:spPr>
          <a:xfrm>
            <a:off x="12418141" y="8170606"/>
            <a:ext cx="2890685" cy="3690537"/>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7" name="Subtitle 2"/>
          <p:cNvSpPr txBox="1"/>
          <p:nvPr/>
        </p:nvSpPr>
        <p:spPr>
          <a:xfrm>
            <a:off x="3375114" y="8554063"/>
            <a:ext cx="1357582" cy="97339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buNone/>
            </a:pPr>
            <a:r>
              <a:rPr lang="en-US" sz="2000" dirty="0">
                <a:solidFill>
                  <a:schemeClr val="tx1"/>
                </a:solidFill>
                <a:latin typeface="Quicksand Light" panose="00000400000000000000" charset="0"/>
                <a:ea typeface="Kabond" panose="02000503000000000000" charset="0"/>
                <a:cs typeface="Quicksand Light" panose="00000400000000000000" charset="0"/>
              </a:rPr>
              <a:t>Black</a:t>
            </a:r>
            <a:endParaRPr lang="en-US" sz="2000" dirty="0">
              <a:solidFill>
                <a:schemeClr val="tx1"/>
              </a:solidFill>
              <a:latin typeface="Quicksand Light" panose="00000400000000000000" charset="0"/>
              <a:ea typeface="Kabond" panose="02000503000000000000" charset="0"/>
              <a:cs typeface="Quicksand Light" panose="00000400000000000000" charset="0"/>
            </a:endParaRPr>
          </a:p>
          <a:p>
            <a:pPr marL="0" indent="0" algn="just">
              <a:lnSpc>
                <a:spcPct val="100000"/>
              </a:lnSpc>
              <a:buNone/>
            </a:pPr>
            <a:r>
              <a:rPr lang="en-US" sz="2000" dirty="0">
                <a:solidFill>
                  <a:schemeClr val="tx1"/>
                </a:solidFill>
                <a:latin typeface="Quicksand Light" panose="00000400000000000000" charset="0"/>
                <a:ea typeface="Kabond" panose="02000503000000000000" charset="0"/>
                <a:cs typeface="Quicksand Light" panose="00000400000000000000" charset="0"/>
              </a:rPr>
              <a:t>1D34E</a:t>
            </a:r>
            <a:endParaRPr lang="en-US" sz="2000" dirty="0">
              <a:solidFill>
                <a:schemeClr val="tx1"/>
              </a:solidFill>
              <a:latin typeface="Quicksand Light" panose="00000400000000000000" charset="0"/>
              <a:ea typeface="Kabond" panose="02000503000000000000" charset="0"/>
              <a:cs typeface="Quicksand Light" panose="00000400000000000000" charset="0"/>
            </a:endParaRPr>
          </a:p>
        </p:txBody>
      </p:sp>
      <p:sp>
        <p:nvSpPr>
          <p:cNvPr id="8" name="Subtitle 2"/>
          <p:cNvSpPr txBox="1"/>
          <p:nvPr/>
        </p:nvSpPr>
        <p:spPr>
          <a:xfrm>
            <a:off x="3375114" y="10244445"/>
            <a:ext cx="2685400" cy="1441904"/>
          </a:xfrm>
          <a:prstGeom prst="rect">
            <a:avLst/>
          </a:prstGeom>
        </p:spPr>
        <p:txBody>
          <a:bodyP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US" sz="2000" dirty="0">
                <a:solidFill>
                  <a:schemeClr val="tx1"/>
                </a:solidFill>
                <a:latin typeface="Quicksand Light" panose="00000400000000000000" charset="0"/>
                <a:ea typeface="Kabond" panose="02000503000000000000" charset="0"/>
                <a:cs typeface="Quicksand Light" panose="00000400000000000000" charset="0"/>
              </a:rPr>
              <a:t>#1, Cool Company #2 and Cool Company #3]. </a:t>
            </a:r>
            <a:endParaRPr lang="en-US" sz="2000" dirty="0">
              <a:solidFill>
                <a:schemeClr val="tx1"/>
              </a:solidFill>
              <a:latin typeface="Quicksand Light" panose="00000400000000000000" charset="0"/>
              <a:ea typeface="Kabond" panose="02000503000000000000" charset="0"/>
              <a:cs typeface="Quicksand Light" panose="00000400000000000000" charset="0"/>
            </a:endParaRPr>
          </a:p>
        </p:txBody>
      </p:sp>
      <p:sp>
        <p:nvSpPr>
          <p:cNvPr id="9" name="Subtitle 2"/>
          <p:cNvSpPr txBox="1"/>
          <p:nvPr/>
        </p:nvSpPr>
        <p:spPr>
          <a:xfrm>
            <a:off x="6678753" y="8554063"/>
            <a:ext cx="1357582" cy="97339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buNone/>
            </a:pPr>
            <a:r>
              <a:rPr lang="en-US" sz="2000" dirty="0">
                <a:solidFill>
                  <a:schemeClr val="tx1"/>
                </a:solidFill>
                <a:latin typeface="Quicksand Light" panose="00000400000000000000" charset="0"/>
                <a:ea typeface="Kabond" panose="02000503000000000000" charset="0"/>
                <a:cs typeface="Quicksand Light" panose="00000400000000000000" charset="0"/>
              </a:rPr>
              <a:t>RED</a:t>
            </a:r>
            <a:endParaRPr lang="en-US" sz="2000" dirty="0">
              <a:solidFill>
                <a:schemeClr val="tx1"/>
              </a:solidFill>
              <a:latin typeface="Quicksand Light" panose="00000400000000000000" charset="0"/>
              <a:ea typeface="Kabond" panose="02000503000000000000" charset="0"/>
              <a:cs typeface="Quicksand Light" panose="00000400000000000000" charset="0"/>
            </a:endParaRPr>
          </a:p>
          <a:p>
            <a:pPr marL="0" indent="0" algn="just">
              <a:lnSpc>
                <a:spcPct val="100000"/>
              </a:lnSpc>
              <a:buNone/>
            </a:pPr>
            <a:r>
              <a:rPr lang="en-US" sz="2000" dirty="0">
                <a:solidFill>
                  <a:schemeClr val="tx1"/>
                </a:solidFill>
                <a:latin typeface="Quicksand Light" panose="00000400000000000000" charset="0"/>
                <a:ea typeface="Kabond" panose="02000503000000000000" charset="0"/>
                <a:cs typeface="Quicksand Light" panose="00000400000000000000" charset="0"/>
              </a:rPr>
              <a:t>1D34E</a:t>
            </a:r>
            <a:endParaRPr lang="en-US" sz="2000" dirty="0">
              <a:solidFill>
                <a:schemeClr val="tx1"/>
              </a:solidFill>
              <a:latin typeface="Quicksand Light" panose="00000400000000000000" charset="0"/>
              <a:ea typeface="Kabond" panose="02000503000000000000" charset="0"/>
              <a:cs typeface="Quicksand Light" panose="00000400000000000000" charset="0"/>
            </a:endParaRPr>
          </a:p>
        </p:txBody>
      </p:sp>
      <p:sp>
        <p:nvSpPr>
          <p:cNvPr id="10" name="Subtitle 2"/>
          <p:cNvSpPr txBox="1"/>
          <p:nvPr/>
        </p:nvSpPr>
        <p:spPr>
          <a:xfrm>
            <a:off x="6678753" y="10244445"/>
            <a:ext cx="2685400" cy="1441904"/>
          </a:xfrm>
          <a:prstGeom prst="rect">
            <a:avLst/>
          </a:prstGeom>
        </p:spPr>
        <p:txBody>
          <a:bodyP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US" sz="2000" dirty="0">
                <a:solidFill>
                  <a:schemeClr val="tx1"/>
                </a:solidFill>
                <a:latin typeface="Quicksand Light" panose="00000400000000000000" charset="0"/>
                <a:ea typeface="Kabond" panose="02000503000000000000" charset="0"/>
                <a:cs typeface="Quicksand Light" panose="00000400000000000000" charset="0"/>
              </a:rPr>
              <a:t>#1, Cool Company #2 and Cool Company #3]. </a:t>
            </a:r>
            <a:endParaRPr lang="en-US" sz="2000" dirty="0">
              <a:solidFill>
                <a:schemeClr val="tx1"/>
              </a:solidFill>
              <a:latin typeface="Quicksand Light" panose="00000400000000000000" charset="0"/>
              <a:ea typeface="Kabond" panose="02000503000000000000" charset="0"/>
              <a:cs typeface="Quicksand Light" panose="00000400000000000000" charset="0"/>
            </a:endParaRPr>
          </a:p>
        </p:txBody>
      </p:sp>
      <p:sp>
        <p:nvSpPr>
          <p:cNvPr id="11" name="Subtitle 2"/>
          <p:cNvSpPr txBox="1"/>
          <p:nvPr/>
        </p:nvSpPr>
        <p:spPr>
          <a:xfrm>
            <a:off x="9834908" y="8554063"/>
            <a:ext cx="1357582" cy="97339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buNone/>
            </a:pPr>
            <a:r>
              <a:rPr lang="en-US" sz="2000" dirty="0">
                <a:solidFill>
                  <a:schemeClr val="tx1"/>
                </a:solidFill>
                <a:latin typeface="Quicksand Light" panose="00000400000000000000" charset="0"/>
                <a:ea typeface="Kabond" panose="02000503000000000000" charset="0"/>
                <a:cs typeface="Quicksand Light" panose="00000400000000000000" charset="0"/>
              </a:rPr>
              <a:t>YELLOW</a:t>
            </a:r>
            <a:endParaRPr lang="en-US" sz="2000" dirty="0">
              <a:solidFill>
                <a:schemeClr val="tx1"/>
              </a:solidFill>
              <a:latin typeface="Quicksand Light" panose="00000400000000000000" charset="0"/>
              <a:ea typeface="Kabond" panose="02000503000000000000" charset="0"/>
              <a:cs typeface="Quicksand Light" panose="00000400000000000000" charset="0"/>
            </a:endParaRPr>
          </a:p>
          <a:p>
            <a:pPr marL="0" indent="0" algn="just">
              <a:lnSpc>
                <a:spcPct val="100000"/>
              </a:lnSpc>
              <a:buNone/>
            </a:pPr>
            <a:r>
              <a:rPr lang="en-US" sz="2000" dirty="0">
                <a:solidFill>
                  <a:schemeClr val="tx1"/>
                </a:solidFill>
                <a:latin typeface="Quicksand Light" panose="00000400000000000000" charset="0"/>
                <a:ea typeface="Kabond" panose="02000503000000000000" charset="0"/>
                <a:cs typeface="Quicksand Light" panose="00000400000000000000" charset="0"/>
              </a:rPr>
              <a:t>1D34E</a:t>
            </a:r>
            <a:endParaRPr lang="en-US" sz="2000" dirty="0">
              <a:solidFill>
                <a:schemeClr val="tx1"/>
              </a:solidFill>
              <a:latin typeface="Quicksand Light" panose="00000400000000000000" charset="0"/>
              <a:ea typeface="Kabond" panose="02000503000000000000" charset="0"/>
              <a:cs typeface="Quicksand Light" panose="00000400000000000000" charset="0"/>
            </a:endParaRPr>
          </a:p>
        </p:txBody>
      </p:sp>
      <p:sp>
        <p:nvSpPr>
          <p:cNvPr id="12" name="Subtitle 2"/>
          <p:cNvSpPr txBox="1"/>
          <p:nvPr/>
        </p:nvSpPr>
        <p:spPr>
          <a:xfrm>
            <a:off x="9834908" y="10244445"/>
            <a:ext cx="2685400" cy="1441904"/>
          </a:xfrm>
          <a:prstGeom prst="rect">
            <a:avLst/>
          </a:prstGeom>
        </p:spPr>
        <p:txBody>
          <a:bodyP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US" sz="2000" dirty="0">
                <a:solidFill>
                  <a:schemeClr val="tx1"/>
                </a:solidFill>
                <a:latin typeface="Quicksand Light" panose="00000400000000000000" charset="0"/>
                <a:ea typeface="Kabond" panose="02000503000000000000" charset="0"/>
                <a:cs typeface="Quicksand Light" panose="00000400000000000000" charset="0"/>
              </a:rPr>
              <a:t>#1, Cool Company #2 and Cool Company #3]. </a:t>
            </a:r>
            <a:endParaRPr lang="en-US" sz="2000" dirty="0">
              <a:solidFill>
                <a:schemeClr val="tx1"/>
              </a:solidFill>
              <a:latin typeface="Quicksand Light" panose="00000400000000000000" charset="0"/>
              <a:ea typeface="Kabond" panose="02000503000000000000" charset="0"/>
              <a:cs typeface="Quicksand Light" panose="00000400000000000000" charset="0"/>
            </a:endParaRPr>
          </a:p>
        </p:txBody>
      </p:sp>
      <p:sp>
        <p:nvSpPr>
          <p:cNvPr id="13" name="Subtitle 2"/>
          <p:cNvSpPr txBox="1"/>
          <p:nvPr/>
        </p:nvSpPr>
        <p:spPr>
          <a:xfrm>
            <a:off x="12607605" y="8554063"/>
            <a:ext cx="1357582" cy="97339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buNone/>
            </a:pPr>
            <a:r>
              <a:rPr lang="en-US" sz="2000" dirty="0">
                <a:solidFill>
                  <a:schemeClr val="tx1"/>
                </a:solidFill>
                <a:latin typeface="Quicksand Light" panose="00000400000000000000" charset="0"/>
                <a:ea typeface="Kabond" panose="02000503000000000000" charset="0"/>
                <a:cs typeface="Quicksand Light" panose="00000400000000000000" charset="0"/>
              </a:rPr>
              <a:t>BLUE</a:t>
            </a:r>
            <a:endParaRPr lang="en-US" sz="2000" dirty="0">
              <a:solidFill>
                <a:schemeClr val="tx1"/>
              </a:solidFill>
              <a:latin typeface="Quicksand Light" panose="00000400000000000000" charset="0"/>
              <a:ea typeface="Kabond" panose="02000503000000000000" charset="0"/>
              <a:cs typeface="Quicksand Light" panose="00000400000000000000" charset="0"/>
            </a:endParaRPr>
          </a:p>
          <a:p>
            <a:pPr marL="0" indent="0" algn="just">
              <a:lnSpc>
                <a:spcPct val="100000"/>
              </a:lnSpc>
              <a:buNone/>
            </a:pPr>
            <a:r>
              <a:rPr lang="en-US" sz="2000" dirty="0">
                <a:solidFill>
                  <a:schemeClr val="tx1"/>
                </a:solidFill>
                <a:latin typeface="Quicksand Light" panose="00000400000000000000" charset="0"/>
                <a:ea typeface="Kabond" panose="02000503000000000000" charset="0"/>
                <a:cs typeface="Quicksand Light" panose="00000400000000000000" charset="0"/>
              </a:rPr>
              <a:t>1D34E</a:t>
            </a:r>
            <a:endParaRPr lang="en-US" sz="2000" dirty="0">
              <a:solidFill>
                <a:schemeClr val="tx1"/>
              </a:solidFill>
              <a:latin typeface="Quicksand Light" panose="00000400000000000000" charset="0"/>
              <a:ea typeface="Kabond" panose="02000503000000000000" charset="0"/>
              <a:cs typeface="Quicksand Light" panose="00000400000000000000" charset="0"/>
            </a:endParaRPr>
          </a:p>
        </p:txBody>
      </p:sp>
      <p:sp>
        <p:nvSpPr>
          <p:cNvPr id="14" name="Subtitle 2"/>
          <p:cNvSpPr txBox="1"/>
          <p:nvPr/>
        </p:nvSpPr>
        <p:spPr>
          <a:xfrm>
            <a:off x="12607605" y="10244445"/>
            <a:ext cx="2685400" cy="1441904"/>
          </a:xfrm>
          <a:prstGeom prst="rect">
            <a:avLst/>
          </a:prstGeom>
        </p:spPr>
        <p:txBody>
          <a:bodyP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US" sz="2000" dirty="0">
                <a:solidFill>
                  <a:schemeClr val="tx1"/>
                </a:solidFill>
                <a:latin typeface="Quicksand Light" panose="00000400000000000000" charset="0"/>
                <a:ea typeface="Kabond" panose="02000503000000000000" charset="0"/>
                <a:cs typeface="Quicksand Light" panose="00000400000000000000" charset="0"/>
              </a:rPr>
              <a:t>#1, Cool Company #2 and Cool Company #3]. </a:t>
            </a:r>
            <a:endParaRPr lang="en-US" sz="2000" dirty="0">
              <a:solidFill>
                <a:schemeClr val="tx1"/>
              </a:solidFill>
              <a:latin typeface="Quicksand Light" panose="00000400000000000000" charset="0"/>
              <a:ea typeface="Kabond" panose="02000503000000000000" charset="0"/>
              <a:cs typeface="Quicksand Light" panose="00000400000000000000" charset="0"/>
            </a:endParaRPr>
          </a:p>
        </p:txBody>
      </p:sp>
      <p:sp>
        <p:nvSpPr>
          <p:cNvPr id="15" name="Rectangle 14"/>
          <p:cNvSpPr/>
          <p:nvPr/>
        </p:nvSpPr>
        <p:spPr>
          <a:xfrm>
            <a:off x="19791169" y="10015874"/>
            <a:ext cx="3361894" cy="1884940"/>
          </a:xfrm>
          <a:prstGeom prst="rect">
            <a:avLst/>
          </a:prstGeom>
        </p:spPr>
        <p:txBody>
          <a:bodyPr wrap="square">
            <a:spAutoFit/>
          </a:bodyPr>
          <a:lstStyle/>
          <a:p>
            <a:pPr>
              <a:lnSpc>
                <a:spcPct val="150000"/>
              </a:lnSpc>
            </a:pPr>
            <a:r>
              <a:rPr lang="en-US" sz="2000" dirty="0">
                <a:solidFill>
                  <a:schemeClr val="tx1"/>
                </a:solidFill>
                <a:latin typeface="Quicksand Light" panose="00000400000000000000" charset="0"/>
                <a:ea typeface="Lucida Sans" panose="020B0602030504020204" charset="0"/>
                <a:cs typeface="Quicksand Light" panose="00000400000000000000" charset="0"/>
              </a:rPr>
              <a:t>Showcase your services on a beautiful page just for your workshop or session.</a:t>
            </a:r>
            <a:endParaRPr lang="en-US" sz="2000" dirty="0">
              <a:solidFill>
                <a:schemeClr val="tx1"/>
              </a:solidFill>
              <a:latin typeface="Quicksand Light" panose="00000400000000000000" charset="0"/>
              <a:ea typeface="Lucida Sans" panose="020B0602030504020204" charset="0"/>
              <a:cs typeface="Quicksand Light" panose="00000400000000000000" charset="0"/>
            </a:endParaRPr>
          </a:p>
        </p:txBody>
      </p:sp>
      <p:sp>
        <p:nvSpPr>
          <p:cNvPr id="16" name="Rectangle 15"/>
          <p:cNvSpPr/>
          <p:nvPr/>
        </p:nvSpPr>
        <p:spPr>
          <a:xfrm>
            <a:off x="13965187" y="4017884"/>
            <a:ext cx="10035955" cy="1754326"/>
          </a:xfrm>
          <a:prstGeom prst="rect">
            <a:avLst/>
          </a:prstGeom>
        </p:spPr>
        <p:txBody>
          <a:bodyPr wrap="square">
            <a:spAutoFit/>
          </a:bodyPr>
          <a:lstStyle/>
          <a:p>
            <a:r>
              <a:rPr lang="en-US" sz="3600" dirty="0">
                <a:solidFill>
                  <a:schemeClr val="tx1"/>
                </a:solidFill>
                <a:latin typeface="Quicksand Light" panose="00000400000000000000" charset="0"/>
                <a:ea typeface="EB Garamond 12" panose="02020502060206020403" pitchFamily="18" charset="0"/>
                <a:cs typeface="Quicksand Light" panose="00000400000000000000" charset="0"/>
              </a:rPr>
              <a:t>For some professionals, this priority can take its toll as it removes the heart and soul from the design process:</a:t>
            </a:r>
            <a:endParaRPr lang="en-US" sz="3600" dirty="0">
              <a:solidFill>
                <a:schemeClr val="tx1"/>
              </a:solidFill>
              <a:latin typeface="Quicksand Light" panose="00000400000000000000" charset="0"/>
              <a:ea typeface="EB Garamond 12" panose="02020502060206020403" pitchFamily="18" charset="0"/>
              <a:cs typeface="Quicksand Light" panose="00000400000000000000" charset="0"/>
            </a:endParaRPr>
          </a:p>
        </p:txBody>
      </p:sp>
      <p:sp>
        <p:nvSpPr>
          <p:cNvPr id="17" name="Title 1"/>
          <p:cNvSpPr txBox="1"/>
          <p:nvPr/>
        </p:nvSpPr>
        <p:spPr>
          <a:xfrm>
            <a:off x="13423669" y="3236275"/>
            <a:ext cx="1053271" cy="1658772"/>
          </a:xfrm>
          <a:prstGeom prst="rect">
            <a:avLst/>
          </a:prstGeom>
        </p:spPr>
        <p:txBody>
          <a:bodyPr>
            <a:normAutofit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1800" dirty="0">
                <a:solidFill>
                  <a:sysClr val="windowText" lastClr="000000"/>
                </a:solidFill>
                <a:latin typeface="Bahnschrift SemiBold" panose="020B0502040204020203" charset="0"/>
                <a:ea typeface="G8321 Medium" panose="00000605000000000000" charset="0"/>
                <a:cs typeface="Bahnschrift SemiBold" panose="020B0502040204020203" charset="0"/>
              </a:rPr>
              <a:t>“</a:t>
            </a:r>
            <a:endParaRPr lang="en-US" sz="11800" dirty="0">
              <a:latin typeface="Bahnschrift SemiBold" panose="020B0502040204020203" charset="0"/>
              <a:ea typeface="G8321 Medium" panose="00000605000000000000" charset="0"/>
              <a:cs typeface="Bahnschrift SemiBold" panose="020B0502040204020203" charset="0"/>
            </a:endParaRPr>
          </a:p>
        </p:txBody>
      </p:sp>
      <p:sp>
        <p:nvSpPr>
          <p:cNvPr id="18" name="Rectangle 17"/>
          <p:cNvSpPr/>
          <p:nvPr/>
        </p:nvSpPr>
        <p:spPr>
          <a:xfrm>
            <a:off x="2927133" y="6027887"/>
            <a:ext cx="7396738" cy="884088"/>
          </a:xfrm>
          <a:prstGeom prst="rect">
            <a:avLst/>
          </a:prstGeom>
        </p:spPr>
        <p:txBody>
          <a:bodyPr wrap="square">
            <a:spAutoFit/>
          </a:bodyPr>
          <a:lstStyle/>
          <a:p>
            <a:pPr>
              <a:lnSpc>
                <a:spcPct val="150000"/>
              </a:lnSpc>
            </a:pPr>
            <a:r>
              <a:rPr lang="en-US" dirty="0">
                <a:solidFill>
                  <a:schemeClr val="tx1"/>
                </a:solidFill>
                <a:latin typeface="Quicksand Light" panose="00000400000000000000" charset="0"/>
                <a:ea typeface="Lucida Sans" panose="020B0602030504020204" charset="0"/>
                <a:cs typeface="Quicksand Light" panose="00000400000000000000" charset="0"/>
              </a:rPr>
              <a:t>A research project I conducted on the meaning of the clothes associated with a high street brand, </a:t>
            </a:r>
            <a:endParaRPr lang="en-US" dirty="0">
              <a:solidFill>
                <a:schemeClr val="tx1"/>
              </a:solidFill>
              <a:latin typeface="Quicksand Light" panose="00000400000000000000" charset="0"/>
              <a:ea typeface="Lucida Sans" panose="020B0602030504020204" charset="0"/>
              <a:cs typeface="Quicksand Light" panose="00000400000000000000" charset="0"/>
            </a:endParaRPr>
          </a:p>
        </p:txBody>
      </p:sp>
      <p:sp>
        <p:nvSpPr>
          <p:cNvPr id="22" name="Created and designed by Plura."/>
          <p:cNvSpPr txBox="1"/>
          <p:nvPr/>
        </p:nvSpPr>
        <p:spPr>
          <a:xfrm>
            <a:off x="10411460" y="12830175"/>
            <a:ext cx="5186680" cy="470535"/>
          </a:xfrm>
          <a:prstGeom prst="rect">
            <a:avLst/>
          </a:prstGeom>
          <a:ln w="12700">
            <a:miter lim="400000"/>
          </a:ln>
        </p:spPr>
        <p:txBody>
          <a:bodyPr wrap="square" lIns="50800" tIns="50800" rIns="50800" bIns="50800" anchor="ctr">
            <a:spAutoFit/>
          </a:bodyPr>
          <a:lstStyle>
            <a:lvl1pPr>
              <a:defRPr>
                <a:solidFill>
                  <a:srgbClr val="414C3D"/>
                </a:solidFill>
                <a:latin typeface="FZXiShanHu-M13S"/>
                <a:ea typeface="FZXiShanHu-M13S"/>
                <a:cs typeface="FZXiShanHu-M13S"/>
                <a:sym typeface="FZXiShanHu-M13S"/>
              </a:defRPr>
            </a:lvl1pPr>
          </a:lstStyle>
          <a:p>
            <a:r>
              <a:rPr sz="2400" dirty="0">
                <a:solidFill>
                  <a:schemeClr val="tx1"/>
                </a:solidFill>
                <a:latin typeface="Quicksand Light" panose="00000400000000000000" charset="0"/>
                <a:cs typeface="Quicksand Light" panose="00000400000000000000" charset="0"/>
              </a:rPr>
              <a:t>Created and designed by </a:t>
            </a:r>
            <a:r>
              <a:rPr lang="zh-CN" altLang="en-US" sz="2400" dirty="0">
                <a:solidFill>
                  <a:schemeClr val="tx1"/>
                </a:solidFill>
                <a:latin typeface="Quicksand Light" panose="00000400000000000000" charset="0"/>
                <a:cs typeface="Quicksand Light" panose="00000400000000000000" charset="0"/>
              </a:rPr>
              <a:t>荒唐梦</a:t>
            </a:r>
            <a:r>
              <a:rPr sz="2400" dirty="0">
                <a:solidFill>
                  <a:schemeClr val="tx1"/>
                </a:solidFill>
                <a:latin typeface="Quicksand Light" panose="00000400000000000000" charset="0"/>
                <a:cs typeface="Quicksand Light" panose="00000400000000000000" charset="0"/>
              </a:rPr>
              <a:t>.</a:t>
            </a:r>
            <a:endParaRPr sz="2400" dirty="0">
              <a:solidFill>
                <a:schemeClr val="tx1"/>
              </a:solidFill>
              <a:latin typeface="Quicksand Light" panose="00000400000000000000" charset="0"/>
              <a:cs typeface="Quicksand Light" panose="00000400000000000000" charset="0"/>
            </a:endParaRPr>
          </a:p>
        </p:txBody>
      </p:sp>
      <p:sp>
        <p:nvSpPr>
          <p:cNvPr id="19" name="Title 1"/>
          <p:cNvSpPr txBox="1"/>
          <p:nvPr/>
        </p:nvSpPr>
        <p:spPr>
          <a:xfrm>
            <a:off x="1158471" y="1233917"/>
            <a:ext cx="2866591" cy="748219"/>
          </a:xfrm>
          <a:prstGeom prst="rect">
            <a:avLst/>
          </a:prstGeom>
        </p:spPr>
        <p:txBody>
          <a:bodyPr>
            <a:normAutofit fontScale="9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Quicksand Light" panose="00000400000000000000" charset="0"/>
                <a:ea typeface="G8321 Medium" panose="00000605000000000000" charset="0"/>
                <a:cs typeface="Quicksand Light" panose="00000400000000000000" charset="0"/>
              </a:rPr>
              <a:t>curev passion</a:t>
            </a:r>
            <a:endParaRPr lang="en-US" sz="3600" dirty="0">
              <a:latin typeface="Quicksand Light" panose="00000400000000000000" charset="0"/>
              <a:ea typeface="G8321 Medium" panose="00000605000000000000" charset="0"/>
              <a:cs typeface="Quicksand Light" panose="00000400000000000000"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2241753" y="2299374"/>
            <a:ext cx="9159878" cy="5112650"/>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8800" dirty="0" err="1">
                <a:solidFill>
                  <a:schemeClr val="tx1"/>
                </a:solidFill>
                <a:latin typeface="Quicksand Light" panose="00000400000000000000" charset="0"/>
                <a:ea typeface="G8321 Medium" panose="00000605000000000000" charset="0"/>
                <a:cs typeface="Quicksand Light" panose="00000400000000000000" charset="0"/>
              </a:rPr>
              <a:t>Multipur</a:t>
            </a:r>
            <a:r>
              <a:rPr lang="en-US" sz="8800" dirty="0">
                <a:solidFill>
                  <a:schemeClr val="tx1"/>
                </a:solidFill>
                <a:latin typeface="Quicksand Light" panose="00000400000000000000" charset="0"/>
                <a:ea typeface="G8321 Medium" panose="00000605000000000000" charset="0"/>
                <a:cs typeface="Quicksand Light" panose="00000400000000000000" charset="0"/>
              </a:rPr>
              <a:t>-</a:t>
            </a:r>
            <a:endParaRPr lang="en-US" sz="8800" dirty="0">
              <a:solidFill>
                <a:schemeClr val="tx1"/>
              </a:solidFill>
              <a:latin typeface="Quicksand Light" panose="00000400000000000000" charset="0"/>
              <a:ea typeface="G8321 Medium" panose="00000605000000000000" charset="0"/>
              <a:cs typeface="Quicksand Light" panose="00000400000000000000" charset="0"/>
            </a:endParaRPr>
          </a:p>
          <a:p>
            <a:r>
              <a:rPr lang="en-US" sz="8800" dirty="0">
                <a:solidFill>
                  <a:schemeClr val="tx1"/>
                </a:solidFill>
                <a:latin typeface="Quicksand Light" panose="00000400000000000000" charset="0"/>
                <a:ea typeface="G8321 Medium" panose="00000605000000000000" charset="0"/>
                <a:cs typeface="Quicksand Light" panose="00000400000000000000" charset="0"/>
              </a:rPr>
              <a:t>pose presentation.</a:t>
            </a:r>
            <a:endParaRPr lang="en-US" sz="8800" dirty="0">
              <a:solidFill>
                <a:schemeClr val="tx1"/>
              </a:solidFill>
              <a:latin typeface="Quicksand Light" panose="00000400000000000000" charset="0"/>
              <a:ea typeface="G8321 Medium" panose="00000605000000000000" charset="0"/>
              <a:cs typeface="Quicksand Light" panose="00000400000000000000" charset="0"/>
            </a:endParaRPr>
          </a:p>
        </p:txBody>
      </p:sp>
      <p:cxnSp>
        <p:nvCxnSpPr>
          <p:cNvPr id="4" name="Straight Connector 3"/>
          <p:cNvCxnSpPr/>
          <p:nvPr/>
        </p:nvCxnSpPr>
        <p:spPr>
          <a:xfrm>
            <a:off x="2330245" y="11981161"/>
            <a:ext cx="300867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itle 1"/>
          <p:cNvSpPr txBox="1"/>
          <p:nvPr/>
        </p:nvSpPr>
        <p:spPr>
          <a:xfrm>
            <a:off x="2241753" y="12158325"/>
            <a:ext cx="3008671" cy="648354"/>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dirty="0">
                <a:solidFill>
                  <a:schemeClr val="tx1"/>
                </a:solidFill>
                <a:latin typeface="Quicksand Light" panose="00000400000000000000" charset="0"/>
                <a:ea typeface="G8321 Medium" panose="00000605000000000000" charset="0"/>
                <a:cs typeface="Quicksand Light" panose="00000400000000000000" charset="0"/>
              </a:rPr>
              <a:t>Clean version</a:t>
            </a:r>
            <a:endParaRPr lang="en-US" sz="2800" dirty="0">
              <a:solidFill>
                <a:schemeClr val="tx1"/>
              </a:solidFill>
              <a:latin typeface="Quicksand Light" panose="00000400000000000000" charset="0"/>
              <a:ea typeface="G8321 Medium" panose="00000605000000000000" charset="0"/>
              <a:cs typeface="Quicksand Light" panose="00000400000000000000" charset="0"/>
            </a:endParaRPr>
          </a:p>
        </p:txBody>
      </p:sp>
      <p:cxnSp>
        <p:nvCxnSpPr>
          <p:cNvPr id="7" name="Straight Connector 6"/>
          <p:cNvCxnSpPr/>
          <p:nvPr/>
        </p:nvCxnSpPr>
        <p:spPr>
          <a:xfrm>
            <a:off x="9173497" y="11981161"/>
            <a:ext cx="300867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itle 1"/>
          <p:cNvSpPr txBox="1"/>
          <p:nvPr/>
        </p:nvSpPr>
        <p:spPr>
          <a:xfrm>
            <a:off x="9085005" y="12158325"/>
            <a:ext cx="3008671" cy="648354"/>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dirty="0">
                <a:solidFill>
                  <a:schemeClr val="tx1"/>
                </a:solidFill>
                <a:latin typeface="Quicksand Light" panose="00000400000000000000" charset="0"/>
                <a:ea typeface="G8321 Medium" panose="00000605000000000000" charset="0"/>
                <a:cs typeface="Quicksand Light" panose="00000400000000000000" charset="0"/>
              </a:rPr>
              <a:t>Template</a:t>
            </a:r>
            <a:endParaRPr lang="en-US" sz="2800" dirty="0">
              <a:solidFill>
                <a:schemeClr val="tx1"/>
              </a:solidFill>
              <a:latin typeface="Quicksand Light" panose="00000400000000000000" charset="0"/>
              <a:ea typeface="G8321 Medium" panose="00000605000000000000" charset="0"/>
              <a:cs typeface="Quicksand Light" panose="00000400000000000000" charset="0"/>
            </a:endParaRPr>
          </a:p>
        </p:txBody>
      </p:sp>
      <p:sp>
        <p:nvSpPr>
          <p:cNvPr id="9" name="Subtitle 2"/>
          <p:cNvSpPr txBox="1"/>
          <p:nvPr/>
        </p:nvSpPr>
        <p:spPr>
          <a:xfrm>
            <a:off x="2338186" y="6839744"/>
            <a:ext cx="10005813" cy="157191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defRPr/>
            </a:pPr>
            <a:r>
              <a:rPr lang="en-US" sz="2000" dirty="0">
                <a:solidFill>
                  <a:schemeClr val="tx1"/>
                </a:solidFill>
                <a:latin typeface="Quicksand Light" panose="00000400000000000000" charset="0"/>
                <a:ea typeface="Kabond" panose="02000503000000000000" charset="0"/>
                <a:cs typeface="Quicksand Light" panose="00000400000000000000" charset="0"/>
              </a:rPr>
              <a:t>It’s been an awesome, but intense, </a:t>
            </a:r>
            <a:r>
              <a:rPr lang="en-US" sz="2000" b="1" dirty="0">
                <a:solidFill>
                  <a:schemeClr val="tx1"/>
                </a:solidFill>
                <a:latin typeface="Quicksand Light" panose="00000400000000000000" charset="0"/>
                <a:ea typeface="Kabond" panose="02000503000000000000" charset="0"/>
                <a:cs typeface="Quicksand Light" panose="00000400000000000000" charset="0"/>
              </a:rPr>
              <a:t>[summer/fall/winter/spring]</a:t>
            </a:r>
            <a:r>
              <a:rPr lang="en-US" sz="2000" dirty="0">
                <a:solidFill>
                  <a:schemeClr val="tx1"/>
                </a:solidFill>
                <a:latin typeface="Quicksand Light" panose="00000400000000000000" charset="0"/>
                <a:ea typeface="Kabond" panose="02000503000000000000" charset="0"/>
                <a:cs typeface="Quicksand Light" panose="00000400000000000000" charset="0"/>
              </a:rPr>
              <a:t>. Many things are tracking well, but there are some challenges we’re working through.</a:t>
            </a:r>
            <a:endParaRPr lang="en-US" sz="2000" dirty="0">
              <a:solidFill>
                <a:schemeClr val="tx1"/>
              </a:solidFill>
              <a:latin typeface="Quicksand Light" panose="00000400000000000000" charset="0"/>
              <a:ea typeface="Kabond" panose="02000503000000000000" charset="0"/>
              <a:cs typeface="Quicksand Light" panose="00000400000000000000" charset="0"/>
            </a:endParaRPr>
          </a:p>
        </p:txBody>
      </p:sp>
      <p:sp>
        <p:nvSpPr>
          <p:cNvPr id="12" name="Rectangle 11"/>
          <p:cNvSpPr/>
          <p:nvPr/>
        </p:nvSpPr>
        <p:spPr>
          <a:xfrm>
            <a:off x="21382087" y="11814907"/>
            <a:ext cx="1191491" cy="16625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solidFill>
                <a:schemeClr val="tx1"/>
              </a:solidFill>
              <a:latin typeface="Quicksand Light" panose="00000400000000000000" charset="0"/>
              <a:cs typeface="Quicksand Light" panose="00000400000000000000" charset="0"/>
            </a:endParaRPr>
          </a:p>
        </p:txBody>
      </p:sp>
      <p:sp>
        <p:nvSpPr>
          <p:cNvPr id="18" name="Subtitle 2"/>
          <p:cNvSpPr txBox="1"/>
          <p:nvPr/>
        </p:nvSpPr>
        <p:spPr>
          <a:xfrm>
            <a:off x="20603135" y="6558694"/>
            <a:ext cx="2650743" cy="986849"/>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defRPr/>
            </a:pPr>
            <a:r>
              <a:rPr lang="en-US" sz="3600" b="1" dirty="0">
                <a:solidFill>
                  <a:schemeClr val="tx1"/>
                </a:solidFill>
                <a:latin typeface="Quicksand Light" panose="00000400000000000000" charset="0"/>
                <a:ea typeface="Kabond" panose="02000503000000000000" charset="0"/>
                <a:cs typeface="Quicksand Light" panose="00000400000000000000" charset="0"/>
              </a:rPr>
              <a:t>HTM</a:t>
            </a:r>
            <a:endParaRPr lang="en-US" sz="3600" b="1" dirty="0">
              <a:solidFill>
                <a:schemeClr val="tx1"/>
              </a:solidFill>
              <a:latin typeface="Quicksand Light" panose="00000400000000000000" charset="0"/>
              <a:ea typeface="Kabond" panose="02000503000000000000" charset="0"/>
              <a:cs typeface="Quicksand Light" panose="00000400000000000000" charset="0"/>
            </a:endParaRPr>
          </a:p>
        </p:txBody>
      </p:sp>
      <p:sp>
        <p:nvSpPr>
          <p:cNvPr id="19" name="Title 1"/>
          <p:cNvSpPr txBox="1"/>
          <p:nvPr/>
        </p:nvSpPr>
        <p:spPr>
          <a:xfrm>
            <a:off x="20041167" y="7412024"/>
            <a:ext cx="3008671" cy="648354"/>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sz="2800" dirty="0">
                <a:solidFill>
                  <a:schemeClr val="tx1"/>
                </a:solidFill>
                <a:latin typeface="Quicksand Light" panose="00000400000000000000" charset="0"/>
                <a:ea typeface="G8321 Medium" panose="00000605000000000000" charset="0"/>
                <a:cs typeface="Quicksand Light" panose="00000400000000000000" charset="0"/>
              </a:rPr>
              <a:t>Get your paid</a:t>
            </a:r>
            <a:endParaRPr lang="en-US" sz="2800" dirty="0">
              <a:solidFill>
                <a:schemeClr val="tx1"/>
              </a:solidFill>
              <a:latin typeface="Quicksand Light" panose="00000400000000000000" charset="0"/>
              <a:ea typeface="G8321 Medium" panose="00000605000000000000" charset="0"/>
              <a:cs typeface="Quicksand Light" panose="00000400000000000000" charset="0"/>
            </a:endParaRPr>
          </a:p>
        </p:txBody>
      </p:sp>
      <p:sp>
        <p:nvSpPr>
          <p:cNvPr id="20" name="Subtitle 2"/>
          <p:cNvSpPr txBox="1"/>
          <p:nvPr/>
        </p:nvSpPr>
        <p:spPr>
          <a:xfrm>
            <a:off x="9173497" y="10919699"/>
            <a:ext cx="2090954" cy="986849"/>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defRPr/>
            </a:pPr>
            <a:r>
              <a:rPr lang="en-US" sz="3600" dirty="0" err="1">
                <a:solidFill>
                  <a:schemeClr val="tx1"/>
                </a:solidFill>
                <a:latin typeface="Quicksand Light" panose="00000400000000000000" charset="0"/>
                <a:ea typeface="Kabond" panose="02000503000000000000" charset="0"/>
                <a:cs typeface="Quicksand Light" panose="00000400000000000000" charset="0"/>
              </a:rPr>
              <a:t>htm</a:t>
            </a:r>
            <a:endParaRPr lang="en-US" sz="3600" dirty="0" err="1">
              <a:solidFill>
                <a:schemeClr val="tx1"/>
              </a:solidFill>
              <a:latin typeface="Quicksand Light" panose="00000400000000000000" charset="0"/>
              <a:ea typeface="Kabond" panose="02000503000000000000" charset="0"/>
              <a:cs typeface="Quicksand Light" panose="00000400000000000000" charset="0"/>
            </a:endParaRPr>
          </a:p>
        </p:txBody>
      </p:sp>
      <p:sp>
        <p:nvSpPr>
          <p:cNvPr id="11" name="Created and designed by Plura."/>
          <p:cNvSpPr txBox="1"/>
          <p:nvPr/>
        </p:nvSpPr>
        <p:spPr>
          <a:xfrm>
            <a:off x="10147935" y="12807315"/>
            <a:ext cx="5024120" cy="470535"/>
          </a:xfrm>
          <a:prstGeom prst="rect">
            <a:avLst/>
          </a:prstGeom>
          <a:ln w="12700">
            <a:miter lim="400000"/>
          </a:ln>
        </p:spPr>
        <p:txBody>
          <a:bodyPr wrap="square" lIns="50800" tIns="50800" rIns="50800" bIns="50800" anchor="ctr">
            <a:spAutoFit/>
          </a:bodyPr>
          <a:lstStyle>
            <a:lvl1pPr>
              <a:defRPr>
                <a:solidFill>
                  <a:srgbClr val="414C3D"/>
                </a:solidFill>
                <a:latin typeface="FZXiShanHu-M13S"/>
                <a:ea typeface="FZXiShanHu-M13S"/>
                <a:cs typeface="FZXiShanHu-M13S"/>
                <a:sym typeface="FZXiShanHu-M13S"/>
              </a:defRPr>
            </a:lvl1pPr>
          </a:lstStyle>
          <a:p>
            <a:r>
              <a:rPr sz="2400" dirty="0">
                <a:solidFill>
                  <a:schemeClr val="tx1"/>
                </a:solidFill>
                <a:latin typeface="Quicksand Light" panose="00000400000000000000" charset="0"/>
                <a:cs typeface="Quicksand Light" panose="00000400000000000000" charset="0"/>
              </a:rPr>
              <a:t>Created and designed by </a:t>
            </a:r>
            <a:r>
              <a:rPr lang="zh-CN" altLang="en-US" sz="2400" dirty="0">
                <a:solidFill>
                  <a:schemeClr val="tx1"/>
                </a:solidFill>
                <a:latin typeface="Quicksand Light" panose="00000400000000000000" charset="0"/>
                <a:cs typeface="Quicksand Light" panose="00000400000000000000" charset="0"/>
              </a:rPr>
              <a:t>荒唐梦</a:t>
            </a:r>
            <a:r>
              <a:rPr sz="2400" dirty="0">
                <a:solidFill>
                  <a:schemeClr val="tx1"/>
                </a:solidFill>
                <a:latin typeface="Quicksand Light" panose="00000400000000000000" charset="0"/>
                <a:cs typeface="Quicksand Light" panose="00000400000000000000" charset="0"/>
              </a:rPr>
              <a:t>.</a:t>
            </a:r>
            <a:endParaRPr sz="2400" dirty="0">
              <a:solidFill>
                <a:schemeClr val="tx1"/>
              </a:solidFill>
              <a:latin typeface="Quicksand Light" panose="00000400000000000000" charset="0"/>
              <a:cs typeface="Quicksand Light" panose="00000400000000000000" charset="0"/>
            </a:endParaRPr>
          </a:p>
        </p:txBody>
      </p:sp>
      <p:pic>
        <p:nvPicPr>
          <p:cNvPr id="206" name="Line Shape" descr="Line Shape"/>
          <p:cNvPicPr/>
          <p:nvPr/>
        </p:nvPicPr>
        <p:blipFill>
          <a:blip r:embed="rId1"/>
          <a:stretch>
            <a:fillRect/>
          </a:stretch>
        </p:blipFill>
        <p:spPr>
          <a:xfrm>
            <a:off x="7679055" y="-284480"/>
            <a:ext cx="12584430" cy="14863445"/>
          </a:xfrm>
          <a:prstGeom prst="rect">
            <a:avLst/>
          </a:prstGeom>
        </p:spPr>
      </p:pic>
      <p:sp>
        <p:nvSpPr>
          <p:cNvPr id="3" name="Oval 11"/>
          <p:cNvSpPr/>
          <p:nvPr/>
        </p:nvSpPr>
        <p:spPr>
          <a:xfrm>
            <a:off x="15042667" y="2957410"/>
            <a:ext cx="3796360" cy="3796361"/>
          </a:xfrm>
          <a:prstGeom prst="ellipse">
            <a:avLst/>
          </a:prstGeom>
          <a:solidFill>
            <a:schemeClr val="accent1">
              <a:alpha val="62000"/>
            </a:schemeClr>
          </a:soli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ID"/>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968261" y="10747791"/>
            <a:ext cx="6537512" cy="1715085"/>
          </a:xfrm>
          <a:prstGeom prst="rect">
            <a:avLst/>
          </a:prstGeom>
        </p:spPr>
        <p:txBody>
          <a:bodyPr wrap="square">
            <a:spAutoFit/>
          </a:bodyPr>
          <a:lstStyle/>
          <a:p>
            <a:pPr algn="just">
              <a:lnSpc>
                <a:spcPct val="150000"/>
              </a:lnSpc>
            </a:pPr>
            <a:r>
              <a:rPr lang="en-US" dirty="0">
                <a:solidFill>
                  <a:schemeClr val="tx1"/>
                </a:solidFill>
                <a:latin typeface="Quicksand Light" panose="00000400000000000000" charset="0"/>
                <a:ea typeface="Lucida Sans" panose="020B0602030504020204" charset="0"/>
                <a:cs typeface="Quicksand Light" panose="00000400000000000000" charset="0"/>
              </a:rPr>
              <a:t>A designer who has served the industry for over a decade, I couldn’t help but question if presenting a challenge to the business status quo is equivalent to fighting a losing battle.</a:t>
            </a:r>
            <a:endParaRPr lang="en-US" dirty="0">
              <a:solidFill>
                <a:schemeClr val="tx1"/>
              </a:solidFill>
              <a:latin typeface="Quicksand Light" panose="00000400000000000000" charset="0"/>
              <a:ea typeface="Lucida Sans" panose="020B0602030504020204" charset="0"/>
              <a:cs typeface="Quicksand Light" panose="00000400000000000000" charset="0"/>
            </a:endParaRPr>
          </a:p>
        </p:txBody>
      </p:sp>
      <p:sp>
        <p:nvSpPr>
          <p:cNvPr id="4" name="Title 1"/>
          <p:cNvSpPr txBox="1"/>
          <p:nvPr/>
        </p:nvSpPr>
        <p:spPr>
          <a:xfrm>
            <a:off x="1968261" y="1746784"/>
            <a:ext cx="4404830" cy="53017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solidFill>
                  <a:schemeClr val="tx1"/>
                </a:solidFill>
                <a:latin typeface="Quicksand Light" panose="00000400000000000000" charset="0"/>
                <a:ea typeface="G8321 Medium" panose="00000605000000000000" charset="0"/>
                <a:cs typeface="Quicksand Light" panose="00000400000000000000" charset="0"/>
              </a:rPr>
              <a:t>Presentation Template</a:t>
            </a:r>
            <a:endParaRPr lang="en-US" sz="2000" dirty="0">
              <a:solidFill>
                <a:schemeClr val="tx1"/>
              </a:solidFill>
              <a:latin typeface="Quicksand Light" panose="00000400000000000000" charset="0"/>
              <a:ea typeface="G8321 Medium" panose="00000605000000000000" charset="0"/>
              <a:cs typeface="Quicksand Light" panose="00000400000000000000" charset="0"/>
            </a:endParaRPr>
          </a:p>
        </p:txBody>
      </p:sp>
      <p:sp>
        <p:nvSpPr>
          <p:cNvPr id="6" name="Title 1"/>
          <p:cNvSpPr txBox="1"/>
          <p:nvPr/>
        </p:nvSpPr>
        <p:spPr>
          <a:xfrm>
            <a:off x="9160019" y="3852709"/>
            <a:ext cx="6159212" cy="1162636"/>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6600" dirty="0">
                <a:solidFill>
                  <a:schemeClr val="tx1"/>
                </a:solidFill>
                <a:latin typeface="Quicksand Light" panose="00000400000000000000" charset="0"/>
                <a:ea typeface="G8321 Medium" panose="00000605000000000000" charset="0"/>
                <a:cs typeface="Quicksand Light" panose="00000400000000000000" charset="0"/>
              </a:rPr>
              <a:t>Research.</a:t>
            </a:r>
            <a:endParaRPr lang="en-US" sz="6600" dirty="0">
              <a:solidFill>
                <a:schemeClr val="tx1"/>
              </a:solidFill>
              <a:latin typeface="Quicksand Light" panose="00000400000000000000" charset="0"/>
              <a:ea typeface="G8321 Medium" panose="00000605000000000000" charset="0"/>
              <a:cs typeface="Quicksand Light" panose="00000400000000000000" charset="0"/>
            </a:endParaRPr>
          </a:p>
        </p:txBody>
      </p:sp>
      <p:sp>
        <p:nvSpPr>
          <p:cNvPr id="7" name="Title 1"/>
          <p:cNvSpPr txBox="1"/>
          <p:nvPr/>
        </p:nvSpPr>
        <p:spPr>
          <a:xfrm>
            <a:off x="9160019" y="4966411"/>
            <a:ext cx="6159212" cy="1162636"/>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6600" dirty="0">
                <a:solidFill>
                  <a:schemeClr val="tx1"/>
                </a:solidFill>
                <a:latin typeface="Quicksand Light" panose="00000400000000000000" charset="0"/>
                <a:ea typeface="G8321 Medium" panose="00000605000000000000" charset="0"/>
                <a:cs typeface="Quicksand Light" panose="00000400000000000000" charset="0"/>
              </a:rPr>
              <a:t>Concept.</a:t>
            </a:r>
            <a:endParaRPr lang="en-US" sz="6600" dirty="0">
              <a:solidFill>
                <a:schemeClr val="tx1"/>
              </a:solidFill>
              <a:latin typeface="Quicksand Light" panose="00000400000000000000" charset="0"/>
              <a:ea typeface="G8321 Medium" panose="00000605000000000000" charset="0"/>
              <a:cs typeface="Quicksand Light" panose="00000400000000000000" charset="0"/>
            </a:endParaRPr>
          </a:p>
        </p:txBody>
      </p:sp>
      <p:sp>
        <p:nvSpPr>
          <p:cNvPr id="8" name="Title 1"/>
          <p:cNvSpPr txBox="1"/>
          <p:nvPr/>
        </p:nvSpPr>
        <p:spPr>
          <a:xfrm>
            <a:off x="9160019" y="7242749"/>
            <a:ext cx="6159212" cy="1162636"/>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6600" dirty="0">
                <a:solidFill>
                  <a:schemeClr val="tx1"/>
                </a:solidFill>
                <a:latin typeface="Quicksand Light" panose="00000400000000000000" charset="0"/>
                <a:ea typeface="G8321 Medium" panose="00000605000000000000" charset="0"/>
                <a:cs typeface="Quicksand Light" panose="00000400000000000000" charset="0"/>
              </a:rPr>
              <a:t>Design.</a:t>
            </a:r>
            <a:endParaRPr lang="en-US" sz="6600" dirty="0">
              <a:solidFill>
                <a:schemeClr val="tx1"/>
              </a:solidFill>
              <a:latin typeface="Quicksand Light" panose="00000400000000000000" charset="0"/>
              <a:ea typeface="G8321 Medium" panose="00000605000000000000" charset="0"/>
              <a:cs typeface="Quicksand Light" panose="00000400000000000000" charset="0"/>
            </a:endParaRPr>
          </a:p>
        </p:txBody>
      </p:sp>
      <p:sp>
        <p:nvSpPr>
          <p:cNvPr id="9" name="Title 1"/>
          <p:cNvSpPr txBox="1"/>
          <p:nvPr/>
        </p:nvSpPr>
        <p:spPr>
          <a:xfrm>
            <a:off x="9160019" y="6080113"/>
            <a:ext cx="6159212" cy="1162636"/>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6600" dirty="0">
                <a:solidFill>
                  <a:schemeClr val="tx1"/>
                </a:solidFill>
                <a:latin typeface="Quicksand Light" panose="00000400000000000000" charset="0"/>
                <a:ea typeface="G8321 Medium" panose="00000605000000000000" charset="0"/>
                <a:cs typeface="Quicksand Light" panose="00000400000000000000" charset="0"/>
              </a:rPr>
              <a:t>Market.</a:t>
            </a:r>
            <a:endParaRPr lang="en-US" sz="6600" dirty="0">
              <a:solidFill>
                <a:schemeClr val="tx1"/>
              </a:solidFill>
              <a:latin typeface="Quicksand Light" panose="00000400000000000000" charset="0"/>
              <a:ea typeface="G8321 Medium" panose="00000605000000000000" charset="0"/>
              <a:cs typeface="Quicksand Light" panose="00000400000000000000" charset="0"/>
            </a:endParaRPr>
          </a:p>
        </p:txBody>
      </p:sp>
      <p:cxnSp>
        <p:nvCxnSpPr>
          <p:cNvPr id="11" name="Straight Connector 10"/>
          <p:cNvCxnSpPr/>
          <p:nvPr/>
        </p:nvCxnSpPr>
        <p:spPr>
          <a:xfrm flipH="1">
            <a:off x="7370618" y="5381475"/>
            <a:ext cx="264838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1968261" y="4434027"/>
            <a:ext cx="5402357" cy="1015663"/>
          </a:xfrm>
          <a:prstGeom prst="rect">
            <a:avLst/>
          </a:prstGeom>
        </p:spPr>
        <p:txBody>
          <a:bodyPr wrap="square">
            <a:spAutoFit/>
          </a:bodyPr>
          <a:lstStyle/>
          <a:p>
            <a:r>
              <a:rPr lang="en-US" sz="2000" dirty="0">
                <a:solidFill>
                  <a:schemeClr val="tx1"/>
                </a:solidFill>
                <a:latin typeface="Quicksand Light" panose="00000400000000000000" charset="0"/>
                <a:ea typeface="EB Garamond 12" panose="02020502060206020403" pitchFamily="18" charset="0"/>
                <a:cs typeface="Quicksand Light" panose="00000400000000000000" charset="0"/>
              </a:rPr>
              <a:t>For some professionals, this priority can take its toll as it removes the heart and soul from the design process:</a:t>
            </a:r>
            <a:endParaRPr lang="en-US" sz="2000" dirty="0">
              <a:solidFill>
                <a:schemeClr val="tx1"/>
              </a:solidFill>
              <a:latin typeface="Quicksand Light" panose="00000400000000000000" charset="0"/>
              <a:ea typeface="EB Garamond 12" panose="02020502060206020403" pitchFamily="18" charset="0"/>
              <a:cs typeface="Quicksand Light" panose="00000400000000000000" charset="0"/>
            </a:endParaRPr>
          </a:p>
        </p:txBody>
      </p:sp>
      <p:cxnSp>
        <p:nvCxnSpPr>
          <p:cNvPr id="14" name="Straight Connector 13"/>
          <p:cNvCxnSpPr/>
          <p:nvPr/>
        </p:nvCxnSpPr>
        <p:spPr>
          <a:xfrm flipH="1">
            <a:off x="14105875" y="6651692"/>
            <a:ext cx="264838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Rectangle 14"/>
          <p:cNvSpPr/>
          <p:nvPr/>
        </p:nvSpPr>
        <p:spPr>
          <a:xfrm>
            <a:off x="17014298" y="7022615"/>
            <a:ext cx="5402357" cy="1015663"/>
          </a:xfrm>
          <a:prstGeom prst="rect">
            <a:avLst/>
          </a:prstGeom>
        </p:spPr>
        <p:txBody>
          <a:bodyPr wrap="square">
            <a:spAutoFit/>
          </a:bodyPr>
          <a:lstStyle/>
          <a:p>
            <a:r>
              <a:rPr lang="en-US" sz="2000" dirty="0">
                <a:solidFill>
                  <a:schemeClr val="tx1"/>
                </a:solidFill>
                <a:latin typeface="Quicksand Light" panose="00000400000000000000" charset="0"/>
                <a:ea typeface="EB Garamond 12" panose="02020502060206020403" pitchFamily="18" charset="0"/>
                <a:cs typeface="Quicksand Light" panose="00000400000000000000" charset="0"/>
              </a:rPr>
              <a:t>For some professionals, this priority can take its toll as it removes the heart and soul from the design process:</a:t>
            </a:r>
            <a:endParaRPr lang="en-US" sz="2000" dirty="0">
              <a:solidFill>
                <a:schemeClr val="tx1"/>
              </a:solidFill>
              <a:latin typeface="Quicksand Light" panose="00000400000000000000" charset="0"/>
              <a:ea typeface="EB Garamond 12" panose="02020502060206020403" pitchFamily="18" charset="0"/>
              <a:cs typeface="Quicksand Light" panose="00000400000000000000" charset="0"/>
            </a:endParaRPr>
          </a:p>
        </p:txBody>
      </p:sp>
      <p:sp>
        <p:nvSpPr>
          <p:cNvPr id="16" name="Rectangle 15"/>
          <p:cNvSpPr/>
          <p:nvPr/>
        </p:nvSpPr>
        <p:spPr>
          <a:xfrm>
            <a:off x="21225164" y="11832702"/>
            <a:ext cx="1191491" cy="16625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7" name="Title 1"/>
          <p:cNvSpPr txBox="1"/>
          <p:nvPr/>
        </p:nvSpPr>
        <p:spPr>
          <a:xfrm>
            <a:off x="22001477" y="1481698"/>
            <a:ext cx="830356" cy="530172"/>
          </a:xfrm>
          <a:prstGeom prst="rect">
            <a:avLst/>
          </a:prstGeom>
        </p:spPr>
        <p:txBody>
          <a:bodyP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dirty="0">
                <a:latin typeface="Bahnschrift SemiBold" panose="020B0502040204020203" charset="0"/>
                <a:ea typeface="G8321 Medium" panose="00000605000000000000" charset="0"/>
                <a:cs typeface="Bahnschrift SemiBold" panose="020B0502040204020203" charset="0"/>
              </a:rPr>
              <a:t>17</a:t>
            </a:r>
            <a:endParaRPr lang="en-US" sz="3200" dirty="0">
              <a:latin typeface="Bahnschrift SemiBold" panose="020B0502040204020203" charset="0"/>
              <a:ea typeface="G8321 Medium" panose="00000605000000000000" charset="0"/>
              <a:cs typeface="Bahnschrift SemiBold" panose="020B0502040204020203" charset="0"/>
            </a:endParaRPr>
          </a:p>
        </p:txBody>
      </p:sp>
      <p:cxnSp>
        <p:nvCxnSpPr>
          <p:cNvPr id="18" name="Straight Connector 17"/>
          <p:cNvCxnSpPr/>
          <p:nvPr/>
        </p:nvCxnSpPr>
        <p:spPr>
          <a:xfrm flipH="1">
            <a:off x="2021057" y="9814929"/>
            <a:ext cx="1021856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flipH="1">
            <a:off x="2021057" y="10258275"/>
            <a:ext cx="2648383"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Created and designed by Plura."/>
          <p:cNvSpPr txBox="1"/>
          <p:nvPr/>
        </p:nvSpPr>
        <p:spPr>
          <a:xfrm>
            <a:off x="10147935" y="12807315"/>
            <a:ext cx="5655310" cy="470535"/>
          </a:xfrm>
          <a:prstGeom prst="rect">
            <a:avLst/>
          </a:prstGeom>
          <a:ln w="12700">
            <a:miter lim="400000"/>
          </a:ln>
        </p:spPr>
        <p:txBody>
          <a:bodyPr wrap="square" lIns="50800" tIns="50800" rIns="50800" bIns="50800" anchor="ctr">
            <a:spAutoFit/>
          </a:bodyPr>
          <a:lstStyle>
            <a:lvl1pPr>
              <a:defRPr>
                <a:solidFill>
                  <a:srgbClr val="414C3D"/>
                </a:solidFill>
                <a:latin typeface="FZXiShanHu-M13S"/>
                <a:ea typeface="FZXiShanHu-M13S"/>
                <a:cs typeface="FZXiShanHu-M13S"/>
                <a:sym typeface="FZXiShanHu-M13S"/>
              </a:defRPr>
            </a:lvl1pPr>
          </a:lstStyle>
          <a:p>
            <a:r>
              <a:rPr sz="2400" dirty="0">
                <a:solidFill>
                  <a:schemeClr val="tx1"/>
                </a:solidFill>
                <a:latin typeface="Quicksand Light" panose="00000400000000000000" charset="0"/>
                <a:cs typeface="Quicksand Light" panose="00000400000000000000" charset="0"/>
              </a:rPr>
              <a:t>Created and designed by </a:t>
            </a:r>
            <a:r>
              <a:rPr lang="zh-CN" altLang="en-US" sz="2400" dirty="0">
                <a:solidFill>
                  <a:schemeClr val="tx1"/>
                </a:solidFill>
                <a:latin typeface="Quicksand Light" panose="00000400000000000000" charset="0"/>
                <a:cs typeface="Quicksand Light" panose="00000400000000000000" charset="0"/>
              </a:rPr>
              <a:t>荒唐梦</a:t>
            </a:r>
            <a:r>
              <a:rPr sz="2400" dirty="0">
                <a:solidFill>
                  <a:schemeClr val="tx1"/>
                </a:solidFill>
                <a:latin typeface="Quicksand Light" panose="00000400000000000000" charset="0"/>
                <a:cs typeface="Quicksand Light" panose="00000400000000000000" charset="0"/>
              </a:rPr>
              <a:t>.</a:t>
            </a:r>
            <a:endParaRPr sz="2400" dirty="0">
              <a:solidFill>
                <a:schemeClr val="tx1"/>
              </a:solidFill>
              <a:latin typeface="Quicksand Light" panose="00000400000000000000" charset="0"/>
              <a:cs typeface="Quicksand Light" panose="00000400000000000000"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2556834" y="2106555"/>
            <a:ext cx="4404830" cy="530172"/>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solidFill>
                  <a:schemeClr val="tx1"/>
                </a:solidFill>
                <a:latin typeface="Quicksand Light" panose="00000400000000000000" charset="0"/>
                <a:ea typeface="G8321 Medium" panose="00000605000000000000" charset="0"/>
                <a:cs typeface="Quicksand Light" panose="00000400000000000000" charset="0"/>
              </a:rPr>
              <a:t>Presentation Template</a:t>
            </a:r>
            <a:endParaRPr lang="en-US" sz="2000" dirty="0">
              <a:solidFill>
                <a:schemeClr val="tx1"/>
              </a:solidFill>
              <a:latin typeface="Quicksand Light" panose="00000400000000000000" charset="0"/>
              <a:ea typeface="G8321 Medium" panose="00000605000000000000" charset="0"/>
              <a:cs typeface="Quicksand Light" panose="00000400000000000000" charset="0"/>
            </a:endParaRPr>
          </a:p>
        </p:txBody>
      </p:sp>
      <p:sp>
        <p:nvSpPr>
          <p:cNvPr id="4" name="Rectangle 3"/>
          <p:cNvSpPr/>
          <p:nvPr/>
        </p:nvSpPr>
        <p:spPr>
          <a:xfrm>
            <a:off x="2556834" y="4826646"/>
            <a:ext cx="16953903" cy="2585323"/>
          </a:xfrm>
          <a:prstGeom prst="rect">
            <a:avLst/>
          </a:prstGeom>
        </p:spPr>
        <p:txBody>
          <a:bodyPr wrap="square">
            <a:spAutoFit/>
          </a:bodyPr>
          <a:lstStyle/>
          <a:p>
            <a:r>
              <a:rPr lang="en-US" sz="5400" dirty="0">
                <a:solidFill>
                  <a:schemeClr val="tx1"/>
                </a:solidFill>
                <a:latin typeface="Quicksand Light" panose="00000400000000000000" charset="0"/>
                <a:ea typeface="EB Garamond 12" panose="02020502060206020403" pitchFamily="18" charset="0"/>
                <a:cs typeface="Quicksand Light" panose="00000400000000000000" charset="0"/>
              </a:rPr>
              <a:t>Most of us believe that how we dress is all about expressing to the outside who we are on the inside.</a:t>
            </a:r>
            <a:endParaRPr lang="en-US" sz="5400" dirty="0">
              <a:solidFill>
                <a:schemeClr val="tx1"/>
              </a:solidFill>
              <a:latin typeface="Quicksand Light" panose="00000400000000000000" charset="0"/>
              <a:ea typeface="EB Garamond 12" panose="02020502060206020403" pitchFamily="18" charset="0"/>
              <a:cs typeface="Quicksand Light" panose="00000400000000000000" charset="0"/>
            </a:endParaRPr>
          </a:p>
        </p:txBody>
      </p:sp>
      <p:cxnSp>
        <p:nvCxnSpPr>
          <p:cNvPr id="6" name="Straight Connector 5"/>
          <p:cNvCxnSpPr/>
          <p:nvPr/>
        </p:nvCxnSpPr>
        <p:spPr>
          <a:xfrm>
            <a:off x="2556834" y="8007928"/>
            <a:ext cx="982874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ectangle 6"/>
          <p:cNvSpPr/>
          <p:nvPr/>
        </p:nvSpPr>
        <p:spPr>
          <a:xfrm>
            <a:off x="2526856" y="8203778"/>
            <a:ext cx="4241867" cy="400110"/>
          </a:xfrm>
          <a:prstGeom prst="rect">
            <a:avLst/>
          </a:prstGeom>
        </p:spPr>
        <p:txBody>
          <a:bodyPr wrap="none">
            <a:spAutoFit/>
          </a:bodyPr>
          <a:lstStyle/>
          <a:p>
            <a:r>
              <a:rPr lang="en-ID" sz="2000" dirty="0">
                <a:solidFill>
                  <a:schemeClr val="tx1"/>
                </a:solidFill>
                <a:latin typeface="Quicksand Light" panose="00000400000000000000" charset="0"/>
                <a:ea typeface="Lucida Sans" panose="020B0602030504020204" charset="0"/>
                <a:cs typeface="Quicksand Light" panose="00000400000000000000" charset="0"/>
              </a:rPr>
              <a:t>— </a:t>
            </a:r>
            <a:r>
              <a:rPr lang="en-ID" sz="2000" i="1" dirty="0">
                <a:solidFill>
                  <a:schemeClr val="tx1"/>
                </a:solidFill>
                <a:latin typeface="Quicksand Light" panose="00000400000000000000" charset="0"/>
                <a:ea typeface="Lucida Sans" panose="020B0602030504020204" charset="0"/>
                <a:cs typeface="Quicksand Light" panose="00000400000000000000" charset="0"/>
              </a:rPr>
              <a:t>Jess, Womenswear designer</a:t>
            </a:r>
            <a:endParaRPr lang="en-ID" sz="2000" i="1" dirty="0">
              <a:solidFill>
                <a:schemeClr val="tx1"/>
              </a:solidFill>
              <a:latin typeface="Quicksand Light" panose="00000400000000000000" charset="0"/>
              <a:ea typeface="Lucida Sans" panose="020B0602030504020204" charset="0"/>
              <a:cs typeface="Quicksand Light" panose="00000400000000000000" charset="0"/>
            </a:endParaRPr>
          </a:p>
        </p:txBody>
      </p:sp>
      <p:cxnSp>
        <p:nvCxnSpPr>
          <p:cNvPr id="8" name="Straight Connector 7"/>
          <p:cNvCxnSpPr/>
          <p:nvPr/>
        </p:nvCxnSpPr>
        <p:spPr>
          <a:xfrm>
            <a:off x="2476194" y="11260725"/>
            <a:ext cx="300867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itle 1"/>
          <p:cNvSpPr txBox="1"/>
          <p:nvPr/>
        </p:nvSpPr>
        <p:spPr>
          <a:xfrm>
            <a:off x="2387702" y="11437889"/>
            <a:ext cx="3008671" cy="648354"/>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dirty="0">
                <a:solidFill>
                  <a:schemeClr val="tx1"/>
                </a:solidFill>
                <a:latin typeface="Quicksand Light" panose="00000400000000000000" charset="0"/>
                <a:ea typeface="G8321 Medium" panose="00000605000000000000" charset="0"/>
                <a:cs typeface="Quicksand Light" panose="00000400000000000000" charset="0"/>
              </a:rPr>
              <a:t>Clean version</a:t>
            </a:r>
            <a:endParaRPr lang="en-US" sz="2800" dirty="0">
              <a:solidFill>
                <a:schemeClr val="tx1"/>
              </a:solidFill>
              <a:latin typeface="Quicksand Light" panose="00000400000000000000" charset="0"/>
              <a:ea typeface="G8321 Medium" panose="00000605000000000000" charset="0"/>
              <a:cs typeface="Quicksand Light" panose="00000400000000000000" charset="0"/>
            </a:endParaRPr>
          </a:p>
        </p:txBody>
      </p:sp>
      <p:cxnSp>
        <p:nvCxnSpPr>
          <p:cNvPr id="10" name="Straight Connector 9"/>
          <p:cNvCxnSpPr/>
          <p:nvPr/>
        </p:nvCxnSpPr>
        <p:spPr>
          <a:xfrm>
            <a:off x="9319446" y="11260725"/>
            <a:ext cx="300867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itle 1"/>
          <p:cNvSpPr txBox="1"/>
          <p:nvPr/>
        </p:nvSpPr>
        <p:spPr>
          <a:xfrm>
            <a:off x="9230954" y="11437889"/>
            <a:ext cx="3008671" cy="648354"/>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dirty="0">
                <a:solidFill>
                  <a:schemeClr val="tx1"/>
                </a:solidFill>
                <a:latin typeface="Quicksand Light" panose="00000400000000000000" charset="0"/>
                <a:ea typeface="G8321 Medium" panose="00000605000000000000" charset="0"/>
                <a:cs typeface="Quicksand Light" panose="00000400000000000000" charset="0"/>
              </a:rPr>
              <a:t>Template</a:t>
            </a:r>
            <a:endParaRPr lang="en-US" sz="2800" dirty="0">
              <a:solidFill>
                <a:schemeClr val="tx1"/>
              </a:solidFill>
              <a:latin typeface="Quicksand Light" panose="00000400000000000000" charset="0"/>
              <a:ea typeface="G8321 Medium" panose="00000605000000000000" charset="0"/>
              <a:cs typeface="Quicksand Light" panose="00000400000000000000" charset="0"/>
            </a:endParaRPr>
          </a:p>
        </p:txBody>
      </p:sp>
      <p:sp>
        <p:nvSpPr>
          <p:cNvPr id="13" name="Subtitle 2"/>
          <p:cNvSpPr txBox="1"/>
          <p:nvPr/>
        </p:nvSpPr>
        <p:spPr>
          <a:xfrm>
            <a:off x="9400726" y="10362458"/>
            <a:ext cx="2090954" cy="986849"/>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defRPr/>
            </a:pPr>
            <a:endParaRPr lang="en-US" sz="700" b="1" dirty="0" err="1">
              <a:solidFill>
                <a:schemeClr val="tx1"/>
              </a:solidFill>
              <a:latin typeface="Quicksand Light" panose="00000400000000000000" charset="0"/>
              <a:ea typeface="Kabond" panose="02000503000000000000" charset="0"/>
              <a:cs typeface="Quicksand Light" panose="00000400000000000000" charset="0"/>
            </a:endParaRPr>
          </a:p>
        </p:txBody>
      </p:sp>
      <p:sp>
        <p:nvSpPr>
          <p:cNvPr id="15" name="Created and designed by Plura."/>
          <p:cNvSpPr txBox="1"/>
          <p:nvPr/>
        </p:nvSpPr>
        <p:spPr>
          <a:xfrm>
            <a:off x="10043795" y="12612370"/>
            <a:ext cx="5145405" cy="470535"/>
          </a:xfrm>
          <a:prstGeom prst="rect">
            <a:avLst/>
          </a:prstGeom>
          <a:ln w="12700">
            <a:miter lim="400000"/>
          </a:ln>
        </p:spPr>
        <p:txBody>
          <a:bodyPr wrap="square" lIns="50800" tIns="50800" rIns="50800" bIns="50800" anchor="ctr">
            <a:spAutoFit/>
          </a:bodyPr>
          <a:lstStyle>
            <a:lvl1pPr>
              <a:defRPr>
                <a:solidFill>
                  <a:srgbClr val="414C3D"/>
                </a:solidFill>
                <a:latin typeface="FZXiShanHu-M13S"/>
                <a:ea typeface="FZXiShanHu-M13S"/>
                <a:cs typeface="FZXiShanHu-M13S"/>
                <a:sym typeface="FZXiShanHu-M13S"/>
              </a:defRPr>
            </a:lvl1pPr>
          </a:lstStyle>
          <a:p>
            <a:r>
              <a:rPr sz="2400" dirty="0">
                <a:solidFill>
                  <a:schemeClr val="tx1"/>
                </a:solidFill>
                <a:latin typeface="Quicksand Light" panose="00000400000000000000" charset="0"/>
                <a:cs typeface="Quicksand Light" panose="00000400000000000000" charset="0"/>
              </a:rPr>
              <a:t>Created and designed by </a:t>
            </a:r>
            <a:r>
              <a:rPr lang="zh-CN" altLang="en-US" sz="2400" dirty="0">
                <a:solidFill>
                  <a:schemeClr val="tx1"/>
                </a:solidFill>
                <a:latin typeface="Quicksand Light" panose="00000400000000000000" charset="0"/>
                <a:cs typeface="Quicksand Light" panose="00000400000000000000" charset="0"/>
              </a:rPr>
              <a:t>荒唐梦</a:t>
            </a:r>
            <a:r>
              <a:rPr sz="2400" dirty="0">
                <a:solidFill>
                  <a:schemeClr val="tx1"/>
                </a:solidFill>
                <a:latin typeface="Quicksand Light" panose="00000400000000000000" charset="0"/>
                <a:cs typeface="Quicksand Light" panose="00000400000000000000" charset="0"/>
              </a:rPr>
              <a:t>.</a:t>
            </a:r>
            <a:endParaRPr sz="2400" dirty="0">
              <a:solidFill>
                <a:schemeClr val="tx1"/>
              </a:solidFill>
              <a:latin typeface="Quicksand Light" panose="00000400000000000000" charset="0"/>
              <a:cs typeface="Quicksand Light" panose="00000400000000000000" charset="0"/>
            </a:endParaRPr>
          </a:p>
        </p:txBody>
      </p:sp>
    </p:spTree>
  </p:cSld>
  <p:clrMapOvr>
    <a:masterClrMapping/>
  </p:clrMapOvr>
</p:sld>
</file>

<file path=ppt/tags/tag1.xml><?xml version="1.0" encoding="utf-8"?>
<p:tagLst xmlns:p="http://schemas.openxmlformats.org/presentationml/2006/main">
  <p:tag name="KSO_WM_UNIT_PLACING_PICTURE_USER_VIEWPORT" val="{&quot;height&quot;:22296.0031496063,&quot;width&quot;:36964.729133858265}"/>
</p:tagLst>
</file>

<file path=ppt/tags/tag2.xml><?xml version="1.0" encoding="utf-8"?>
<p:tagLst xmlns:p="http://schemas.openxmlformats.org/presentationml/2006/main">
  <p:tag name="KSO_WPP_MARK_KEY" val="250b3b9d-8080-42a9-adc2-f286a6a7256e"/>
  <p:tag name="COMMONDATA" val="eyJoZGlkIjoiNmRmZjRlMThmNTEwMWEzNWYxM2ZmODE3OGMyMWQ3MDUifQ=="/>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4319</Words>
  <Application>WPS 演示</Application>
  <PresentationFormat>自定义</PresentationFormat>
  <Paragraphs>205</Paragraphs>
  <Slides>12</Slides>
  <Notes>0</Notes>
  <HiddenSlides>0</HiddenSlides>
  <MMClips>0</MMClips>
  <ScaleCrop>false</ScaleCrop>
  <HeadingPairs>
    <vt:vector size="6" baseType="variant">
      <vt:variant>
        <vt:lpstr>已用的字体</vt:lpstr>
      </vt:variant>
      <vt:variant>
        <vt:i4>40</vt:i4>
      </vt:variant>
      <vt:variant>
        <vt:lpstr>主题</vt:lpstr>
      </vt:variant>
      <vt:variant>
        <vt:i4>1</vt:i4>
      </vt:variant>
      <vt:variant>
        <vt:lpstr>幻灯片标题</vt:lpstr>
      </vt:variant>
      <vt:variant>
        <vt:i4>12</vt:i4>
      </vt:variant>
    </vt:vector>
  </HeadingPairs>
  <TitlesOfParts>
    <vt:vector size="53" baseType="lpstr">
      <vt:lpstr>Arial</vt:lpstr>
      <vt:lpstr>宋体</vt:lpstr>
      <vt:lpstr>Wingdings</vt:lpstr>
      <vt:lpstr>Poppins</vt:lpstr>
      <vt:lpstr>Lemon Splash</vt:lpstr>
      <vt:lpstr>Roboto</vt:lpstr>
      <vt:lpstr>Poppins SemiBold</vt:lpstr>
      <vt:lpstr>Inter Medium</vt:lpstr>
      <vt:lpstr>Montserrat Black</vt:lpstr>
      <vt:lpstr>FZXiShanHu-M13S</vt:lpstr>
      <vt:lpstr>Open Sans</vt:lpstr>
      <vt:lpstr>EB Garamond 12</vt:lpstr>
      <vt:lpstr>Raleway SemiBold</vt:lpstr>
      <vt:lpstr>Calibri</vt:lpstr>
      <vt:lpstr>微软雅黑</vt:lpstr>
      <vt:lpstr>Calibri Light</vt:lpstr>
      <vt:lpstr>Times New Roman</vt:lpstr>
      <vt:lpstr>Trebuchet MS</vt:lpstr>
      <vt:lpstr>Segoe Print</vt:lpstr>
      <vt:lpstr>Garamond</vt:lpstr>
      <vt:lpstr>Yu Gothic UI Semibold</vt:lpstr>
      <vt:lpstr>Arial Unicode MS</vt:lpstr>
      <vt:lpstr>等线</vt:lpstr>
      <vt:lpstr>Pristina</vt:lpstr>
      <vt:lpstr>Kabond</vt:lpstr>
      <vt:lpstr>Bahnschrift SemiBold</vt:lpstr>
      <vt:lpstr>G8321 Medium</vt:lpstr>
      <vt:lpstr>Cooper Black</vt:lpstr>
      <vt:lpstr>Lucida Sans</vt:lpstr>
      <vt:lpstr>Raleway Thin</vt:lpstr>
      <vt:lpstr>Playbill</vt:lpstr>
      <vt:lpstr>Quicksand</vt:lpstr>
      <vt:lpstr>Quicksand Light</vt:lpstr>
      <vt:lpstr>Rage Italic</vt:lpstr>
      <vt:lpstr>Perpetua</vt:lpstr>
      <vt:lpstr>Poor Richard</vt:lpstr>
      <vt:lpstr>Graphik</vt:lpstr>
      <vt:lpstr>Bahnschrift</vt:lpstr>
      <vt:lpstr>Palatino Linotype</vt:lpstr>
      <vt:lpstr>Papyrus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Visualin</dc:creator>
  <cp:lastModifiedBy>李家有</cp:lastModifiedBy>
  <cp:revision>51</cp:revision>
  <dcterms:created xsi:type="dcterms:W3CDTF">2019-09-07T10:51:00Z</dcterms:created>
  <dcterms:modified xsi:type="dcterms:W3CDTF">2022-10-14T03:18:20Z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1A2342BF19934E609F6DA570C2667041</vt:lpwstr>
  </property>
  <property fmtid="{D5CDD505-2E9C-101B-9397-08002B2CF9AE}" pid="3" name="KSOProductBuildVer">
    <vt:lpwstr>2052-11.1.0.12598</vt:lpwstr>
  </property>
</Properties>
</file>