
<file path=[Content_Types].xml><?xml version="1.0" encoding="utf-8"?>
<Types xmlns="http://schemas.openxmlformats.org/package/2006/content-types">
  <Default Extension="jpeg" ContentType="image/jpeg"/>
  <Default Extension="wdp" ContentType="image/vnd.ms-photo"/>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46" r:id="rId3"/>
    <p:sldId id="264" r:id="rId4"/>
    <p:sldId id="263" r:id="rId6"/>
    <p:sldId id="347" r:id="rId7"/>
    <p:sldId id="270" r:id="rId8"/>
    <p:sldId id="348" r:id="rId9"/>
    <p:sldId id="273" r:id="rId10"/>
    <p:sldId id="271" r:id="rId11"/>
    <p:sldId id="279" r:id="rId12"/>
    <p:sldId id="274" r:id="rId13"/>
    <p:sldId id="275" r:id="rId14"/>
    <p:sldId id="280" r:id="rId15"/>
    <p:sldId id="278" r:id="rId16"/>
    <p:sldId id="282" r:id="rId17"/>
    <p:sldId id="281" r:id="rId18"/>
    <p:sldId id="283" r:id="rId19"/>
    <p:sldId id="286" r:id="rId20"/>
    <p:sldId id="285" r:id="rId21"/>
    <p:sldId id="289" r:id="rId22"/>
    <p:sldId id="290" r:id="rId23"/>
    <p:sldId id="293" r:id="rId24"/>
    <p:sldId id="292" r:id="rId25"/>
    <p:sldId id="294" r:id="rId26"/>
    <p:sldId id="295" r:id="rId27"/>
    <p:sldId id="298" r:id="rId28"/>
    <p:sldId id="300" r:id="rId29"/>
  </p:sldIdLst>
  <p:sldSz cx="12195175"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EE221F"/>
    <a:srgbClr val="FFFFFF"/>
    <a:srgbClr val="CD2232"/>
    <a:srgbClr val="CD2237"/>
    <a:srgbClr val="E62A2A"/>
    <a:srgbClr val="2C3637"/>
    <a:srgbClr val="000000"/>
    <a:srgbClr val="31859C"/>
    <a:srgbClr val="1C66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69" autoAdjust="0"/>
    <p:restoredTop sz="94660"/>
  </p:normalViewPr>
  <p:slideViewPr>
    <p:cSldViewPr showGuides="1">
      <p:cViewPr varScale="1">
        <p:scale>
          <a:sx n="116" d="100"/>
          <a:sy n="116" d="100"/>
        </p:scale>
        <p:origin x="384" y="120"/>
      </p:cViewPr>
      <p:guideLst>
        <p:guide orient="horz" pos="361"/>
        <p:guide pos="69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2D108D-23A9-466F-9360-CF31B0D447F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0E0A07-2C1C-45C5-985B-D6CD99FDD0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更多模板下载地址httpsliangliangtuwen.tmall.com（复制链接到浏览器打开）</a:t>
            </a:r>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638" y="2130426"/>
            <a:ext cx="10365899"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1"/>
            <a:ext cx="10365899"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13012" y="1600201"/>
            <a:ext cx="721759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8233862" y="1600201"/>
            <a:ext cx="721759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050"/>
            <a:ext cx="4012129"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0"/>
            <a:ext cx="7317105"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92903" y="274639"/>
            <a:ext cx="3658553"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13012" y="274639"/>
            <a:ext cx="10776639"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A518EE-751A-493E-82A1-3D6BEF00C2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2177AA-A7BA-483D-9ED8-AE8A7305EAC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microsoft.com/office/2007/relationships/hdphoto" Target="../media/hdphoto1.wdp"/><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extLst>
              <a:ext uri="{BEBA8EAE-BF5A-486C-A8C5-ECC9F3942E4B}">
                <a14:imgProps xmlns:a14="http://schemas.microsoft.com/office/drawing/2010/main">
                  <a14:imgLayer r:embed="rId13">
                    <a14:imgEffect>
                      <a14:brightnessContrast bright="9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A518EE-751A-493E-82A1-3D6BEF00C280}" type="datetimeFigureOut">
              <a:rPr lang="zh-CN" altLang="en-US" smtClean="0"/>
            </a:fld>
            <a:endParaRPr lang="zh-CN" altLang="en-US"/>
          </a:p>
        </p:txBody>
      </p:sp>
      <p:sp>
        <p:nvSpPr>
          <p:cNvPr id="5" name="页脚占位符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2177AA-A7BA-483D-9ED8-AE8A7305EAC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5.png"/><Relationship Id="rId3" Type="http://schemas.microsoft.com/office/2007/relationships/hdphoto" Target="../media/hdphoto2.wdp"/><Relationship Id="rId2" Type="http://schemas.openxmlformats.org/officeDocument/2006/relationships/image" Target="../media/image7.jpe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9.jpeg"/><Relationship Id="rId2" Type="http://schemas.openxmlformats.org/officeDocument/2006/relationships/image" Target="../media/image7.jpe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5.png"/><Relationship Id="rId3" Type="http://schemas.microsoft.com/office/2007/relationships/hdphoto" Target="../media/hdphoto2.wdp"/><Relationship Id="rId2" Type="http://schemas.openxmlformats.org/officeDocument/2006/relationships/image" Target="../media/image10.jpe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7.jpeg"/><Relationship Id="rId3" Type="http://schemas.openxmlformats.org/officeDocument/2006/relationships/image" Target="../media/image8.jpeg"/><Relationship Id="rId2" Type="http://schemas.openxmlformats.org/officeDocument/2006/relationships/image" Target="../media/image12.jpeg"/><Relationship Id="rId1" Type="http://schemas.openxmlformats.org/officeDocument/2006/relationships/image" Target="../media/image11.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850eae39b4e53a 6857c6373676b83803"/>
          <p:cNvPicPr>
            <a:picLocks noChangeAspect="1"/>
          </p:cNvPicPr>
          <p:nvPr/>
        </p:nvPicPr>
        <p:blipFill>
          <a:blip r:embed="rId1"/>
          <a:stretch>
            <a:fillRect/>
          </a:stretch>
        </p:blipFill>
        <p:spPr>
          <a:xfrm>
            <a:off x="-16510" y="2771775"/>
            <a:ext cx="12228830" cy="4138930"/>
          </a:xfrm>
          <a:prstGeom prst="rect">
            <a:avLst/>
          </a:prstGeom>
        </p:spPr>
      </p:pic>
      <p:pic>
        <p:nvPicPr>
          <p:cNvPr id="3" name="图片 2" descr="8b2aa8cd0ee32ba7e508288bd027fd0c"/>
          <p:cNvPicPr>
            <a:picLocks noChangeAspect="1"/>
          </p:cNvPicPr>
          <p:nvPr/>
        </p:nvPicPr>
        <p:blipFill>
          <a:blip r:embed="rId2"/>
          <a:stretch>
            <a:fillRect/>
          </a:stretch>
        </p:blipFill>
        <p:spPr>
          <a:xfrm>
            <a:off x="1036955" y="5130165"/>
            <a:ext cx="1455420" cy="1518920"/>
          </a:xfrm>
          <a:prstGeom prst="rect">
            <a:avLst/>
          </a:prstGeom>
        </p:spPr>
      </p:pic>
      <p:pic>
        <p:nvPicPr>
          <p:cNvPr id="2" name="图片 1" descr="850eae39b4e53a6857c 6373676b83803"/>
          <p:cNvPicPr>
            <a:picLocks noChangeAspect="1"/>
          </p:cNvPicPr>
          <p:nvPr/>
        </p:nvPicPr>
        <p:blipFill>
          <a:blip r:embed="rId3"/>
          <a:stretch>
            <a:fillRect/>
          </a:stretch>
        </p:blipFill>
        <p:spPr>
          <a:xfrm>
            <a:off x="1386205" y="541655"/>
            <a:ext cx="9906000" cy="4192270"/>
          </a:xfrm>
          <a:prstGeom prst="rect">
            <a:avLst/>
          </a:prstGeom>
        </p:spPr>
      </p:pic>
      <p:sp>
        <p:nvSpPr>
          <p:cNvPr id="104" name="标题 4"/>
          <p:cNvSpPr txBox="1"/>
          <p:nvPr/>
        </p:nvSpPr>
        <p:spPr>
          <a:xfrm>
            <a:off x="3659546" y="3873499"/>
            <a:ext cx="5502056" cy="80314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rgbClr val="C00000"/>
                </a:solidFill>
                <a:latin typeface="黑体" panose="02010609060101010101" charset="-122"/>
                <a:ea typeface="黑体" panose="02010609060101010101" charset="-122"/>
              </a:rPr>
              <a:t>简洁实用</a:t>
            </a:r>
            <a:r>
              <a:rPr lang="en-US" altLang="zh-CN" sz="1800" dirty="0" smtClean="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适用于工作汇报</a:t>
            </a:r>
            <a:r>
              <a:rPr lang="en-US" altLang="zh-CN" sz="1800" dirty="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新年计划</a:t>
            </a:r>
            <a:r>
              <a:rPr lang="en-US" altLang="zh-CN" sz="1800" dirty="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商务路演等</a:t>
            </a:r>
            <a:endParaRPr lang="zh-CN" altLang="en-US" sz="1800" dirty="0">
              <a:solidFill>
                <a:srgbClr val="C00000"/>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4"/>
                                        </p:tgtEl>
                                        <p:attrNameLst>
                                          <p:attrName>style.visibility</p:attrName>
                                        </p:attrNameLst>
                                      </p:cBhvr>
                                      <p:to>
                                        <p:strVal val="visible"/>
                                      </p:to>
                                    </p:set>
                                    <p:anim calcmode="lin" valueType="num">
                                      <p:cBhvr>
                                        <p:cTn id="7" dur="500" fill="hold"/>
                                        <p:tgtEl>
                                          <p:spTgt spid="10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04"/>
                                        </p:tgtEl>
                                        <p:attrNameLst>
                                          <p:attrName>ppt_y</p:attrName>
                                        </p:attrNameLst>
                                      </p:cBhvr>
                                      <p:tavLst>
                                        <p:tav tm="0">
                                          <p:val>
                                            <p:strVal val="#ppt_y"/>
                                          </p:val>
                                        </p:tav>
                                        <p:tav tm="100000">
                                          <p:val>
                                            <p:strVal val="#ppt_y"/>
                                          </p:val>
                                        </p:tav>
                                      </p:tavLst>
                                    </p:anim>
                                    <p:anim calcmode="lin" valueType="num">
                                      <p:cBhvr>
                                        <p:cTn id="9" dur="500" fill="hold"/>
                                        <p:tgtEl>
                                          <p:spTgt spid="10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0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椭圆 27"/>
          <p:cNvSpPr/>
          <p:nvPr/>
        </p:nvSpPr>
        <p:spPr>
          <a:xfrm>
            <a:off x="9687981" y="2773504"/>
            <a:ext cx="1112911" cy="1112911"/>
          </a:xfrm>
          <a:prstGeom prst="ellips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p:cNvSpPr/>
          <p:nvPr/>
        </p:nvSpPr>
        <p:spPr>
          <a:xfrm>
            <a:off x="7603487" y="2773504"/>
            <a:ext cx="1112911" cy="1112911"/>
          </a:xfrm>
          <a:prstGeom prst="ellips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p:cNvSpPr/>
          <p:nvPr/>
        </p:nvSpPr>
        <p:spPr>
          <a:xfrm>
            <a:off x="5541132" y="2773504"/>
            <a:ext cx="1112911" cy="1112911"/>
          </a:xfrm>
          <a:prstGeom prst="ellips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519754" y="2773504"/>
            <a:ext cx="1112911" cy="1112911"/>
          </a:xfrm>
          <a:prstGeom prst="ellips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80084" y="2773504"/>
            <a:ext cx="1112911" cy="1112911"/>
          </a:xfrm>
          <a:prstGeom prst="ellips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3073251" y="3011048"/>
            <a:ext cx="0" cy="63782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5089475" y="3011048"/>
            <a:ext cx="0" cy="63782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033691" y="3011048"/>
            <a:ext cx="0" cy="63782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8159943" y="3011048"/>
            <a:ext cx="0" cy="63782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文本框 9"/>
          <p:cNvSpPr txBox="1"/>
          <p:nvPr/>
        </p:nvSpPr>
        <p:spPr>
          <a:xfrm>
            <a:off x="1174750" y="4275455"/>
            <a:ext cx="1682750" cy="394970"/>
          </a:xfrm>
          <a:prstGeom prst="rect">
            <a:avLst/>
          </a:prstGeom>
          <a:noFill/>
        </p:spPr>
        <p:txBody>
          <a:bodyPr wrap="square" lIns="68580" tIns="34290" rIns="68580" bIns="34290" rtlCol="0">
            <a:spAutoFit/>
          </a:bodyPr>
          <a:lstStyle/>
          <a:p>
            <a:pPr marL="0" lvl="1" algn="ctr"/>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61" name="文本框 9"/>
          <p:cNvSpPr txBox="1"/>
          <p:nvPr/>
        </p:nvSpPr>
        <p:spPr>
          <a:xfrm>
            <a:off x="985019" y="4055249"/>
            <a:ext cx="2103041" cy="248285"/>
          </a:xfrm>
          <a:prstGeom prst="rect">
            <a:avLst/>
          </a:prstGeom>
          <a:noFill/>
        </p:spPr>
        <p:txBody>
          <a:bodyPr wrap="square" lIns="68580" tIns="34290" rIns="68580" bIns="34290" rtlCol="0">
            <a:spAutoFit/>
          </a:bodyPr>
          <a:lstStyle/>
          <a:p>
            <a:pPr marL="0" lvl="1" algn="ctr"/>
            <a:r>
              <a:rPr lang="zh-CN" altLang="en-US" sz="1100" dirty="0" smtClean="0">
                <a:solidFill>
                  <a:srgbClr val="2C3637"/>
                </a:solidFill>
                <a:latin typeface="微软雅黑" panose="020B0503020204020204" pitchFamily="34" charset="-122"/>
                <a:ea typeface="微软雅黑" panose="020B0503020204020204" pitchFamily="34" charset="-122"/>
              </a:rPr>
              <a:t>单击此处添加标题</a:t>
            </a:r>
            <a:endParaRPr lang="zh-CN" altLang="en-US" sz="1100" dirty="0" smtClean="0">
              <a:solidFill>
                <a:srgbClr val="2C3637"/>
              </a:solidFill>
              <a:latin typeface="微软雅黑" panose="020B0503020204020204" pitchFamily="34" charset="-122"/>
              <a:ea typeface="微软雅黑" panose="020B0503020204020204" pitchFamily="34" charset="-122"/>
            </a:endParaRPr>
          </a:p>
        </p:txBody>
      </p:sp>
      <p:sp>
        <p:nvSpPr>
          <p:cNvPr id="62" name="文本框 9"/>
          <p:cNvSpPr txBox="1"/>
          <p:nvPr/>
        </p:nvSpPr>
        <p:spPr>
          <a:xfrm>
            <a:off x="3073251" y="4272604"/>
            <a:ext cx="2005916" cy="394970"/>
          </a:xfrm>
          <a:prstGeom prst="rect">
            <a:avLst/>
          </a:prstGeom>
          <a:noFill/>
        </p:spPr>
        <p:txBody>
          <a:bodyPr wrap="square" lIns="68580" tIns="34290" rIns="68580" bIns="34290" rtlCol="0">
            <a:spAutoFit/>
          </a:bodyPr>
          <a:lstStyle/>
          <a:p>
            <a:pPr marL="0" lvl="1" algn="ctr"/>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63" name="文本框 9"/>
          <p:cNvSpPr txBox="1"/>
          <p:nvPr/>
        </p:nvSpPr>
        <p:spPr>
          <a:xfrm>
            <a:off x="3155568" y="4052502"/>
            <a:ext cx="1717883" cy="248285"/>
          </a:xfrm>
          <a:prstGeom prst="rect">
            <a:avLst/>
          </a:prstGeom>
          <a:noFill/>
        </p:spPr>
        <p:txBody>
          <a:bodyPr wrap="square" lIns="68580" tIns="34290" rIns="68580" bIns="34290" rtlCol="0">
            <a:spAutoFit/>
          </a:bodyPr>
          <a:lstStyle/>
          <a:p>
            <a:pPr marL="0" lvl="1" algn="ctr"/>
            <a:r>
              <a:rPr lang="zh-CN" altLang="en-US" sz="1100" dirty="0" smtClean="0">
                <a:solidFill>
                  <a:srgbClr val="2C3637"/>
                </a:solidFill>
                <a:latin typeface="微软雅黑" panose="020B0503020204020204" pitchFamily="34" charset="-122"/>
                <a:ea typeface="微软雅黑" panose="020B0503020204020204" pitchFamily="34" charset="-122"/>
              </a:rPr>
              <a:t>单击此处添加标题</a:t>
            </a:r>
            <a:endParaRPr lang="zh-CN" altLang="en-US" sz="1100" dirty="0" smtClean="0">
              <a:solidFill>
                <a:srgbClr val="2C3637"/>
              </a:solidFill>
              <a:latin typeface="微软雅黑" panose="020B0503020204020204" pitchFamily="34" charset="-122"/>
              <a:ea typeface="微软雅黑" panose="020B0503020204020204" pitchFamily="34" charset="-122"/>
            </a:endParaRPr>
          </a:p>
        </p:txBody>
      </p:sp>
      <p:sp>
        <p:nvSpPr>
          <p:cNvPr id="64" name="文本框 9"/>
          <p:cNvSpPr txBox="1"/>
          <p:nvPr/>
        </p:nvSpPr>
        <p:spPr>
          <a:xfrm>
            <a:off x="5093421" y="4275351"/>
            <a:ext cx="1872207" cy="394970"/>
          </a:xfrm>
          <a:prstGeom prst="rect">
            <a:avLst/>
          </a:prstGeom>
          <a:noFill/>
        </p:spPr>
        <p:txBody>
          <a:bodyPr wrap="square" lIns="68580" tIns="34290" rIns="68580" bIns="34290" rtlCol="0">
            <a:spAutoFit/>
          </a:bodyPr>
          <a:lstStyle/>
          <a:p>
            <a:pPr marL="0" lvl="1" algn="ctr"/>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65" name="文本框 9"/>
          <p:cNvSpPr txBox="1"/>
          <p:nvPr/>
        </p:nvSpPr>
        <p:spPr>
          <a:xfrm>
            <a:off x="4945459" y="4055249"/>
            <a:ext cx="2092178" cy="248285"/>
          </a:xfrm>
          <a:prstGeom prst="rect">
            <a:avLst/>
          </a:prstGeom>
          <a:noFill/>
        </p:spPr>
        <p:txBody>
          <a:bodyPr wrap="square" lIns="68580" tIns="34290" rIns="68580" bIns="34290" rtlCol="0">
            <a:spAutoFit/>
          </a:bodyPr>
          <a:lstStyle/>
          <a:p>
            <a:pPr marL="0" lvl="1" algn="ctr"/>
            <a:r>
              <a:rPr lang="zh-CN" altLang="en-US" sz="1100" dirty="0" smtClean="0">
                <a:solidFill>
                  <a:srgbClr val="2C3637"/>
                </a:solidFill>
                <a:latin typeface="微软雅黑" panose="020B0503020204020204" pitchFamily="34" charset="-122"/>
                <a:ea typeface="微软雅黑" panose="020B0503020204020204" pitchFamily="34" charset="-122"/>
              </a:rPr>
              <a:t>单击此处添加标题</a:t>
            </a:r>
            <a:endParaRPr lang="zh-CN" altLang="en-US" sz="1100" dirty="0" smtClean="0">
              <a:solidFill>
                <a:srgbClr val="2C3637"/>
              </a:solidFill>
              <a:latin typeface="微软雅黑" panose="020B0503020204020204" pitchFamily="34" charset="-122"/>
              <a:ea typeface="微软雅黑" panose="020B0503020204020204" pitchFamily="34" charset="-122"/>
            </a:endParaRPr>
          </a:p>
        </p:txBody>
      </p:sp>
      <p:sp>
        <p:nvSpPr>
          <p:cNvPr id="66" name="文本框 9"/>
          <p:cNvSpPr txBox="1"/>
          <p:nvPr/>
        </p:nvSpPr>
        <p:spPr>
          <a:xfrm>
            <a:off x="7321723" y="4275351"/>
            <a:ext cx="1676439" cy="394970"/>
          </a:xfrm>
          <a:prstGeom prst="rect">
            <a:avLst/>
          </a:prstGeom>
          <a:noFill/>
        </p:spPr>
        <p:txBody>
          <a:bodyPr wrap="square" lIns="68580" tIns="34290" rIns="68580" bIns="34290" rtlCol="0">
            <a:spAutoFit/>
          </a:bodyPr>
          <a:lstStyle/>
          <a:p>
            <a:pPr marL="0" lvl="1" algn="ctr"/>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67" name="文本框 9"/>
          <p:cNvSpPr txBox="1"/>
          <p:nvPr/>
        </p:nvSpPr>
        <p:spPr>
          <a:xfrm>
            <a:off x="7249715" y="4055249"/>
            <a:ext cx="1820455" cy="248285"/>
          </a:xfrm>
          <a:prstGeom prst="rect">
            <a:avLst/>
          </a:prstGeom>
          <a:noFill/>
        </p:spPr>
        <p:txBody>
          <a:bodyPr wrap="square" lIns="68580" tIns="34290" rIns="68580" bIns="34290" rtlCol="0">
            <a:spAutoFit/>
          </a:bodyPr>
          <a:lstStyle/>
          <a:p>
            <a:pPr marL="0" lvl="1" algn="ctr"/>
            <a:r>
              <a:rPr lang="zh-CN" altLang="en-US" sz="1100" dirty="0" smtClean="0">
                <a:solidFill>
                  <a:srgbClr val="2C3637"/>
                </a:solidFill>
                <a:latin typeface="微软雅黑" panose="020B0503020204020204" pitchFamily="34" charset="-122"/>
                <a:ea typeface="微软雅黑" panose="020B0503020204020204" pitchFamily="34" charset="-122"/>
              </a:rPr>
              <a:t>单击此处添加标题</a:t>
            </a:r>
            <a:endParaRPr lang="zh-CN" altLang="en-US" sz="1100" dirty="0" smtClean="0">
              <a:solidFill>
                <a:srgbClr val="2C3637"/>
              </a:solidFill>
              <a:latin typeface="微软雅黑" panose="020B0503020204020204" pitchFamily="34" charset="-122"/>
              <a:ea typeface="微软雅黑" panose="020B0503020204020204" pitchFamily="34" charset="-122"/>
            </a:endParaRPr>
          </a:p>
        </p:txBody>
      </p:sp>
      <p:sp>
        <p:nvSpPr>
          <p:cNvPr id="68" name="文本框 9"/>
          <p:cNvSpPr txBox="1"/>
          <p:nvPr/>
        </p:nvSpPr>
        <p:spPr>
          <a:xfrm>
            <a:off x="9409955" y="4275351"/>
            <a:ext cx="1800200" cy="394970"/>
          </a:xfrm>
          <a:prstGeom prst="rect">
            <a:avLst/>
          </a:prstGeom>
          <a:noFill/>
        </p:spPr>
        <p:txBody>
          <a:bodyPr wrap="square" lIns="68580" tIns="34290" rIns="68580" bIns="34290" rtlCol="0">
            <a:spAutoFit/>
          </a:bodyPr>
          <a:lstStyle/>
          <a:p>
            <a:pPr marL="0" lvl="1" algn="ctr"/>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69" name="文本框 9"/>
          <p:cNvSpPr txBox="1"/>
          <p:nvPr/>
        </p:nvSpPr>
        <p:spPr>
          <a:xfrm>
            <a:off x="9265939" y="4055249"/>
            <a:ext cx="1956994" cy="248285"/>
          </a:xfrm>
          <a:prstGeom prst="rect">
            <a:avLst/>
          </a:prstGeom>
          <a:noFill/>
        </p:spPr>
        <p:txBody>
          <a:bodyPr wrap="square" lIns="68580" tIns="34290" rIns="68580" bIns="34290" rtlCol="0">
            <a:spAutoFit/>
          </a:bodyPr>
          <a:lstStyle/>
          <a:p>
            <a:pPr marL="0" lvl="1" algn="ctr"/>
            <a:r>
              <a:rPr lang="zh-CN" altLang="en-US" sz="1100" dirty="0" smtClean="0">
                <a:solidFill>
                  <a:srgbClr val="2C3637"/>
                </a:solidFill>
                <a:latin typeface="微软雅黑" panose="020B0503020204020204" pitchFamily="34" charset="-122"/>
                <a:ea typeface="微软雅黑" panose="020B0503020204020204" pitchFamily="34" charset="-122"/>
              </a:rPr>
              <a:t>单击此处添加标题</a:t>
            </a:r>
            <a:endParaRPr lang="zh-CN" altLang="en-US" sz="1100" dirty="0" smtClean="0">
              <a:solidFill>
                <a:srgbClr val="2C3637"/>
              </a:solidFill>
              <a:latin typeface="微软雅黑" panose="020B0503020204020204" pitchFamily="34" charset="-122"/>
              <a:ea typeface="微软雅黑" panose="020B0503020204020204" pitchFamily="34" charset="-122"/>
            </a:endParaRPr>
          </a:p>
        </p:txBody>
      </p:sp>
      <p:sp>
        <p:nvSpPr>
          <p:cNvPr id="70" name="TextBox 69"/>
          <p:cNvSpPr txBox="1"/>
          <p:nvPr/>
        </p:nvSpPr>
        <p:spPr>
          <a:xfrm>
            <a:off x="5521523" y="1177007"/>
            <a:ext cx="1208405" cy="398780"/>
          </a:xfrm>
          <a:prstGeom prst="rect">
            <a:avLst/>
          </a:prstGeom>
          <a:noFill/>
        </p:spPr>
        <p:txBody>
          <a:bodyPr wrap="none" rtlCol="0">
            <a:spAutoFit/>
          </a:bodyPr>
          <a:lstStyle/>
          <a:p>
            <a:r>
              <a:rPr lang="en-US" altLang="zh-CN" sz="2000" dirty="0" smtClean="0">
                <a:solidFill>
                  <a:srgbClr val="C00000"/>
                </a:solidFill>
                <a:latin typeface="Impact MT Std" pitchFamily="34" charset="0"/>
                <a:ea typeface="微软雅黑" panose="020B0503020204020204" pitchFamily="34" charset="-122"/>
              </a:rPr>
              <a:t>CONTENTS</a:t>
            </a:r>
            <a:endParaRPr lang="zh-CN" altLang="en-US" sz="2000" dirty="0">
              <a:solidFill>
                <a:srgbClr val="C00000"/>
              </a:solidFill>
              <a:latin typeface="Impact MT Std" pitchFamily="34" charset="0"/>
              <a:ea typeface="微软雅黑" panose="020B0503020204020204" pitchFamily="34" charset="-122"/>
            </a:endParaRPr>
          </a:p>
        </p:txBody>
      </p:sp>
      <p:sp>
        <p:nvSpPr>
          <p:cNvPr id="71" name="Freeform 5"/>
          <p:cNvSpPr/>
          <p:nvPr/>
        </p:nvSpPr>
        <p:spPr bwMode="auto">
          <a:xfrm>
            <a:off x="4801443" y="-1"/>
            <a:ext cx="2706492" cy="1145649"/>
          </a:xfrm>
          <a:custGeom>
            <a:avLst/>
            <a:gdLst/>
            <a:ahLst/>
            <a:cxnLst/>
            <a:rect l="l" t="t" r="r" b="b"/>
            <a:pathLst>
              <a:path w="1212931" h="513429">
                <a:moveTo>
                  <a:pt x="0" y="0"/>
                </a:moveTo>
                <a:lnTo>
                  <a:pt x="1212931" y="0"/>
                </a:lnTo>
                <a:cubicBezTo>
                  <a:pt x="1210875" y="8189"/>
                  <a:pt x="1207259" y="15721"/>
                  <a:pt x="1202896" y="22772"/>
                </a:cubicBezTo>
                <a:lnTo>
                  <a:pt x="956422" y="454561"/>
                </a:lnTo>
                <a:cubicBezTo>
                  <a:pt x="946115" y="471761"/>
                  <a:pt x="931774" y="486697"/>
                  <a:pt x="913401" y="497559"/>
                </a:cubicBezTo>
                <a:cubicBezTo>
                  <a:pt x="894131" y="508874"/>
                  <a:pt x="873069" y="513853"/>
                  <a:pt x="852006" y="513401"/>
                </a:cubicBezTo>
                <a:lnTo>
                  <a:pt x="358161" y="513401"/>
                </a:lnTo>
                <a:cubicBezTo>
                  <a:pt x="338443" y="513401"/>
                  <a:pt x="317829" y="508422"/>
                  <a:pt x="299456" y="497559"/>
                </a:cubicBezTo>
                <a:cubicBezTo>
                  <a:pt x="281082" y="486697"/>
                  <a:pt x="266294" y="471761"/>
                  <a:pt x="256435" y="454109"/>
                </a:cubicBezTo>
                <a:lnTo>
                  <a:pt x="8616" y="20509"/>
                </a:lnTo>
                <a:close/>
              </a:path>
            </a:pathLst>
          </a:custGeom>
          <a:solidFill>
            <a:srgbClr val="C00000"/>
          </a:solidFill>
          <a:ln w="9525" cap="flat">
            <a:noFill/>
            <a:prstDash val="solid"/>
            <a:miter lim="800000"/>
          </a:ln>
        </p:spPr>
        <p:txBody>
          <a:bodyPr vert="horz" wrap="square" lIns="91440" tIns="45720" rIns="91440" bIns="45720" numCol="1" anchor="t" anchorCtr="0" compatLnSpc="1"/>
          <a:lstStyle/>
          <a:p>
            <a:endParaRPr lang="zh-CN" altLang="en-US" sz="2000"/>
          </a:p>
        </p:txBody>
      </p:sp>
      <p:sp>
        <p:nvSpPr>
          <p:cNvPr id="72" name="TextBox 71"/>
          <p:cNvSpPr txBox="1"/>
          <p:nvPr/>
        </p:nvSpPr>
        <p:spPr>
          <a:xfrm>
            <a:off x="5433434" y="445894"/>
            <a:ext cx="1369060" cy="678815"/>
          </a:xfrm>
          <a:prstGeom prst="rect">
            <a:avLst/>
          </a:prstGeom>
          <a:noFill/>
        </p:spPr>
        <p:txBody>
          <a:bodyPr wrap="non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目  录</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 name="图片 3" descr="8b2aa8cd0ee32ba7e508288bd027fd0c"/>
          <p:cNvPicPr>
            <a:picLocks noChangeAspect="1"/>
          </p:cNvPicPr>
          <p:nvPr/>
        </p:nvPicPr>
        <p:blipFill>
          <a:blip r:embed="rId1"/>
          <a:stretch>
            <a:fillRect/>
          </a:stretch>
        </p:blipFill>
        <p:spPr>
          <a:xfrm>
            <a:off x="1586007" y="2859742"/>
            <a:ext cx="901065" cy="940435"/>
          </a:xfrm>
          <a:prstGeom prst="rect">
            <a:avLst/>
          </a:prstGeom>
        </p:spPr>
      </p:pic>
      <p:pic>
        <p:nvPicPr>
          <p:cNvPr id="5" name="图片 4" descr="8b2aa8cd0ee32ba7e508288bd027fd0c"/>
          <p:cNvPicPr>
            <a:picLocks noChangeAspect="1"/>
          </p:cNvPicPr>
          <p:nvPr/>
        </p:nvPicPr>
        <p:blipFill>
          <a:blip r:embed="rId1"/>
          <a:stretch>
            <a:fillRect/>
          </a:stretch>
        </p:blipFill>
        <p:spPr>
          <a:xfrm>
            <a:off x="3625677" y="2859742"/>
            <a:ext cx="901065" cy="940435"/>
          </a:xfrm>
          <a:prstGeom prst="rect">
            <a:avLst/>
          </a:prstGeom>
        </p:spPr>
      </p:pic>
      <p:pic>
        <p:nvPicPr>
          <p:cNvPr id="6" name="图片 5" descr="8b2aa8cd0ee32ba7e508288bd027fd0c"/>
          <p:cNvPicPr>
            <a:picLocks noChangeAspect="1"/>
          </p:cNvPicPr>
          <p:nvPr/>
        </p:nvPicPr>
        <p:blipFill>
          <a:blip r:embed="rId1"/>
          <a:stretch>
            <a:fillRect/>
          </a:stretch>
        </p:blipFill>
        <p:spPr>
          <a:xfrm>
            <a:off x="5647055" y="2859742"/>
            <a:ext cx="901065" cy="940435"/>
          </a:xfrm>
          <a:prstGeom prst="rect">
            <a:avLst/>
          </a:prstGeom>
        </p:spPr>
      </p:pic>
      <p:pic>
        <p:nvPicPr>
          <p:cNvPr id="7" name="图片 6" descr="8b2aa8cd0ee32ba7e508288bd027fd0c"/>
          <p:cNvPicPr>
            <a:picLocks noChangeAspect="1"/>
          </p:cNvPicPr>
          <p:nvPr/>
        </p:nvPicPr>
        <p:blipFill>
          <a:blip r:embed="rId1"/>
          <a:stretch>
            <a:fillRect/>
          </a:stretch>
        </p:blipFill>
        <p:spPr>
          <a:xfrm>
            <a:off x="7709410" y="2859742"/>
            <a:ext cx="901065" cy="940435"/>
          </a:xfrm>
          <a:prstGeom prst="rect">
            <a:avLst/>
          </a:prstGeom>
        </p:spPr>
      </p:pic>
      <p:pic>
        <p:nvPicPr>
          <p:cNvPr id="8" name="图片 7" descr="8b2aa8cd0ee32ba7e508288bd027fd0c"/>
          <p:cNvPicPr>
            <a:picLocks noChangeAspect="1"/>
          </p:cNvPicPr>
          <p:nvPr/>
        </p:nvPicPr>
        <p:blipFill>
          <a:blip r:embed="rId1"/>
          <a:stretch>
            <a:fillRect/>
          </a:stretch>
        </p:blipFill>
        <p:spPr>
          <a:xfrm>
            <a:off x="9793904" y="2859742"/>
            <a:ext cx="901065" cy="940435"/>
          </a:xfrm>
          <a:prstGeom prst="rect">
            <a:avLst/>
          </a:prstGeom>
        </p:spPr>
      </p:pic>
      <p:cxnSp>
        <p:nvCxnSpPr>
          <p:cNvPr id="9" name="直接连接符 8"/>
          <p:cNvCxnSpPr/>
          <p:nvPr/>
        </p:nvCxnSpPr>
        <p:spPr>
          <a:xfrm>
            <a:off x="9265716" y="3011048"/>
            <a:ext cx="0" cy="63782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2" name="图片 11"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1000"/>
                                        <p:tgtEl>
                                          <p:spTgt spid="71"/>
                                        </p:tgtEl>
                                      </p:cBhvr>
                                    </p:animEffect>
                                    <p:anim calcmode="lin" valueType="num">
                                      <p:cBhvr>
                                        <p:cTn id="8" dur="1000" fill="hold"/>
                                        <p:tgtEl>
                                          <p:spTgt spid="71"/>
                                        </p:tgtEl>
                                        <p:attrNameLst>
                                          <p:attrName>ppt_x</p:attrName>
                                        </p:attrNameLst>
                                      </p:cBhvr>
                                      <p:tavLst>
                                        <p:tav tm="0">
                                          <p:val>
                                            <p:strVal val="#ppt_x"/>
                                          </p:val>
                                        </p:tav>
                                        <p:tav tm="100000">
                                          <p:val>
                                            <p:strVal val="#ppt_x"/>
                                          </p:val>
                                        </p:tav>
                                      </p:tavLst>
                                    </p:anim>
                                    <p:anim calcmode="lin" valueType="num">
                                      <p:cBhvr>
                                        <p:cTn id="9" dur="1000" fill="hold"/>
                                        <p:tgtEl>
                                          <p:spTgt spid="7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72"/>
                                        </p:tgtEl>
                                        <p:attrNameLst>
                                          <p:attrName>style.visibility</p:attrName>
                                        </p:attrNameLst>
                                      </p:cBhvr>
                                      <p:to>
                                        <p:strVal val="visible"/>
                                      </p:to>
                                    </p:set>
                                    <p:anim calcmode="lin" valueType="num">
                                      <p:cBhvr>
                                        <p:cTn id="13" dur="500" fill="hold"/>
                                        <p:tgtEl>
                                          <p:spTgt spid="72"/>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72"/>
                                        </p:tgtEl>
                                        <p:attrNameLst>
                                          <p:attrName>ppt_y</p:attrName>
                                        </p:attrNameLst>
                                      </p:cBhvr>
                                      <p:tavLst>
                                        <p:tav tm="0">
                                          <p:val>
                                            <p:strVal val="#ppt_y"/>
                                          </p:val>
                                        </p:tav>
                                        <p:tav tm="100000">
                                          <p:val>
                                            <p:strVal val="#ppt_y"/>
                                          </p:val>
                                        </p:tav>
                                      </p:tavLst>
                                    </p:anim>
                                    <p:anim calcmode="lin" valueType="num">
                                      <p:cBhvr>
                                        <p:cTn id="15" dur="500" fill="hold"/>
                                        <p:tgtEl>
                                          <p:spTgt spid="72"/>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72"/>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72"/>
                                        </p:tgtEl>
                                      </p:cBhvr>
                                    </p:animEffect>
                                  </p:childTnLst>
                                </p:cTn>
                              </p:par>
                            </p:childTnLst>
                          </p:cTn>
                        </p:par>
                        <p:par>
                          <p:cTn id="18" fill="hold">
                            <p:stCondLst>
                              <p:cond delay="1649"/>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70"/>
                                        </p:tgtEl>
                                        <p:attrNameLst>
                                          <p:attrName>style.visibility</p:attrName>
                                        </p:attrNameLst>
                                      </p:cBhvr>
                                      <p:to>
                                        <p:strVal val="visible"/>
                                      </p:to>
                                    </p:set>
                                    <p:anim calcmode="lin" valueType="num">
                                      <p:cBhvr>
                                        <p:cTn id="21" dur="500" fill="hold"/>
                                        <p:tgtEl>
                                          <p:spTgt spid="70"/>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70"/>
                                        </p:tgtEl>
                                        <p:attrNameLst>
                                          <p:attrName>ppt_y</p:attrName>
                                        </p:attrNameLst>
                                      </p:cBhvr>
                                      <p:tavLst>
                                        <p:tav tm="0">
                                          <p:val>
                                            <p:strVal val="#ppt_y"/>
                                          </p:val>
                                        </p:tav>
                                        <p:tav tm="100000">
                                          <p:val>
                                            <p:strVal val="#ppt_y"/>
                                          </p:val>
                                        </p:tav>
                                      </p:tavLst>
                                    </p:anim>
                                    <p:anim calcmode="lin" valueType="num">
                                      <p:cBhvr>
                                        <p:cTn id="23" dur="500" fill="hold"/>
                                        <p:tgtEl>
                                          <p:spTgt spid="70"/>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70"/>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70"/>
                                        </p:tgtEl>
                                      </p:cBhvr>
                                    </p:animEffect>
                                  </p:childTnLst>
                                </p:cTn>
                              </p:par>
                              <p:par>
                                <p:cTn id="26" presetID="53" presetClass="entr" presetSubtype="16" fill="hold" nodeType="withEffect">
                                  <p:stCondLst>
                                    <p:cond delay="1250"/>
                                  </p:stCondLst>
                                  <p:childTnLst>
                                    <p:set>
                                      <p:cBhvr>
                                        <p:cTn id="27" dur="1" fill="hold">
                                          <p:stCondLst>
                                            <p:cond delay="0"/>
                                          </p:stCondLst>
                                        </p:cTn>
                                        <p:tgtEl>
                                          <p:spTgt spid="56"/>
                                        </p:tgtEl>
                                        <p:attrNameLst>
                                          <p:attrName>style.visibility</p:attrName>
                                        </p:attrNameLst>
                                      </p:cBhvr>
                                      <p:to>
                                        <p:strVal val="visible"/>
                                      </p:to>
                                    </p:set>
                                    <p:anim calcmode="lin" valueType="num">
                                      <p:cBhvr>
                                        <p:cTn id="28" dur="500" fill="hold"/>
                                        <p:tgtEl>
                                          <p:spTgt spid="56"/>
                                        </p:tgtEl>
                                        <p:attrNameLst>
                                          <p:attrName>ppt_w</p:attrName>
                                        </p:attrNameLst>
                                      </p:cBhvr>
                                      <p:tavLst>
                                        <p:tav tm="0">
                                          <p:val>
                                            <p:fltVal val="0"/>
                                          </p:val>
                                        </p:tav>
                                        <p:tav tm="100000">
                                          <p:val>
                                            <p:strVal val="#ppt_w"/>
                                          </p:val>
                                        </p:tav>
                                      </p:tavLst>
                                    </p:anim>
                                    <p:anim calcmode="lin" valueType="num">
                                      <p:cBhvr>
                                        <p:cTn id="29" dur="500" fill="hold"/>
                                        <p:tgtEl>
                                          <p:spTgt spid="56"/>
                                        </p:tgtEl>
                                        <p:attrNameLst>
                                          <p:attrName>ppt_h</p:attrName>
                                        </p:attrNameLst>
                                      </p:cBhvr>
                                      <p:tavLst>
                                        <p:tav tm="0">
                                          <p:val>
                                            <p:fltVal val="0"/>
                                          </p:val>
                                        </p:tav>
                                        <p:tav tm="100000">
                                          <p:val>
                                            <p:strVal val="#ppt_h"/>
                                          </p:val>
                                        </p:tav>
                                      </p:tavLst>
                                    </p:anim>
                                    <p:animEffect transition="in" filter="fade">
                                      <p:cBhvr>
                                        <p:cTn id="30" dur="500"/>
                                        <p:tgtEl>
                                          <p:spTgt spid="56"/>
                                        </p:tgtEl>
                                      </p:cBhvr>
                                    </p:animEffect>
                                  </p:childTnLst>
                                </p:cTn>
                              </p:par>
                              <p:par>
                                <p:cTn id="31" presetID="53" presetClass="entr" presetSubtype="16" fill="hold" nodeType="withEffect">
                                  <p:stCondLst>
                                    <p:cond delay="1250"/>
                                  </p:stCondLst>
                                  <p:childTnLst>
                                    <p:set>
                                      <p:cBhvr>
                                        <p:cTn id="32" dur="1" fill="hold">
                                          <p:stCondLst>
                                            <p:cond delay="0"/>
                                          </p:stCondLst>
                                        </p:cTn>
                                        <p:tgtEl>
                                          <p:spTgt spid="57"/>
                                        </p:tgtEl>
                                        <p:attrNameLst>
                                          <p:attrName>style.visibility</p:attrName>
                                        </p:attrNameLst>
                                      </p:cBhvr>
                                      <p:to>
                                        <p:strVal val="visible"/>
                                      </p:to>
                                    </p:set>
                                    <p:anim calcmode="lin" valueType="num">
                                      <p:cBhvr>
                                        <p:cTn id="33" dur="500" fill="hold"/>
                                        <p:tgtEl>
                                          <p:spTgt spid="57"/>
                                        </p:tgtEl>
                                        <p:attrNameLst>
                                          <p:attrName>ppt_w</p:attrName>
                                        </p:attrNameLst>
                                      </p:cBhvr>
                                      <p:tavLst>
                                        <p:tav tm="0">
                                          <p:val>
                                            <p:fltVal val="0"/>
                                          </p:val>
                                        </p:tav>
                                        <p:tav tm="100000">
                                          <p:val>
                                            <p:strVal val="#ppt_w"/>
                                          </p:val>
                                        </p:tav>
                                      </p:tavLst>
                                    </p:anim>
                                    <p:anim calcmode="lin" valueType="num">
                                      <p:cBhvr>
                                        <p:cTn id="34" dur="500" fill="hold"/>
                                        <p:tgtEl>
                                          <p:spTgt spid="57"/>
                                        </p:tgtEl>
                                        <p:attrNameLst>
                                          <p:attrName>ppt_h</p:attrName>
                                        </p:attrNameLst>
                                      </p:cBhvr>
                                      <p:tavLst>
                                        <p:tav tm="0">
                                          <p:val>
                                            <p:fltVal val="0"/>
                                          </p:val>
                                        </p:tav>
                                        <p:tav tm="100000">
                                          <p:val>
                                            <p:strVal val="#ppt_h"/>
                                          </p:val>
                                        </p:tav>
                                      </p:tavLst>
                                    </p:anim>
                                    <p:animEffect transition="in" filter="fade">
                                      <p:cBhvr>
                                        <p:cTn id="35" dur="500"/>
                                        <p:tgtEl>
                                          <p:spTgt spid="57"/>
                                        </p:tgtEl>
                                      </p:cBhvr>
                                    </p:animEffect>
                                  </p:childTnLst>
                                </p:cTn>
                              </p:par>
                              <p:par>
                                <p:cTn id="36" presetID="53" presetClass="entr" presetSubtype="16" fill="hold" nodeType="withEffect">
                                  <p:stCondLst>
                                    <p:cond delay="1250"/>
                                  </p:stCondLst>
                                  <p:childTnLst>
                                    <p:set>
                                      <p:cBhvr>
                                        <p:cTn id="37" dur="1" fill="hold">
                                          <p:stCondLst>
                                            <p:cond delay="0"/>
                                          </p:stCondLst>
                                        </p:cTn>
                                        <p:tgtEl>
                                          <p:spTgt spid="58"/>
                                        </p:tgtEl>
                                        <p:attrNameLst>
                                          <p:attrName>style.visibility</p:attrName>
                                        </p:attrNameLst>
                                      </p:cBhvr>
                                      <p:to>
                                        <p:strVal val="visible"/>
                                      </p:to>
                                    </p:set>
                                    <p:anim calcmode="lin" valueType="num">
                                      <p:cBhvr>
                                        <p:cTn id="38" dur="500" fill="hold"/>
                                        <p:tgtEl>
                                          <p:spTgt spid="58"/>
                                        </p:tgtEl>
                                        <p:attrNameLst>
                                          <p:attrName>ppt_w</p:attrName>
                                        </p:attrNameLst>
                                      </p:cBhvr>
                                      <p:tavLst>
                                        <p:tav tm="0">
                                          <p:val>
                                            <p:fltVal val="0"/>
                                          </p:val>
                                        </p:tav>
                                        <p:tav tm="100000">
                                          <p:val>
                                            <p:strVal val="#ppt_w"/>
                                          </p:val>
                                        </p:tav>
                                      </p:tavLst>
                                    </p:anim>
                                    <p:anim calcmode="lin" valueType="num">
                                      <p:cBhvr>
                                        <p:cTn id="39" dur="500" fill="hold"/>
                                        <p:tgtEl>
                                          <p:spTgt spid="58"/>
                                        </p:tgtEl>
                                        <p:attrNameLst>
                                          <p:attrName>ppt_h</p:attrName>
                                        </p:attrNameLst>
                                      </p:cBhvr>
                                      <p:tavLst>
                                        <p:tav tm="0">
                                          <p:val>
                                            <p:fltVal val="0"/>
                                          </p:val>
                                        </p:tav>
                                        <p:tav tm="100000">
                                          <p:val>
                                            <p:strVal val="#ppt_h"/>
                                          </p:val>
                                        </p:tav>
                                      </p:tavLst>
                                    </p:anim>
                                    <p:animEffect transition="in" filter="fade">
                                      <p:cBhvr>
                                        <p:cTn id="40" dur="500"/>
                                        <p:tgtEl>
                                          <p:spTgt spid="58"/>
                                        </p:tgtEl>
                                      </p:cBhvr>
                                    </p:animEffect>
                                  </p:childTnLst>
                                </p:cTn>
                              </p:par>
                              <p:par>
                                <p:cTn id="41" presetID="53" presetClass="entr" presetSubtype="16" fill="hold" nodeType="withEffect">
                                  <p:stCondLst>
                                    <p:cond delay="1250"/>
                                  </p:stCondLst>
                                  <p:childTnLst>
                                    <p:set>
                                      <p:cBhvr>
                                        <p:cTn id="42" dur="1" fill="hold">
                                          <p:stCondLst>
                                            <p:cond delay="0"/>
                                          </p:stCondLst>
                                        </p:cTn>
                                        <p:tgtEl>
                                          <p:spTgt spid="59"/>
                                        </p:tgtEl>
                                        <p:attrNameLst>
                                          <p:attrName>style.visibility</p:attrName>
                                        </p:attrNameLst>
                                      </p:cBhvr>
                                      <p:to>
                                        <p:strVal val="visible"/>
                                      </p:to>
                                    </p:set>
                                    <p:anim calcmode="lin" valueType="num">
                                      <p:cBhvr>
                                        <p:cTn id="43" dur="500" fill="hold"/>
                                        <p:tgtEl>
                                          <p:spTgt spid="59"/>
                                        </p:tgtEl>
                                        <p:attrNameLst>
                                          <p:attrName>ppt_w</p:attrName>
                                        </p:attrNameLst>
                                      </p:cBhvr>
                                      <p:tavLst>
                                        <p:tav tm="0">
                                          <p:val>
                                            <p:fltVal val="0"/>
                                          </p:val>
                                        </p:tav>
                                        <p:tav tm="100000">
                                          <p:val>
                                            <p:strVal val="#ppt_w"/>
                                          </p:val>
                                        </p:tav>
                                      </p:tavLst>
                                    </p:anim>
                                    <p:anim calcmode="lin" valueType="num">
                                      <p:cBhvr>
                                        <p:cTn id="44" dur="500" fill="hold"/>
                                        <p:tgtEl>
                                          <p:spTgt spid="59"/>
                                        </p:tgtEl>
                                        <p:attrNameLst>
                                          <p:attrName>ppt_h</p:attrName>
                                        </p:attrNameLst>
                                      </p:cBhvr>
                                      <p:tavLst>
                                        <p:tav tm="0">
                                          <p:val>
                                            <p:fltVal val="0"/>
                                          </p:val>
                                        </p:tav>
                                        <p:tav tm="100000">
                                          <p:val>
                                            <p:strVal val="#ppt_h"/>
                                          </p:val>
                                        </p:tav>
                                      </p:tavLst>
                                    </p:anim>
                                    <p:animEffect transition="in" filter="fade">
                                      <p:cBhvr>
                                        <p:cTn id="45" dur="500"/>
                                        <p:tgtEl>
                                          <p:spTgt spid="59"/>
                                        </p:tgtEl>
                                      </p:cBhvr>
                                    </p:animEffect>
                                  </p:childTnLst>
                                </p:cTn>
                              </p:par>
                            </p:childTnLst>
                          </p:cTn>
                        </p:par>
                        <p:par>
                          <p:cTn id="46" fill="hold">
                            <p:stCondLst>
                              <p:cond delay="3400"/>
                            </p:stCondLst>
                            <p:childTnLst>
                              <p:par>
                                <p:cTn id="47" presetID="16" presetClass="entr" presetSubtype="21" fill="hold" grpId="0" nodeType="after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barn(inVertical)">
                                      <p:cBhvr>
                                        <p:cTn id="49" dur="500"/>
                                        <p:tgtEl>
                                          <p:spTgt spid="60"/>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barn(inVertical)">
                                      <p:cBhvr>
                                        <p:cTn id="52" dur="500"/>
                                        <p:tgtEl>
                                          <p:spTgt spid="61"/>
                                        </p:tgtEl>
                                      </p:cBhvr>
                                    </p:animEffect>
                                  </p:childTnLst>
                                </p:cTn>
                              </p:par>
                            </p:childTnLst>
                          </p:cTn>
                        </p:par>
                        <p:par>
                          <p:cTn id="53" fill="hold">
                            <p:stCondLst>
                              <p:cond delay="3900"/>
                            </p:stCondLst>
                            <p:childTnLst>
                              <p:par>
                                <p:cTn id="54" presetID="16" presetClass="entr" presetSubtype="21" fill="hold" grpId="0" nodeType="after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barn(inVertical)">
                                      <p:cBhvr>
                                        <p:cTn id="56" dur="500"/>
                                        <p:tgtEl>
                                          <p:spTgt spid="62"/>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barn(inVertical)">
                                      <p:cBhvr>
                                        <p:cTn id="59" dur="500"/>
                                        <p:tgtEl>
                                          <p:spTgt spid="63"/>
                                        </p:tgtEl>
                                      </p:cBhvr>
                                    </p:animEffect>
                                  </p:childTnLst>
                                </p:cTn>
                              </p:par>
                            </p:childTnLst>
                          </p:cTn>
                        </p:par>
                        <p:par>
                          <p:cTn id="60" fill="hold">
                            <p:stCondLst>
                              <p:cond delay="4400"/>
                            </p:stCondLst>
                            <p:childTnLst>
                              <p:par>
                                <p:cTn id="61" presetID="16" presetClass="entr" presetSubtype="21" fill="hold" grpId="0" nodeType="afterEffect">
                                  <p:stCondLst>
                                    <p:cond delay="0"/>
                                  </p:stCondLst>
                                  <p:childTnLst>
                                    <p:set>
                                      <p:cBhvr>
                                        <p:cTn id="62" dur="1" fill="hold">
                                          <p:stCondLst>
                                            <p:cond delay="0"/>
                                          </p:stCondLst>
                                        </p:cTn>
                                        <p:tgtEl>
                                          <p:spTgt spid="64"/>
                                        </p:tgtEl>
                                        <p:attrNameLst>
                                          <p:attrName>style.visibility</p:attrName>
                                        </p:attrNameLst>
                                      </p:cBhvr>
                                      <p:to>
                                        <p:strVal val="visible"/>
                                      </p:to>
                                    </p:set>
                                    <p:animEffect transition="in" filter="barn(inVertical)">
                                      <p:cBhvr>
                                        <p:cTn id="63" dur="500"/>
                                        <p:tgtEl>
                                          <p:spTgt spid="64"/>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barn(inVertical)">
                                      <p:cBhvr>
                                        <p:cTn id="66" dur="500"/>
                                        <p:tgtEl>
                                          <p:spTgt spid="65"/>
                                        </p:tgtEl>
                                      </p:cBhvr>
                                    </p:animEffect>
                                  </p:childTnLst>
                                </p:cTn>
                              </p:par>
                            </p:childTnLst>
                          </p:cTn>
                        </p:par>
                        <p:par>
                          <p:cTn id="67" fill="hold">
                            <p:stCondLst>
                              <p:cond delay="4900"/>
                            </p:stCondLst>
                            <p:childTnLst>
                              <p:par>
                                <p:cTn id="68" presetID="16" presetClass="entr" presetSubtype="21" fill="hold" grpId="0" nodeType="afterEffect">
                                  <p:stCondLst>
                                    <p:cond delay="0"/>
                                  </p:stCondLst>
                                  <p:childTnLst>
                                    <p:set>
                                      <p:cBhvr>
                                        <p:cTn id="69" dur="1" fill="hold">
                                          <p:stCondLst>
                                            <p:cond delay="0"/>
                                          </p:stCondLst>
                                        </p:cTn>
                                        <p:tgtEl>
                                          <p:spTgt spid="66"/>
                                        </p:tgtEl>
                                        <p:attrNameLst>
                                          <p:attrName>style.visibility</p:attrName>
                                        </p:attrNameLst>
                                      </p:cBhvr>
                                      <p:to>
                                        <p:strVal val="visible"/>
                                      </p:to>
                                    </p:set>
                                    <p:animEffect transition="in" filter="barn(inVertical)">
                                      <p:cBhvr>
                                        <p:cTn id="70" dur="500"/>
                                        <p:tgtEl>
                                          <p:spTgt spid="66"/>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barn(inVertical)">
                                      <p:cBhvr>
                                        <p:cTn id="73" dur="500"/>
                                        <p:tgtEl>
                                          <p:spTgt spid="67"/>
                                        </p:tgtEl>
                                      </p:cBhvr>
                                    </p:animEffect>
                                  </p:childTnLst>
                                </p:cTn>
                              </p:par>
                            </p:childTnLst>
                          </p:cTn>
                        </p:par>
                        <p:par>
                          <p:cTn id="74" fill="hold">
                            <p:stCondLst>
                              <p:cond delay="5400"/>
                            </p:stCondLst>
                            <p:childTnLst>
                              <p:par>
                                <p:cTn id="75" presetID="16" presetClass="entr" presetSubtype="21" fill="hold" grpId="0"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barn(inVertical)">
                                      <p:cBhvr>
                                        <p:cTn id="77" dur="500"/>
                                        <p:tgtEl>
                                          <p:spTgt spid="68"/>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69"/>
                                        </p:tgtEl>
                                        <p:attrNameLst>
                                          <p:attrName>style.visibility</p:attrName>
                                        </p:attrNameLst>
                                      </p:cBhvr>
                                      <p:to>
                                        <p:strVal val="visible"/>
                                      </p:to>
                                    </p:set>
                                    <p:animEffect transition="in" filter="barn(inVertical)">
                                      <p:cBhvr>
                                        <p:cTn id="80" dur="500"/>
                                        <p:tgtEl>
                                          <p:spTgt spid="69"/>
                                        </p:tgtEl>
                                      </p:cBhvr>
                                    </p:animEffect>
                                  </p:childTnLst>
                                </p:cTn>
                              </p:par>
                              <p:par>
                                <p:cTn id="81" presetID="53" presetClass="entr" presetSubtype="16" fill="hold" grpId="0" nodeType="withEffect">
                                  <p:stCondLst>
                                    <p:cond delay="250"/>
                                  </p:stCondLst>
                                  <p:childTnLst>
                                    <p:set>
                                      <p:cBhvr>
                                        <p:cTn id="82" dur="1" fill="hold">
                                          <p:stCondLst>
                                            <p:cond delay="0"/>
                                          </p:stCondLst>
                                        </p:cTn>
                                        <p:tgtEl>
                                          <p:spTgt spid="2"/>
                                        </p:tgtEl>
                                        <p:attrNameLst>
                                          <p:attrName>style.visibility</p:attrName>
                                        </p:attrNameLst>
                                      </p:cBhvr>
                                      <p:to>
                                        <p:strVal val="visible"/>
                                      </p:to>
                                    </p:set>
                                    <p:anim calcmode="lin" valueType="num">
                                      <p:cBhvr>
                                        <p:cTn id="83" dur="500" fill="hold"/>
                                        <p:tgtEl>
                                          <p:spTgt spid="2"/>
                                        </p:tgtEl>
                                        <p:attrNameLst>
                                          <p:attrName>ppt_w</p:attrName>
                                        </p:attrNameLst>
                                      </p:cBhvr>
                                      <p:tavLst>
                                        <p:tav tm="0">
                                          <p:val>
                                            <p:fltVal val="0"/>
                                          </p:val>
                                        </p:tav>
                                        <p:tav tm="100000">
                                          <p:val>
                                            <p:strVal val="#ppt_w"/>
                                          </p:val>
                                        </p:tav>
                                      </p:tavLst>
                                    </p:anim>
                                    <p:anim calcmode="lin" valueType="num">
                                      <p:cBhvr>
                                        <p:cTn id="84" dur="500" fill="hold"/>
                                        <p:tgtEl>
                                          <p:spTgt spid="2"/>
                                        </p:tgtEl>
                                        <p:attrNameLst>
                                          <p:attrName>ppt_h</p:attrName>
                                        </p:attrNameLst>
                                      </p:cBhvr>
                                      <p:tavLst>
                                        <p:tav tm="0">
                                          <p:val>
                                            <p:fltVal val="0"/>
                                          </p:val>
                                        </p:tav>
                                        <p:tav tm="100000">
                                          <p:val>
                                            <p:strVal val="#ppt_h"/>
                                          </p:val>
                                        </p:tav>
                                      </p:tavLst>
                                    </p:anim>
                                    <p:animEffect transition="in" filter="fade">
                                      <p:cBhvr>
                                        <p:cTn id="85" dur="500"/>
                                        <p:tgtEl>
                                          <p:spTgt spid="2"/>
                                        </p:tgtEl>
                                      </p:cBhvr>
                                    </p:animEffect>
                                  </p:childTnLst>
                                </p:cTn>
                              </p:par>
                              <p:par>
                                <p:cTn id="86" presetID="53" presetClass="entr" presetSubtype="16" fill="hold" grpId="0" nodeType="withEffect">
                                  <p:stCondLst>
                                    <p:cond delay="250"/>
                                  </p:stCondLst>
                                  <p:childTnLst>
                                    <p:set>
                                      <p:cBhvr>
                                        <p:cTn id="87" dur="1" fill="hold">
                                          <p:stCondLst>
                                            <p:cond delay="0"/>
                                          </p:stCondLst>
                                        </p:cTn>
                                        <p:tgtEl>
                                          <p:spTgt spid="25"/>
                                        </p:tgtEl>
                                        <p:attrNameLst>
                                          <p:attrName>style.visibility</p:attrName>
                                        </p:attrNameLst>
                                      </p:cBhvr>
                                      <p:to>
                                        <p:strVal val="visible"/>
                                      </p:to>
                                    </p:set>
                                    <p:anim calcmode="lin" valueType="num">
                                      <p:cBhvr>
                                        <p:cTn id="88" dur="500" fill="hold"/>
                                        <p:tgtEl>
                                          <p:spTgt spid="25"/>
                                        </p:tgtEl>
                                        <p:attrNameLst>
                                          <p:attrName>ppt_w</p:attrName>
                                        </p:attrNameLst>
                                      </p:cBhvr>
                                      <p:tavLst>
                                        <p:tav tm="0">
                                          <p:val>
                                            <p:fltVal val="0"/>
                                          </p:val>
                                        </p:tav>
                                        <p:tav tm="100000">
                                          <p:val>
                                            <p:strVal val="#ppt_w"/>
                                          </p:val>
                                        </p:tav>
                                      </p:tavLst>
                                    </p:anim>
                                    <p:anim calcmode="lin" valueType="num">
                                      <p:cBhvr>
                                        <p:cTn id="89" dur="500" fill="hold"/>
                                        <p:tgtEl>
                                          <p:spTgt spid="25"/>
                                        </p:tgtEl>
                                        <p:attrNameLst>
                                          <p:attrName>ppt_h</p:attrName>
                                        </p:attrNameLst>
                                      </p:cBhvr>
                                      <p:tavLst>
                                        <p:tav tm="0">
                                          <p:val>
                                            <p:fltVal val="0"/>
                                          </p:val>
                                        </p:tav>
                                        <p:tav tm="100000">
                                          <p:val>
                                            <p:strVal val="#ppt_h"/>
                                          </p:val>
                                        </p:tav>
                                      </p:tavLst>
                                    </p:anim>
                                    <p:animEffect transition="in" filter="fade">
                                      <p:cBhvr>
                                        <p:cTn id="90" dur="500"/>
                                        <p:tgtEl>
                                          <p:spTgt spid="25"/>
                                        </p:tgtEl>
                                      </p:cBhvr>
                                    </p:animEffect>
                                  </p:childTnLst>
                                </p:cTn>
                              </p:par>
                              <p:par>
                                <p:cTn id="91" presetID="53" presetClass="entr" presetSubtype="16" fill="hold" grpId="0" nodeType="withEffect">
                                  <p:stCondLst>
                                    <p:cond delay="250"/>
                                  </p:stCondLst>
                                  <p:childTnLst>
                                    <p:set>
                                      <p:cBhvr>
                                        <p:cTn id="92" dur="1" fill="hold">
                                          <p:stCondLst>
                                            <p:cond delay="0"/>
                                          </p:stCondLst>
                                        </p:cTn>
                                        <p:tgtEl>
                                          <p:spTgt spid="26"/>
                                        </p:tgtEl>
                                        <p:attrNameLst>
                                          <p:attrName>style.visibility</p:attrName>
                                        </p:attrNameLst>
                                      </p:cBhvr>
                                      <p:to>
                                        <p:strVal val="visible"/>
                                      </p:to>
                                    </p:set>
                                    <p:anim calcmode="lin" valueType="num">
                                      <p:cBhvr>
                                        <p:cTn id="93" dur="500" fill="hold"/>
                                        <p:tgtEl>
                                          <p:spTgt spid="26"/>
                                        </p:tgtEl>
                                        <p:attrNameLst>
                                          <p:attrName>ppt_w</p:attrName>
                                        </p:attrNameLst>
                                      </p:cBhvr>
                                      <p:tavLst>
                                        <p:tav tm="0">
                                          <p:val>
                                            <p:fltVal val="0"/>
                                          </p:val>
                                        </p:tav>
                                        <p:tav tm="100000">
                                          <p:val>
                                            <p:strVal val="#ppt_w"/>
                                          </p:val>
                                        </p:tav>
                                      </p:tavLst>
                                    </p:anim>
                                    <p:anim calcmode="lin" valueType="num">
                                      <p:cBhvr>
                                        <p:cTn id="94" dur="500" fill="hold"/>
                                        <p:tgtEl>
                                          <p:spTgt spid="26"/>
                                        </p:tgtEl>
                                        <p:attrNameLst>
                                          <p:attrName>ppt_h</p:attrName>
                                        </p:attrNameLst>
                                      </p:cBhvr>
                                      <p:tavLst>
                                        <p:tav tm="0">
                                          <p:val>
                                            <p:fltVal val="0"/>
                                          </p:val>
                                        </p:tav>
                                        <p:tav tm="100000">
                                          <p:val>
                                            <p:strVal val="#ppt_h"/>
                                          </p:val>
                                        </p:tav>
                                      </p:tavLst>
                                    </p:anim>
                                    <p:animEffect transition="in" filter="fade">
                                      <p:cBhvr>
                                        <p:cTn id="95" dur="500"/>
                                        <p:tgtEl>
                                          <p:spTgt spid="26"/>
                                        </p:tgtEl>
                                      </p:cBhvr>
                                    </p:animEffect>
                                  </p:childTnLst>
                                </p:cTn>
                              </p:par>
                              <p:par>
                                <p:cTn id="96" presetID="53" presetClass="entr" presetSubtype="16" fill="hold" grpId="0" nodeType="withEffect">
                                  <p:stCondLst>
                                    <p:cond delay="250"/>
                                  </p:stCondLst>
                                  <p:childTnLst>
                                    <p:set>
                                      <p:cBhvr>
                                        <p:cTn id="97" dur="1" fill="hold">
                                          <p:stCondLst>
                                            <p:cond delay="0"/>
                                          </p:stCondLst>
                                        </p:cTn>
                                        <p:tgtEl>
                                          <p:spTgt spid="27"/>
                                        </p:tgtEl>
                                        <p:attrNameLst>
                                          <p:attrName>style.visibility</p:attrName>
                                        </p:attrNameLst>
                                      </p:cBhvr>
                                      <p:to>
                                        <p:strVal val="visible"/>
                                      </p:to>
                                    </p:set>
                                    <p:anim calcmode="lin" valueType="num">
                                      <p:cBhvr>
                                        <p:cTn id="98" dur="500" fill="hold"/>
                                        <p:tgtEl>
                                          <p:spTgt spid="27"/>
                                        </p:tgtEl>
                                        <p:attrNameLst>
                                          <p:attrName>ppt_w</p:attrName>
                                        </p:attrNameLst>
                                      </p:cBhvr>
                                      <p:tavLst>
                                        <p:tav tm="0">
                                          <p:val>
                                            <p:fltVal val="0"/>
                                          </p:val>
                                        </p:tav>
                                        <p:tav tm="100000">
                                          <p:val>
                                            <p:strVal val="#ppt_w"/>
                                          </p:val>
                                        </p:tav>
                                      </p:tavLst>
                                    </p:anim>
                                    <p:anim calcmode="lin" valueType="num">
                                      <p:cBhvr>
                                        <p:cTn id="99" dur="500" fill="hold"/>
                                        <p:tgtEl>
                                          <p:spTgt spid="27"/>
                                        </p:tgtEl>
                                        <p:attrNameLst>
                                          <p:attrName>ppt_h</p:attrName>
                                        </p:attrNameLst>
                                      </p:cBhvr>
                                      <p:tavLst>
                                        <p:tav tm="0">
                                          <p:val>
                                            <p:fltVal val="0"/>
                                          </p:val>
                                        </p:tav>
                                        <p:tav tm="100000">
                                          <p:val>
                                            <p:strVal val="#ppt_h"/>
                                          </p:val>
                                        </p:tav>
                                      </p:tavLst>
                                    </p:anim>
                                    <p:animEffect transition="in" filter="fade">
                                      <p:cBhvr>
                                        <p:cTn id="100" dur="500"/>
                                        <p:tgtEl>
                                          <p:spTgt spid="27"/>
                                        </p:tgtEl>
                                      </p:cBhvr>
                                    </p:animEffect>
                                  </p:childTnLst>
                                </p:cTn>
                              </p:par>
                              <p:par>
                                <p:cTn id="101" presetID="53" presetClass="entr" presetSubtype="16" fill="hold" grpId="0" nodeType="withEffect">
                                  <p:stCondLst>
                                    <p:cond delay="250"/>
                                  </p:stCondLst>
                                  <p:childTnLst>
                                    <p:set>
                                      <p:cBhvr>
                                        <p:cTn id="102" dur="1" fill="hold">
                                          <p:stCondLst>
                                            <p:cond delay="0"/>
                                          </p:stCondLst>
                                        </p:cTn>
                                        <p:tgtEl>
                                          <p:spTgt spid="28"/>
                                        </p:tgtEl>
                                        <p:attrNameLst>
                                          <p:attrName>style.visibility</p:attrName>
                                        </p:attrNameLst>
                                      </p:cBhvr>
                                      <p:to>
                                        <p:strVal val="visible"/>
                                      </p:to>
                                    </p:set>
                                    <p:anim calcmode="lin" valueType="num">
                                      <p:cBhvr>
                                        <p:cTn id="103" dur="500" fill="hold"/>
                                        <p:tgtEl>
                                          <p:spTgt spid="28"/>
                                        </p:tgtEl>
                                        <p:attrNameLst>
                                          <p:attrName>ppt_w</p:attrName>
                                        </p:attrNameLst>
                                      </p:cBhvr>
                                      <p:tavLst>
                                        <p:tav tm="0">
                                          <p:val>
                                            <p:fltVal val="0"/>
                                          </p:val>
                                        </p:tav>
                                        <p:tav tm="100000">
                                          <p:val>
                                            <p:strVal val="#ppt_w"/>
                                          </p:val>
                                        </p:tav>
                                      </p:tavLst>
                                    </p:anim>
                                    <p:anim calcmode="lin" valueType="num">
                                      <p:cBhvr>
                                        <p:cTn id="104" dur="500" fill="hold"/>
                                        <p:tgtEl>
                                          <p:spTgt spid="28"/>
                                        </p:tgtEl>
                                        <p:attrNameLst>
                                          <p:attrName>ppt_h</p:attrName>
                                        </p:attrNameLst>
                                      </p:cBhvr>
                                      <p:tavLst>
                                        <p:tav tm="0">
                                          <p:val>
                                            <p:fltVal val="0"/>
                                          </p:val>
                                        </p:tav>
                                        <p:tav tm="100000">
                                          <p:val>
                                            <p:strVal val="#ppt_h"/>
                                          </p:val>
                                        </p:tav>
                                      </p:tavLst>
                                    </p:anim>
                                    <p:animEffect transition="in" filter="fade">
                                      <p:cBhvr>
                                        <p:cTn id="105" dur="500"/>
                                        <p:tgtEl>
                                          <p:spTgt spid="28"/>
                                        </p:tgtEl>
                                      </p:cBhvr>
                                    </p:animEffect>
                                  </p:childTnLst>
                                </p:cTn>
                              </p:par>
                              <p:par>
                                <p:cTn id="106" presetID="53" presetClass="entr" presetSubtype="16" fill="hold" nodeType="withEffect">
                                  <p:stCondLst>
                                    <p:cond delay="1250"/>
                                  </p:stCondLst>
                                  <p:childTnLst>
                                    <p:set>
                                      <p:cBhvr>
                                        <p:cTn id="107" dur="1" fill="hold">
                                          <p:stCondLst>
                                            <p:cond delay="0"/>
                                          </p:stCondLst>
                                        </p:cTn>
                                        <p:tgtEl>
                                          <p:spTgt spid="9"/>
                                        </p:tgtEl>
                                        <p:attrNameLst>
                                          <p:attrName>style.visibility</p:attrName>
                                        </p:attrNameLst>
                                      </p:cBhvr>
                                      <p:to>
                                        <p:strVal val="visible"/>
                                      </p:to>
                                    </p:set>
                                    <p:anim calcmode="lin" valueType="num">
                                      <p:cBhvr>
                                        <p:cTn id="108" dur="500" fill="hold"/>
                                        <p:tgtEl>
                                          <p:spTgt spid="9"/>
                                        </p:tgtEl>
                                        <p:attrNameLst>
                                          <p:attrName>ppt_w</p:attrName>
                                        </p:attrNameLst>
                                      </p:cBhvr>
                                      <p:tavLst>
                                        <p:tav tm="0">
                                          <p:val>
                                            <p:fltVal val="0"/>
                                          </p:val>
                                        </p:tav>
                                        <p:tav tm="100000">
                                          <p:val>
                                            <p:strVal val="#ppt_w"/>
                                          </p:val>
                                        </p:tav>
                                      </p:tavLst>
                                    </p:anim>
                                    <p:anim calcmode="lin" valueType="num">
                                      <p:cBhvr>
                                        <p:cTn id="109" dur="500" fill="hold"/>
                                        <p:tgtEl>
                                          <p:spTgt spid="9"/>
                                        </p:tgtEl>
                                        <p:attrNameLst>
                                          <p:attrName>ppt_h</p:attrName>
                                        </p:attrNameLst>
                                      </p:cBhvr>
                                      <p:tavLst>
                                        <p:tav tm="0">
                                          <p:val>
                                            <p:fltVal val="0"/>
                                          </p:val>
                                        </p:tav>
                                        <p:tav tm="100000">
                                          <p:val>
                                            <p:strVal val="#ppt_h"/>
                                          </p:val>
                                        </p:tav>
                                      </p:tavLst>
                                    </p:anim>
                                    <p:animEffect transition="in" filter="fade">
                                      <p:cBhvr>
                                        <p:cTn id="1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7" grpId="0" bldLvl="0" animBg="1"/>
      <p:bldP spid="26" grpId="0" bldLvl="0" animBg="1"/>
      <p:bldP spid="25" grpId="0" bldLvl="0" animBg="1"/>
      <p:bldP spid="2" grpId="0" bldLvl="0" animBg="1"/>
      <p:bldP spid="60" grpId="0"/>
      <p:bldP spid="61" grpId="0"/>
      <p:bldP spid="62" grpId="0"/>
      <p:bldP spid="63" grpId="0"/>
      <p:bldP spid="64" grpId="0"/>
      <p:bldP spid="65" grpId="0"/>
      <p:bldP spid="66" grpId="0"/>
      <p:bldP spid="67" grpId="0"/>
      <p:bldP spid="68" grpId="0"/>
      <p:bldP spid="69" grpId="0"/>
      <p:bldP spid="70" grpId="0"/>
      <p:bldP spid="71" grpId="0" animBg="1"/>
      <p:bldP spid="7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892558" y="972607"/>
            <a:ext cx="2448272" cy="244827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808413" y="4406540"/>
            <a:ext cx="1436675" cy="227965"/>
            <a:chOff x="4369395" y="3284984"/>
            <a:chExt cx="1436675" cy="227965"/>
          </a:xfrm>
        </p:grpSpPr>
        <p:sp>
          <p:nvSpPr>
            <p:cNvPr id="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69395" y="3316401"/>
              <a:ext cx="168551" cy="168551"/>
              <a:chOff x="5005199" y="3717032"/>
              <a:chExt cx="168551" cy="168551"/>
            </a:xfrm>
          </p:grpSpPr>
          <p:sp>
            <p:nvSpPr>
              <p:cNvPr id="6" name="椭圆 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7" name="等腰三角形 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8" name="组合 7"/>
          <p:cNvGrpSpPr/>
          <p:nvPr/>
        </p:nvGrpSpPr>
        <p:grpSpPr>
          <a:xfrm>
            <a:off x="6461112" y="4406540"/>
            <a:ext cx="1436675" cy="227965"/>
            <a:chOff x="4369395" y="3284984"/>
            <a:chExt cx="1436675" cy="227965"/>
          </a:xfrm>
        </p:grpSpPr>
        <p:sp>
          <p:nvSpPr>
            <p:cNvPr id="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69395" y="3316401"/>
              <a:ext cx="168551" cy="168551"/>
              <a:chOff x="5005199" y="3717032"/>
              <a:chExt cx="168551" cy="168551"/>
            </a:xfrm>
          </p:grpSpPr>
          <p:sp>
            <p:nvSpPr>
              <p:cNvPr id="11" name="椭圆 1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2" name="等腰三角形 1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3" name="组合 12"/>
          <p:cNvGrpSpPr/>
          <p:nvPr/>
        </p:nvGrpSpPr>
        <p:grpSpPr>
          <a:xfrm>
            <a:off x="4808413" y="4797732"/>
            <a:ext cx="1436675" cy="227965"/>
            <a:chOff x="4369395" y="3284984"/>
            <a:chExt cx="1436675" cy="227965"/>
          </a:xfrm>
        </p:grpSpPr>
        <p:sp>
          <p:nvSpPr>
            <p:cNvPr id="1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369395" y="3316401"/>
              <a:ext cx="168551" cy="168551"/>
              <a:chOff x="5005199" y="3717032"/>
              <a:chExt cx="168551" cy="168551"/>
            </a:xfrm>
          </p:grpSpPr>
          <p:sp>
            <p:nvSpPr>
              <p:cNvPr id="16" name="椭圆 1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7" name="等腰三角形 1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8" name="组合 17"/>
          <p:cNvGrpSpPr/>
          <p:nvPr/>
        </p:nvGrpSpPr>
        <p:grpSpPr>
          <a:xfrm>
            <a:off x="6461112" y="4797152"/>
            <a:ext cx="1436675" cy="227965"/>
            <a:chOff x="4369395" y="3284984"/>
            <a:chExt cx="1436675" cy="227965"/>
          </a:xfrm>
        </p:grpSpPr>
        <p:sp>
          <p:nvSpPr>
            <p:cNvPr id="1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4369395" y="3316401"/>
              <a:ext cx="168551" cy="168551"/>
              <a:chOff x="5005199" y="3717032"/>
              <a:chExt cx="168551" cy="168551"/>
            </a:xfrm>
          </p:grpSpPr>
          <p:sp>
            <p:nvSpPr>
              <p:cNvPr id="21" name="椭圆 2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22" name="等腰三角形 2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sp>
        <p:nvSpPr>
          <p:cNvPr id="23" name="标题 4"/>
          <p:cNvSpPr txBox="1"/>
          <p:nvPr/>
        </p:nvSpPr>
        <p:spPr>
          <a:xfrm>
            <a:off x="4945459" y="3819612"/>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400" b="1" dirty="0" smtClean="0">
              <a:solidFill>
                <a:srgbClr val="2C3637"/>
              </a:solidFill>
              <a:latin typeface="微软雅黑" panose="020B0503020204020204" pitchFamily="34" charset="-122"/>
              <a:ea typeface="微软雅黑" panose="020B0503020204020204" pitchFamily="34" charset="-122"/>
            </a:endParaRPr>
          </a:p>
        </p:txBody>
      </p:sp>
      <p:sp>
        <p:nvSpPr>
          <p:cNvPr id="24" name="椭圆 23"/>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标题 4"/>
          <p:cNvSpPr txBox="1"/>
          <p:nvPr/>
        </p:nvSpPr>
        <p:spPr>
          <a:xfrm>
            <a:off x="4945459" y="2780928"/>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chemeClr val="bg1"/>
                </a:solidFill>
                <a:latin typeface="微软雅黑" panose="020B0503020204020204" pitchFamily="34" charset="-122"/>
                <a:ea typeface="微软雅黑" panose="020B0503020204020204" pitchFamily="34" charset="-122"/>
              </a:rPr>
              <a:t>第一章</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36" name="椭圆 35"/>
          <p:cNvSpPr/>
          <p:nvPr/>
        </p:nvSpPr>
        <p:spPr>
          <a:xfrm>
            <a:off x="4996314" y="1076363"/>
            <a:ext cx="2240761" cy="224076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p:nvPr/>
        </p:nvCxnSpPr>
        <p:spPr>
          <a:xfrm>
            <a:off x="4808413" y="4293096"/>
            <a:ext cx="2477306" cy="0"/>
          </a:xfrm>
          <a:prstGeom prst="line">
            <a:avLst/>
          </a:prstGeom>
          <a:ln>
            <a:solidFill>
              <a:srgbClr val="2C3637"/>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9"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3" name="图片 42" descr="8b2aa8cd0ee32ba7e508288bd027fd0c"/>
          <p:cNvPicPr>
            <a:picLocks noChangeAspect="1"/>
          </p:cNvPicPr>
          <p:nvPr/>
        </p:nvPicPr>
        <p:blipFill>
          <a:blip r:embed="rId1"/>
          <a:stretch>
            <a:fillRect/>
          </a:stretch>
        </p:blipFill>
        <p:spPr>
          <a:xfrm>
            <a:off x="5124450" y="836930"/>
            <a:ext cx="2019300" cy="2107565"/>
          </a:xfrm>
          <a:prstGeom prst="rect">
            <a:avLst/>
          </a:prstGeom>
        </p:spPr>
      </p:pic>
      <p:grpSp>
        <p:nvGrpSpPr>
          <p:cNvPr id="44" name="组合 43"/>
          <p:cNvGrpSpPr/>
          <p:nvPr/>
        </p:nvGrpSpPr>
        <p:grpSpPr>
          <a:xfrm>
            <a:off x="4808413" y="5139997"/>
            <a:ext cx="1436675" cy="227965"/>
            <a:chOff x="4369395" y="3284984"/>
            <a:chExt cx="1436675" cy="227965"/>
          </a:xfrm>
        </p:grpSpPr>
        <p:sp>
          <p:nvSpPr>
            <p:cNvPr id="45"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4369395" y="3316401"/>
              <a:ext cx="168551" cy="168551"/>
              <a:chOff x="5005199" y="3717032"/>
              <a:chExt cx="168551" cy="168551"/>
            </a:xfrm>
          </p:grpSpPr>
          <p:sp>
            <p:nvSpPr>
              <p:cNvPr id="47" name="椭圆 4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48" name="等腰三角形 4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grpSp>
        <p:nvGrpSpPr>
          <p:cNvPr id="49" name="组合 48"/>
          <p:cNvGrpSpPr/>
          <p:nvPr/>
        </p:nvGrpSpPr>
        <p:grpSpPr>
          <a:xfrm>
            <a:off x="6461112" y="5139417"/>
            <a:ext cx="1436675" cy="227965"/>
            <a:chOff x="4369395" y="3284984"/>
            <a:chExt cx="1436675" cy="227965"/>
          </a:xfrm>
        </p:grpSpPr>
        <p:sp>
          <p:nvSpPr>
            <p:cNvPr id="50"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4369395" y="3316401"/>
              <a:ext cx="168551" cy="168551"/>
              <a:chOff x="5005199" y="3717032"/>
              <a:chExt cx="168551" cy="168551"/>
            </a:xfrm>
          </p:grpSpPr>
          <p:sp>
            <p:nvSpPr>
              <p:cNvPr id="87" name="椭圆 8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93" name="等腰三角形 92"/>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pic>
        <p:nvPicPr>
          <p:cNvPr id="52" name="图片 51"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500" fill="hold"/>
                                        <p:tgtEl>
                                          <p:spTgt spid="36"/>
                                        </p:tgtEl>
                                        <p:attrNameLst>
                                          <p:attrName>ppt_w</p:attrName>
                                        </p:attrNameLst>
                                      </p:cBhvr>
                                      <p:tavLst>
                                        <p:tav tm="0">
                                          <p:val>
                                            <p:fltVal val="0"/>
                                          </p:val>
                                        </p:tav>
                                        <p:tav tm="100000">
                                          <p:val>
                                            <p:strVal val="#ppt_w"/>
                                          </p:val>
                                        </p:tav>
                                      </p:tavLst>
                                    </p:anim>
                                    <p:anim calcmode="lin" valueType="num">
                                      <p:cBhvr>
                                        <p:cTn id="14" dur="500" fill="hold"/>
                                        <p:tgtEl>
                                          <p:spTgt spid="36"/>
                                        </p:tgtEl>
                                        <p:attrNameLst>
                                          <p:attrName>ppt_h</p:attrName>
                                        </p:attrNameLst>
                                      </p:cBhvr>
                                      <p:tavLst>
                                        <p:tav tm="0">
                                          <p:val>
                                            <p:fltVal val="0"/>
                                          </p:val>
                                        </p:tav>
                                        <p:tav tm="100000">
                                          <p:val>
                                            <p:strVal val="#ppt_h"/>
                                          </p:val>
                                        </p:tav>
                                      </p:tavLst>
                                    </p:anim>
                                    <p:animEffect transition="in" filter="fade">
                                      <p:cBhvr>
                                        <p:cTn id="15" dur="500"/>
                                        <p:tgtEl>
                                          <p:spTgt spid="36"/>
                                        </p:tgtEl>
                                      </p:cBhvr>
                                    </p:animEffect>
                                  </p:childTnLst>
                                </p:cTn>
                              </p:par>
                              <p:par>
                                <p:cTn id="16" presetID="53" presetClass="entr" presetSubtype="16" fill="hold" grpId="0" nodeType="withEffect">
                                  <p:stCondLst>
                                    <p:cond delay="1000"/>
                                  </p:stCondLst>
                                  <p:iterate type="lt">
                                    <p:tmPct val="0"/>
                                  </p:iterate>
                                  <p:childTnLst>
                                    <p:set>
                                      <p:cBhvr>
                                        <p:cTn id="17" dur="1" fill="hold">
                                          <p:stCondLst>
                                            <p:cond delay="0"/>
                                          </p:stCondLst>
                                        </p:cTn>
                                        <p:tgtEl>
                                          <p:spTgt spid="34"/>
                                        </p:tgtEl>
                                        <p:attrNameLst>
                                          <p:attrName>style.visibility</p:attrName>
                                        </p:attrNameLst>
                                      </p:cBhvr>
                                      <p:to>
                                        <p:strVal val="visible"/>
                                      </p:to>
                                    </p:set>
                                    <p:anim calcmode="lin" valueType="num">
                                      <p:cBhvr>
                                        <p:cTn id="18" dur="500" fill="hold"/>
                                        <p:tgtEl>
                                          <p:spTgt spid="34"/>
                                        </p:tgtEl>
                                        <p:attrNameLst>
                                          <p:attrName>ppt_w</p:attrName>
                                        </p:attrNameLst>
                                      </p:cBhvr>
                                      <p:tavLst>
                                        <p:tav tm="0">
                                          <p:val>
                                            <p:fltVal val="0"/>
                                          </p:val>
                                        </p:tav>
                                        <p:tav tm="100000">
                                          <p:val>
                                            <p:strVal val="#ppt_w"/>
                                          </p:val>
                                        </p:tav>
                                      </p:tavLst>
                                    </p:anim>
                                    <p:anim calcmode="lin" valueType="num">
                                      <p:cBhvr>
                                        <p:cTn id="19" dur="500" fill="hold"/>
                                        <p:tgtEl>
                                          <p:spTgt spid="34"/>
                                        </p:tgtEl>
                                        <p:attrNameLst>
                                          <p:attrName>ppt_h</p:attrName>
                                        </p:attrNameLst>
                                      </p:cBhvr>
                                      <p:tavLst>
                                        <p:tav tm="0">
                                          <p:val>
                                            <p:fltVal val="0"/>
                                          </p:val>
                                        </p:tav>
                                        <p:tav tm="100000">
                                          <p:val>
                                            <p:strVal val="#ppt_h"/>
                                          </p:val>
                                        </p:tav>
                                      </p:tavLst>
                                    </p:anim>
                                    <p:animEffect transition="in" filter="fade">
                                      <p:cBhvr>
                                        <p:cTn id="20" dur="500"/>
                                        <p:tgtEl>
                                          <p:spTgt spid="34"/>
                                        </p:tgtEl>
                                      </p:cBhvr>
                                    </p:animEffect>
                                  </p:childTnLst>
                                </p:cTn>
                              </p:par>
                              <p:par>
                                <p:cTn id="21" presetID="53" presetClass="entr" presetSubtype="16" fill="hold" grpId="0" nodeType="withEffect">
                                  <p:stCondLst>
                                    <p:cond delay="2000"/>
                                  </p:stCondLst>
                                  <p:iterate type="lt">
                                    <p:tmPct val="0"/>
                                  </p:iterate>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childTnLst>
                                </p:cTn>
                              </p:par>
                              <p:par>
                                <p:cTn id="26" presetID="16" presetClass="entr" presetSubtype="21" fill="hold" nodeType="withEffect">
                                  <p:stCondLst>
                                    <p:cond delay="2000"/>
                                  </p:stCondLst>
                                  <p:childTnLst>
                                    <p:set>
                                      <p:cBhvr>
                                        <p:cTn id="27" dur="1" fill="hold">
                                          <p:stCondLst>
                                            <p:cond delay="0"/>
                                          </p:stCondLst>
                                        </p:cTn>
                                        <p:tgtEl>
                                          <p:spTgt spid="37"/>
                                        </p:tgtEl>
                                        <p:attrNameLst>
                                          <p:attrName>style.visibility</p:attrName>
                                        </p:attrNameLst>
                                      </p:cBhvr>
                                      <p:to>
                                        <p:strVal val="visible"/>
                                      </p:to>
                                    </p:set>
                                    <p:animEffect transition="in" filter="barn(inVertical)">
                                      <p:cBhvr>
                                        <p:cTn id="28" dur="500"/>
                                        <p:tgtEl>
                                          <p:spTgt spid="37"/>
                                        </p:tgtEl>
                                      </p:cBhvr>
                                    </p:animEffect>
                                  </p:childTnLst>
                                </p:cTn>
                              </p:par>
                              <p:par>
                                <p:cTn id="29" presetID="53" presetClass="entr" presetSubtype="16" fill="hold" nodeType="withEffect">
                                  <p:stCondLst>
                                    <p:cond delay="250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nodeType="withEffect">
                                  <p:stCondLst>
                                    <p:cond delay="250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nodeType="withEffect">
                                  <p:stCondLst>
                                    <p:cond delay="250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par>
                                <p:cTn id="44" presetID="53" presetClass="entr" presetSubtype="16" fill="hold" nodeType="withEffect">
                                  <p:stCondLst>
                                    <p:cond delay="250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par>
                                <p:cTn id="49" presetID="32" presetClass="emph" presetSubtype="0" fill="hold" nodeType="withEffect">
                                  <p:stCondLst>
                                    <p:cond delay="3000"/>
                                  </p:stCondLst>
                                  <p:childTnLst>
                                    <p:animRot by="120000">
                                      <p:cBhvr>
                                        <p:cTn id="50" dur="100" fill="hold">
                                          <p:stCondLst>
                                            <p:cond delay="0"/>
                                          </p:stCondLst>
                                        </p:cTn>
                                        <p:tgtEl>
                                          <p:spTgt spid="3"/>
                                        </p:tgtEl>
                                        <p:attrNameLst>
                                          <p:attrName>r</p:attrName>
                                        </p:attrNameLst>
                                      </p:cBhvr>
                                    </p:animRot>
                                    <p:animRot by="-240000">
                                      <p:cBhvr>
                                        <p:cTn id="51" dur="200" fill="hold">
                                          <p:stCondLst>
                                            <p:cond delay="200"/>
                                          </p:stCondLst>
                                        </p:cTn>
                                        <p:tgtEl>
                                          <p:spTgt spid="3"/>
                                        </p:tgtEl>
                                        <p:attrNameLst>
                                          <p:attrName>r</p:attrName>
                                        </p:attrNameLst>
                                      </p:cBhvr>
                                    </p:animRot>
                                    <p:animRot by="240000">
                                      <p:cBhvr>
                                        <p:cTn id="52" dur="200" fill="hold">
                                          <p:stCondLst>
                                            <p:cond delay="400"/>
                                          </p:stCondLst>
                                        </p:cTn>
                                        <p:tgtEl>
                                          <p:spTgt spid="3"/>
                                        </p:tgtEl>
                                        <p:attrNameLst>
                                          <p:attrName>r</p:attrName>
                                        </p:attrNameLst>
                                      </p:cBhvr>
                                    </p:animRot>
                                    <p:animRot by="-240000">
                                      <p:cBhvr>
                                        <p:cTn id="53" dur="200" fill="hold">
                                          <p:stCondLst>
                                            <p:cond delay="600"/>
                                          </p:stCondLst>
                                        </p:cTn>
                                        <p:tgtEl>
                                          <p:spTgt spid="3"/>
                                        </p:tgtEl>
                                        <p:attrNameLst>
                                          <p:attrName>r</p:attrName>
                                        </p:attrNameLst>
                                      </p:cBhvr>
                                    </p:animRot>
                                    <p:animRot by="120000">
                                      <p:cBhvr>
                                        <p:cTn id="54" dur="200" fill="hold">
                                          <p:stCondLst>
                                            <p:cond delay="800"/>
                                          </p:stCondLst>
                                        </p:cTn>
                                        <p:tgtEl>
                                          <p:spTgt spid="3"/>
                                        </p:tgtEl>
                                        <p:attrNameLst>
                                          <p:attrName>r</p:attrName>
                                        </p:attrNameLst>
                                      </p:cBhvr>
                                    </p:animRot>
                                  </p:childTnLst>
                                </p:cTn>
                              </p:par>
                              <p:par>
                                <p:cTn id="55" presetID="32" presetClass="emph" presetSubtype="0" fill="hold" nodeType="withEffect">
                                  <p:stCondLst>
                                    <p:cond delay="3000"/>
                                  </p:stCondLst>
                                  <p:childTnLst>
                                    <p:animRot by="120000">
                                      <p:cBhvr>
                                        <p:cTn id="56" dur="100" fill="hold">
                                          <p:stCondLst>
                                            <p:cond delay="0"/>
                                          </p:stCondLst>
                                        </p:cTn>
                                        <p:tgtEl>
                                          <p:spTgt spid="8"/>
                                        </p:tgtEl>
                                        <p:attrNameLst>
                                          <p:attrName>r</p:attrName>
                                        </p:attrNameLst>
                                      </p:cBhvr>
                                    </p:animRot>
                                    <p:animRot by="-240000">
                                      <p:cBhvr>
                                        <p:cTn id="57" dur="200" fill="hold">
                                          <p:stCondLst>
                                            <p:cond delay="200"/>
                                          </p:stCondLst>
                                        </p:cTn>
                                        <p:tgtEl>
                                          <p:spTgt spid="8"/>
                                        </p:tgtEl>
                                        <p:attrNameLst>
                                          <p:attrName>r</p:attrName>
                                        </p:attrNameLst>
                                      </p:cBhvr>
                                    </p:animRot>
                                    <p:animRot by="240000">
                                      <p:cBhvr>
                                        <p:cTn id="58" dur="200" fill="hold">
                                          <p:stCondLst>
                                            <p:cond delay="400"/>
                                          </p:stCondLst>
                                        </p:cTn>
                                        <p:tgtEl>
                                          <p:spTgt spid="8"/>
                                        </p:tgtEl>
                                        <p:attrNameLst>
                                          <p:attrName>r</p:attrName>
                                        </p:attrNameLst>
                                      </p:cBhvr>
                                    </p:animRot>
                                    <p:animRot by="-240000">
                                      <p:cBhvr>
                                        <p:cTn id="59" dur="200" fill="hold">
                                          <p:stCondLst>
                                            <p:cond delay="600"/>
                                          </p:stCondLst>
                                        </p:cTn>
                                        <p:tgtEl>
                                          <p:spTgt spid="8"/>
                                        </p:tgtEl>
                                        <p:attrNameLst>
                                          <p:attrName>r</p:attrName>
                                        </p:attrNameLst>
                                      </p:cBhvr>
                                    </p:animRot>
                                    <p:animRot by="120000">
                                      <p:cBhvr>
                                        <p:cTn id="60" dur="200" fill="hold">
                                          <p:stCondLst>
                                            <p:cond delay="800"/>
                                          </p:stCondLst>
                                        </p:cTn>
                                        <p:tgtEl>
                                          <p:spTgt spid="8"/>
                                        </p:tgtEl>
                                        <p:attrNameLst>
                                          <p:attrName>r</p:attrName>
                                        </p:attrNameLst>
                                      </p:cBhvr>
                                    </p:animRot>
                                  </p:childTnLst>
                                </p:cTn>
                              </p:par>
                              <p:par>
                                <p:cTn id="61" presetID="32" presetClass="emph" presetSubtype="0" fill="hold" nodeType="withEffect">
                                  <p:stCondLst>
                                    <p:cond delay="3000"/>
                                  </p:stCondLst>
                                  <p:childTnLst>
                                    <p:animRot by="120000">
                                      <p:cBhvr>
                                        <p:cTn id="62" dur="100" fill="hold">
                                          <p:stCondLst>
                                            <p:cond delay="0"/>
                                          </p:stCondLst>
                                        </p:cTn>
                                        <p:tgtEl>
                                          <p:spTgt spid="13"/>
                                        </p:tgtEl>
                                        <p:attrNameLst>
                                          <p:attrName>r</p:attrName>
                                        </p:attrNameLst>
                                      </p:cBhvr>
                                    </p:animRot>
                                    <p:animRot by="-240000">
                                      <p:cBhvr>
                                        <p:cTn id="63" dur="200" fill="hold">
                                          <p:stCondLst>
                                            <p:cond delay="200"/>
                                          </p:stCondLst>
                                        </p:cTn>
                                        <p:tgtEl>
                                          <p:spTgt spid="13"/>
                                        </p:tgtEl>
                                        <p:attrNameLst>
                                          <p:attrName>r</p:attrName>
                                        </p:attrNameLst>
                                      </p:cBhvr>
                                    </p:animRot>
                                    <p:animRot by="240000">
                                      <p:cBhvr>
                                        <p:cTn id="64" dur="200" fill="hold">
                                          <p:stCondLst>
                                            <p:cond delay="400"/>
                                          </p:stCondLst>
                                        </p:cTn>
                                        <p:tgtEl>
                                          <p:spTgt spid="13"/>
                                        </p:tgtEl>
                                        <p:attrNameLst>
                                          <p:attrName>r</p:attrName>
                                        </p:attrNameLst>
                                      </p:cBhvr>
                                    </p:animRot>
                                    <p:animRot by="-240000">
                                      <p:cBhvr>
                                        <p:cTn id="65" dur="200" fill="hold">
                                          <p:stCondLst>
                                            <p:cond delay="600"/>
                                          </p:stCondLst>
                                        </p:cTn>
                                        <p:tgtEl>
                                          <p:spTgt spid="13"/>
                                        </p:tgtEl>
                                        <p:attrNameLst>
                                          <p:attrName>r</p:attrName>
                                        </p:attrNameLst>
                                      </p:cBhvr>
                                    </p:animRot>
                                    <p:animRot by="120000">
                                      <p:cBhvr>
                                        <p:cTn id="66" dur="200" fill="hold">
                                          <p:stCondLst>
                                            <p:cond delay="800"/>
                                          </p:stCondLst>
                                        </p:cTn>
                                        <p:tgtEl>
                                          <p:spTgt spid="13"/>
                                        </p:tgtEl>
                                        <p:attrNameLst>
                                          <p:attrName>r</p:attrName>
                                        </p:attrNameLst>
                                      </p:cBhvr>
                                    </p:animRot>
                                  </p:childTnLst>
                                </p:cTn>
                              </p:par>
                              <p:par>
                                <p:cTn id="67" presetID="32" presetClass="emph" presetSubtype="0" fill="hold" nodeType="withEffect">
                                  <p:stCondLst>
                                    <p:cond delay="3000"/>
                                  </p:stCondLst>
                                  <p:childTnLst>
                                    <p:animRot by="120000">
                                      <p:cBhvr>
                                        <p:cTn id="68" dur="100" fill="hold">
                                          <p:stCondLst>
                                            <p:cond delay="0"/>
                                          </p:stCondLst>
                                        </p:cTn>
                                        <p:tgtEl>
                                          <p:spTgt spid="18"/>
                                        </p:tgtEl>
                                        <p:attrNameLst>
                                          <p:attrName>r</p:attrName>
                                        </p:attrNameLst>
                                      </p:cBhvr>
                                    </p:animRot>
                                    <p:animRot by="-240000">
                                      <p:cBhvr>
                                        <p:cTn id="69" dur="200" fill="hold">
                                          <p:stCondLst>
                                            <p:cond delay="200"/>
                                          </p:stCondLst>
                                        </p:cTn>
                                        <p:tgtEl>
                                          <p:spTgt spid="18"/>
                                        </p:tgtEl>
                                        <p:attrNameLst>
                                          <p:attrName>r</p:attrName>
                                        </p:attrNameLst>
                                      </p:cBhvr>
                                    </p:animRot>
                                    <p:animRot by="240000">
                                      <p:cBhvr>
                                        <p:cTn id="70" dur="200" fill="hold">
                                          <p:stCondLst>
                                            <p:cond delay="400"/>
                                          </p:stCondLst>
                                        </p:cTn>
                                        <p:tgtEl>
                                          <p:spTgt spid="18"/>
                                        </p:tgtEl>
                                        <p:attrNameLst>
                                          <p:attrName>r</p:attrName>
                                        </p:attrNameLst>
                                      </p:cBhvr>
                                    </p:animRot>
                                    <p:animRot by="-240000">
                                      <p:cBhvr>
                                        <p:cTn id="71" dur="200" fill="hold">
                                          <p:stCondLst>
                                            <p:cond delay="600"/>
                                          </p:stCondLst>
                                        </p:cTn>
                                        <p:tgtEl>
                                          <p:spTgt spid="18"/>
                                        </p:tgtEl>
                                        <p:attrNameLst>
                                          <p:attrName>r</p:attrName>
                                        </p:attrNameLst>
                                      </p:cBhvr>
                                    </p:animRot>
                                    <p:animRot by="120000">
                                      <p:cBhvr>
                                        <p:cTn id="72" dur="200" fill="hold">
                                          <p:stCondLst>
                                            <p:cond delay="800"/>
                                          </p:stCondLst>
                                        </p:cTn>
                                        <p:tgtEl>
                                          <p:spTgt spid="18"/>
                                        </p:tgtEl>
                                        <p:attrNameLst>
                                          <p:attrName>r</p:attrName>
                                        </p:attrNameLst>
                                      </p:cBhvr>
                                    </p:animRot>
                                  </p:childTnLst>
                                </p:cTn>
                              </p:par>
                            </p:childTnLst>
                          </p:cTn>
                        </p:par>
                        <p:par>
                          <p:cTn id="73" fill="hold">
                            <p:stCondLst>
                              <p:cond delay="5000"/>
                            </p:stCondLst>
                            <p:childTnLst>
                              <p:par>
                                <p:cTn id="74" presetID="10" presetClass="entr" presetSubtype="0" fill="hold" grpId="1" nodeType="after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500"/>
                                        <p:tgtEl>
                                          <p:spTgt spid="32"/>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childTnLst>
                          </p:cTn>
                        </p:par>
                        <p:par>
                          <p:cTn id="104" fill="hold">
                            <p:stCondLst>
                              <p:cond delay="5500"/>
                            </p:stCondLst>
                            <p:childTnLst>
                              <p:par>
                                <p:cTn id="105"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24"/>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25"/>
                                        </p:tgtEl>
                                        <p:attrNameLst>
                                          <p:attrName>ppt_x</p:attrName>
                                          <p:attrName>ppt_y</p:attrName>
                                        </p:attrNameLst>
                                      </p:cBhvr>
                                      <p:rCtr x="17" y="18981"/>
                                    </p:animMotion>
                                  </p:childTnLst>
                                </p:cTn>
                              </p:par>
                              <p:par>
                                <p:cTn id="109"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0" dur="2000" fill="hold"/>
                                        <p:tgtEl>
                                          <p:spTgt spid="26"/>
                                        </p:tgtEl>
                                        <p:attrNameLst>
                                          <p:attrName>ppt_x</p:attrName>
                                          <p:attrName>ppt_y</p:attrName>
                                        </p:attrNameLst>
                                      </p:cBhvr>
                                      <p:rCtr x="17" y="18981"/>
                                    </p:animMotion>
                                  </p:childTnLst>
                                </p:cTn>
                              </p:par>
                              <p:par>
                                <p:cTn id="111"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2" dur="2000" fill="hold"/>
                                        <p:tgtEl>
                                          <p:spTgt spid="27"/>
                                        </p:tgtEl>
                                        <p:attrNameLst>
                                          <p:attrName>ppt_x</p:attrName>
                                          <p:attrName>ppt_y</p:attrName>
                                        </p:attrNameLst>
                                      </p:cBhvr>
                                      <p:rCtr x="17" y="18981"/>
                                    </p:animMotion>
                                  </p:childTnLst>
                                </p:cTn>
                              </p:par>
                              <p:par>
                                <p:cTn id="113"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4" dur="2000" fill="hold"/>
                                        <p:tgtEl>
                                          <p:spTgt spid="28"/>
                                        </p:tgtEl>
                                        <p:attrNameLst>
                                          <p:attrName>ppt_x</p:attrName>
                                          <p:attrName>ppt_y</p:attrName>
                                        </p:attrNameLst>
                                      </p:cBhvr>
                                      <p:rCtr x="17" y="18981"/>
                                    </p:animMotion>
                                  </p:childTnLst>
                                </p:cTn>
                              </p:par>
                              <p:par>
                                <p:cTn id="115"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6" dur="2000" fill="hold"/>
                                        <p:tgtEl>
                                          <p:spTgt spid="29"/>
                                        </p:tgtEl>
                                        <p:attrNameLst>
                                          <p:attrName>ppt_x</p:attrName>
                                          <p:attrName>ppt_y</p:attrName>
                                        </p:attrNameLst>
                                      </p:cBhvr>
                                      <p:rCtr x="17" y="18981"/>
                                    </p:animMotion>
                                  </p:childTnLst>
                                </p:cTn>
                              </p:par>
                              <p:par>
                                <p:cTn id="117"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8" dur="2000" fill="hold"/>
                                        <p:tgtEl>
                                          <p:spTgt spid="30"/>
                                        </p:tgtEl>
                                        <p:attrNameLst>
                                          <p:attrName>ppt_x</p:attrName>
                                          <p:attrName>ppt_y</p:attrName>
                                        </p:attrNameLst>
                                      </p:cBhvr>
                                      <p:rCtr x="17" y="18981"/>
                                    </p:animMotion>
                                  </p:childTnLst>
                                </p:cTn>
                              </p:par>
                              <p:par>
                                <p:cTn id="119"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20" dur="2000" fill="hold"/>
                                        <p:tgtEl>
                                          <p:spTgt spid="31"/>
                                        </p:tgtEl>
                                        <p:attrNameLst>
                                          <p:attrName>ppt_x</p:attrName>
                                          <p:attrName>ppt_y</p:attrName>
                                        </p:attrNameLst>
                                      </p:cBhvr>
                                      <p:rCtr x="17" y="18981"/>
                                    </p:animMotion>
                                  </p:childTnLst>
                                </p:cTn>
                              </p:par>
                              <p:par>
                                <p:cTn id="121"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22" dur="2000" fill="hold"/>
                                        <p:tgtEl>
                                          <p:spTgt spid="32"/>
                                        </p:tgtEl>
                                        <p:attrNameLst>
                                          <p:attrName>ppt_x</p:attrName>
                                          <p:attrName>ppt_y</p:attrName>
                                        </p:attrNameLst>
                                      </p:cBhvr>
                                      <p:rCtr x="17" y="18981"/>
                                    </p:animMotion>
                                  </p:childTnLst>
                                </p:cTn>
                              </p:par>
                              <p:par>
                                <p:cTn id="123"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24" dur="2000" fill="hold"/>
                                        <p:tgtEl>
                                          <p:spTgt spid="33"/>
                                        </p:tgtEl>
                                        <p:attrNameLst>
                                          <p:attrName>ppt_x</p:attrName>
                                          <p:attrName>ppt_y</p:attrName>
                                        </p:attrNameLst>
                                      </p:cBhvr>
                                      <p:rCtr x="17" y="18981"/>
                                    </p:animMotion>
                                  </p:childTnLst>
                                </p:cTn>
                              </p:par>
                              <p:par>
                                <p:cTn id="125" presetID="53" presetClass="entr" presetSubtype="16" fill="hold" nodeType="withEffect">
                                  <p:stCondLst>
                                    <p:cond delay="2500"/>
                                  </p:stCondLst>
                                  <p:childTnLst>
                                    <p:set>
                                      <p:cBhvr>
                                        <p:cTn id="126" dur="1" fill="hold">
                                          <p:stCondLst>
                                            <p:cond delay="0"/>
                                          </p:stCondLst>
                                        </p:cTn>
                                        <p:tgtEl>
                                          <p:spTgt spid="44"/>
                                        </p:tgtEl>
                                        <p:attrNameLst>
                                          <p:attrName>style.visibility</p:attrName>
                                        </p:attrNameLst>
                                      </p:cBhvr>
                                      <p:to>
                                        <p:strVal val="visible"/>
                                      </p:to>
                                    </p:set>
                                    <p:anim calcmode="lin" valueType="num">
                                      <p:cBhvr>
                                        <p:cTn id="127" dur="500" fill="hold"/>
                                        <p:tgtEl>
                                          <p:spTgt spid="44"/>
                                        </p:tgtEl>
                                        <p:attrNameLst>
                                          <p:attrName>ppt_w</p:attrName>
                                        </p:attrNameLst>
                                      </p:cBhvr>
                                      <p:tavLst>
                                        <p:tav tm="0">
                                          <p:val>
                                            <p:fltVal val="0"/>
                                          </p:val>
                                        </p:tav>
                                        <p:tav tm="100000">
                                          <p:val>
                                            <p:strVal val="#ppt_w"/>
                                          </p:val>
                                        </p:tav>
                                      </p:tavLst>
                                    </p:anim>
                                    <p:anim calcmode="lin" valueType="num">
                                      <p:cBhvr>
                                        <p:cTn id="128" dur="500" fill="hold"/>
                                        <p:tgtEl>
                                          <p:spTgt spid="44"/>
                                        </p:tgtEl>
                                        <p:attrNameLst>
                                          <p:attrName>ppt_h</p:attrName>
                                        </p:attrNameLst>
                                      </p:cBhvr>
                                      <p:tavLst>
                                        <p:tav tm="0">
                                          <p:val>
                                            <p:fltVal val="0"/>
                                          </p:val>
                                        </p:tav>
                                        <p:tav tm="100000">
                                          <p:val>
                                            <p:strVal val="#ppt_h"/>
                                          </p:val>
                                        </p:tav>
                                      </p:tavLst>
                                    </p:anim>
                                    <p:animEffect transition="in" filter="fade">
                                      <p:cBhvr>
                                        <p:cTn id="129" dur="500"/>
                                        <p:tgtEl>
                                          <p:spTgt spid="44"/>
                                        </p:tgtEl>
                                      </p:cBhvr>
                                    </p:animEffect>
                                  </p:childTnLst>
                                </p:cTn>
                              </p:par>
                              <p:par>
                                <p:cTn id="130" presetID="53" presetClass="entr" presetSubtype="16" fill="hold" nodeType="withEffect">
                                  <p:stCondLst>
                                    <p:cond delay="2500"/>
                                  </p:stCondLst>
                                  <p:childTnLst>
                                    <p:set>
                                      <p:cBhvr>
                                        <p:cTn id="131" dur="1" fill="hold">
                                          <p:stCondLst>
                                            <p:cond delay="0"/>
                                          </p:stCondLst>
                                        </p:cTn>
                                        <p:tgtEl>
                                          <p:spTgt spid="49"/>
                                        </p:tgtEl>
                                        <p:attrNameLst>
                                          <p:attrName>style.visibility</p:attrName>
                                        </p:attrNameLst>
                                      </p:cBhvr>
                                      <p:to>
                                        <p:strVal val="visible"/>
                                      </p:to>
                                    </p:set>
                                    <p:anim calcmode="lin" valueType="num">
                                      <p:cBhvr>
                                        <p:cTn id="132" dur="500" fill="hold"/>
                                        <p:tgtEl>
                                          <p:spTgt spid="49"/>
                                        </p:tgtEl>
                                        <p:attrNameLst>
                                          <p:attrName>ppt_w</p:attrName>
                                        </p:attrNameLst>
                                      </p:cBhvr>
                                      <p:tavLst>
                                        <p:tav tm="0">
                                          <p:val>
                                            <p:fltVal val="0"/>
                                          </p:val>
                                        </p:tav>
                                        <p:tav tm="100000">
                                          <p:val>
                                            <p:strVal val="#ppt_w"/>
                                          </p:val>
                                        </p:tav>
                                      </p:tavLst>
                                    </p:anim>
                                    <p:anim calcmode="lin" valueType="num">
                                      <p:cBhvr>
                                        <p:cTn id="133" dur="500" fill="hold"/>
                                        <p:tgtEl>
                                          <p:spTgt spid="49"/>
                                        </p:tgtEl>
                                        <p:attrNameLst>
                                          <p:attrName>ppt_h</p:attrName>
                                        </p:attrNameLst>
                                      </p:cBhvr>
                                      <p:tavLst>
                                        <p:tav tm="0">
                                          <p:val>
                                            <p:fltVal val="0"/>
                                          </p:val>
                                        </p:tav>
                                        <p:tav tm="100000">
                                          <p:val>
                                            <p:strVal val="#ppt_h"/>
                                          </p:val>
                                        </p:tav>
                                      </p:tavLst>
                                    </p:anim>
                                    <p:animEffect transition="in" filter="fade">
                                      <p:cBhvr>
                                        <p:cTn id="134" dur="500"/>
                                        <p:tgtEl>
                                          <p:spTgt spid="49"/>
                                        </p:tgtEl>
                                      </p:cBhvr>
                                    </p:animEffect>
                                  </p:childTnLst>
                                </p:cTn>
                              </p:par>
                              <p:par>
                                <p:cTn id="135" presetID="32" presetClass="emph" presetSubtype="0" fill="hold" nodeType="withEffect">
                                  <p:stCondLst>
                                    <p:cond delay="3000"/>
                                  </p:stCondLst>
                                  <p:childTnLst>
                                    <p:animRot by="120000">
                                      <p:cBhvr>
                                        <p:cTn id="136" dur="100" fill="hold">
                                          <p:stCondLst>
                                            <p:cond delay="0"/>
                                          </p:stCondLst>
                                        </p:cTn>
                                        <p:tgtEl>
                                          <p:spTgt spid="44"/>
                                        </p:tgtEl>
                                        <p:attrNameLst>
                                          <p:attrName>r</p:attrName>
                                        </p:attrNameLst>
                                      </p:cBhvr>
                                    </p:animRot>
                                    <p:animRot by="-240000">
                                      <p:cBhvr>
                                        <p:cTn id="137" dur="200" fill="hold">
                                          <p:stCondLst>
                                            <p:cond delay="200"/>
                                          </p:stCondLst>
                                        </p:cTn>
                                        <p:tgtEl>
                                          <p:spTgt spid="44"/>
                                        </p:tgtEl>
                                        <p:attrNameLst>
                                          <p:attrName>r</p:attrName>
                                        </p:attrNameLst>
                                      </p:cBhvr>
                                    </p:animRot>
                                    <p:animRot by="240000">
                                      <p:cBhvr>
                                        <p:cTn id="138" dur="200" fill="hold">
                                          <p:stCondLst>
                                            <p:cond delay="400"/>
                                          </p:stCondLst>
                                        </p:cTn>
                                        <p:tgtEl>
                                          <p:spTgt spid="44"/>
                                        </p:tgtEl>
                                        <p:attrNameLst>
                                          <p:attrName>r</p:attrName>
                                        </p:attrNameLst>
                                      </p:cBhvr>
                                    </p:animRot>
                                    <p:animRot by="-240000">
                                      <p:cBhvr>
                                        <p:cTn id="139" dur="200" fill="hold">
                                          <p:stCondLst>
                                            <p:cond delay="600"/>
                                          </p:stCondLst>
                                        </p:cTn>
                                        <p:tgtEl>
                                          <p:spTgt spid="44"/>
                                        </p:tgtEl>
                                        <p:attrNameLst>
                                          <p:attrName>r</p:attrName>
                                        </p:attrNameLst>
                                      </p:cBhvr>
                                    </p:animRot>
                                    <p:animRot by="120000">
                                      <p:cBhvr>
                                        <p:cTn id="140" dur="200" fill="hold">
                                          <p:stCondLst>
                                            <p:cond delay="800"/>
                                          </p:stCondLst>
                                        </p:cTn>
                                        <p:tgtEl>
                                          <p:spTgt spid="44"/>
                                        </p:tgtEl>
                                        <p:attrNameLst>
                                          <p:attrName>r</p:attrName>
                                        </p:attrNameLst>
                                      </p:cBhvr>
                                    </p:animRot>
                                  </p:childTnLst>
                                </p:cTn>
                              </p:par>
                              <p:par>
                                <p:cTn id="141" presetID="32" presetClass="emph" presetSubtype="0" fill="hold" nodeType="withEffect">
                                  <p:stCondLst>
                                    <p:cond delay="3000"/>
                                  </p:stCondLst>
                                  <p:childTnLst>
                                    <p:animRot by="120000">
                                      <p:cBhvr>
                                        <p:cTn id="142" dur="100" fill="hold">
                                          <p:stCondLst>
                                            <p:cond delay="0"/>
                                          </p:stCondLst>
                                        </p:cTn>
                                        <p:tgtEl>
                                          <p:spTgt spid="49"/>
                                        </p:tgtEl>
                                        <p:attrNameLst>
                                          <p:attrName>r</p:attrName>
                                        </p:attrNameLst>
                                      </p:cBhvr>
                                    </p:animRot>
                                    <p:animRot by="-240000">
                                      <p:cBhvr>
                                        <p:cTn id="143" dur="200" fill="hold">
                                          <p:stCondLst>
                                            <p:cond delay="200"/>
                                          </p:stCondLst>
                                        </p:cTn>
                                        <p:tgtEl>
                                          <p:spTgt spid="49"/>
                                        </p:tgtEl>
                                        <p:attrNameLst>
                                          <p:attrName>r</p:attrName>
                                        </p:attrNameLst>
                                      </p:cBhvr>
                                    </p:animRot>
                                    <p:animRot by="240000">
                                      <p:cBhvr>
                                        <p:cTn id="144" dur="200" fill="hold">
                                          <p:stCondLst>
                                            <p:cond delay="400"/>
                                          </p:stCondLst>
                                        </p:cTn>
                                        <p:tgtEl>
                                          <p:spTgt spid="49"/>
                                        </p:tgtEl>
                                        <p:attrNameLst>
                                          <p:attrName>r</p:attrName>
                                        </p:attrNameLst>
                                      </p:cBhvr>
                                    </p:animRot>
                                    <p:animRot by="-240000">
                                      <p:cBhvr>
                                        <p:cTn id="145" dur="200" fill="hold">
                                          <p:stCondLst>
                                            <p:cond delay="600"/>
                                          </p:stCondLst>
                                        </p:cTn>
                                        <p:tgtEl>
                                          <p:spTgt spid="49"/>
                                        </p:tgtEl>
                                        <p:attrNameLst>
                                          <p:attrName>r</p:attrName>
                                        </p:attrNameLst>
                                      </p:cBhvr>
                                    </p:animRot>
                                    <p:animRot by="120000">
                                      <p:cBhvr>
                                        <p:cTn id="146" dur="200" fill="hold">
                                          <p:stCondLst>
                                            <p:cond delay="800"/>
                                          </p:stCondLst>
                                        </p:cTn>
                                        <p:tgtEl>
                                          <p:spTgt spid="4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FINANCING PURPOSES</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0" name="椭圆 19"/>
          <p:cNvSpPr/>
          <p:nvPr/>
        </p:nvSpPr>
        <p:spPr>
          <a:xfrm>
            <a:off x="5254935" y="1828660"/>
            <a:ext cx="1728192" cy="1728192"/>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标题 11"/>
          <p:cNvSpPr txBox="1"/>
          <p:nvPr/>
        </p:nvSpPr>
        <p:spPr>
          <a:xfrm>
            <a:off x="5254935" y="2551022"/>
            <a:ext cx="1728192"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800" b="1" dirty="0" smtClean="0">
                <a:solidFill>
                  <a:srgbClr val="2C3637"/>
                </a:solidFill>
                <a:latin typeface="微软雅黑" panose="020B0503020204020204" pitchFamily="34" charset="-122"/>
                <a:ea typeface="微软雅黑" panose="020B0503020204020204" pitchFamily="34" charset="-122"/>
              </a:rPr>
              <a:t>添加标题</a:t>
            </a:r>
            <a:endParaRPr lang="zh-CN" altLang="en-US" sz="1800" b="1" dirty="0" smtClean="0">
              <a:solidFill>
                <a:srgbClr val="2C3637"/>
              </a:solidFill>
              <a:latin typeface="微软雅黑" panose="020B0503020204020204" pitchFamily="34" charset="-122"/>
              <a:ea typeface="微软雅黑" panose="020B0503020204020204" pitchFamily="34" charset="-122"/>
            </a:endParaRPr>
          </a:p>
        </p:txBody>
      </p:sp>
      <p:sp>
        <p:nvSpPr>
          <p:cNvPr id="22" name="椭圆 21"/>
          <p:cNvSpPr/>
          <p:nvPr/>
        </p:nvSpPr>
        <p:spPr>
          <a:xfrm>
            <a:off x="4985653" y="1559378"/>
            <a:ext cx="2266757" cy="2266757"/>
          </a:xfrm>
          <a:prstGeom prst="ellipse">
            <a:avLst/>
          </a:prstGeom>
          <a:noFill/>
          <a:ln w="317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弧形 22"/>
          <p:cNvSpPr/>
          <p:nvPr/>
        </p:nvSpPr>
        <p:spPr>
          <a:xfrm rot="1419601">
            <a:off x="4988424" y="1560595"/>
            <a:ext cx="2264322" cy="2264322"/>
          </a:xfrm>
          <a:prstGeom prst="arc">
            <a:avLst>
              <a:gd name="adj1" fmla="val 16200000"/>
              <a:gd name="adj2" fmla="val 74557"/>
            </a:avLst>
          </a:prstGeom>
          <a:ln w="317500">
            <a:solidFill>
              <a:srgbClr val="E62A2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弧形 23"/>
          <p:cNvSpPr/>
          <p:nvPr/>
        </p:nvSpPr>
        <p:spPr>
          <a:xfrm rot="6836891">
            <a:off x="4988424" y="1557683"/>
            <a:ext cx="2264322" cy="2264322"/>
          </a:xfrm>
          <a:prstGeom prst="arc">
            <a:avLst>
              <a:gd name="adj1" fmla="val 16200000"/>
              <a:gd name="adj2" fmla="val 19713747"/>
            </a:avLst>
          </a:prstGeom>
          <a:ln w="317500">
            <a:solidFill>
              <a:srgbClr val="55735B">
                <a:alpha val="50196"/>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弧形 24"/>
          <p:cNvSpPr/>
          <p:nvPr/>
        </p:nvSpPr>
        <p:spPr>
          <a:xfrm rot="10285779">
            <a:off x="4978569" y="1560596"/>
            <a:ext cx="2264322" cy="2264322"/>
          </a:xfrm>
          <a:prstGeom prst="arc">
            <a:avLst>
              <a:gd name="adj1" fmla="val 16200000"/>
              <a:gd name="adj2" fmla="val 18837964"/>
            </a:avLst>
          </a:prstGeom>
          <a:ln w="3175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标题 11"/>
          <p:cNvSpPr txBox="1"/>
          <p:nvPr/>
        </p:nvSpPr>
        <p:spPr>
          <a:xfrm>
            <a:off x="4801443" y="2140006"/>
            <a:ext cx="504056"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dirty="0" smtClean="0">
                <a:solidFill>
                  <a:schemeClr val="bg1"/>
                </a:solidFill>
                <a:latin typeface="微软雅黑" panose="020B0503020204020204" pitchFamily="34" charset="-122"/>
                <a:ea typeface="微软雅黑" panose="020B0503020204020204" pitchFamily="34" charset="-122"/>
              </a:rPr>
              <a:t>50</a:t>
            </a:r>
            <a:endParaRPr lang="zh-CN" altLang="en-US" sz="1800" dirty="0">
              <a:solidFill>
                <a:schemeClr val="bg1"/>
              </a:solidFill>
              <a:latin typeface="微软雅黑" panose="020B0503020204020204" pitchFamily="34" charset="-122"/>
              <a:ea typeface="微软雅黑" panose="020B0503020204020204" pitchFamily="34" charset="-122"/>
            </a:endParaRPr>
          </a:p>
        </p:txBody>
      </p:sp>
      <p:sp>
        <p:nvSpPr>
          <p:cNvPr id="27" name="标题 11"/>
          <p:cNvSpPr txBox="1"/>
          <p:nvPr/>
        </p:nvSpPr>
        <p:spPr>
          <a:xfrm>
            <a:off x="6961683" y="2279458"/>
            <a:ext cx="504056"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dirty="0" smtClean="0">
                <a:solidFill>
                  <a:schemeClr val="bg1"/>
                </a:solidFill>
                <a:latin typeface="微软雅黑" panose="020B0503020204020204" pitchFamily="34" charset="-122"/>
                <a:ea typeface="微软雅黑" panose="020B0503020204020204" pitchFamily="34" charset="-122"/>
              </a:rPr>
              <a:t>25</a:t>
            </a:r>
            <a:endParaRPr lang="zh-CN" altLang="en-US" sz="1800" dirty="0">
              <a:solidFill>
                <a:schemeClr val="bg1"/>
              </a:solidFill>
              <a:latin typeface="微软雅黑" panose="020B0503020204020204" pitchFamily="34" charset="-122"/>
              <a:ea typeface="微软雅黑" panose="020B0503020204020204" pitchFamily="34" charset="-122"/>
            </a:endParaRPr>
          </a:p>
        </p:txBody>
      </p:sp>
      <p:sp>
        <p:nvSpPr>
          <p:cNvPr id="28" name="标题 11"/>
          <p:cNvSpPr txBox="1"/>
          <p:nvPr/>
        </p:nvSpPr>
        <p:spPr>
          <a:xfrm>
            <a:off x="6673651" y="3292134"/>
            <a:ext cx="504056"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dirty="0" smtClean="0">
                <a:solidFill>
                  <a:schemeClr val="bg1"/>
                </a:solidFill>
                <a:latin typeface="微软雅黑" panose="020B0503020204020204" pitchFamily="34" charset="-122"/>
                <a:ea typeface="微软雅黑" panose="020B0503020204020204" pitchFamily="34" charset="-122"/>
              </a:rPr>
              <a:t>15</a:t>
            </a:r>
            <a:endParaRPr lang="zh-CN" altLang="en-US" sz="1800" dirty="0">
              <a:solidFill>
                <a:schemeClr val="bg1"/>
              </a:solidFill>
              <a:latin typeface="微软雅黑" panose="020B0503020204020204" pitchFamily="34" charset="-122"/>
              <a:ea typeface="微软雅黑" panose="020B0503020204020204" pitchFamily="34" charset="-122"/>
            </a:endParaRPr>
          </a:p>
        </p:txBody>
      </p:sp>
      <p:sp>
        <p:nvSpPr>
          <p:cNvPr id="29" name="标题 11"/>
          <p:cNvSpPr txBox="1"/>
          <p:nvPr/>
        </p:nvSpPr>
        <p:spPr>
          <a:xfrm>
            <a:off x="5593531" y="3580166"/>
            <a:ext cx="504056"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dirty="0" smtClean="0">
                <a:solidFill>
                  <a:schemeClr val="bg1"/>
                </a:solidFill>
                <a:latin typeface="微软雅黑" panose="020B0503020204020204" pitchFamily="34" charset="-122"/>
                <a:ea typeface="微软雅黑" panose="020B0503020204020204" pitchFamily="34" charset="-122"/>
              </a:rPr>
              <a:t>10</a:t>
            </a:r>
            <a:endParaRPr lang="zh-CN" altLang="en-US" sz="1800" dirty="0">
              <a:solidFill>
                <a:schemeClr val="bg1"/>
              </a:solidFill>
              <a:latin typeface="微软雅黑" panose="020B0503020204020204" pitchFamily="34" charset="-122"/>
              <a:ea typeface="微软雅黑" panose="020B0503020204020204" pitchFamily="34" charset="-122"/>
            </a:endParaRPr>
          </a:p>
        </p:txBody>
      </p:sp>
      <p:sp>
        <p:nvSpPr>
          <p:cNvPr id="40" name="标题 11"/>
          <p:cNvSpPr txBox="1"/>
          <p:nvPr/>
        </p:nvSpPr>
        <p:spPr>
          <a:xfrm>
            <a:off x="1805291" y="1842846"/>
            <a:ext cx="720080" cy="571500"/>
          </a:xfrm>
          <a:prstGeom prst="rect">
            <a:avLst/>
          </a:prstGeom>
        </p:spPr>
        <p:txBody>
          <a:bodyPr>
            <a:normAutofit fontScale="5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smtClean="0">
                <a:solidFill>
                  <a:srgbClr val="2C3637"/>
                </a:solidFill>
                <a:latin typeface="Impact MT Std" pitchFamily="34" charset="0"/>
              </a:rPr>
              <a:t>50%</a:t>
            </a:r>
            <a:endParaRPr lang="zh-CN" altLang="en-US" sz="4000" dirty="0">
              <a:solidFill>
                <a:srgbClr val="2C3637"/>
              </a:solidFill>
              <a:latin typeface="Impact MT Std" pitchFamily="34" charset="0"/>
            </a:endParaRPr>
          </a:p>
        </p:txBody>
      </p:sp>
      <p:sp>
        <p:nvSpPr>
          <p:cNvPr id="41" name="标题 11"/>
          <p:cNvSpPr txBox="1"/>
          <p:nvPr/>
        </p:nvSpPr>
        <p:spPr>
          <a:xfrm>
            <a:off x="2430861" y="1914854"/>
            <a:ext cx="2182742"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rgbClr val="2C3637"/>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rgbClr val="2C3637"/>
                </a:solidFill>
                <a:latin typeface="微软雅黑" panose="020B0503020204020204" pitchFamily="34" charset="-122"/>
                <a:ea typeface="微软雅黑" panose="020B0503020204020204" pitchFamily="34" charset="-122"/>
              </a:rPr>
              <a:t>表达图表的</a:t>
            </a:r>
            <a:r>
              <a:rPr lang="zh-CN" altLang="en-US" sz="1400" dirty="0" smtClean="0">
                <a:solidFill>
                  <a:srgbClr val="2C3637"/>
                </a:solidFill>
                <a:latin typeface="微软雅黑" panose="020B0503020204020204" pitchFamily="34" charset="-122"/>
                <a:ea typeface="微软雅黑" panose="020B0503020204020204" pitchFamily="34" charset="-122"/>
              </a:rPr>
              <a:t>含义。</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44" name="标题 11"/>
          <p:cNvSpPr txBox="1"/>
          <p:nvPr/>
        </p:nvSpPr>
        <p:spPr>
          <a:xfrm>
            <a:off x="2430860" y="1483623"/>
            <a:ext cx="2298575"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smtClean="0">
                <a:solidFill>
                  <a:srgbClr val="2C3637"/>
                </a:solidFill>
                <a:latin typeface="微软雅黑" panose="020B0503020204020204" pitchFamily="34" charset="-122"/>
                <a:ea typeface="微软雅黑" panose="020B0503020204020204" pitchFamily="34" charset="-122"/>
              </a:rPr>
              <a:t>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45" name="标题 11"/>
          <p:cNvSpPr txBox="1"/>
          <p:nvPr/>
        </p:nvSpPr>
        <p:spPr>
          <a:xfrm>
            <a:off x="1805291" y="3143114"/>
            <a:ext cx="720080" cy="571500"/>
          </a:xfrm>
          <a:prstGeom prst="rect">
            <a:avLst/>
          </a:prstGeom>
        </p:spPr>
        <p:txBody>
          <a:bodyPr>
            <a:normAutofit fontScale="5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smtClean="0">
                <a:solidFill>
                  <a:srgbClr val="2C3637"/>
                </a:solidFill>
                <a:latin typeface="Impact MT Std" pitchFamily="34" charset="0"/>
              </a:rPr>
              <a:t>10%</a:t>
            </a:r>
            <a:endParaRPr lang="zh-CN" altLang="en-US" sz="4000" dirty="0">
              <a:solidFill>
                <a:srgbClr val="2C3637"/>
              </a:solidFill>
              <a:latin typeface="Impact MT Std" pitchFamily="34" charset="0"/>
            </a:endParaRPr>
          </a:p>
        </p:txBody>
      </p:sp>
      <p:sp>
        <p:nvSpPr>
          <p:cNvPr id="46" name="标题 11"/>
          <p:cNvSpPr txBox="1"/>
          <p:nvPr/>
        </p:nvSpPr>
        <p:spPr>
          <a:xfrm>
            <a:off x="2430861" y="3215122"/>
            <a:ext cx="2182742"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rgbClr val="2C3637"/>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rgbClr val="2C3637"/>
                </a:solidFill>
                <a:latin typeface="微软雅黑" panose="020B0503020204020204" pitchFamily="34" charset="-122"/>
                <a:ea typeface="微软雅黑" panose="020B0503020204020204" pitchFamily="34" charset="-122"/>
              </a:rPr>
              <a:t>表达图表的</a:t>
            </a:r>
            <a:r>
              <a:rPr lang="zh-CN" altLang="en-US" sz="1400" dirty="0" smtClean="0">
                <a:solidFill>
                  <a:srgbClr val="2C3637"/>
                </a:solidFill>
                <a:latin typeface="微软雅黑" panose="020B0503020204020204" pitchFamily="34" charset="-122"/>
                <a:ea typeface="微软雅黑" panose="020B0503020204020204" pitchFamily="34" charset="-122"/>
              </a:rPr>
              <a:t>含义。</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47" name="标题 11"/>
          <p:cNvSpPr txBox="1"/>
          <p:nvPr/>
        </p:nvSpPr>
        <p:spPr>
          <a:xfrm>
            <a:off x="2430860" y="2783891"/>
            <a:ext cx="2298575"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smtClean="0">
                <a:solidFill>
                  <a:srgbClr val="2C3637"/>
                </a:solidFill>
                <a:latin typeface="微软雅黑" panose="020B0503020204020204" pitchFamily="34" charset="-122"/>
                <a:ea typeface="微软雅黑" panose="020B0503020204020204" pitchFamily="34" charset="-122"/>
              </a:rPr>
              <a:t>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48" name="标题 11"/>
          <p:cNvSpPr txBox="1"/>
          <p:nvPr/>
        </p:nvSpPr>
        <p:spPr>
          <a:xfrm>
            <a:off x="7465739" y="1842846"/>
            <a:ext cx="720080" cy="571500"/>
          </a:xfrm>
          <a:prstGeom prst="rect">
            <a:avLst/>
          </a:prstGeom>
        </p:spPr>
        <p:txBody>
          <a:bodyPr>
            <a:normAutofit fontScale="5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smtClean="0">
                <a:solidFill>
                  <a:srgbClr val="2C3637"/>
                </a:solidFill>
                <a:latin typeface="Impact MT Std" pitchFamily="34" charset="0"/>
              </a:rPr>
              <a:t>25%</a:t>
            </a:r>
            <a:endParaRPr lang="zh-CN" altLang="en-US" sz="4000" dirty="0">
              <a:solidFill>
                <a:srgbClr val="2C3637"/>
              </a:solidFill>
              <a:latin typeface="Impact MT Std" pitchFamily="34" charset="0"/>
            </a:endParaRPr>
          </a:p>
        </p:txBody>
      </p:sp>
      <p:sp>
        <p:nvSpPr>
          <p:cNvPr id="49" name="标题 11"/>
          <p:cNvSpPr txBox="1"/>
          <p:nvPr/>
        </p:nvSpPr>
        <p:spPr>
          <a:xfrm>
            <a:off x="8091309" y="1914854"/>
            <a:ext cx="2182742"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rgbClr val="2C3637"/>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rgbClr val="2C3637"/>
                </a:solidFill>
                <a:latin typeface="微软雅黑" panose="020B0503020204020204" pitchFamily="34" charset="-122"/>
                <a:ea typeface="微软雅黑" panose="020B0503020204020204" pitchFamily="34" charset="-122"/>
              </a:rPr>
              <a:t>表达图表的</a:t>
            </a:r>
            <a:r>
              <a:rPr lang="zh-CN" altLang="en-US" sz="1400" dirty="0" smtClean="0">
                <a:solidFill>
                  <a:srgbClr val="2C3637"/>
                </a:solidFill>
                <a:latin typeface="微软雅黑" panose="020B0503020204020204" pitchFamily="34" charset="-122"/>
                <a:ea typeface="微软雅黑" panose="020B0503020204020204" pitchFamily="34" charset="-122"/>
              </a:rPr>
              <a:t>含义。</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50" name="标题 11"/>
          <p:cNvSpPr txBox="1"/>
          <p:nvPr/>
        </p:nvSpPr>
        <p:spPr>
          <a:xfrm>
            <a:off x="8091309" y="1483623"/>
            <a:ext cx="1728192"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smtClean="0">
                <a:solidFill>
                  <a:srgbClr val="2C3637"/>
                </a:solidFill>
                <a:latin typeface="微软雅黑" panose="020B0503020204020204" pitchFamily="34" charset="-122"/>
                <a:ea typeface="微软雅黑" panose="020B0503020204020204" pitchFamily="34" charset="-122"/>
              </a:rPr>
              <a:t>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51" name="标题 11"/>
          <p:cNvSpPr txBox="1"/>
          <p:nvPr/>
        </p:nvSpPr>
        <p:spPr>
          <a:xfrm>
            <a:off x="7465739" y="3143114"/>
            <a:ext cx="720080" cy="571500"/>
          </a:xfrm>
          <a:prstGeom prst="rect">
            <a:avLst/>
          </a:prstGeom>
        </p:spPr>
        <p:txBody>
          <a:bodyPr>
            <a:normAutofit fontScale="5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smtClean="0">
                <a:solidFill>
                  <a:srgbClr val="2C3637"/>
                </a:solidFill>
                <a:latin typeface="Impact MT Std" pitchFamily="34" charset="0"/>
              </a:rPr>
              <a:t>15%</a:t>
            </a:r>
            <a:endParaRPr lang="zh-CN" altLang="en-US" sz="4000" dirty="0">
              <a:solidFill>
                <a:srgbClr val="2C3637"/>
              </a:solidFill>
              <a:latin typeface="Impact MT Std" pitchFamily="34" charset="0"/>
            </a:endParaRPr>
          </a:p>
        </p:txBody>
      </p:sp>
      <p:sp>
        <p:nvSpPr>
          <p:cNvPr id="52" name="标题 11"/>
          <p:cNvSpPr txBox="1"/>
          <p:nvPr/>
        </p:nvSpPr>
        <p:spPr>
          <a:xfrm>
            <a:off x="8091309" y="3215122"/>
            <a:ext cx="2182742"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rgbClr val="2C3637"/>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rgbClr val="2C3637"/>
                </a:solidFill>
                <a:latin typeface="微软雅黑" panose="020B0503020204020204" pitchFamily="34" charset="-122"/>
                <a:ea typeface="微软雅黑" panose="020B0503020204020204" pitchFamily="34" charset="-122"/>
              </a:rPr>
              <a:t>表达图表的</a:t>
            </a:r>
            <a:r>
              <a:rPr lang="zh-CN" altLang="en-US" sz="1400" dirty="0" smtClean="0">
                <a:solidFill>
                  <a:srgbClr val="2C3637"/>
                </a:solidFill>
                <a:latin typeface="微软雅黑" panose="020B0503020204020204" pitchFamily="34" charset="-122"/>
                <a:ea typeface="微软雅黑" panose="020B0503020204020204" pitchFamily="34" charset="-122"/>
              </a:rPr>
              <a:t>含义。</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53" name="标题 11"/>
          <p:cNvSpPr txBox="1"/>
          <p:nvPr/>
        </p:nvSpPr>
        <p:spPr>
          <a:xfrm>
            <a:off x="8091309" y="2783891"/>
            <a:ext cx="1728192"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smtClean="0">
                <a:solidFill>
                  <a:srgbClr val="2C3637"/>
                </a:solidFill>
                <a:latin typeface="微软雅黑" panose="020B0503020204020204" pitchFamily="34" charset="-122"/>
                <a:ea typeface="微软雅黑" panose="020B0503020204020204" pitchFamily="34" charset="-122"/>
              </a:rPr>
              <a:t>添加标题</a:t>
            </a:r>
            <a:endParaRPr lang="zh-CN" altLang="en-US" sz="2000" b="1" dirty="0" smtClean="0">
              <a:solidFill>
                <a:srgbClr val="2C3637"/>
              </a:solidFill>
              <a:latin typeface="微软雅黑" panose="020B0503020204020204" pitchFamily="34" charset="-122"/>
              <a:ea typeface="微软雅黑" panose="020B0503020204020204" pitchFamily="34" charset="-122"/>
            </a:endParaRPr>
          </a:p>
        </p:txBody>
      </p:sp>
      <p:sp>
        <p:nvSpPr>
          <p:cNvPr id="70" name="TextBox 69"/>
          <p:cNvSpPr txBox="1"/>
          <p:nvPr/>
        </p:nvSpPr>
        <p:spPr>
          <a:xfrm>
            <a:off x="1957127" y="5086925"/>
            <a:ext cx="8172908" cy="654685"/>
          </a:xfrm>
          <a:prstGeom prst="rect">
            <a:avLst/>
          </a:prstGeom>
          <a:noFill/>
        </p:spPr>
        <p:txBody>
          <a:bodyPr wrap="square" lIns="0" tIns="0" rIns="0" bIns="0" rtlCol="0">
            <a:spAutoFit/>
          </a:bodyPr>
          <a:lstStyle/>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点击输入亮亮图文旗舰店  https://liangliangtuwen.tmall.com简要文字解说，解说文字尽量概括精炼，不用多余的文字修饰，简洁精准的 解说所提炼的核心概念。点击输入简要文字解说，解说文字尽量概括精炼，不用多余的文字修饰，简洁精准的 解说所提炼的核心概念。</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71" name="TextBox 70"/>
          <p:cNvSpPr txBox="1"/>
          <p:nvPr/>
        </p:nvSpPr>
        <p:spPr>
          <a:xfrm>
            <a:off x="5046356" y="4651975"/>
            <a:ext cx="2059343" cy="307777"/>
          </a:xfrm>
          <a:prstGeom prst="rect">
            <a:avLst/>
          </a:prstGeom>
          <a:noFill/>
        </p:spPr>
        <p:txBody>
          <a:bodyPr wrap="square" lIns="0" tIns="0" rIns="0" bIns="0" rtlCol="0">
            <a:spAutoFit/>
          </a:bodyPr>
          <a:lstStyle/>
          <a:p>
            <a:r>
              <a:rPr lang="zh-CN" altLang="en-US" sz="2000" b="1" dirty="0" smtClean="0">
                <a:solidFill>
                  <a:schemeClr val="tx1">
                    <a:lumMod val="75000"/>
                    <a:lumOff val="25000"/>
                  </a:schemeClr>
                </a:solidFill>
                <a:latin typeface="Impact MT Std" pitchFamily="34" charset="0"/>
                <a:ea typeface="微软雅黑" panose="020B0503020204020204" pitchFamily="34" charset="-122"/>
              </a:rPr>
              <a:t>点击输入标题文本</a:t>
            </a:r>
            <a:endParaRPr lang="zh-CN" altLang="en-US" sz="2000" b="1" dirty="0">
              <a:solidFill>
                <a:schemeClr val="tx1">
                  <a:lumMod val="75000"/>
                  <a:lumOff val="25000"/>
                </a:schemeClr>
              </a:solidFill>
              <a:latin typeface="Impact MT Std" pitchFamily="34" charset="0"/>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par>
                                <p:cTn id="8" presetID="53" presetClass="entr" presetSubtype="16" fill="hold" grpId="0" nodeType="withEffect">
                                  <p:stCondLst>
                                    <p:cond delay="750"/>
                                  </p:stCondLst>
                                  <p:childTnLst>
                                    <p:set>
                                      <p:cBhvr>
                                        <p:cTn id="9" dur="1" fill="hold">
                                          <p:stCondLst>
                                            <p:cond delay="0"/>
                                          </p:stCondLst>
                                        </p:cTn>
                                        <p:tgtEl>
                                          <p:spTgt spid="21"/>
                                        </p:tgtEl>
                                        <p:attrNameLst>
                                          <p:attrName>style.visibility</p:attrName>
                                        </p:attrNameLst>
                                      </p:cBhvr>
                                      <p:to>
                                        <p:strVal val="visible"/>
                                      </p:to>
                                    </p:set>
                                    <p:anim calcmode="lin" valueType="num">
                                      <p:cBhvr>
                                        <p:cTn id="10" dur="500" fill="hold"/>
                                        <p:tgtEl>
                                          <p:spTgt spid="21"/>
                                        </p:tgtEl>
                                        <p:attrNameLst>
                                          <p:attrName>ppt_w</p:attrName>
                                        </p:attrNameLst>
                                      </p:cBhvr>
                                      <p:tavLst>
                                        <p:tav tm="0">
                                          <p:val>
                                            <p:fltVal val="0"/>
                                          </p:val>
                                        </p:tav>
                                        <p:tav tm="100000">
                                          <p:val>
                                            <p:strVal val="#ppt_w"/>
                                          </p:val>
                                        </p:tav>
                                      </p:tavLst>
                                    </p:anim>
                                    <p:anim calcmode="lin" valueType="num">
                                      <p:cBhvr>
                                        <p:cTn id="11" dur="500" fill="hold"/>
                                        <p:tgtEl>
                                          <p:spTgt spid="21"/>
                                        </p:tgtEl>
                                        <p:attrNameLst>
                                          <p:attrName>ppt_h</p:attrName>
                                        </p:attrNameLst>
                                      </p:cBhvr>
                                      <p:tavLst>
                                        <p:tav tm="0">
                                          <p:val>
                                            <p:fltVal val="0"/>
                                          </p:val>
                                        </p:tav>
                                        <p:tav tm="100000">
                                          <p:val>
                                            <p:strVal val="#ppt_h"/>
                                          </p:val>
                                        </p:tav>
                                      </p:tavLst>
                                    </p:anim>
                                    <p:animEffect transition="in" filter="fade">
                                      <p:cBhvr>
                                        <p:cTn id="12" dur="500"/>
                                        <p:tgtEl>
                                          <p:spTgt spid="21"/>
                                        </p:tgtEl>
                                      </p:cBhvr>
                                    </p:animEffect>
                                  </p:childTnLst>
                                </p:cTn>
                              </p:par>
                            </p:childTnLst>
                          </p:cTn>
                        </p:par>
                        <p:par>
                          <p:cTn id="13" fill="hold">
                            <p:stCondLst>
                              <p:cond delay="2000"/>
                            </p:stCondLst>
                            <p:childTnLst>
                              <p:par>
                                <p:cTn id="14" presetID="21" presetClass="entr" presetSubtype="1"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heel(1)">
                                      <p:cBhvr>
                                        <p:cTn id="16" dur="2000"/>
                                        <p:tgtEl>
                                          <p:spTgt spid="22"/>
                                        </p:tgtEl>
                                      </p:cBhvr>
                                    </p:animEffect>
                                  </p:childTnLst>
                                </p:cTn>
                              </p:par>
                            </p:childTnLst>
                          </p:cTn>
                        </p:par>
                        <p:par>
                          <p:cTn id="17" fill="hold">
                            <p:stCondLst>
                              <p:cond delay="4000"/>
                            </p:stCondLst>
                            <p:childTnLst>
                              <p:par>
                                <p:cTn id="18" presetID="53" presetClass="entr" presetSubtype="16"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p:cTn id="20" dur="500" fill="hold"/>
                                        <p:tgtEl>
                                          <p:spTgt spid="23"/>
                                        </p:tgtEl>
                                        <p:attrNameLst>
                                          <p:attrName>ppt_w</p:attrName>
                                        </p:attrNameLst>
                                      </p:cBhvr>
                                      <p:tavLst>
                                        <p:tav tm="0">
                                          <p:val>
                                            <p:fltVal val="0"/>
                                          </p:val>
                                        </p:tav>
                                        <p:tav tm="100000">
                                          <p:val>
                                            <p:strVal val="#ppt_w"/>
                                          </p:val>
                                        </p:tav>
                                      </p:tavLst>
                                    </p:anim>
                                    <p:anim calcmode="lin" valueType="num">
                                      <p:cBhvr>
                                        <p:cTn id="21" dur="500" fill="hold"/>
                                        <p:tgtEl>
                                          <p:spTgt spid="23"/>
                                        </p:tgtEl>
                                        <p:attrNameLst>
                                          <p:attrName>ppt_h</p:attrName>
                                        </p:attrNameLst>
                                      </p:cBhvr>
                                      <p:tavLst>
                                        <p:tav tm="0">
                                          <p:val>
                                            <p:fltVal val="0"/>
                                          </p:val>
                                        </p:tav>
                                        <p:tav tm="100000">
                                          <p:val>
                                            <p:strVal val="#ppt_h"/>
                                          </p:val>
                                        </p:tav>
                                      </p:tavLst>
                                    </p:anim>
                                    <p:animEffect transition="in" filter="fade">
                                      <p:cBhvr>
                                        <p:cTn id="22" dur="500"/>
                                        <p:tgtEl>
                                          <p:spTgt spid="23"/>
                                        </p:tgtEl>
                                      </p:cBhvr>
                                    </p:animEffect>
                                  </p:childTnLst>
                                </p:cTn>
                              </p:par>
                            </p:childTnLst>
                          </p:cTn>
                        </p:par>
                        <p:par>
                          <p:cTn id="23" fill="hold">
                            <p:stCondLst>
                              <p:cond delay="4500"/>
                            </p:stCondLst>
                            <p:childTnLst>
                              <p:par>
                                <p:cTn id="24" presetID="53" presetClass="entr" presetSubtype="16"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p:cTn id="26" dur="500" fill="hold"/>
                                        <p:tgtEl>
                                          <p:spTgt spid="24"/>
                                        </p:tgtEl>
                                        <p:attrNameLst>
                                          <p:attrName>ppt_w</p:attrName>
                                        </p:attrNameLst>
                                      </p:cBhvr>
                                      <p:tavLst>
                                        <p:tav tm="0">
                                          <p:val>
                                            <p:fltVal val="0"/>
                                          </p:val>
                                        </p:tav>
                                        <p:tav tm="100000">
                                          <p:val>
                                            <p:strVal val="#ppt_w"/>
                                          </p:val>
                                        </p:tav>
                                      </p:tavLst>
                                    </p:anim>
                                    <p:anim calcmode="lin" valueType="num">
                                      <p:cBhvr>
                                        <p:cTn id="27" dur="500" fill="hold"/>
                                        <p:tgtEl>
                                          <p:spTgt spid="24"/>
                                        </p:tgtEl>
                                        <p:attrNameLst>
                                          <p:attrName>ppt_h</p:attrName>
                                        </p:attrNameLst>
                                      </p:cBhvr>
                                      <p:tavLst>
                                        <p:tav tm="0">
                                          <p:val>
                                            <p:fltVal val="0"/>
                                          </p:val>
                                        </p:tav>
                                        <p:tav tm="100000">
                                          <p:val>
                                            <p:strVal val="#ppt_h"/>
                                          </p:val>
                                        </p:tav>
                                      </p:tavLst>
                                    </p:anim>
                                    <p:animEffect transition="in" filter="fade">
                                      <p:cBhvr>
                                        <p:cTn id="28" dur="500"/>
                                        <p:tgtEl>
                                          <p:spTgt spid="24"/>
                                        </p:tgtEl>
                                      </p:cBhvr>
                                    </p:animEffect>
                                  </p:childTnLst>
                                </p:cTn>
                              </p:par>
                            </p:childTnLst>
                          </p:cTn>
                        </p:par>
                        <p:par>
                          <p:cTn id="29" fill="hold">
                            <p:stCondLst>
                              <p:cond delay="5000"/>
                            </p:stCondLst>
                            <p:childTnLst>
                              <p:par>
                                <p:cTn id="30" presetID="53" presetClass="entr" presetSubtype="16"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p:cTn id="32" dur="500" fill="hold"/>
                                        <p:tgtEl>
                                          <p:spTgt spid="25"/>
                                        </p:tgtEl>
                                        <p:attrNameLst>
                                          <p:attrName>ppt_w</p:attrName>
                                        </p:attrNameLst>
                                      </p:cBhvr>
                                      <p:tavLst>
                                        <p:tav tm="0">
                                          <p:val>
                                            <p:fltVal val="0"/>
                                          </p:val>
                                        </p:tav>
                                        <p:tav tm="100000">
                                          <p:val>
                                            <p:strVal val="#ppt_w"/>
                                          </p:val>
                                        </p:tav>
                                      </p:tavLst>
                                    </p:anim>
                                    <p:anim calcmode="lin" valueType="num">
                                      <p:cBhvr>
                                        <p:cTn id="33" dur="500" fill="hold"/>
                                        <p:tgtEl>
                                          <p:spTgt spid="25"/>
                                        </p:tgtEl>
                                        <p:attrNameLst>
                                          <p:attrName>ppt_h</p:attrName>
                                        </p:attrNameLst>
                                      </p:cBhvr>
                                      <p:tavLst>
                                        <p:tav tm="0">
                                          <p:val>
                                            <p:fltVal val="0"/>
                                          </p:val>
                                        </p:tav>
                                        <p:tav tm="100000">
                                          <p:val>
                                            <p:strVal val="#ppt_h"/>
                                          </p:val>
                                        </p:tav>
                                      </p:tavLst>
                                    </p:anim>
                                    <p:animEffect transition="in" filter="fade">
                                      <p:cBhvr>
                                        <p:cTn id="34" dur="500"/>
                                        <p:tgtEl>
                                          <p:spTgt spid="25"/>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par>
                                <p:cTn id="40" presetID="53" presetClass="entr" presetSubtype="16" fill="hold" grpId="0" nodeType="withEffect">
                                  <p:stCondLst>
                                    <p:cond delay="500"/>
                                  </p:stCondLst>
                                  <p:childTnLst>
                                    <p:set>
                                      <p:cBhvr>
                                        <p:cTn id="41" dur="1" fill="hold">
                                          <p:stCondLst>
                                            <p:cond delay="0"/>
                                          </p:stCondLst>
                                        </p:cTn>
                                        <p:tgtEl>
                                          <p:spTgt spid="27"/>
                                        </p:tgtEl>
                                        <p:attrNameLst>
                                          <p:attrName>style.visibility</p:attrName>
                                        </p:attrNameLst>
                                      </p:cBhvr>
                                      <p:to>
                                        <p:strVal val="visible"/>
                                      </p:to>
                                    </p:set>
                                    <p:anim calcmode="lin" valueType="num">
                                      <p:cBhvr>
                                        <p:cTn id="42" dur="500" fill="hold"/>
                                        <p:tgtEl>
                                          <p:spTgt spid="27"/>
                                        </p:tgtEl>
                                        <p:attrNameLst>
                                          <p:attrName>ppt_w</p:attrName>
                                        </p:attrNameLst>
                                      </p:cBhvr>
                                      <p:tavLst>
                                        <p:tav tm="0">
                                          <p:val>
                                            <p:fltVal val="0"/>
                                          </p:val>
                                        </p:tav>
                                        <p:tav tm="100000">
                                          <p:val>
                                            <p:strVal val="#ppt_w"/>
                                          </p:val>
                                        </p:tav>
                                      </p:tavLst>
                                    </p:anim>
                                    <p:anim calcmode="lin" valueType="num">
                                      <p:cBhvr>
                                        <p:cTn id="43" dur="500" fill="hold"/>
                                        <p:tgtEl>
                                          <p:spTgt spid="27"/>
                                        </p:tgtEl>
                                        <p:attrNameLst>
                                          <p:attrName>ppt_h</p:attrName>
                                        </p:attrNameLst>
                                      </p:cBhvr>
                                      <p:tavLst>
                                        <p:tav tm="0">
                                          <p:val>
                                            <p:fltVal val="0"/>
                                          </p:val>
                                        </p:tav>
                                        <p:tav tm="100000">
                                          <p:val>
                                            <p:strVal val="#ppt_h"/>
                                          </p:val>
                                        </p:tav>
                                      </p:tavLst>
                                    </p:anim>
                                    <p:animEffect transition="in" filter="fade">
                                      <p:cBhvr>
                                        <p:cTn id="44" dur="500"/>
                                        <p:tgtEl>
                                          <p:spTgt spid="27"/>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28"/>
                                        </p:tgtEl>
                                        <p:attrNameLst>
                                          <p:attrName>style.visibility</p:attrName>
                                        </p:attrNameLst>
                                      </p:cBhvr>
                                      <p:to>
                                        <p:strVal val="visible"/>
                                      </p:to>
                                    </p:set>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fltVal val="0"/>
                                          </p:val>
                                        </p:tav>
                                        <p:tav tm="100000">
                                          <p:val>
                                            <p:strVal val="#ppt_h"/>
                                          </p:val>
                                        </p:tav>
                                      </p:tavLst>
                                    </p:anim>
                                    <p:animEffect transition="in" filter="fade">
                                      <p:cBhvr>
                                        <p:cTn id="49" dur="500"/>
                                        <p:tgtEl>
                                          <p:spTgt spid="28"/>
                                        </p:tgtEl>
                                      </p:cBhvr>
                                    </p:animEffect>
                                  </p:childTnLst>
                                </p:cTn>
                              </p:par>
                              <p:par>
                                <p:cTn id="50" presetID="53" presetClass="entr" presetSubtype="16" fill="hold" grpId="0" nodeType="withEffect">
                                  <p:stCondLst>
                                    <p:cond delay="5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1250"/>
                                  </p:stCondLst>
                                  <p:childTnLst>
                                    <p:set>
                                      <p:cBhvr>
                                        <p:cTn id="56" dur="1" fill="hold">
                                          <p:stCondLst>
                                            <p:cond delay="0"/>
                                          </p:stCondLst>
                                        </p:cTn>
                                        <p:tgtEl>
                                          <p:spTgt spid="40"/>
                                        </p:tgtEl>
                                        <p:attrNameLst>
                                          <p:attrName>style.visibility</p:attrName>
                                        </p:attrNameLst>
                                      </p:cBhvr>
                                      <p:to>
                                        <p:strVal val="visible"/>
                                      </p:to>
                                    </p:set>
                                    <p:anim calcmode="lin" valueType="num">
                                      <p:cBhvr>
                                        <p:cTn id="57" dur="500" fill="hold"/>
                                        <p:tgtEl>
                                          <p:spTgt spid="40"/>
                                        </p:tgtEl>
                                        <p:attrNameLst>
                                          <p:attrName>ppt_w</p:attrName>
                                        </p:attrNameLst>
                                      </p:cBhvr>
                                      <p:tavLst>
                                        <p:tav tm="0">
                                          <p:val>
                                            <p:fltVal val="0"/>
                                          </p:val>
                                        </p:tav>
                                        <p:tav tm="100000">
                                          <p:val>
                                            <p:strVal val="#ppt_w"/>
                                          </p:val>
                                        </p:tav>
                                      </p:tavLst>
                                    </p:anim>
                                    <p:anim calcmode="lin" valueType="num">
                                      <p:cBhvr>
                                        <p:cTn id="58" dur="500" fill="hold"/>
                                        <p:tgtEl>
                                          <p:spTgt spid="40"/>
                                        </p:tgtEl>
                                        <p:attrNameLst>
                                          <p:attrName>ppt_h</p:attrName>
                                        </p:attrNameLst>
                                      </p:cBhvr>
                                      <p:tavLst>
                                        <p:tav tm="0">
                                          <p:val>
                                            <p:fltVal val="0"/>
                                          </p:val>
                                        </p:tav>
                                        <p:tav tm="100000">
                                          <p:val>
                                            <p:strVal val="#ppt_h"/>
                                          </p:val>
                                        </p:tav>
                                      </p:tavLst>
                                    </p:anim>
                                    <p:animEffect transition="in" filter="fade">
                                      <p:cBhvr>
                                        <p:cTn id="59" dur="500"/>
                                        <p:tgtEl>
                                          <p:spTgt spid="40"/>
                                        </p:tgtEl>
                                      </p:cBhvr>
                                    </p:animEffect>
                                  </p:childTnLst>
                                </p:cTn>
                              </p:par>
                              <p:par>
                                <p:cTn id="60" presetID="53" presetClass="entr" presetSubtype="16" fill="hold" grpId="0" nodeType="withEffect">
                                  <p:stCondLst>
                                    <p:cond delay="1250"/>
                                  </p:stCondLst>
                                  <p:childTnLst>
                                    <p:set>
                                      <p:cBhvr>
                                        <p:cTn id="61" dur="1" fill="hold">
                                          <p:stCondLst>
                                            <p:cond delay="0"/>
                                          </p:stCondLst>
                                        </p:cTn>
                                        <p:tgtEl>
                                          <p:spTgt spid="41"/>
                                        </p:tgtEl>
                                        <p:attrNameLst>
                                          <p:attrName>style.visibility</p:attrName>
                                        </p:attrNameLst>
                                      </p:cBhvr>
                                      <p:to>
                                        <p:strVal val="visible"/>
                                      </p:to>
                                    </p:set>
                                    <p:anim calcmode="lin" valueType="num">
                                      <p:cBhvr>
                                        <p:cTn id="62" dur="500" fill="hold"/>
                                        <p:tgtEl>
                                          <p:spTgt spid="41"/>
                                        </p:tgtEl>
                                        <p:attrNameLst>
                                          <p:attrName>ppt_w</p:attrName>
                                        </p:attrNameLst>
                                      </p:cBhvr>
                                      <p:tavLst>
                                        <p:tav tm="0">
                                          <p:val>
                                            <p:fltVal val="0"/>
                                          </p:val>
                                        </p:tav>
                                        <p:tav tm="100000">
                                          <p:val>
                                            <p:strVal val="#ppt_w"/>
                                          </p:val>
                                        </p:tav>
                                      </p:tavLst>
                                    </p:anim>
                                    <p:anim calcmode="lin" valueType="num">
                                      <p:cBhvr>
                                        <p:cTn id="63" dur="500" fill="hold"/>
                                        <p:tgtEl>
                                          <p:spTgt spid="41"/>
                                        </p:tgtEl>
                                        <p:attrNameLst>
                                          <p:attrName>ppt_h</p:attrName>
                                        </p:attrNameLst>
                                      </p:cBhvr>
                                      <p:tavLst>
                                        <p:tav tm="0">
                                          <p:val>
                                            <p:fltVal val="0"/>
                                          </p:val>
                                        </p:tav>
                                        <p:tav tm="100000">
                                          <p:val>
                                            <p:strVal val="#ppt_h"/>
                                          </p:val>
                                        </p:tav>
                                      </p:tavLst>
                                    </p:anim>
                                    <p:animEffect transition="in" filter="fade">
                                      <p:cBhvr>
                                        <p:cTn id="64" dur="500"/>
                                        <p:tgtEl>
                                          <p:spTgt spid="41"/>
                                        </p:tgtEl>
                                      </p:cBhvr>
                                    </p:animEffect>
                                  </p:childTnLst>
                                </p:cTn>
                              </p:par>
                              <p:par>
                                <p:cTn id="65" presetID="53" presetClass="entr" presetSubtype="16" fill="hold" grpId="0" nodeType="withEffect">
                                  <p:stCondLst>
                                    <p:cond delay="1250"/>
                                  </p:stCondLst>
                                  <p:childTnLst>
                                    <p:set>
                                      <p:cBhvr>
                                        <p:cTn id="66" dur="1" fill="hold">
                                          <p:stCondLst>
                                            <p:cond delay="0"/>
                                          </p:stCondLst>
                                        </p:cTn>
                                        <p:tgtEl>
                                          <p:spTgt spid="44"/>
                                        </p:tgtEl>
                                        <p:attrNameLst>
                                          <p:attrName>style.visibility</p:attrName>
                                        </p:attrNameLst>
                                      </p:cBhvr>
                                      <p:to>
                                        <p:strVal val="visible"/>
                                      </p:to>
                                    </p:set>
                                    <p:anim calcmode="lin" valueType="num">
                                      <p:cBhvr>
                                        <p:cTn id="67" dur="500" fill="hold"/>
                                        <p:tgtEl>
                                          <p:spTgt spid="44"/>
                                        </p:tgtEl>
                                        <p:attrNameLst>
                                          <p:attrName>ppt_w</p:attrName>
                                        </p:attrNameLst>
                                      </p:cBhvr>
                                      <p:tavLst>
                                        <p:tav tm="0">
                                          <p:val>
                                            <p:fltVal val="0"/>
                                          </p:val>
                                        </p:tav>
                                        <p:tav tm="100000">
                                          <p:val>
                                            <p:strVal val="#ppt_w"/>
                                          </p:val>
                                        </p:tav>
                                      </p:tavLst>
                                    </p:anim>
                                    <p:anim calcmode="lin" valueType="num">
                                      <p:cBhvr>
                                        <p:cTn id="68" dur="500" fill="hold"/>
                                        <p:tgtEl>
                                          <p:spTgt spid="44"/>
                                        </p:tgtEl>
                                        <p:attrNameLst>
                                          <p:attrName>ppt_h</p:attrName>
                                        </p:attrNameLst>
                                      </p:cBhvr>
                                      <p:tavLst>
                                        <p:tav tm="0">
                                          <p:val>
                                            <p:fltVal val="0"/>
                                          </p:val>
                                        </p:tav>
                                        <p:tav tm="100000">
                                          <p:val>
                                            <p:strVal val="#ppt_h"/>
                                          </p:val>
                                        </p:tav>
                                      </p:tavLst>
                                    </p:anim>
                                    <p:animEffect transition="in" filter="fade">
                                      <p:cBhvr>
                                        <p:cTn id="69" dur="500"/>
                                        <p:tgtEl>
                                          <p:spTgt spid="44"/>
                                        </p:tgtEl>
                                      </p:cBhvr>
                                    </p:animEffect>
                                  </p:childTnLst>
                                </p:cTn>
                              </p:par>
                              <p:par>
                                <p:cTn id="70" presetID="53" presetClass="entr" presetSubtype="16" fill="hold" grpId="0" nodeType="withEffect">
                                  <p:stCondLst>
                                    <p:cond delay="1250"/>
                                  </p:stCondLst>
                                  <p:childTnLst>
                                    <p:set>
                                      <p:cBhvr>
                                        <p:cTn id="71" dur="1" fill="hold">
                                          <p:stCondLst>
                                            <p:cond delay="0"/>
                                          </p:stCondLst>
                                        </p:cTn>
                                        <p:tgtEl>
                                          <p:spTgt spid="45"/>
                                        </p:tgtEl>
                                        <p:attrNameLst>
                                          <p:attrName>style.visibility</p:attrName>
                                        </p:attrNameLst>
                                      </p:cBhvr>
                                      <p:to>
                                        <p:strVal val="visible"/>
                                      </p:to>
                                    </p:set>
                                    <p:anim calcmode="lin" valueType="num">
                                      <p:cBhvr>
                                        <p:cTn id="72" dur="500" fill="hold"/>
                                        <p:tgtEl>
                                          <p:spTgt spid="45"/>
                                        </p:tgtEl>
                                        <p:attrNameLst>
                                          <p:attrName>ppt_w</p:attrName>
                                        </p:attrNameLst>
                                      </p:cBhvr>
                                      <p:tavLst>
                                        <p:tav tm="0">
                                          <p:val>
                                            <p:fltVal val="0"/>
                                          </p:val>
                                        </p:tav>
                                        <p:tav tm="100000">
                                          <p:val>
                                            <p:strVal val="#ppt_w"/>
                                          </p:val>
                                        </p:tav>
                                      </p:tavLst>
                                    </p:anim>
                                    <p:anim calcmode="lin" valueType="num">
                                      <p:cBhvr>
                                        <p:cTn id="73" dur="500" fill="hold"/>
                                        <p:tgtEl>
                                          <p:spTgt spid="45"/>
                                        </p:tgtEl>
                                        <p:attrNameLst>
                                          <p:attrName>ppt_h</p:attrName>
                                        </p:attrNameLst>
                                      </p:cBhvr>
                                      <p:tavLst>
                                        <p:tav tm="0">
                                          <p:val>
                                            <p:fltVal val="0"/>
                                          </p:val>
                                        </p:tav>
                                        <p:tav tm="100000">
                                          <p:val>
                                            <p:strVal val="#ppt_h"/>
                                          </p:val>
                                        </p:tav>
                                      </p:tavLst>
                                    </p:anim>
                                    <p:animEffect transition="in" filter="fade">
                                      <p:cBhvr>
                                        <p:cTn id="74" dur="500"/>
                                        <p:tgtEl>
                                          <p:spTgt spid="45"/>
                                        </p:tgtEl>
                                      </p:cBhvr>
                                    </p:animEffect>
                                  </p:childTnLst>
                                </p:cTn>
                              </p:par>
                              <p:par>
                                <p:cTn id="75" presetID="53" presetClass="entr" presetSubtype="16" fill="hold" grpId="0" nodeType="withEffect">
                                  <p:stCondLst>
                                    <p:cond delay="1250"/>
                                  </p:stCondLst>
                                  <p:childTnLst>
                                    <p:set>
                                      <p:cBhvr>
                                        <p:cTn id="76" dur="1" fill="hold">
                                          <p:stCondLst>
                                            <p:cond delay="0"/>
                                          </p:stCondLst>
                                        </p:cTn>
                                        <p:tgtEl>
                                          <p:spTgt spid="46"/>
                                        </p:tgtEl>
                                        <p:attrNameLst>
                                          <p:attrName>style.visibility</p:attrName>
                                        </p:attrNameLst>
                                      </p:cBhvr>
                                      <p:to>
                                        <p:strVal val="visible"/>
                                      </p:to>
                                    </p:set>
                                    <p:anim calcmode="lin" valueType="num">
                                      <p:cBhvr>
                                        <p:cTn id="77" dur="500" fill="hold"/>
                                        <p:tgtEl>
                                          <p:spTgt spid="46"/>
                                        </p:tgtEl>
                                        <p:attrNameLst>
                                          <p:attrName>ppt_w</p:attrName>
                                        </p:attrNameLst>
                                      </p:cBhvr>
                                      <p:tavLst>
                                        <p:tav tm="0">
                                          <p:val>
                                            <p:fltVal val="0"/>
                                          </p:val>
                                        </p:tav>
                                        <p:tav tm="100000">
                                          <p:val>
                                            <p:strVal val="#ppt_w"/>
                                          </p:val>
                                        </p:tav>
                                      </p:tavLst>
                                    </p:anim>
                                    <p:anim calcmode="lin" valueType="num">
                                      <p:cBhvr>
                                        <p:cTn id="78" dur="500" fill="hold"/>
                                        <p:tgtEl>
                                          <p:spTgt spid="46"/>
                                        </p:tgtEl>
                                        <p:attrNameLst>
                                          <p:attrName>ppt_h</p:attrName>
                                        </p:attrNameLst>
                                      </p:cBhvr>
                                      <p:tavLst>
                                        <p:tav tm="0">
                                          <p:val>
                                            <p:fltVal val="0"/>
                                          </p:val>
                                        </p:tav>
                                        <p:tav tm="100000">
                                          <p:val>
                                            <p:strVal val="#ppt_h"/>
                                          </p:val>
                                        </p:tav>
                                      </p:tavLst>
                                    </p:anim>
                                    <p:animEffect transition="in" filter="fade">
                                      <p:cBhvr>
                                        <p:cTn id="79" dur="500"/>
                                        <p:tgtEl>
                                          <p:spTgt spid="46"/>
                                        </p:tgtEl>
                                      </p:cBhvr>
                                    </p:animEffect>
                                  </p:childTnLst>
                                </p:cTn>
                              </p:par>
                              <p:par>
                                <p:cTn id="80" presetID="53" presetClass="entr" presetSubtype="16" fill="hold" grpId="0" nodeType="withEffect">
                                  <p:stCondLst>
                                    <p:cond delay="1250"/>
                                  </p:stCondLst>
                                  <p:childTnLst>
                                    <p:set>
                                      <p:cBhvr>
                                        <p:cTn id="81" dur="1" fill="hold">
                                          <p:stCondLst>
                                            <p:cond delay="0"/>
                                          </p:stCondLst>
                                        </p:cTn>
                                        <p:tgtEl>
                                          <p:spTgt spid="47"/>
                                        </p:tgtEl>
                                        <p:attrNameLst>
                                          <p:attrName>style.visibility</p:attrName>
                                        </p:attrNameLst>
                                      </p:cBhvr>
                                      <p:to>
                                        <p:strVal val="visible"/>
                                      </p:to>
                                    </p:set>
                                    <p:anim calcmode="lin" valueType="num">
                                      <p:cBhvr>
                                        <p:cTn id="82" dur="500" fill="hold"/>
                                        <p:tgtEl>
                                          <p:spTgt spid="47"/>
                                        </p:tgtEl>
                                        <p:attrNameLst>
                                          <p:attrName>ppt_w</p:attrName>
                                        </p:attrNameLst>
                                      </p:cBhvr>
                                      <p:tavLst>
                                        <p:tav tm="0">
                                          <p:val>
                                            <p:fltVal val="0"/>
                                          </p:val>
                                        </p:tav>
                                        <p:tav tm="100000">
                                          <p:val>
                                            <p:strVal val="#ppt_w"/>
                                          </p:val>
                                        </p:tav>
                                      </p:tavLst>
                                    </p:anim>
                                    <p:anim calcmode="lin" valueType="num">
                                      <p:cBhvr>
                                        <p:cTn id="83" dur="500" fill="hold"/>
                                        <p:tgtEl>
                                          <p:spTgt spid="47"/>
                                        </p:tgtEl>
                                        <p:attrNameLst>
                                          <p:attrName>ppt_h</p:attrName>
                                        </p:attrNameLst>
                                      </p:cBhvr>
                                      <p:tavLst>
                                        <p:tav tm="0">
                                          <p:val>
                                            <p:fltVal val="0"/>
                                          </p:val>
                                        </p:tav>
                                        <p:tav tm="100000">
                                          <p:val>
                                            <p:strVal val="#ppt_h"/>
                                          </p:val>
                                        </p:tav>
                                      </p:tavLst>
                                    </p:anim>
                                    <p:animEffect transition="in" filter="fade">
                                      <p:cBhvr>
                                        <p:cTn id="84" dur="500"/>
                                        <p:tgtEl>
                                          <p:spTgt spid="47"/>
                                        </p:tgtEl>
                                      </p:cBhvr>
                                    </p:animEffect>
                                  </p:childTnLst>
                                </p:cTn>
                              </p:par>
                              <p:par>
                                <p:cTn id="85" presetID="53" presetClass="entr" presetSubtype="16" fill="hold" grpId="0" nodeType="withEffect">
                                  <p:stCondLst>
                                    <p:cond delay="1250"/>
                                  </p:stCondLst>
                                  <p:childTnLst>
                                    <p:set>
                                      <p:cBhvr>
                                        <p:cTn id="86" dur="1" fill="hold">
                                          <p:stCondLst>
                                            <p:cond delay="0"/>
                                          </p:stCondLst>
                                        </p:cTn>
                                        <p:tgtEl>
                                          <p:spTgt spid="48"/>
                                        </p:tgtEl>
                                        <p:attrNameLst>
                                          <p:attrName>style.visibility</p:attrName>
                                        </p:attrNameLst>
                                      </p:cBhvr>
                                      <p:to>
                                        <p:strVal val="visible"/>
                                      </p:to>
                                    </p:set>
                                    <p:anim calcmode="lin" valueType="num">
                                      <p:cBhvr>
                                        <p:cTn id="87" dur="500" fill="hold"/>
                                        <p:tgtEl>
                                          <p:spTgt spid="48"/>
                                        </p:tgtEl>
                                        <p:attrNameLst>
                                          <p:attrName>ppt_w</p:attrName>
                                        </p:attrNameLst>
                                      </p:cBhvr>
                                      <p:tavLst>
                                        <p:tav tm="0">
                                          <p:val>
                                            <p:fltVal val="0"/>
                                          </p:val>
                                        </p:tav>
                                        <p:tav tm="100000">
                                          <p:val>
                                            <p:strVal val="#ppt_w"/>
                                          </p:val>
                                        </p:tav>
                                      </p:tavLst>
                                    </p:anim>
                                    <p:anim calcmode="lin" valueType="num">
                                      <p:cBhvr>
                                        <p:cTn id="88" dur="500" fill="hold"/>
                                        <p:tgtEl>
                                          <p:spTgt spid="48"/>
                                        </p:tgtEl>
                                        <p:attrNameLst>
                                          <p:attrName>ppt_h</p:attrName>
                                        </p:attrNameLst>
                                      </p:cBhvr>
                                      <p:tavLst>
                                        <p:tav tm="0">
                                          <p:val>
                                            <p:fltVal val="0"/>
                                          </p:val>
                                        </p:tav>
                                        <p:tav tm="100000">
                                          <p:val>
                                            <p:strVal val="#ppt_h"/>
                                          </p:val>
                                        </p:tav>
                                      </p:tavLst>
                                    </p:anim>
                                    <p:animEffect transition="in" filter="fade">
                                      <p:cBhvr>
                                        <p:cTn id="89" dur="500"/>
                                        <p:tgtEl>
                                          <p:spTgt spid="48"/>
                                        </p:tgtEl>
                                      </p:cBhvr>
                                    </p:animEffect>
                                  </p:childTnLst>
                                </p:cTn>
                              </p:par>
                              <p:par>
                                <p:cTn id="90" presetID="53" presetClass="entr" presetSubtype="16" fill="hold" grpId="0" nodeType="withEffect">
                                  <p:stCondLst>
                                    <p:cond delay="1250"/>
                                  </p:stCondLst>
                                  <p:childTnLst>
                                    <p:set>
                                      <p:cBhvr>
                                        <p:cTn id="91" dur="1" fill="hold">
                                          <p:stCondLst>
                                            <p:cond delay="0"/>
                                          </p:stCondLst>
                                        </p:cTn>
                                        <p:tgtEl>
                                          <p:spTgt spid="49"/>
                                        </p:tgtEl>
                                        <p:attrNameLst>
                                          <p:attrName>style.visibility</p:attrName>
                                        </p:attrNameLst>
                                      </p:cBhvr>
                                      <p:to>
                                        <p:strVal val="visible"/>
                                      </p:to>
                                    </p:set>
                                    <p:anim calcmode="lin" valueType="num">
                                      <p:cBhvr>
                                        <p:cTn id="92" dur="500" fill="hold"/>
                                        <p:tgtEl>
                                          <p:spTgt spid="49"/>
                                        </p:tgtEl>
                                        <p:attrNameLst>
                                          <p:attrName>ppt_w</p:attrName>
                                        </p:attrNameLst>
                                      </p:cBhvr>
                                      <p:tavLst>
                                        <p:tav tm="0">
                                          <p:val>
                                            <p:fltVal val="0"/>
                                          </p:val>
                                        </p:tav>
                                        <p:tav tm="100000">
                                          <p:val>
                                            <p:strVal val="#ppt_w"/>
                                          </p:val>
                                        </p:tav>
                                      </p:tavLst>
                                    </p:anim>
                                    <p:anim calcmode="lin" valueType="num">
                                      <p:cBhvr>
                                        <p:cTn id="93" dur="500" fill="hold"/>
                                        <p:tgtEl>
                                          <p:spTgt spid="49"/>
                                        </p:tgtEl>
                                        <p:attrNameLst>
                                          <p:attrName>ppt_h</p:attrName>
                                        </p:attrNameLst>
                                      </p:cBhvr>
                                      <p:tavLst>
                                        <p:tav tm="0">
                                          <p:val>
                                            <p:fltVal val="0"/>
                                          </p:val>
                                        </p:tav>
                                        <p:tav tm="100000">
                                          <p:val>
                                            <p:strVal val="#ppt_h"/>
                                          </p:val>
                                        </p:tav>
                                      </p:tavLst>
                                    </p:anim>
                                    <p:animEffect transition="in" filter="fade">
                                      <p:cBhvr>
                                        <p:cTn id="94" dur="500"/>
                                        <p:tgtEl>
                                          <p:spTgt spid="49"/>
                                        </p:tgtEl>
                                      </p:cBhvr>
                                    </p:animEffect>
                                  </p:childTnLst>
                                </p:cTn>
                              </p:par>
                              <p:par>
                                <p:cTn id="95" presetID="53" presetClass="entr" presetSubtype="16" fill="hold" grpId="0" nodeType="withEffect">
                                  <p:stCondLst>
                                    <p:cond delay="1250"/>
                                  </p:stCondLst>
                                  <p:childTnLst>
                                    <p:set>
                                      <p:cBhvr>
                                        <p:cTn id="96" dur="1" fill="hold">
                                          <p:stCondLst>
                                            <p:cond delay="0"/>
                                          </p:stCondLst>
                                        </p:cTn>
                                        <p:tgtEl>
                                          <p:spTgt spid="50"/>
                                        </p:tgtEl>
                                        <p:attrNameLst>
                                          <p:attrName>style.visibility</p:attrName>
                                        </p:attrNameLst>
                                      </p:cBhvr>
                                      <p:to>
                                        <p:strVal val="visible"/>
                                      </p:to>
                                    </p:set>
                                    <p:anim calcmode="lin" valueType="num">
                                      <p:cBhvr>
                                        <p:cTn id="97" dur="500" fill="hold"/>
                                        <p:tgtEl>
                                          <p:spTgt spid="50"/>
                                        </p:tgtEl>
                                        <p:attrNameLst>
                                          <p:attrName>ppt_w</p:attrName>
                                        </p:attrNameLst>
                                      </p:cBhvr>
                                      <p:tavLst>
                                        <p:tav tm="0">
                                          <p:val>
                                            <p:fltVal val="0"/>
                                          </p:val>
                                        </p:tav>
                                        <p:tav tm="100000">
                                          <p:val>
                                            <p:strVal val="#ppt_w"/>
                                          </p:val>
                                        </p:tav>
                                      </p:tavLst>
                                    </p:anim>
                                    <p:anim calcmode="lin" valueType="num">
                                      <p:cBhvr>
                                        <p:cTn id="98" dur="500" fill="hold"/>
                                        <p:tgtEl>
                                          <p:spTgt spid="50"/>
                                        </p:tgtEl>
                                        <p:attrNameLst>
                                          <p:attrName>ppt_h</p:attrName>
                                        </p:attrNameLst>
                                      </p:cBhvr>
                                      <p:tavLst>
                                        <p:tav tm="0">
                                          <p:val>
                                            <p:fltVal val="0"/>
                                          </p:val>
                                        </p:tav>
                                        <p:tav tm="100000">
                                          <p:val>
                                            <p:strVal val="#ppt_h"/>
                                          </p:val>
                                        </p:tav>
                                      </p:tavLst>
                                    </p:anim>
                                    <p:animEffect transition="in" filter="fade">
                                      <p:cBhvr>
                                        <p:cTn id="99" dur="500"/>
                                        <p:tgtEl>
                                          <p:spTgt spid="50"/>
                                        </p:tgtEl>
                                      </p:cBhvr>
                                    </p:animEffect>
                                  </p:childTnLst>
                                </p:cTn>
                              </p:par>
                              <p:par>
                                <p:cTn id="100" presetID="53" presetClass="entr" presetSubtype="16" fill="hold" grpId="0" nodeType="withEffect">
                                  <p:stCondLst>
                                    <p:cond delay="1250"/>
                                  </p:stCondLst>
                                  <p:childTnLst>
                                    <p:set>
                                      <p:cBhvr>
                                        <p:cTn id="101" dur="1" fill="hold">
                                          <p:stCondLst>
                                            <p:cond delay="0"/>
                                          </p:stCondLst>
                                        </p:cTn>
                                        <p:tgtEl>
                                          <p:spTgt spid="51"/>
                                        </p:tgtEl>
                                        <p:attrNameLst>
                                          <p:attrName>style.visibility</p:attrName>
                                        </p:attrNameLst>
                                      </p:cBhvr>
                                      <p:to>
                                        <p:strVal val="visible"/>
                                      </p:to>
                                    </p:set>
                                    <p:anim calcmode="lin" valueType="num">
                                      <p:cBhvr>
                                        <p:cTn id="102" dur="500" fill="hold"/>
                                        <p:tgtEl>
                                          <p:spTgt spid="51"/>
                                        </p:tgtEl>
                                        <p:attrNameLst>
                                          <p:attrName>ppt_w</p:attrName>
                                        </p:attrNameLst>
                                      </p:cBhvr>
                                      <p:tavLst>
                                        <p:tav tm="0">
                                          <p:val>
                                            <p:fltVal val="0"/>
                                          </p:val>
                                        </p:tav>
                                        <p:tav tm="100000">
                                          <p:val>
                                            <p:strVal val="#ppt_w"/>
                                          </p:val>
                                        </p:tav>
                                      </p:tavLst>
                                    </p:anim>
                                    <p:anim calcmode="lin" valueType="num">
                                      <p:cBhvr>
                                        <p:cTn id="103" dur="500" fill="hold"/>
                                        <p:tgtEl>
                                          <p:spTgt spid="51"/>
                                        </p:tgtEl>
                                        <p:attrNameLst>
                                          <p:attrName>ppt_h</p:attrName>
                                        </p:attrNameLst>
                                      </p:cBhvr>
                                      <p:tavLst>
                                        <p:tav tm="0">
                                          <p:val>
                                            <p:fltVal val="0"/>
                                          </p:val>
                                        </p:tav>
                                        <p:tav tm="100000">
                                          <p:val>
                                            <p:strVal val="#ppt_h"/>
                                          </p:val>
                                        </p:tav>
                                      </p:tavLst>
                                    </p:anim>
                                    <p:animEffect transition="in" filter="fade">
                                      <p:cBhvr>
                                        <p:cTn id="104" dur="500"/>
                                        <p:tgtEl>
                                          <p:spTgt spid="51"/>
                                        </p:tgtEl>
                                      </p:cBhvr>
                                    </p:animEffect>
                                  </p:childTnLst>
                                </p:cTn>
                              </p:par>
                              <p:par>
                                <p:cTn id="105" presetID="53" presetClass="entr" presetSubtype="16" fill="hold" grpId="0" nodeType="withEffect">
                                  <p:stCondLst>
                                    <p:cond delay="1250"/>
                                  </p:stCondLst>
                                  <p:childTnLst>
                                    <p:set>
                                      <p:cBhvr>
                                        <p:cTn id="106" dur="1" fill="hold">
                                          <p:stCondLst>
                                            <p:cond delay="0"/>
                                          </p:stCondLst>
                                        </p:cTn>
                                        <p:tgtEl>
                                          <p:spTgt spid="52"/>
                                        </p:tgtEl>
                                        <p:attrNameLst>
                                          <p:attrName>style.visibility</p:attrName>
                                        </p:attrNameLst>
                                      </p:cBhvr>
                                      <p:to>
                                        <p:strVal val="visible"/>
                                      </p:to>
                                    </p:set>
                                    <p:anim calcmode="lin" valueType="num">
                                      <p:cBhvr>
                                        <p:cTn id="107" dur="500" fill="hold"/>
                                        <p:tgtEl>
                                          <p:spTgt spid="52"/>
                                        </p:tgtEl>
                                        <p:attrNameLst>
                                          <p:attrName>ppt_w</p:attrName>
                                        </p:attrNameLst>
                                      </p:cBhvr>
                                      <p:tavLst>
                                        <p:tav tm="0">
                                          <p:val>
                                            <p:fltVal val="0"/>
                                          </p:val>
                                        </p:tav>
                                        <p:tav tm="100000">
                                          <p:val>
                                            <p:strVal val="#ppt_w"/>
                                          </p:val>
                                        </p:tav>
                                      </p:tavLst>
                                    </p:anim>
                                    <p:anim calcmode="lin" valueType="num">
                                      <p:cBhvr>
                                        <p:cTn id="108" dur="500" fill="hold"/>
                                        <p:tgtEl>
                                          <p:spTgt spid="52"/>
                                        </p:tgtEl>
                                        <p:attrNameLst>
                                          <p:attrName>ppt_h</p:attrName>
                                        </p:attrNameLst>
                                      </p:cBhvr>
                                      <p:tavLst>
                                        <p:tav tm="0">
                                          <p:val>
                                            <p:fltVal val="0"/>
                                          </p:val>
                                        </p:tav>
                                        <p:tav tm="100000">
                                          <p:val>
                                            <p:strVal val="#ppt_h"/>
                                          </p:val>
                                        </p:tav>
                                      </p:tavLst>
                                    </p:anim>
                                    <p:animEffect transition="in" filter="fade">
                                      <p:cBhvr>
                                        <p:cTn id="109" dur="500"/>
                                        <p:tgtEl>
                                          <p:spTgt spid="52"/>
                                        </p:tgtEl>
                                      </p:cBhvr>
                                    </p:animEffect>
                                  </p:childTnLst>
                                </p:cTn>
                              </p:par>
                              <p:par>
                                <p:cTn id="110" presetID="53" presetClass="entr" presetSubtype="16" fill="hold" grpId="0" nodeType="withEffect">
                                  <p:stCondLst>
                                    <p:cond delay="1250"/>
                                  </p:stCondLst>
                                  <p:childTnLst>
                                    <p:set>
                                      <p:cBhvr>
                                        <p:cTn id="111" dur="1" fill="hold">
                                          <p:stCondLst>
                                            <p:cond delay="0"/>
                                          </p:stCondLst>
                                        </p:cTn>
                                        <p:tgtEl>
                                          <p:spTgt spid="53"/>
                                        </p:tgtEl>
                                        <p:attrNameLst>
                                          <p:attrName>style.visibility</p:attrName>
                                        </p:attrNameLst>
                                      </p:cBhvr>
                                      <p:to>
                                        <p:strVal val="visible"/>
                                      </p:to>
                                    </p:set>
                                    <p:anim calcmode="lin" valueType="num">
                                      <p:cBhvr>
                                        <p:cTn id="112" dur="500" fill="hold"/>
                                        <p:tgtEl>
                                          <p:spTgt spid="53"/>
                                        </p:tgtEl>
                                        <p:attrNameLst>
                                          <p:attrName>ppt_w</p:attrName>
                                        </p:attrNameLst>
                                      </p:cBhvr>
                                      <p:tavLst>
                                        <p:tav tm="0">
                                          <p:val>
                                            <p:fltVal val="0"/>
                                          </p:val>
                                        </p:tav>
                                        <p:tav tm="100000">
                                          <p:val>
                                            <p:strVal val="#ppt_w"/>
                                          </p:val>
                                        </p:tav>
                                      </p:tavLst>
                                    </p:anim>
                                    <p:anim calcmode="lin" valueType="num">
                                      <p:cBhvr>
                                        <p:cTn id="113" dur="500" fill="hold"/>
                                        <p:tgtEl>
                                          <p:spTgt spid="53"/>
                                        </p:tgtEl>
                                        <p:attrNameLst>
                                          <p:attrName>ppt_h</p:attrName>
                                        </p:attrNameLst>
                                      </p:cBhvr>
                                      <p:tavLst>
                                        <p:tav tm="0">
                                          <p:val>
                                            <p:fltVal val="0"/>
                                          </p:val>
                                        </p:tav>
                                        <p:tav tm="100000">
                                          <p:val>
                                            <p:strVal val="#ppt_h"/>
                                          </p:val>
                                        </p:tav>
                                      </p:tavLst>
                                    </p:anim>
                                    <p:animEffect transition="in" filter="fade">
                                      <p:cBhvr>
                                        <p:cTn id="114" dur="500"/>
                                        <p:tgtEl>
                                          <p:spTgt spid="53"/>
                                        </p:tgtEl>
                                      </p:cBhvr>
                                    </p:animEffect>
                                  </p:childTnLst>
                                </p:cTn>
                              </p:par>
                            </p:childTnLst>
                          </p:cTn>
                        </p:par>
                        <p:par>
                          <p:cTn id="115" fill="hold">
                            <p:stCondLst>
                              <p:cond delay="5500"/>
                            </p:stCondLst>
                            <p:childTnLst>
                              <p:par>
                                <p:cTn id="116" presetID="2" presetClass="entr" presetSubtype="2" fill="hold" grpId="0" nodeType="afterEffect">
                                  <p:stCondLst>
                                    <p:cond delay="0"/>
                                  </p:stCondLst>
                                  <p:childTnLst>
                                    <p:set>
                                      <p:cBhvr>
                                        <p:cTn id="117" dur="1" fill="hold">
                                          <p:stCondLst>
                                            <p:cond delay="0"/>
                                          </p:stCondLst>
                                        </p:cTn>
                                        <p:tgtEl>
                                          <p:spTgt spid="71"/>
                                        </p:tgtEl>
                                        <p:attrNameLst>
                                          <p:attrName>style.visibility</p:attrName>
                                        </p:attrNameLst>
                                      </p:cBhvr>
                                      <p:to>
                                        <p:strVal val="visible"/>
                                      </p:to>
                                    </p:set>
                                    <p:anim calcmode="lin" valueType="num">
                                      <p:cBhvr additive="base">
                                        <p:cTn id="118" dur="300" fill="hold"/>
                                        <p:tgtEl>
                                          <p:spTgt spid="71"/>
                                        </p:tgtEl>
                                        <p:attrNameLst>
                                          <p:attrName>ppt_x</p:attrName>
                                        </p:attrNameLst>
                                      </p:cBhvr>
                                      <p:tavLst>
                                        <p:tav tm="0">
                                          <p:val>
                                            <p:strVal val="1+#ppt_w/2"/>
                                          </p:val>
                                        </p:tav>
                                        <p:tav tm="100000">
                                          <p:val>
                                            <p:strVal val="#ppt_x"/>
                                          </p:val>
                                        </p:tav>
                                      </p:tavLst>
                                    </p:anim>
                                    <p:anim calcmode="lin" valueType="num">
                                      <p:cBhvr additive="base">
                                        <p:cTn id="119" dur="300" fill="hold"/>
                                        <p:tgtEl>
                                          <p:spTgt spid="71"/>
                                        </p:tgtEl>
                                        <p:attrNameLst>
                                          <p:attrName>ppt_y</p:attrName>
                                        </p:attrNameLst>
                                      </p:cBhvr>
                                      <p:tavLst>
                                        <p:tav tm="0">
                                          <p:val>
                                            <p:strVal val="#ppt_y"/>
                                          </p:val>
                                        </p:tav>
                                        <p:tav tm="100000">
                                          <p:val>
                                            <p:strVal val="#ppt_y"/>
                                          </p:val>
                                        </p:tav>
                                      </p:tavLst>
                                    </p:anim>
                                  </p:childTnLst>
                                </p:cTn>
                              </p:par>
                            </p:childTnLst>
                          </p:cTn>
                        </p:par>
                        <p:par>
                          <p:cTn id="120" fill="hold">
                            <p:stCondLst>
                              <p:cond delay="6000"/>
                            </p:stCondLst>
                            <p:childTnLst>
                              <p:par>
                                <p:cTn id="121" presetID="2" presetClass="entr" presetSubtype="2" fill="hold" grpId="0" nodeType="afterEffect">
                                  <p:stCondLst>
                                    <p:cond delay="0"/>
                                  </p:stCondLst>
                                  <p:childTnLst>
                                    <p:set>
                                      <p:cBhvr>
                                        <p:cTn id="122" dur="1" fill="hold">
                                          <p:stCondLst>
                                            <p:cond delay="0"/>
                                          </p:stCondLst>
                                        </p:cTn>
                                        <p:tgtEl>
                                          <p:spTgt spid="70"/>
                                        </p:tgtEl>
                                        <p:attrNameLst>
                                          <p:attrName>style.visibility</p:attrName>
                                        </p:attrNameLst>
                                      </p:cBhvr>
                                      <p:to>
                                        <p:strVal val="visible"/>
                                      </p:to>
                                    </p:set>
                                    <p:anim calcmode="lin" valueType="num">
                                      <p:cBhvr additive="base">
                                        <p:cTn id="123" dur="300" fill="hold"/>
                                        <p:tgtEl>
                                          <p:spTgt spid="70"/>
                                        </p:tgtEl>
                                        <p:attrNameLst>
                                          <p:attrName>ppt_x</p:attrName>
                                        </p:attrNameLst>
                                      </p:cBhvr>
                                      <p:tavLst>
                                        <p:tav tm="0">
                                          <p:val>
                                            <p:strVal val="1+#ppt_w/2"/>
                                          </p:val>
                                        </p:tav>
                                        <p:tav tm="100000">
                                          <p:val>
                                            <p:strVal val="#ppt_x"/>
                                          </p:val>
                                        </p:tav>
                                      </p:tavLst>
                                    </p:anim>
                                    <p:anim calcmode="lin" valueType="num">
                                      <p:cBhvr additive="base">
                                        <p:cTn id="124" dur="3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p:bldP spid="22" grpId="0" bldLvl="0" animBg="1"/>
      <p:bldP spid="23" grpId="0" bldLvl="0" animBg="1"/>
      <p:bldP spid="24" grpId="0" bldLvl="0" animBg="1"/>
      <p:bldP spid="25" grpId="0" bldLvl="0" animBg="1"/>
      <p:bldP spid="26" grpId="0"/>
      <p:bldP spid="27" grpId="0"/>
      <p:bldP spid="28" grpId="0"/>
      <p:bldP spid="29" grpId="0"/>
      <p:bldP spid="40" grpId="0"/>
      <p:bldP spid="41" grpId="0"/>
      <p:bldP spid="44" grpId="0"/>
      <p:bldP spid="45" grpId="0"/>
      <p:bldP spid="46" grpId="0"/>
      <p:bldP spid="47" grpId="0"/>
      <p:bldP spid="48" grpId="0"/>
      <p:bldP spid="49" grpId="0"/>
      <p:bldP spid="50" grpId="0"/>
      <p:bldP spid="51" grpId="0"/>
      <p:bldP spid="52" grpId="0"/>
      <p:bldP spid="53" grpId="0"/>
      <p:bldP spid="70" grpId="0"/>
      <p:bldP spid="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35332"/>
            <a:ext cx="6692109"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BIG EVENT</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p:cNvCxnSpPr/>
          <p:nvPr/>
        </p:nvCxnSpPr>
        <p:spPr>
          <a:xfrm>
            <a:off x="1345059" y="220486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标题 4"/>
          <p:cNvSpPr txBox="1"/>
          <p:nvPr/>
        </p:nvSpPr>
        <p:spPr>
          <a:xfrm>
            <a:off x="1489075" y="206084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smtClean="0">
                <a:solidFill>
                  <a:schemeClr val="tx1">
                    <a:lumMod val="75000"/>
                    <a:lumOff val="25000"/>
                  </a:schemeClr>
                </a:solidFill>
                <a:latin typeface="Impact MT Std" pitchFamily="34" charset="0"/>
                <a:ea typeface="微软雅黑" panose="020B0503020204020204" pitchFamily="34" charset="-122"/>
              </a:rPr>
              <a:t>添加标题</a:t>
            </a:r>
            <a:endParaRPr lang="en-US" altLang="zh-CN" sz="28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2" name="标题 4"/>
          <p:cNvSpPr txBox="1"/>
          <p:nvPr/>
        </p:nvSpPr>
        <p:spPr>
          <a:xfrm>
            <a:off x="1489075" y="256490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3" name="标题 4"/>
          <p:cNvSpPr txBox="1"/>
          <p:nvPr/>
        </p:nvSpPr>
        <p:spPr>
          <a:xfrm>
            <a:off x="1489075" y="285293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4" name="标题 4"/>
          <p:cNvSpPr txBox="1"/>
          <p:nvPr/>
        </p:nvSpPr>
        <p:spPr>
          <a:xfrm>
            <a:off x="1489075" y="314096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5" name="标题 4"/>
          <p:cNvSpPr txBox="1"/>
          <p:nvPr/>
        </p:nvSpPr>
        <p:spPr>
          <a:xfrm>
            <a:off x="1489075" y="342900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6" name="标题 4"/>
          <p:cNvSpPr txBox="1"/>
          <p:nvPr/>
        </p:nvSpPr>
        <p:spPr>
          <a:xfrm>
            <a:off x="1489075" y="371703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7" name="矩形 26"/>
          <p:cNvSpPr/>
          <p:nvPr/>
        </p:nvSpPr>
        <p:spPr>
          <a:xfrm>
            <a:off x="1273051" y="4365104"/>
            <a:ext cx="2304256" cy="43204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28" name="Freeform 34"/>
          <p:cNvSpPr>
            <a:spLocks noEditPoints="1"/>
          </p:cNvSpPr>
          <p:nvPr/>
        </p:nvSpPr>
        <p:spPr bwMode="auto">
          <a:xfrm>
            <a:off x="1417067" y="4437459"/>
            <a:ext cx="285750" cy="287338"/>
          </a:xfrm>
          <a:custGeom>
            <a:avLst/>
            <a:gdLst>
              <a:gd name="T0" fmla="*/ 180 w 199"/>
              <a:gd name="T1" fmla="*/ 80 h 199"/>
              <a:gd name="T2" fmla="*/ 118 w 199"/>
              <a:gd name="T3" fmla="*/ 19 h 199"/>
              <a:gd name="T4" fmla="*/ 137 w 199"/>
              <a:gd name="T5" fmla="*/ 0 h 199"/>
              <a:gd name="T6" fmla="*/ 199 w 199"/>
              <a:gd name="T7" fmla="*/ 62 h 199"/>
              <a:gd name="T8" fmla="*/ 180 w 199"/>
              <a:gd name="T9" fmla="*/ 80 h 199"/>
              <a:gd name="T10" fmla="*/ 162 w 199"/>
              <a:gd name="T11" fmla="*/ 98 h 199"/>
              <a:gd name="T12" fmla="*/ 160 w 199"/>
              <a:gd name="T13" fmla="*/ 99 h 199"/>
              <a:gd name="T14" fmla="*/ 149 w 199"/>
              <a:gd name="T15" fmla="*/ 99 h 199"/>
              <a:gd name="T16" fmla="*/ 137 w 199"/>
              <a:gd name="T17" fmla="*/ 99 h 199"/>
              <a:gd name="T18" fmla="*/ 124 w 199"/>
              <a:gd name="T19" fmla="*/ 149 h 199"/>
              <a:gd name="T20" fmla="*/ 25 w 199"/>
              <a:gd name="T21" fmla="*/ 199 h 199"/>
              <a:gd name="T22" fmla="*/ 13 w 199"/>
              <a:gd name="T23" fmla="*/ 199 h 199"/>
              <a:gd name="T24" fmla="*/ 52 w 199"/>
              <a:gd name="T25" fmla="*/ 159 h 199"/>
              <a:gd name="T26" fmla="*/ 62 w 199"/>
              <a:gd name="T27" fmla="*/ 161 h 199"/>
              <a:gd name="T28" fmla="*/ 87 w 199"/>
              <a:gd name="T29" fmla="*/ 137 h 199"/>
              <a:gd name="T30" fmla="*/ 62 w 199"/>
              <a:gd name="T31" fmla="*/ 112 h 199"/>
              <a:gd name="T32" fmla="*/ 37 w 199"/>
              <a:gd name="T33" fmla="*/ 137 h 199"/>
              <a:gd name="T34" fmla="*/ 40 w 199"/>
              <a:gd name="T35" fmla="*/ 147 h 199"/>
              <a:gd name="T36" fmla="*/ 0 w 199"/>
              <a:gd name="T37" fmla="*/ 186 h 199"/>
              <a:gd name="T38" fmla="*/ 0 w 199"/>
              <a:gd name="T39" fmla="*/ 174 h 199"/>
              <a:gd name="T40" fmla="*/ 50 w 199"/>
              <a:gd name="T41" fmla="*/ 75 h 199"/>
              <a:gd name="T42" fmla="*/ 100 w 199"/>
              <a:gd name="T43" fmla="*/ 62 h 199"/>
              <a:gd name="T44" fmla="*/ 100 w 199"/>
              <a:gd name="T45" fmla="*/ 50 h 199"/>
              <a:gd name="T46" fmla="*/ 100 w 199"/>
              <a:gd name="T47" fmla="*/ 38 h 199"/>
              <a:gd name="T48" fmla="*/ 100 w 199"/>
              <a:gd name="T49" fmla="*/ 37 h 199"/>
              <a:gd name="T50" fmla="*/ 106 w 199"/>
              <a:gd name="T51" fmla="*/ 31 h 199"/>
              <a:gd name="T52" fmla="*/ 167 w 199"/>
              <a:gd name="T53" fmla="*/ 93 h 199"/>
              <a:gd name="T54" fmla="*/ 162 w 199"/>
              <a:gd name="T55" fmla="*/ 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9" h="199">
                <a:moveTo>
                  <a:pt x="180" y="80"/>
                </a:moveTo>
                <a:cubicBezTo>
                  <a:pt x="118" y="19"/>
                  <a:pt x="118" y="19"/>
                  <a:pt x="118" y="19"/>
                </a:cubicBezTo>
                <a:cubicBezTo>
                  <a:pt x="137" y="0"/>
                  <a:pt x="137" y="0"/>
                  <a:pt x="137" y="0"/>
                </a:cubicBezTo>
                <a:cubicBezTo>
                  <a:pt x="199" y="62"/>
                  <a:pt x="199" y="62"/>
                  <a:pt x="199" y="62"/>
                </a:cubicBezTo>
                <a:lnTo>
                  <a:pt x="180" y="80"/>
                </a:lnTo>
                <a:close/>
                <a:moveTo>
                  <a:pt x="162" y="98"/>
                </a:moveTo>
                <a:cubicBezTo>
                  <a:pt x="161" y="99"/>
                  <a:pt x="161" y="99"/>
                  <a:pt x="160" y="99"/>
                </a:cubicBezTo>
                <a:cubicBezTo>
                  <a:pt x="149" y="99"/>
                  <a:pt x="149" y="99"/>
                  <a:pt x="149" y="99"/>
                </a:cubicBezTo>
                <a:cubicBezTo>
                  <a:pt x="137" y="99"/>
                  <a:pt x="137" y="99"/>
                  <a:pt x="137" y="99"/>
                </a:cubicBezTo>
                <a:cubicBezTo>
                  <a:pt x="124" y="149"/>
                  <a:pt x="124" y="149"/>
                  <a:pt x="124" y="149"/>
                </a:cubicBezTo>
                <a:cubicBezTo>
                  <a:pt x="25" y="199"/>
                  <a:pt x="25" y="199"/>
                  <a:pt x="25" y="199"/>
                </a:cubicBezTo>
                <a:cubicBezTo>
                  <a:pt x="13" y="199"/>
                  <a:pt x="13" y="199"/>
                  <a:pt x="13" y="199"/>
                </a:cubicBezTo>
                <a:cubicBezTo>
                  <a:pt x="52" y="159"/>
                  <a:pt x="52" y="159"/>
                  <a:pt x="52" y="159"/>
                </a:cubicBezTo>
                <a:cubicBezTo>
                  <a:pt x="55" y="161"/>
                  <a:pt x="59" y="161"/>
                  <a:pt x="62" y="161"/>
                </a:cubicBezTo>
                <a:cubicBezTo>
                  <a:pt x="76" y="161"/>
                  <a:pt x="87" y="150"/>
                  <a:pt x="87" y="137"/>
                </a:cubicBezTo>
                <a:cubicBezTo>
                  <a:pt x="87" y="123"/>
                  <a:pt x="76" y="112"/>
                  <a:pt x="62" y="112"/>
                </a:cubicBezTo>
                <a:cubicBezTo>
                  <a:pt x="49" y="112"/>
                  <a:pt x="37" y="123"/>
                  <a:pt x="37" y="137"/>
                </a:cubicBezTo>
                <a:cubicBezTo>
                  <a:pt x="37" y="140"/>
                  <a:pt x="38" y="144"/>
                  <a:pt x="40" y="147"/>
                </a:cubicBezTo>
                <a:cubicBezTo>
                  <a:pt x="0" y="186"/>
                  <a:pt x="0" y="186"/>
                  <a:pt x="0" y="186"/>
                </a:cubicBezTo>
                <a:cubicBezTo>
                  <a:pt x="0" y="174"/>
                  <a:pt x="0" y="174"/>
                  <a:pt x="0" y="174"/>
                </a:cubicBezTo>
                <a:cubicBezTo>
                  <a:pt x="50" y="75"/>
                  <a:pt x="50" y="75"/>
                  <a:pt x="50" y="75"/>
                </a:cubicBezTo>
                <a:cubicBezTo>
                  <a:pt x="100" y="62"/>
                  <a:pt x="100" y="62"/>
                  <a:pt x="100" y="62"/>
                </a:cubicBezTo>
                <a:cubicBezTo>
                  <a:pt x="100" y="50"/>
                  <a:pt x="100" y="50"/>
                  <a:pt x="100" y="50"/>
                </a:cubicBezTo>
                <a:cubicBezTo>
                  <a:pt x="100" y="38"/>
                  <a:pt x="100" y="38"/>
                  <a:pt x="100" y="38"/>
                </a:cubicBezTo>
                <a:cubicBezTo>
                  <a:pt x="100" y="37"/>
                  <a:pt x="100" y="37"/>
                  <a:pt x="100" y="37"/>
                </a:cubicBezTo>
                <a:cubicBezTo>
                  <a:pt x="106" y="31"/>
                  <a:pt x="106" y="31"/>
                  <a:pt x="106" y="31"/>
                </a:cubicBezTo>
                <a:cubicBezTo>
                  <a:pt x="167" y="93"/>
                  <a:pt x="167" y="93"/>
                  <a:pt x="167" y="93"/>
                </a:cubicBezTo>
                <a:lnTo>
                  <a:pt x="162" y="98"/>
                </a:ln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
        <p:nvSpPr>
          <p:cNvPr id="29" name="标题 4"/>
          <p:cNvSpPr txBox="1"/>
          <p:nvPr/>
        </p:nvSpPr>
        <p:spPr>
          <a:xfrm>
            <a:off x="1849115" y="436510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bg1"/>
                </a:solidFill>
                <a:latin typeface="Impact MT Std" pitchFamily="34" charset="0"/>
                <a:ea typeface="微软雅黑" panose="020B0503020204020204" pitchFamily="34" charset="-122"/>
              </a:rPr>
              <a:t>此处添加标题</a:t>
            </a:r>
            <a:endParaRPr lang="zh-CN" altLang="en-US" sz="1800" dirty="0" smtClean="0">
              <a:solidFill>
                <a:schemeClr val="bg1"/>
              </a:solidFill>
              <a:latin typeface="Impact MT Std" pitchFamily="34" charset="0"/>
              <a:ea typeface="微软雅黑" panose="020B0503020204020204" pitchFamily="34" charset="-122"/>
            </a:endParaRPr>
          </a:p>
        </p:txBody>
      </p:sp>
      <p:cxnSp>
        <p:nvCxnSpPr>
          <p:cNvPr id="30" name="直接连接符 29"/>
          <p:cNvCxnSpPr/>
          <p:nvPr/>
        </p:nvCxnSpPr>
        <p:spPr>
          <a:xfrm>
            <a:off x="3865339" y="220486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1" name="标题 4"/>
          <p:cNvSpPr txBox="1"/>
          <p:nvPr/>
        </p:nvSpPr>
        <p:spPr>
          <a:xfrm>
            <a:off x="4009355" y="206084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2800" b="1" dirty="0" smtClean="0">
                <a:solidFill>
                  <a:schemeClr val="tx1">
                    <a:lumMod val="75000"/>
                    <a:lumOff val="25000"/>
                  </a:schemeClr>
                </a:solidFill>
                <a:latin typeface="Impact MT Std" pitchFamily="34" charset="0"/>
                <a:ea typeface="微软雅黑" panose="020B0503020204020204" pitchFamily="34" charset="-122"/>
              </a:rPr>
              <a:t>添加标题</a:t>
            </a:r>
            <a:endParaRPr sz="28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2" name="标题 4"/>
          <p:cNvSpPr txBox="1"/>
          <p:nvPr/>
        </p:nvSpPr>
        <p:spPr>
          <a:xfrm>
            <a:off x="4009355" y="256490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3" name="标题 4"/>
          <p:cNvSpPr txBox="1"/>
          <p:nvPr/>
        </p:nvSpPr>
        <p:spPr>
          <a:xfrm>
            <a:off x="4009355" y="285293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4" name="标题 4"/>
          <p:cNvSpPr txBox="1"/>
          <p:nvPr/>
        </p:nvSpPr>
        <p:spPr>
          <a:xfrm>
            <a:off x="4009355" y="314096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5" name="标题 4"/>
          <p:cNvSpPr txBox="1"/>
          <p:nvPr/>
        </p:nvSpPr>
        <p:spPr>
          <a:xfrm>
            <a:off x="4009355" y="342900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6" name="标题 4"/>
          <p:cNvSpPr txBox="1"/>
          <p:nvPr/>
        </p:nvSpPr>
        <p:spPr>
          <a:xfrm>
            <a:off x="4009355" y="371703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37" name="矩形 36"/>
          <p:cNvSpPr/>
          <p:nvPr/>
        </p:nvSpPr>
        <p:spPr>
          <a:xfrm>
            <a:off x="3793331" y="4365104"/>
            <a:ext cx="2304256" cy="432048"/>
          </a:xfrm>
          <a:prstGeom prst="rect">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38" name="标题 4"/>
          <p:cNvSpPr txBox="1"/>
          <p:nvPr/>
        </p:nvSpPr>
        <p:spPr>
          <a:xfrm>
            <a:off x="4369395" y="436510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bg1"/>
                </a:solidFill>
                <a:latin typeface="Impact MT Std" pitchFamily="34" charset="0"/>
                <a:ea typeface="微软雅黑" panose="020B0503020204020204" pitchFamily="34" charset="-122"/>
              </a:rPr>
              <a:t>此处添加标题</a:t>
            </a:r>
            <a:endParaRPr lang="zh-CN" altLang="en-US" sz="1800" dirty="0" smtClean="0">
              <a:solidFill>
                <a:schemeClr val="bg1"/>
              </a:solidFill>
              <a:latin typeface="Impact MT Std" pitchFamily="34" charset="0"/>
              <a:ea typeface="微软雅黑" panose="020B0503020204020204" pitchFamily="34" charset="-122"/>
            </a:endParaRPr>
          </a:p>
        </p:txBody>
      </p:sp>
      <p:cxnSp>
        <p:nvCxnSpPr>
          <p:cNvPr id="39" name="直接连接符 38"/>
          <p:cNvCxnSpPr/>
          <p:nvPr/>
        </p:nvCxnSpPr>
        <p:spPr>
          <a:xfrm>
            <a:off x="6385619" y="220486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标题 4"/>
          <p:cNvSpPr txBox="1"/>
          <p:nvPr/>
        </p:nvSpPr>
        <p:spPr>
          <a:xfrm>
            <a:off x="6529635" y="206084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2800" b="1" dirty="0" smtClean="0">
                <a:solidFill>
                  <a:schemeClr val="tx1">
                    <a:lumMod val="75000"/>
                    <a:lumOff val="25000"/>
                  </a:schemeClr>
                </a:solidFill>
                <a:latin typeface="Impact MT Std" pitchFamily="34" charset="0"/>
                <a:ea typeface="微软雅黑" panose="020B0503020204020204" pitchFamily="34" charset="-122"/>
              </a:rPr>
              <a:t>添加标题</a:t>
            </a:r>
            <a:endParaRPr sz="28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1" name="标题 4"/>
          <p:cNvSpPr txBox="1"/>
          <p:nvPr/>
        </p:nvSpPr>
        <p:spPr>
          <a:xfrm>
            <a:off x="6529635" y="256490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4" name="标题 4"/>
          <p:cNvSpPr txBox="1"/>
          <p:nvPr/>
        </p:nvSpPr>
        <p:spPr>
          <a:xfrm>
            <a:off x="6529635" y="285293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5" name="标题 4"/>
          <p:cNvSpPr txBox="1"/>
          <p:nvPr/>
        </p:nvSpPr>
        <p:spPr>
          <a:xfrm>
            <a:off x="6529635" y="314096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6" name="标题 4"/>
          <p:cNvSpPr txBox="1"/>
          <p:nvPr/>
        </p:nvSpPr>
        <p:spPr>
          <a:xfrm>
            <a:off x="6529635" y="342900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7" name="标题 4"/>
          <p:cNvSpPr txBox="1"/>
          <p:nvPr/>
        </p:nvSpPr>
        <p:spPr>
          <a:xfrm>
            <a:off x="6529635" y="371703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48" name="矩形 47"/>
          <p:cNvSpPr/>
          <p:nvPr/>
        </p:nvSpPr>
        <p:spPr>
          <a:xfrm>
            <a:off x="6313611" y="4365104"/>
            <a:ext cx="2304256" cy="43204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49" name="标题 4"/>
          <p:cNvSpPr txBox="1"/>
          <p:nvPr/>
        </p:nvSpPr>
        <p:spPr>
          <a:xfrm>
            <a:off x="6889675" y="436510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bg1"/>
                </a:solidFill>
                <a:latin typeface="Impact MT Std" pitchFamily="34" charset="0"/>
                <a:ea typeface="微软雅黑" panose="020B0503020204020204" pitchFamily="34" charset="-122"/>
              </a:rPr>
              <a:t>此处添加标题</a:t>
            </a:r>
            <a:endParaRPr lang="zh-CN" altLang="en-US" sz="1800" dirty="0" smtClean="0">
              <a:solidFill>
                <a:schemeClr val="bg1"/>
              </a:solidFill>
              <a:latin typeface="Impact MT Std" pitchFamily="34" charset="0"/>
              <a:ea typeface="微软雅黑" panose="020B0503020204020204" pitchFamily="34" charset="-122"/>
            </a:endParaRPr>
          </a:p>
        </p:txBody>
      </p:sp>
      <p:cxnSp>
        <p:nvCxnSpPr>
          <p:cNvPr id="50" name="直接连接符 49"/>
          <p:cNvCxnSpPr/>
          <p:nvPr/>
        </p:nvCxnSpPr>
        <p:spPr>
          <a:xfrm>
            <a:off x="8905899" y="220486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1" name="标题 4"/>
          <p:cNvSpPr txBox="1"/>
          <p:nvPr/>
        </p:nvSpPr>
        <p:spPr>
          <a:xfrm>
            <a:off x="9049915" y="206084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2800" b="1" dirty="0" smtClean="0">
                <a:solidFill>
                  <a:schemeClr val="tx1">
                    <a:lumMod val="75000"/>
                    <a:lumOff val="25000"/>
                  </a:schemeClr>
                </a:solidFill>
                <a:latin typeface="Impact MT Std" pitchFamily="34" charset="0"/>
                <a:ea typeface="微软雅黑" panose="020B0503020204020204" pitchFamily="34" charset="-122"/>
              </a:rPr>
              <a:t>添加标题</a:t>
            </a:r>
            <a:endParaRPr sz="28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2" name="标题 4"/>
          <p:cNvSpPr txBox="1"/>
          <p:nvPr/>
        </p:nvSpPr>
        <p:spPr>
          <a:xfrm>
            <a:off x="9049915" y="256490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3" name="标题 4"/>
          <p:cNvSpPr txBox="1"/>
          <p:nvPr/>
        </p:nvSpPr>
        <p:spPr>
          <a:xfrm>
            <a:off x="9049915" y="285293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4" name="标题 4"/>
          <p:cNvSpPr txBox="1"/>
          <p:nvPr/>
        </p:nvSpPr>
        <p:spPr>
          <a:xfrm>
            <a:off x="9049915" y="314096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5" name="标题 4"/>
          <p:cNvSpPr txBox="1"/>
          <p:nvPr/>
        </p:nvSpPr>
        <p:spPr>
          <a:xfrm>
            <a:off x="9049915" y="342900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6" name="标题 4"/>
          <p:cNvSpPr txBox="1"/>
          <p:nvPr/>
        </p:nvSpPr>
        <p:spPr>
          <a:xfrm>
            <a:off x="9049915" y="371703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tx1">
                    <a:lumMod val="75000"/>
                    <a:lumOff val="25000"/>
                  </a:schemeClr>
                </a:solidFill>
                <a:latin typeface="Impact MT Std" pitchFamily="34" charset="0"/>
                <a:ea typeface="微软雅黑" panose="020B0503020204020204" pitchFamily="34" charset="-122"/>
              </a:rPr>
              <a:t>单击此处添加文本</a:t>
            </a:r>
            <a:endParaRPr lang="zh-CN" altLang="en-US" sz="18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57" name="矩形 56"/>
          <p:cNvSpPr/>
          <p:nvPr/>
        </p:nvSpPr>
        <p:spPr>
          <a:xfrm>
            <a:off x="8833891" y="4365104"/>
            <a:ext cx="2304256" cy="432048"/>
          </a:xfrm>
          <a:prstGeom prst="rect">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58" name="标题 4"/>
          <p:cNvSpPr txBox="1"/>
          <p:nvPr/>
        </p:nvSpPr>
        <p:spPr>
          <a:xfrm>
            <a:off x="9409955" y="436510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smtClean="0">
                <a:solidFill>
                  <a:schemeClr val="bg1"/>
                </a:solidFill>
                <a:latin typeface="Impact MT Std" pitchFamily="34" charset="0"/>
                <a:ea typeface="微软雅黑" panose="020B0503020204020204" pitchFamily="34" charset="-122"/>
              </a:rPr>
              <a:t>此处添加标题</a:t>
            </a:r>
            <a:endParaRPr lang="zh-CN" altLang="en-US" sz="1800" dirty="0" smtClean="0">
              <a:solidFill>
                <a:schemeClr val="bg1"/>
              </a:solidFill>
              <a:latin typeface="Impact MT Std" pitchFamily="34" charset="0"/>
              <a:ea typeface="微软雅黑" panose="020B0503020204020204" pitchFamily="34" charset="-122"/>
            </a:endParaRPr>
          </a:p>
        </p:txBody>
      </p:sp>
      <p:sp>
        <p:nvSpPr>
          <p:cNvPr id="59" name="Freeform 63"/>
          <p:cNvSpPr>
            <a:spLocks noEditPoints="1"/>
          </p:cNvSpPr>
          <p:nvPr/>
        </p:nvSpPr>
        <p:spPr bwMode="auto">
          <a:xfrm>
            <a:off x="3937347" y="4469527"/>
            <a:ext cx="280988" cy="293688"/>
          </a:xfrm>
          <a:custGeom>
            <a:avLst/>
            <a:gdLst>
              <a:gd name="T0" fmla="*/ 17 w 195"/>
              <a:gd name="T1" fmla="*/ 103 h 203"/>
              <a:gd name="T2" fmla="*/ 17 w 195"/>
              <a:gd name="T3" fmla="*/ 45 h 203"/>
              <a:gd name="T4" fmla="*/ 0 w 195"/>
              <a:gd name="T5" fmla="*/ 74 h 203"/>
              <a:gd name="T6" fmla="*/ 17 w 195"/>
              <a:gd name="T7" fmla="*/ 103 h 203"/>
              <a:gd name="T8" fmla="*/ 29 w 195"/>
              <a:gd name="T9" fmla="*/ 112 h 203"/>
              <a:gd name="T10" fmla="*/ 77 w 195"/>
              <a:gd name="T11" fmla="*/ 112 h 203"/>
              <a:gd name="T12" fmla="*/ 77 w 195"/>
              <a:gd name="T13" fmla="*/ 40 h 203"/>
              <a:gd name="T14" fmla="*/ 29 w 195"/>
              <a:gd name="T15" fmla="*/ 40 h 203"/>
              <a:gd name="T16" fmla="*/ 21 w 195"/>
              <a:gd name="T17" fmla="*/ 48 h 203"/>
              <a:gd name="T18" fmla="*/ 21 w 195"/>
              <a:gd name="T19" fmla="*/ 104 h 203"/>
              <a:gd name="T20" fmla="*/ 29 w 195"/>
              <a:gd name="T21" fmla="*/ 112 h 203"/>
              <a:gd name="T22" fmla="*/ 161 w 195"/>
              <a:gd name="T23" fmla="*/ 13 h 203"/>
              <a:gd name="T24" fmla="*/ 81 w 195"/>
              <a:gd name="T25" fmla="*/ 40 h 203"/>
              <a:gd name="T26" fmla="*/ 81 w 195"/>
              <a:gd name="T27" fmla="*/ 113 h 203"/>
              <a:gd name="T28" fmla="*/ 161 w 195"/>
              <a:gd name="T29" fmla="*/ 140 h 203"/>
              <a:gd name="T30" fmla="*/ 161 w 195"/>
              <a:gd name="T31" fmla="*/ 13 h 203"/>
              <a:gd name="T32" fmla="*/ 89 w 195"/>
              <a:gd name="T33" fmla="*/ 68 h 203"/>
              <a:gd name="T34" fmla="*/ 89 w 195"/>
              <a:gd name="T35" fmla="*/ 52 h 203"/>
              <a:gd name="T36" fmla="*/ 154 w 195"/>
              <a:gd name="T37" fmla="*/ 29 h 203"/>
              <a:gd name="T38" fmla="*/ 89 w 195"/>
              <a:gd name="T39" fmla="*/ 68 h 203"/>
              <a:gd name="T40" fmla="*/ 177 w 195"/>
              <a:gd name="T41" fmla="*/ 0 h 203"/>
              <a:gd name="T42" fmla="*/ 165 w 195"/>
              <a:gd name="T43" fmla="*/ 0 h 203"/>
              <a:gd name="T44" fmla="*/ 165 w 195"/>
              <a:gd name="T45" fmla="*/ 152 h 203"/>
              <a:gd name="T46" fmla="*/ 177 w 195"/>
              <a:gd name="T47" fmla="*/ 152 h 203"/>
              <a:gd name="T48" fmla="*/ 177 w 195"/>
              <a:gd name="T49" fmla="*/ 0 h 203"/>
              <a:gd name="T50" fmla="*/ 195 w 195"/>
              <a:gd name="T51" fmla="*/ 75 h 203"/>
              <a:gd name="T52" fmla="*/ 181 w 195"/>
              <a:gd name="T53" fmla="*/ 54 h 203"/>
              <a:gd name="T54" fmla="*/ 181 w 195"/>
              <a:gd name="T55" fmla="*/ 96 h 203"/>
              <a:gd name="T56" fmla="*/ 195 w 195"/>
              <a:gd name="T57" fmla="*/ 75 h 203"/>
              <a:gd name="T58" fmla="*/ 65 w 195"/>
              <a:gd name="T59" fmla="*/ 116 h 203"/>
              <a:gd name="T60" fmla="*/ 29 w 195"/>
              <a:gd name="T61" fmla="*/ 116 h 203"/>
              <a:gd name="T62" fmla="*/ 41 w 195"/>
              <a:gd name="T63" fmla="*/ 186 h 203"/>
              <a:gd name="T64" fmla="*/ 65 w 195"/>
              <a:gd name="T65" fmla="*/ 180 h 203"/>
              <a:gd name="T66" fmla="*/ 65 w 195"/>
              <a:gd name="T67"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5" h="203">
                <a:moveTo>
                  <a:pt x="17" y="103"/>
                </a:moveTo>
                <a:cubicBezTo>
                  <a:pt x="17" y="45"/>
                  <a:pt x="17" y="45"/>
                  <a:pt x="17" y="45"/>
                </a:cubicBezTo>
                <a:cubicBezTo>
                  <a:pt x="7" y="48"/>
                  <a:pt x="0" y="60"/>
                  <a:pt x="0" y="74"/>
                </a:cubicBezTo>
                <a:cubicBezTo>
                  <a:pt x="0" y="88"/>
                  <a:pt x="7" y="100"/>
                  <a:pt x="17" y="103"/>
                </a:cubicBezTo>
                <a:close/>
                <a:moveTo>
                  <a:pt x="29" y="112"/>
                </a:moveTo>
                <a:cubicBezTo>
                  <a:pt x="77" y="112"/>
                  <a:pt x="77" y="112"/>
                  <a:pt x="77" y="112"/>
                </a:cubicBezTo>
                <a:cubicBezTo>
                  <a:pt x="77" y="40"/>
                  <a:pt x="77" y="40"/>
                  <a:pt x="77" y="40"/>
                </a:cubicBezTo>
                <a:cubicBezTo>
                  <a:pt x="29" y="40"/>
                  <a:pt x="29" y="40"/>
                  <a:pt x="29" y="40"/>
                </a:cubicBezTo>
                <a:cubicBezTo>
                  <a:pt x="24" y="40"/>
                  <a:pt x="21" y="44"/>
                  <a:pt x="21" y="48"/>
                </a:cubicBezTo>
                <a:cubicBezTo>
                  <a:pt x="21" y="104"/>
                  <a:pt x="21" y="104"/>
                  <a:pt x="21" y="104"/>
                </a:cubicBezTo>
                <a:cubicBezTo>
                  <a:pt x="21" y="109"/>
                  <a:pt x="24" y="112"/>
                  <a:pt x="29" y="112"/>
                </a:cubicBezTo>
                <a:close/>
                <a:moveTo>
                  <a:pt x="161" y="13"/>
                </a:moveTo>
                <a:cubicBezTo>
                  <a:pt x="161" y="13"/>
                  <a:pt x="122" y="40"/>
                  <a:pt x="81" y="40"/>
                </a:cubicBezTo>
                <a:cubicBezTo>
                  <a:pt x="81" y="57"/>
                  <a:pt x="81" y="107"/>
                  <a:pt x="81" y="113"/>
                </a:cubicBezTo>
                <a:cubicBezTo>
                  <a:pt x="122" y="113"/>
                  <a:pt x="161" y="140"/>
                  <a:pt x="161" y="140"/>
                </a:cubicBezTo>
                <a:lnTo>
                  <a:pt x="161" y="13"/>
                </a:lnTo>
                <a:close/>
                <a:moveTo>
                  <a:pt x="89" y="68"/>
                </a:moveTo>
                <a:cubicBezTo>
                  <a:pt x="89" y="52"/>
                  <a:pt x="89" y="52"/>
                  <a:pt x="89" y="52"/>
                </a:cubicBezTo>
                <a:cubicBezTo>
                  <a:pt x="89" y="52"/>
                  <a:pt x="124" y="54"/>
                  <a:pt x="154" y="29"/>
                </a:cubicBezTo>
                <a:cubicBezTo>
                  <a:pt x="154" y="53"/>
                  <a:pt x="89" y="68"/>
                  <a:pt x="89" y="68"/>
                </a:cubicBezTo>
                <a:close/>
                <a:moveTo>
                  <a:pt x="177" y="0"/>
                </a:moveTo>
                <a:cubicBezTo>
                  <a:pt x="165" y="0"/>
                  <a:pt x="165" y="0"/>
                  <a:pt x="165" y="0"/>
                </a:cubicBezTo>
                <a:cubicBezTo>
                  <a:pt x="165" y="152"/>
                  <a:pt x="165" y="152"/>
                  <a:pt x="165" y="152"/>
                </a:cubicBezTo>
                <a:cubicBezTo>
                  <a:pt x="177" y="152"/>
                  <a:pt x="177" y="152"/>
                  <a:pt x="177" y="152"/>
                </a:cubicBezTo>
                <a:lnTo>
                  <a:pt x="177" y="0"/>
                </a:lnTo>
                <a:close/>
                <a:moveTo>
                  <a:pt x="195" y="75"/>
                </a:moveTo>
                <a:cubicBezTo>
                  <a:pt x="195" y="66"/>
                  <a:pt x="189" y="58"/>
                  <a:pt x="181" y="54"/>
                </a:cubicBezTo>
                <a:cubicBezTo>
                  <a:pt x="181" y="96"/>
                  <a:pt x="181" y="96"/>
                  <a:pt x="181" y="96"/>
                </a:cubicBezTo>
                <a:cubicBezTo>
                  <a:pt x="189" y="92"/>
                  <a:pt x="195" y="84"/>
                  <a:pt x="195" y="75"/>
                </a:cubicBezTo>
                <a:close/>
                <a:moveTo>
                  <a:pt x="65" y="116"/>
                </a:moveTo>
                <a:cubicBezTo>
                  <a:pt x="62" y="116"/>
                  <a:pt x="29" y="116"/>
                  <a:pt x="29" y="116"/>
                </a:cubicBezTo>
                <a:cubicBezTo>
                  <a:pt x="29" y="116"/>
                  <a:pt x="27" y="161"/>
                  <a:pt x="41" y="186"/>
                </a:cubicBezTo>
                <a:cubicBezTo>
                  <a:pt x="59" y="203"/>
                  <a:pt x="67" y="185"/>
                  <a:pt x="65" y="180"/>
                </a:cubicBezTo>
                <a:cubicBezTo>
                  <a:pt x="63" y="175"/>
                  <a:pt x="51" y="135"/>
                  <a:pt x="65" y="116"/>
                </a:cubicBez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
        <p:nvSpPr>
          <p:cNvPr id="60" name="流程图: 联系 20"/>
          <p:cNvSpPr/>
          <p:nvPr/>
        </p:nvSpPr>
        <p:spPr>
          <a:xfrm>
            <a:off x="6529634" y="4432415"/>
            <a:ext cx="216025" cy="31859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fontAlgn="auto">
              <a:spcBef>
                <a:spcPts val="0"/>
              </a:spcBef>
              <a:spcAft>
                <a:spcPts val="0"/>
              </a:spcAft>
              <a:defRPr/>
            </a:pPr>
            <a:endParaRPr lang="zh-CN" altLang="en-US">
              <a:latin typeface="Impact MT Std" pitchFamily="34" charset="0"/>
            </a:endParaRPr>
          </a:p>
        </p:txBody>
      </p:sp>
      <p:sp>
        <p:nvSpPr>
          <p:cNvPr id="61" name="Freeform 174"/>
          <p:cNvSpPr>
            <a:spLocks noEditPoints="1"/>
          </p:cNvSpPr>
          <p:nvPr/>
        </p:nvSpPr>
        <p:spPr bwMode="auto">
          <a:xfrm>
            <a:off x="9030962" y="4439840"/>
            <a:ext cx="282575" cy="282575"/>
          </a:xfrm>
          <a:custGeom>
            <a:avLst/>
            <a:gdLst>
              <a:gd name="T0" fmla="*/ 99 w 197"/>
              <a:gd name="T1" fmla="*/ 0 h 197"/>
              <a:gd name="T2" fmla="*/ 158 w 197"/>
              <a:gd name="T3" fmla="*/ 159 h 197"/>
              <a:gd name="T4" fmla="*/ 159 w 197"/>
              <a:gd name="T5" fmla="*/ 122 h 197"/>
              <a:gd name="T6" fmla="*/ 154 w 197"/>
              <a:gd name="T7" fmla="*/ 131 h 197"/>
              <a:gd name="T8" fmla="*/ 150 w 197"/>
              <a:gd name="T9" fmla="*/ 137 h 197"/>
              <a:gd name="T10" fmla="*/ 99 w 197"/>
              <a:gd name="T11" fmla="*/ 183 h 197"/>
              <a:gd name="T12" fmla="*/ 104 w 197"/>
              <a:gd name="T13" fmla="*/ 162 h 197"/>
              <a:gd name="T14" fmla="*/ 86 w 197"/>
              <a:gd name="T15" fmla="*/ 161 h 197"/>
              <a:gd name="T16" fmla="*/ 99 w 197"/>
              <a:gd name="T17" fmla="*/ 183 h 197"/>
              <a:gd name="T18" fmla="*/ 48 w 197"/>
              <a:gd name="T19" fmla="*/ 139 h 197"/>
              <a:gd name="T20" fmla="*/ 39 w 197"/>
              <a:gd name="T21" fmla="*/ 122 h 197"/>
              <a:gd name="T22" fmla="*/ 38 w 197"/>
              <a:gd name="T23" fmla="*/ 39 h 197"/>
              <a:gd name="T24" fmla="*/ 41 w 197"/>
              <a:gd name="T25" fmla="*/ 71 h 197"/>
              <a:gd name="T26" fmla="*/ 44 w 197"/>
              <a:gd name="T27" fmla="*/ 65 h 197"/>
              <a:gd name="T28" fmla="*/ 38 w 197"/>
              <a:gd name="T29" fmla="*/ 39 h 197"/>
              <a:gd name="T30" fmla="*/ 86 w 197"/>
              <a:gd name="T31" fmla="*/ 35 h 197"/>
              <a:gd name="T32" fmla="*/ 99 w 197"/>
              <a:gd name="T33" fmla="*/ 34 h 197"/>
              <a:gd name="T34" fmla="*/ 109 w 197"/>
              <a:gd name="T35" fmla="*/ 35 h 197"/>
              <a:gd name="T36" fmla="*/ 130 w 197"/>
              <a:gd name="T37" fmla="*/ 52 h 197"/>
              <a:gd name="T38" fmla="*/ 99 w 197"/>
              <a:gd name="T39" fmla="*/ 43 h 197"/>
              <a:gd name="T40" fmla="*/ 68 w 197"/>
              <a:gd name="T41" fmla="*/ 52 h 197"/>
              <a:gd name="T42" fmla="*/ 45 w 197"/>
              <a:gd name="T43" fmla="*/ 109 h 197"/>
              <a:gd name="T44" fmla="*/ 82 w 197"/>
              <a:gd name="T45" fmla="*/ 151 h 197"/>
              <a:gd name="T46" fmla="*/ 125 w 197"/>
              <a:gd name="T47" fmla="*/ 147 h 197"/>
              <a:gd name="T48" fmla="*/ 154 w 197"/>
              <a:gd name="T49" fmla="*/ 98 h 197"/>
              <a:gd name="T50" fmla="*/ 158 w 197"/>
              <a:gd name="T51" fmla="*/ 38 h 197"/>
              <a:gd name="T52" fmla="*/ 151 w 197"/>
              <a:gd name="T53" fmla="*/ 60 h 197"/>
              <a:gd name="T54" fmla="*/ 154 w 197"/>
              <a:gd name="T55" fmla="*/ 65 h 197"/>
              <a:gd name="T56" fmla="*/ 159 w 197"/>
              <a:gd name="T57" fmla="*/ 75 h 197"/>
              <a:gd name="T58" fmla="*/ 158 w 197"/>
              <a:gd name="T59" fmla="*/ 38 h 197"/>
              <a:gd name="T60" fmla="*/ 123 w 197"/>
              <a:gd name="T61" fmla="*/ 96 h 197"/>
              <a:gd name="T62" fmla="*/ 104 w 197"/>
              <a:gd name="T63" fmla="*/ 131 h 197"/>
              <a:gd name="T64" fmla="*/ 99 w 197"/>
              <a:gd name="T65" fmla="*/ 131 h 197"/>
              <a:gd name="T66" fmla="*/ 75 w 197"/>
              <a:gd name="T67" fmla="*/ 109 h 197"/>
              <a:gd name="T68" fmla="*/ 90 w 197"/>
              <a:gd name="T69" fmla="*/ 114 h 197"/>
              <a:gd name="T70" fmla="*/ 92 w 197"/>
              <a:gd name="T71" fmla="*/ 125 h 197"/>
              <a:gd name="T72" fmla="*/ 97 w 197"/>
              <a:gd name="T73" fmla="*/ 103 h 197"/>
              <a:gd name="T74" fmla="*/ 75 w 197"/>
              <a:gd name="T75" fmla="*/ 84 h 197"/>
              <a:gd name="T76" fmla="*/ 87 w 197"/>
              <a:gd name="T77" fmla="*/ 66 h 197"/>
              <a:gd name="T78" fmla="*/ 104 w 197"/>
              <a:gd name="T79" fmla="*/ 52 h 197"/>
              <a:gd name="T80" fmla="*/ 127 w 197"/>
              <a:gd name="T81" fmla="*/ 77 h 197"/>
              <a:gd name="T82" fmla="*/ 113 w 197"/>
              <a:gd name="T83" fmla="*/ 84 h 197"/>
              <a:gd name="T84" fmla="*/ 113 w 197"/>
              <a:gd name="T85" fmla="*/ 69 h 197"/>
              <a:gd name="T86" fmla="*/ 104 w 197"/>
              <a:gd name="T87" fmla="*/ 88 h 197"/>
              <a:gd name="T88" fmla="*/ 114 w 197"/>
              <a:gd name="T89" fmla="*/ 122 h 197"/>
              <a:gd name="T90" fmla="*/ 106 w 197"/>
              <a:gd name="T91" fmla="*/ 104 h 197"/>
              <a:gd name="T92" fmla="*/ 104 w 197"/>
              <a:gd name="T93" fmla="*/ 126 h 197"/>
              <a:gd name="T94" fmla="*/ 87 w 197"/>
              <a:gd name="T95" fmla="*/ 78 h 197"/>
              <a:gd name="T96" fmla="*/ 98 w 197"/>
              <a:gd name="T97" fmla="*/ 8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7" h="197">
                <a:moveTo>
                  <a:pt x="99" y="197"/>
                </a:moveTo>
                <a:cubicBezTo>
                  <a:pt x="44" y="197"/>
                  <a:pt x="0" y="153"/>
                  <a:pt x="0" y="98"/>
                </a:cubicBezTo>
                <a:cubicBezTo>
                  <a:pt x="0" y="44"/>
                  <a:pt x="44" y="0"/>
                  <a:pt x="99" y="0"/>
                </a:cubicBezTo>
                <a:cubicBezTo>
                  <a:pt x="153" y="0"/>
                  <a:pt x="197" y="44"/>
                  <a:pt x="197" y="98"/>
                </a:cubicBezTo>
                <a:cubicBezTo>
                  <a:pt x="197" y="153"/>
                  <a:pt x="153" y="197"/>
                  <a:pt x="99" y="197"/>
                </a:cubicBezTo>
                <a:close/>
                <a:moveTo>
                  <a:pt x="158" y="159"/>
                </a:moveTo>
                <a:cubicBezTo>
                  <a:pt x="168" y="149"/>
                  <a:pt x="176" y="136"/>
                  <a:pt x="180" y="122"/>
                </a:cubicBezTo>
                <a:cubicBezTo>
                  <a:pt x="159" y="122"/>
                  <a:pt x="159" y="122"/>
                  <a:pt x="159" y="122"/>
                </a:cubicBezTo>
                <a:cubicBezTo>
                  <a:pt x="159" y="122"/>
                  <a:pt x="159" y="122"/>
                  <a:pt x="159" y="122"/>
                </a:cubicBezTo>
                <a:cubicBezTo>
                  <a:pt x="158" y="124"/>
                  <a:pt x="157" y="125"/>
                  <a:pt x="157" y="127"/>
                </a:cubicBezTo>
                <a:cubicBezTo>
                  <a:pt x="156" y="127"/>
                  <a:pt x="156" y="127"/>
                  <a:pt x="156" y="127"/>
                </a:cubicBezTo>
                <a:cubicBezTo>
                  <a:pt x="156" y="129"/>
                  <a:pt x="155" y="130"/>
                  <a:pt x="154" y="131"/>
                </a:cubicBezTo>
                <a:cubicBezTo>
                  <a:pt x="154" y="132"/>
                  <a:pt x="154" y="132"/>
                  <a:pt x="153" y="132"/>
                </a:cubicBezTo>
                <a:cubicBezTo>
                  <a:pt x="153" y="134"/>
                  <a:pt x="152" y="135"/>
                  <a:pt x="151" y="136"/>
                </a:cubicBezTo>
                <a:cubicBezTo>
                  <a:pt x="151" y="136"/>
                  <a:pt x="151" y="137"/>
                  <a:pt x="150" y="137"/>
                </a:cubicBezTo>
                <a:cubicBezTo>
                  <a:pt x="149" y="138"/>
                  <a:pt x="148" y="139"/>
                  <a:pt x="147" y="141"/>
                </a:cubicBezTo>
                <a:lnTo>
                  <a:pt x="158" y="159"/>
                </a:lnTo>
                <a:close/>
                <a:moveTo>
                  <a:pt x="99" y="183"/>
                </a:moveTo>
                <a:cubicBezTo>
                  <a:pt x="106" y="183"/>
                  <a:pt x="113" y="182"/>
                  <a:pt x="119" y="180"/>
                </a:cubicBezTo>
                <a:cubicBezTo>
                  <a:pt x="109" y="162"/>
                  <a:pt x="109" y="162"/>
                  <a:pt x="109" y="162"/>
                </a:cubicBezTo>
                <a:cubicBezTo>
                  <a:pt x="107" y="162"/>
                  <a:pt x="106" y="162"/>
                  <a:pt x="104" y="162"/>
                </a:cubicBezTo>
                <a:cubicBezTo>
                  <a:pt x="102" y="163"/>
                  <a:pt x="101" y="163"/>
                  <a:pt x="99" y="163"/>
                </a:cubicBezTo>
                <a:cubicBezTo>
                  <a:pt x="97" y="163"/>
                  <a:pt x="94" y="163"/>
                  <a:pt x="92" y="162"/>
                </a:cubicBezTo>
                <a:cubicBezTo>
                  <a:pt x="90" y="162"/>
                  <a:pt x="88" y="162"/>
                  <a:pt x="86" y="161"/>
                </a:cubicBezTo>
                <a:cubicBezTo>
                  <a:pt x="86" y="161"/>
                  <a:pt x="86" y="161"/>
                  <a:pt x="86" y="161"/>
                </a:cubicBezTo>
                <a:cubicBezTo>
                  <a:pt x="76" y="179"/>
                  <a:pt x="76" y="179"/>
                  <a:pt x="76" y="179"/>
                </a:cubicBezTo>
                <a:cubicBezTo>
                  <a:pt x="83" y="182"/>
                  <a:pt x="91" y="183"/>
                  <a:pt x="99" y="183"/>
                </a:cubicBezTo>
                <a:close/>
                <a:moveTo>
                  <a:pt x="38" y="157"/>
                </a:moveTo>
                <a:cubicBezTo>
                  <a:pt x="48" y="139"/>
                  <a:pt x="48" y="139"/>
                  <a:pt x="48" y="139"/>
                </a:cubicBezTo>
                <a:cubicBezTo>
                  <a:pt x="48" y="139"/>
                  <a:pt x="48" y="139"/>
                  <a:pt x="48" y="139"/>
                </a:cubicBezTo>
                <a:cubicBezTo>
                  <a:pt x="47" y="136"/>
                  <a:pt x="45" y="134"/>
                  <a:pt x="43" y="131"/>
                </a:cubicBezTo>
                <a:cubicBezTo>
                  <a:pt x="43" y="131"/>
                  <a:pt x="43" y="131"/>
                  <a:pt x="43" y="131"/>
                </a:cubicBezTo>
                <a:cubicBezTo>
                  <a:pt x="41" y="128"/>
                  <a:pt x="40" y="125"/>
                  <a:pt x="39" y="122"/>
                </a:cubicBezTo>
                <a:cubicBezTo>
                  <a:pt x="18" y="122"/>
                  <a:pt x="18" y="122"/>
                  <a:pt x="18" y="122"/>
                </a:cubicBezTo>
                <a:cubicBezTo>
                  <a:pt x="22" y="135"/>
                  <a:pt x="29" y="147"/>
                  <a:pt x="38" y="157"/>
                </a:cubicBezTo>
                <a:close/>
                <a:moveTo>
                  <a:pt x="38" y="39"/>
                </a:moveTo>
                <a:cubicBezTo>
                  <a:pt x="29" y="49"/>
                  <a:pt x="21" y="61"/>
                  <a:pt x="18" y="75"/>
                </a:cubicBezTo>
                <a:cubicBezTo>
                  <a:pt x="39" y="75"/>
                  <a:pt x="39" y="75"/>
                  <a:pt x="39" y="75"/>
                </a:cubicBezTo>
                <a:cubicBezTo>
                  <a:pt x="39" y="73"/>
                  <a:pt x="40" y="72"/>
                  <a:pt x="41" y="71"/>
                </a:cubicBezTo>
                <a:cubicBezTo>
                  <a:pt x="41" y="70"/>
                  <a:pt x="41" y="70"/>
                  <a:pt x="41" y="70"/>
                </a:cubicBezTo>
                <a:cubicBezTo>
                  <a:pt x="42" y="69"/>
                  <a:pt x="42" y="67"/>
                  <a:pt x="43" y="66"/>
                </a:cubicBezTo>
                <a:cubicBezTo>
                  <a:pt x="43" y="66"/>
                  <a:pt x="43" y="65"/>
                  <a:pt x="44" y="65"/>
                </a:cubicBezTo>
                <a:cubicBezTo>
                  <a:pt x="45" y="62"/>
                  <a:pt x="47" y="60"/>
                  <a:pt x="49" y="58"/>
                </a:cubicBezTo>
                <a:cubicBezTo>
                  <a:pt x="49" y="58"/>
                  <a:pt x="49" y="58"/>
                  <a:pt x="49" y="58"/>
                </a:cubicBezTo>
                <a:lnTo>
                  <a:pt x="38" y="39"/>
                </a:lnTo>
                <a:close/>
                <a:moveTo>
                  <a:pt x="99" y="14"/>
                </a:moveTo>
                <a:cubicBezTo>
                  <a:pt x="91" y="14"/>
                  <a:pt x="83" y="15"/>
                  <a:pt x="76" y="17"/>
                </a:cubicBezTo>
                <a:cubicBezTo>
                  <a:pt x="86" y="35"/>
                  <a:pt x="86" y="35"/>
                  <a:pt x="86" y="35"/>
                </a:cubicBezTo>
                <a:cubicBezTo>
                  <a:pt x="86" y="35"/>
                  <a:pt x="86" y="35"/>
                  <a:pt x="86" y="35"/>
                </a:cubicBezTo>
                <a:cubicBezTo>
                  <a:pt x="88" y="35"/>
                  <a:pt x="90" y="34"/>
                  <a:pt x="92" y="34"/>
                </a:cubicBezTo>
                <a:cubicBezTo>
                  <a:pt x="95" y="34"/>
                  <a:pt x="97" y="34"/>
                  <a:pt x="99" y="34"/>
                </a:cubicBezTo>
                <a:cubicBezTo>
                  <a:pt x="101" y="34"/>
                  <a:pt x="102" y="34"/>
                  <a:pt x="104" y="34"/>
                </a:cubicBezTo>
                <a:cubicBezTo>
                  <a:pt x="106" y="34"/>
                  <a:pt x="107" y="34"/>
                  <a:pt x="109" y="35"/>
                </a:cubicBezTo>
                <a:cubicBezTo>
                  <a:pt x="109" y="35"/>
                  <a:pt x="109" y="35"/>
                  <a:pt x="109" y="35"/>
                </a:cubicBezTo>
                <a:cubicBezTo>
                  <a:pt x="119" y="16"/>
                  <a:pt x="119" y="16"/>
                  <a:pt x="119" y="16"/>
                </a:cubicBezTo>
                <a:cubicBezTo>
                  <a:pt x="113" y="15"/>
                  <a:pt x="106" y="14"/>
                  <a:pt x="99" y="14"/>
                </a:cubicBezTo>
                <a:close/>
                <a:moveTo>
                  <a:pt x="130" y="52"/>
                </a:moveTo>
                <a:cubicBezTo>
                  <a:pt x="128" y="51"/>
                  <a:pt x="127" y="50"/>
                  <a:pt x="125" y="50"/>
                </a:cubicBezTo>
                <a:cubicBezTo>
                  <a:pt x="122" y="48"/>
                  <a:pt x="119" y="46"/>
                  <a:pt x="115" y="45"/>
                </a:cubicBezTo>
                <a:cubicBezTo>
                  <a:pt x="110" y="44"/>
                  <a:pt x="105" y="43"/>
                  <a:pt x="99" y="43"/>
                </a:cubicBezTo>
                <a:cubicBezTo>
                  <a:pt x="93" y="43"/>
                  <a:pt x="88" y="44"/>
                  <a:pt x="82" y="45"/>
                </a:cubicBezTo>
                <a:cubicBezTo>
                  <a:pt x="79" y="46"/>
                  <a:pt x="76" y="48"/>
                  <a:pt x="72" y="50"/>
                </a:cubicBezTo>
                <a:cubicBezTo>
                  <a:pt x="71" y="50"/>
                  <a:pt x="69" y="51"/>
                  <a:pt x="68" y="52"/>
                </a:cubicBezTo>
                <a:cubicBezTo>
                  <a:pt x="56" y="60"/>
                  <a:pt x="47" y="73"/>
                  <a:pt x="45" y="87"/>
                </a:cubicBezTo>
                <a:cubicBezTo>
                  <a:pt x="44" y="91"/>
                  <a:pt x="43" y="94"/>
                  <a:pt x="43" y="98"/>
                </a:cubicBezTo>
                <a:cubicBezTo>
                  <a:pt x="43" y="102"/>
                  <a:pt x="44" y="106"/>
                  <a:pt x="45" y="109"/>
                </a:cubicBezTo>
                <a:cubicBezTo>
                  <a:pt x="47" y="124"/>
                  <a:pt x="56" y="136"/>
                  <a:pt x="68" y="144"/>
                </a:cubicBezTo>
                <a:cubicBezTo>
                  <a:pt x="69" y="145"/>
                  <a:pt x="71" y="146"/>
                  <a:pt x="72" y="147"/>
                </a:cubicBezTo>
                <a:cubicBezTo>
                  <a:pt x="76" y="149"/>
                  <a:pt x="79" y="150"/>
                  <a:pt x="82" y="151"/>
                </a:cubicBezTo>
                <a:cubicBezTo>
                  <a:pt x="88" y="153"/>
                  <a:pt x="93" y="154"/>
                  <a:pt x="99" y="154"/>
                </a:cubicBezTo>
                <a:cubicBezTo>
                  <a:pt x="105" y="154"/>
                  <a:pt x="110" y="153"/>
                  <a:pt x="115" y="151"/>
                </a:cubicBezTo>
                <a:cubicBezTo>
                  <a:pt x="119" y="150"/>
                  <a:pt x="122" y="149"/>
                  <a:pt x="125" y="147"/>
                </a:cubicBezTo>
                <a:cubicBezTo>
                  <a:pt x="127" y="146"/>
                  <a:pt x="128" y="145"/>
                  <a:pt x="130" y="144"/>
                </a:cubicBezTo>
                <a:cubicBezTo>
                  <a:pt x="142" y="136"/>
                  <a:pt x="150" y="124"/>
                  <a:pt x="153" y="109"/>
                </a:cubicBezTo>
                <a:cubicBezTo>
                  <a:pt x="154" y="106"/>
                  <a:pt x="154" y="102"/>
                  <a:pt x="154" y="98"/>
                </a:cubicBezTo>
                <a:cubicBezTo>
                  <a:pt x="154" y="94"/>
                  <a:pt x="154" y="91"/>
                  <a:pt x="153" y="87"/>
                </a:cubicBezTo>
                <a:cubicBezTo>
                  <a:pt x="150" y="73"/>
                  <a:pt x="142" y="60"/>
                  <a:pt x="130" y="52"/>
                </a:cubicBezTo>
                <a:close/>
                <a:moveTo>
                  <a:pt x="158" y="38"/>
                </a:moveTo>
                <a:cubicBezTo>
                  <a:pt x="147" y="56"/>
                  <a:pt x="147" y="56"/>
                  <a:pt x="147" y="56"/>
                </a:cubicBezTo>
                <a:cubicBezTo>
                  <a:pt x="147" y="56"/>
                  <a:pt x="147" y="56"/>
                  <a:pt x="147" y="56"/>
                </a:cubicBezTo>
                <a:cubicBezTo>
                  <a:pt x="148" y="57"/>
                  <a:pt x="149" y="58"/>
                  <a:pt x="151" y="60"/>
                </a:cubicBezTo>
                <a:cubicBezTo>
                  <a:pt x="151" y="60"/>
                  <a:pt x="151" y="60"/>
                  <a:pt x="151" y="60"/>
                </a:cubicBezTo>
                <a:cubicBezTo>
                  <a:pt x="152" y="62"/>
                  <a:pt x="153" y="63"/>
                  <a:pt x="154" y="65"/>
                </a:cubicBezTo>
                <a:cubicBezTo>
                  <a:pt x="154" y="65"/>
                  <a:pt x="154" y="65"/>
                  <a:pt x="154" y="65"/>
                </a:cubicBezTo>
                <a:cubicBezTo>
                  <a:pt x="155" y="66"/>
                  <a:pt x="156" y="68"/>
                  <a:pt x="156" y="70"/>
                </a:cubicBezTo>
                <a:cubicBezTo>
                  <a:pt x="157" y="70"/>
                  <a:pt x="157" y="70"/>
                  <a:pt x="157" y="70"/>
                </a:cubicBezTo>
                <a:cubicBezTo>
                  <a:pt x="157" y="71"/>
                  <a:pt x="158" y="73"/>
                  <a:pt x="159" y="75"/>
                </a:cubicBezTo>
                <a:cubicBezTo>
                  <a:pt x="159" y="75"/>
                  <a:pt x="159" y="75"/>
                  <a:pt x="159" y="75"/>
                </a:cubicBezTo>
                <a:cubicBezTo>
                  <a:pt x="180" y="75"/>
                  <a:pt x="180" y="75"/>
                  <a:pt x="180" y="75"/>
                </a:cubicBezTo>
                <a:cubicBezTo>
                  <a:pt x="176" y="60"/>
                  <a:pt x="168" y="48"/>
                  <a:pt x="158" y="38"/>
                </a:cubicBezTo>
                <a:close/>
                <a:moveTo>
                  <a:pt x="105" y="89"/>
                </a:moveTo>
                <a:cubicBezTo>
                  <a:pt x="106" y="89"/>
                  <a:pt x="107" y="89"/>
                  <a:pt x="107" y="89"/>
                </a:cubicBezTo>
                <a:cubicBezTo>
                  <a:pt x="114" y="90"/>
                  <a:pt x="120" y="92"/>
                  <a:pt x="123" y="96"/>
                </a:cubicBezTo>
                <a:cubicBezTo>
                  <a:pt x="127" y="99"/>
                  <a:pt x="129" y="103"/>
                  <a:pt x="129" y="109"/>
                </a:cubicBezTo>
                <a:cubicBezTo>
                  <a:pt x="129" y="115"/>
                  <a:pt x="126" y="120"/>
                  <a:pt x="121" y="124"/>
                </a:cubicBezTo>
                <a:cubicBezTo>
                  <a:pt x="117" y="128"/>
                  <a:pt x="111" y="130"/>
                  <a:pt x="104" y="131"/>
                </a:cubicBezTo>
                <a:cubicBezTo>
                  <a:pt x="104" y="145"/>
                  <a:pt x="104" y="145"/>
                  <a:pt x="104" y="145"/>
                </a:cubicBezTo>
                <a:cubicBezTo>
                  <a:pt x="99" y="145"/>
                  <a:pt x="99" y="145"/>
                  <a:pt x="99" y="145"/>
                </a:cubicBezTo>
                <a:cubicBezTo>
                  <a:pt x="99" y="131"/>
                  <a:pt x="99" y="131"/>
                  <a:pt x="99" y="131"/>
                </a:cubicBezTo>
                <a:cubicBezTo>
                  <a:pt x="91" y="130"/>
                  <a:pt x="85" y="129"/>
                  <a:pt x="80" y="126"/>
                </a:cubicBezTo>
                <a:cubicBezTo>
                  <a:pt x="75" y="123"/>
                  <a:pt x="73" y="119"/>
                  <a:pt x="73" y="115"/>
                </a:cubicBezTo>
                <a:cubicBezTo>
                  <a:pt x="73" y="112"/>
                  <a:pt x="73" y="110"/>
                  <a:pt x="75" y="109"/>
                </a:cubicBezTo>
                <a:cubicBezTo>
                  <a:pt x="76" y="107"/>
                  <a:pt x="78" y="106"/>
                  <a:pt x="81" y="106"/>
                </a:cubicBezTo>
                <a:cubicBezTo>
                  <a:pt x="84" y="106"/>
                  <a:pt x="86" y="107"/>
                  <a:pt x="87" y="108"/>
                </a:cubicBezTo>
                <a:cubicBezTo>
                  <a:pt x="89" y="110"/>
                  <a:pt x="90" y="112"/>
                  <a:pt x="90" y="114"/>
                </a:cubicBezTo>
                <a:cubicBezTo>
                  <a:pt x="90" y="116"/>
                  <a:pt x="89" y="118"/>
                  <a:pt x="89" y="119"/>
                </a:cubicBezTo>
                <a:cubicBezTo>
                  <a:pt x="88" y="121"/>
                  <a:pt x="88" y="122"/>
                  <a:pt x="87" y="123"/>
                </a:cubicBezTo>
                <a:cubicBezTo>
                  <a:pt x="88" y="124"/>
                  <a:pt x="90" y="124"/>
                  <a:pt x="92" y="125"/>
                </a:cubicBezTo>
                <a:cubicBezTo>
                  <a:pt x="94" y="126"/>
                  <a:pt x="96" y="126"/>
                  <a:pt x="99" y="126"/>
                </a:cubicBezTo>
                <a:cubicBezTo>
                  <a:pt x="99" y="103"/>
                  <a:pt x="99" y="103"/>
                  <a:pt x="99" y="103"/>
                </a:cubicBezTo>
                <a:cubicBezTo>
                  <a:pt x="98" y="103"/>
                  <a:pt x="98" y="103"/>
                  <a:pt x="97" y="103"/>
                </a:cubicBezTo>
                <a:cubicBezTo>
                  <a:pt x="97" y="103"/>
                  <a:pt x="96" y="103"/>
                  <a:pt x="96" y="103"/>
                </a:cubicBezTo>
                <a:cubicBezTo>
                  <a:pt x="89" y="103"/>
                  <a:pt x="84" y="101"/>
                  <a:pt x="80" y="97"/>
                </a:cubicBezTo>
                <a:cubicBezTo>
                  <a:pt x="76" y="94"/>
                  <a:pt x="75" y="90"/>
                  <a:pt x="75" y="84"/>
                </a:cubicBezTo>
                <a:cubicBezTo>
                  <a:pt x="75" y="82"/>
                  <a:pt x="75" y="80"/>
                  <a:pt x="76" y="77"/>
                </a:cubicBezTo>
                <a:cubicBezTo>
                  <a:pt x="77" y="75"/>
                  <a:pt x="78" y="73"/>
                  <a:pt x="80" y="71"/>
                </a:cubicBezTo>
                <a:cubicBezTo>
                  <a:pt x="82" y="69"/>
                  <a:pt x="84" y="67"/>
                  <a:pt x="87" y="66"/>
                </a:cubicBezTo>
                <a:cubicBezTo>
                  <a:pt x="90" y="64"/>
                  <a:pt x="94" y="64"/>
                  <a:pt x="99" y="63"/>
                </a:cubicBezTo>
                <a:cubicBezTo>
                  <a:pt x="99" y="52"/>
                  <a:pt x="99" y="52"/>
                  <a:pt x="99" y="52"/>
                </a:cubicBezTo>
                <a:cubicBezTo>
                  <a:pt x="104" y="52"/>
                  <a:pt x="104" y="52"/>
                  <a:pt x="104" y="52"/>
                </a:cubicBezTo>
                <a:cubicBezTo>
                  <a:pt x="104" y="63"/>
                  <a:pt x="104" y="63"/>
                  <a:pt x="104" y="63"/>
                </a:cubicBezTo>
                <a:cubicBezTo>
                  <a:pt x="110" y="64"/>
                  <a:pt x="116" y="65"/>
                  <a:pt x="120" y="68"/>
                </a:cubicBezTo>
                <a:cubicBezTo>
                  <a:pt x="125" y="70"/>
                  <a:pt x="127" y="74"/>
                  <a:pt x="127" y="77"/>
                </a:cubicBezTo>
                <a:cubicBezTo>
                  <a:pt x="127" y="80"/>
                  <a:pt x="126" y="82"/>
                  <a:pt x="125" y="83"/>
                </a:cubicBezTo>
                <a:cubicBezTo>
                  <a:pt x="123" y="85"/>
                  <a:pt x="121" y="86"/>
                  <a:pt x="119" y="86"/>
                </a:cubicBezTo>
                <a:cubicBezTo>
                  <a:pt x="116" y="86"/>
                  <a:pt x="114" y="85"/>
                  <a:pt x="113" y="84"/>
                </a:cubicBezTo>
                <a:cubicBezTo>
                  <a:pt x="111" y="82"/>
                  <a:pt x="111" y="81"/>
                  <a:pt x="111" y="78"/>
                </a:cubicBezTo>
                <a:cubicBezTo>
                  <a:pt x="111" y="77"/>
                  <a:pt x="111" y="75"/>
                  <a:pt x="111" y="74"/>
                </a:cubicBezTo>
                <a:cubicBezTo>
                  <a:pt x="112" y="72"/>
                  <a:pt x="112" y="71"/>
                  <a:pt x="113" y="69"/>
                </a:cubicBezTo>
                <a:cubicBezTo>
                  <a:pt x="112" y="69"/>
                  <a:pt x="111" y="69"/>
                  <a:pt x="109" y="68"/>
                </a:cubicBezTo>
                <a:cubicBezTo>
                  <a:pt x="107" y="68"/>
                  <a:pt x="105" y="68"/>
                  <a:pt x="104" y="68"/>
                </a:cubicBezTo>
                <a:cubicBezTo>
                  <a:pt x="104" y="88"/>
                  <a:pt x="104" y="88"/>
                  <a:pt x="104" y="88"/>
                </a:cubicBezTo>
                <a:cubicBezTo>
                  <a:pt x="104" y="88"/>
                  <a:pt x="105" y="89"/>
                  <a:pt x="105" y="89"/>
                </a:cubicBezTo>
                <a:close/>
                <a:moveTo>
                  <a:pt x="104" y="126"/>
                </a:moveTo>
                <a:cubicBezTo>
                  <a:pt x="108" y="126"/>
                  <a:pt x="111" y="125"/>
                  <a:pt x="114" y="122"/>
                </a:cubicBezTo>
                <a:cubicBezTo>
                  <a:pt x="116" y="120"/>
                  <a:pt x="117" y="118"/>
                  <a:pt x="117" y="115"/>
                </a:cubicBezTo>
                <a:cubicBezTo>
                  <a:pt x="117" y="112"/>
                  <a:pt x="116" y="110"/>
                  <a:pt x="114" y="108"/>
                </a:cubicBezTo>
                <a:cubicBezTo>
                  <a:pt x="113" y="106"/>
                  <a:pt x="110" y="105"/>
                  <a:pt x="106" y="104"/>
                </a:cubicBezTo>
                <a:cubicBezTo>
                  <a:pt x="106" y="104"/>
                  <a:pt x="106" y="104"/>
                  <a:pt x="105" y="104"/>
                </a:cubicBezTo>
                <a:cubicBezTo>
                  <a:pt x="104" y="104"/>
                  <a:pt x="104" y="104"/>
                  <a:pt x="104" y="104"/>
                </a:cubicBezTo>
                <a:lnTo>
                  <a:pt x="104" y="126"/>
                </a:lnTo>
                <a:close/>
                <a:moveTo>
                  <a:pt x="99" y="68"/>
                </a:moveTo>
                <a:cubicBezTo>
                  <a:pt x="95" y="68"/>
                  <a:pt x="92" y="69"/>
                  <a:pt x="90" y="71"/>
                </a:cubicBezTo>
                <a:cubicBezTo>
                  <a:pt x="88" y="73"/>
                  <a:pt x="87" y="75"/>
                  <a:pt x="87" y="78"/>
                </a:cubicBezTo>
                <a:cubicBezTo>
                  <a:pt x="87" y="81"/>
                  <a:pt x="87" y="83"/>
                  <a:pt x="89" y="85"/>
                </a:cubicBezTo>
                <a:cubicBezTo>
                  <a:pt x="91" y="86"/>
                  <a:pt x="93" y="87"/>
                  <a:pt x="96" y="88"/>
                </a:cubicBezTo>
                <a:cubicBezTo>
                  <a:pt x="97" y="88"/>
                  <a:pt x="97" y="88"/>
                  <a:pt x="98" y="88"/>
                </a:cubicBezTo>
                <a:cubicBezTo>
                  <a:pt x="98" y="88"/>
                  <a:pt x="98" y="88"/>
                  <a:pt x="99" y="88"/>
                </a:cubicBezTo>
                <a:lnTo>
                  <a:pt x="99" y="68"/>
                </a:ln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p:cTn id="13" dur="500" fill="hold"/>
                                        <p:tgtEl>
                                          <p:spTgt spid="28"/>
                                        </p:tgtEl>
                                        <p:attrNameLst>
                                          <p:attrName>ppt_w</p:attrName>
                                        </p:attrNameLst>
                                      </p:cBhvr>
                                      <p:tavLst>
                                        <p:tav tm="0">
                                          <p:val>
                                            <p:fltVal val="0"/>
                                          </p:val>
                                        </p:tav>
                                        <p:tav tm="100000">
                                          <p:val>
                                            <p:strVal val="#ppt_w"/>
                                          </p:val>
                                        </p:tav>
                                      </p:tavLst>
                                    </p:anim>
                                    <p:anim calcmode="lin" valueType="num">
                                      <p:cBhvr>
                                        <p:cTn id="14" dur="500" fill="hold"/>
                                        <p:tgtEl>
                                          <p:spTgt spid="28"/>
                                        </p:tgtEl>
                                        <p:attrNameLst>
                                          <p:attrName>ppt_h</p:attrName>
                                        </p:attrNameLst>
                                      </p:cBhvr>
                                      <p:tavLst>
                                        <p:tav tm="0">
                                          <p:val>
                                            <p:fltVal val="0"/>
                                          </p:val>
                                        </p:tav>
                                        <p:tav tm="100000">
                                          <p:val>
                                            <p:strVal val="#ppt_h"/>
                                          </p:val>
                                        </p:tav>
                                      </p:tavLst>
                                    </p:anim>
                                    <p:animEffect transition="in" filter="fade">
                                      <p:cBhvr>
                                        <p:cTn id="15" dur="500"/>
                                        <p:tgtEl>
                                          <p:spTgt spid="28"/>
                                        </p:tgtEl>
                                      </p:cBhvr>
                                    </p:animEffect>
                                  </p:childTnLst>
                                </p:cTn>
                              </p:par>
                            </p:childTnLst>
                          </p:cTn>
                        </p:par>
                        <p:par>
                          <p:cTn id="16" fill="hold">
                            <p:stCondLst>
                              <p:cond delay="15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9"/>
                                        </p:tgtEl>
                                        <p:attrNameLst>
                                          <p:attrName>ppt_y</p:attrName>
                                        </p:attrNameLst>
                                      </p:cBhvr>
                                      <p:tavLst>
                                        <p:tav tm="0">
                                          <p:val>
                                            <p:strVal val="#ppt_y"/>
                                          </p:val>
                                        </p:tav>
                                        <p:tav tm="100000">
                                          <p:val>
                                            <p:strVal val="#ppt_y"/>
                                          </p:val>
                                        </p:tav>
                                      </p:tavLst>
                                    </p:anim>
                                    <p:anim calcmode="lin" valueType="num">
                                      <p:cBhvr>
                                        <p:cTn id="21"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9"/>
                                        </p:tgtEl>
                                      </p:cBhvr>
                                    </p:animEffect>
                                  </p:childTnLst>
                                </p:cTn>
                              </p:par>
                            </p:childTnLst>
                          </p:cTn>
                        </p:par>
                        <p:par>
                          <p:cTn id="24" fill="hold">
                            <p:stCondLst>
                              <p:cond delay="2250"/>
                            </p:stCondLst>
                            <p:childTnLst>
                              <p:par>
                                <p:cTn id="25" presetID="22" presetClass="entr" presetSubtype="4"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par>
                          <p:cTn id="28" fill="hold">
                            <p:stCondLst>
                              <p:cond delay="2750"/>
                            </p:stCondLst>
                            <p:childTnLst>
                              <p:par>
                                <p:cTn id="29" presetID="53" presetClass="entr" presetSubtype="16"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childTnLst>
                                </p:cTn>
                              </p:par>
                              <p:par>
                                <p:cTn id="34" presetID="53" presetClass="entr" presetSubtype="16" fill="hold" grpId="0" nodeType="withEffect">
                                  <p:stCondLst>
                                    <p:cond delay="500"/>
                                  </p:stCondLst>
                                  <p:childTnLst>
                                    <p:set>
                                      <p:cBhvr>
                                        <p:cTn id="35" dur="1" fill="hold">
                                          <p:stCondLst>
                                            <p:cond delay="0"/>
                                          </p:stCondLst>
                                        </p:cTn>
                                        <p:tgtEl>
                                          <p:spTgt spid="22"/>
                                        </p:tgtEl>
                                        <p:attrNameLst>
                                          <p:attrName>style.visibility</p:attrName>
                                        </p:attrNameLst>
                                      </p:cBhvr>
                                      <p:to>
                                        <p:strVal val="visible"/>
                                      </p:to>
                                    </p:set>
                                    <p:anim calcmode="lin" valueType="num">
                                      <p:cBhvr>
                                        <p:cTn id="36" dur="500" fill="hold"/>
                                        <p:tgtEl>
                                          <p:spTgt spid="22"/>
                                        </p:tgtEl>
                                        <p:attrNameLst>
                                          <p:attrName>ppt_w</p:attrName>
                                        </p:attrNameLst>
                                      </p:cBhvr>
                                      <p:tavLst>
                                        <p:tav tm="0">
                                          <p:val>
                                            <p:fltVal val="0"/>
                                          </p:val>
                                        </p:tav>
                                        <p:tav tm="100000">
                                          <p:val>
                                            <p:strVal val="#ppt_w"/>
                                          </p:val>
                                        </p:tav>
                                      </p:tavLst>
                                    </p:anim>
                                    <p:anim calcmode="lin" valueType="num">
                                      <p:cBhvr>
                                        <p:cTn id="37" dur="500" fill="hold"/>
                                        <p:tgtEl>
                                          <p:spTgt spid="22"/>
                                        </p:tgtEl>
                                        <p:attrNameLst>
                                          <p:attrName>ppt_h</p:attrName>
                                        </p:attrNameLst>
                                      </p:cBhvr>
                                      <p:tavLst>
                                        <p:tav tm="0">
                                          <p:val>
                                            <p:fltVal val="0"/>
                                          </p:val>
                                        </p:tav>
                                        <p:tav tm="100000">
                                          <p:val>
                                            <p:strVal val="#ppt_h"/>
                                          </p:val>
                                        </p:tav>
                                      </p:tavLst>
                                    </p:anim>
                                    <p:animEffect transition="in" filter="fade">
                                      <p:cBhvr>
                                        <p:cTn id="38" dur="500"/>
                                        <p:tgtEl>
                                          <p:spTgt spid="22"/>
                                        </p:tgtEl>
                                      </p:cBhvr>
                                    </p:animEffect>
                                  </p:childTnLst>
                                </p:cTn>
                              </p:par>
                              <p:par>
                                <p:cTn id="39" presetID="53" presetClass="entr" presetSubtype="16" fill="hold" grpId="0" nodeType="withEffect">
                                  <p:stCondLst>
                                    <p:cond delay="50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Effect transition="in" filter="fade">
                                      <p:cBhvr>
                                        <p:cTn id="43" dur="500"/>
                                        <p:tgtEl>
                                          <p:spTgt spid="23"/>
                                        </p:tgtEl>
                                      </p:cBhvr>
                                    </p:animEffect>
                                  </p:childTnLst>
                                </p:cTn>
                              </p:par>
                              <p:par>
                                <p:cTn id="44" presetID="53" presetClass="entr" presetSubtype="16" fill="hold" grpId="0" nodeType="withEffect">
                                  <p:stCondLst>
                                    <p:cond delay="500"/>
                                  </p:stCondLst>
                                  <p:childTnLst>
                                    <p:set>
                                      <p:cBhvr>
                                        <p:cTn id="45" dur="1" fill="hold">
                                          <p:stCondLst>
                                            <p:cond delay="0"/>
                                          </p:stCondLst>
                                        </p:cTn>
                                        <p:tgtEl>
                                          <p:spTgt spid="24"/>
                                        </p:tgtEl>
                                        <p:attrNameLst>
                                          <p:attrName>style.visibility</p:attrName>
                                        </p:attrNameLst>
                                      </p:cBhvr>
                                      <p:to>
                                        <p:strVal val="visible"/>
                                      </p:to>
                                    </p:set>
                                    <p:anim calcmode="lin" valueType="num">
                                      <p:cBhvr>
                                        <p:cTn id="46" dur="500" fill="hold"/>
                                        <p:tgtEl>
                                          <p:spTgt spid="24"/>
                                        </p:tgtEl>
                                        <p:attrNameLst>
                                          <p:attrName>ppt_w</p:attrName>
                                        </p:attrNameLst>
                                      </p:cBhvr>
                                      <p:tavLst>
                                        <p:tav tm="0">
                                          <p:val>
                                            <p:fltVal val="0"/>
                                          </p:val>
                                        </p:tav>
                                        <p:tav tm="100000">
                                          <p:val>
                                            <p:strVal val="#ppt_w"/>
                                          </p:val>
                                        </p:tav>
                                      </p:tavLst>
                                    </p:anim>
                                    <p:anim calcmode="lin" valueType="num">
                                      <p:cBhvr>
                                        <p:cTn id="47" dur="500" fill="hold"/>
                                        <p:tgtEl>
                                          <p:spTgt spid="24"/>
                                        </p:tgtEl>
                                        <p:attrNameLst>
                                          <p:attrName>ppt_h</p:attrName>
                                        </p:attrNameLst>
                                      </p:cBhvr>
                                      <p:tavLst>
                                        <p:tav tm="0">
                                          <p:val>
                                            <p:fltVal val="0"/>
                                          </p:val>
                                        </p:tav>
                                        <p:tav tm="100000">
                                          <p:val>
                                            <p:strVal val="#ppt_h"/>
                                          </p:val>
                                        </p:tav>
                                      </p:tavLst>
                                    </p:anim>
                                    <p:animEffect transition="in" filter="fade">
                                      <p:cBhvr>
                                        <p:cTn id="48" dur="500"/>
                                        <p:tgtEl>
                                          <p:spTgt spid="24"/>
                                        </p:tgtEl>
                                      </p:cBhvr>
                                    </p:animEffect>
                                  </p:childTnLst>
                                </p:cTn>
                              </p:par>
                              <p:par>
                                <p:cTn id="49" presetID="53" presetClass="entr" presetSubtype="16" fill="hold" grpId="0" nodeType="withEffect">
                                  <p:stCondLst>
                                    <p:cond delay="50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par>
                                <p:cTn id="54" presetID="53" presetClass="entr" presetSubtype="16" fill="hold" grpId="0" nodeType="withEffect">
                                  <p:stCondLst>
                                    <p:cond delay="500"/>
                                  </p:stCondLst>
                                  <p:childTnLst>
                                    <p:set>
                                      <p:cBhvr>
                                        <p:cTn id="55" dur="1" fill="hold">
                                          <p:stCondLst>
                                            <p:cond delay="0"/>
                                          </p:stCondLst>
                                        </p:cTn>
                                        <p:tgtEl>
                                          <p:spTgt spid="26"/>
                                        </p:tgtEl>
                                        <p:attrNameLst>
                                          <p:attrName>style.visibility</p:attrName>
                                        </p:attrNameLst>
                                      </p:cBhvr>
                                      <p:to>
                                        <p:strVal val="visible"/>
                                      </p:to>
                                    </p:set>
                                    <p:anim calcmode="lin" valueType="num">
                                      <p:cBhvr>
                                        <p:cTn id="56" dur="500" fill="hold"/>
                                        <p:tgtEl>
                                          <p:spTgt spid="26"/>
                                        </p:tgtEl>
                                        <p:attrNameLst>
                                          <p:attrName>ppt_w</p:attrName>
                                        </p:attrNameLst>
                                      </p:cBhvr>
                                      <p:tavLst>
                                        <p:tav tm="0">
                                          <p:val>
                                            <p:fltVal val="0"/>
                                          </p:val>
                                        </p:tav>
                                        <p:tav tm="100000">
                                          <p:val>
                                            <p:strVal val="#ppt_w"/>
                                          </p:val>
                                        </p:tav>
                                      </p:tavLst>
                                    </p:anim>
                                    <p:anim calcmode="lin" valueType="num">
                                      <p:cBhvr>
                                        <p:cTn id="57" dur="500" fill="hold"/>
                                        <p:tgtEl>
                                          <p:spTgt spid="26"/>
                                        </p:tgtEl>
                                        <p:attrNameLst>
                                          <p:attrName>ppt_h</p:attrName>
                                        </p:attrNameLst>
                                      </p:cBhvr>
                                      <p:tavLst>
                                        <p:tav tm="0">
                                          <p:val>
                                            <p:fltVal val="0"/>
                                          </p:val>
                                        </p:tav>
                                        <p:tav tm="100000">
                                          <p:val>
                                            <p:strVal val="#ppt_h"/>
                                          </p:val>
                                        </p:tav>
                                      </p:tavLst>
                                    </p:anim>
                                    <p:animEffect transition="in" filter="fade">
                                      <p:cBhvr>
                                        <p:cTn id="58" dur="500"/>
                                        <p:tgtEl>
                                          <p:spTgt spid="26"/>
                                        </p:tgtEl>
                                      </p:cBhvr>
                                    </p:animEffect>
                                  </p:childTnLst>
                                </p:cTn>
                              </p:par>
                            </p:childTnLst>
                          </p:cTn>
                        </p:par>
                        <p:par>
                          <p:cTn id="59" fill="hold">
                            <p:stCondLst>
                              <p:cond delay="3250"/>
                            </p:stCondLst>
                            <p:childTnLst>
                              <p:par>
                                <p:cTn id="60" presetID="42" presetClass="entr" presetSubtype="0" fill="hold" grpId="0" nodeType="after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1000"/>
                                        <p:tgtEl>
                                          <p:spTgt spid="37"/>
                                        </p:tgtEl>
                                      </p:cBhvr>
                                    </p:animEffect>
                                    <p:anim calcmode="lin" valueType="num">
                                      <p:cBhvr>
                                        <p:cTn id="63" dur="1000" fill="hold"/>
                                        <p:tgtEl>
                                          <p:spTgt spid="37"/>
                                        </p:tgtEl>
                                        <p:attrNameLst>
                                          <p:attrName>ppt_x</p:attrName>
                                        </p:attrNameLst>
                                      </p:cBhvr>
                                      <p:tavLst>
                                        <p:tav tm="0">
                                          <p:val>
                                            <p:strVal val="#ppt_x"/>
                                          </p:val>
                                        </p:tav>
                                        <p:tav tm="100000">
                                          <p:val>
                                            <p:strVal val="#ppt_x"/>
                                          </p:val>
                                        </p:tav>
                                      </p:tavLst>
                                    </p:anim>
                                    <p:anim calcmode="lin" valueType="num">
                                      <p:cBhvr>
                                        <p:cTn id="64" dur="1000" fill="hold"/>
                                        <p:tgtEl>
                                          <p:spTgt spid="37"/>
                                        </p:tgtEl>
                                        <p:attrNameLst>
                                          <p:attrName>ppt_y</p:attrName>
                                        </p:attrNameLst>
                                      </p:cBhvr>
                                      <p:tavLst>
                                        <p:tav tm="0">
                                          <p:val>
                                            <p:strVal val="#ppt_y+.1"/>
                                          </p:val>
                                        </p:tav>
                                        <p:tav tm="100000">
                                          <p:val>
                                            <p:strVal val="#ppt_y"/>
                                          </p:val>
                                        </p:tav>
                                      </p:tavLst>
                                    </p:anim>
                                  </p:childTnLst>
                                </p:cTn>
                              </p:par>
                            </p:childTnLst>
                          </p:cTn>
                        </p:par>
                        <p:par>
                          <p:cTn id="65" fill="hold">
                            <p:stCondLst>
                              <p:cond delay="4250"/>
                            </p:stCondLst>
                            <p:childTnLst>
                              <p:par>
                                <p:cTn id="66" presetID="53" presetClass="entr" presetSubtype="16" fill="hold" grpId="0" nodeType="afterEffect">
                                  <p:stCondLst>
                                    <p:cond delay="0"/>
                                  </p:stCondLst>
                                  <p:childTnLst>
                                    <p:set>
                                      <p:cBhvr>
                                        <p:cTn id="67" dur="1" fill="hold">
                                          <p:stCondLst>
                                            <p:cond delay="0"/>
                                          </p:stCondLst>
                                        </p:cTn>
                                        <p:tgtEl>
                                          <p:spTgt spid="59"/>
                                        </p:tgtEl>
                                        <p:attrNameLst>
                                          <p:attrName>style.visibility</p:attrName>
                                        </p:attrNameLst>
                                      </p:cBhvr>
                                      <p:to>
                                        <p:strVal val="visible"/>
                                      </p:to>
                                    </p:set>
                                    <p:anim calcmode="lin" valueType="num">
                                      <p:cBhvr>
                                        <p:cTn id="68" dur="500" fill="hold"/>
                                        <p:tgtEl>
                                          <p:spTgt spid="59"/>
                                        </p:tgtEl>
                                        <p:attrNameLst>
                                          <p:attrName>ppt_w</p:attrName>
                                        </p:attrNameLst>
                                      </p:cBhvr>
                                      <p:tavLst>
                                        <p:tav tm="0">
                                          <p:val>
                                            <p:fltVal val="0"/>
                                          </p:val>
                                        </p:tav>
                                        <p:tav tm="100000">
                                          <p:val>
                                            <p:strVal val="#ppt_w"/>
                                          </p:val>
                                        </p:tav>
                                      </p:tavLst>
                                    </p:anim>
                                    <p:anim calcmode="lin" valueType="num">
                                      <p:cBhvr>
                                        <p:cTn id="69" dur="500" fill="hold"/>
                                        <p:tgtEl>
                                          <p:spTgt spid="59"/>
                                        </p:tgtEl>
                                        <p:attrNameLst>
                                          <p:attrName>ppt_h</p:attrName>
                                        </p:attrNameLst>
                                      </p:cBhvr>
                                      <p:tavLst>
                                        <p:tav tm="0">
                                          <p:val>
                                            <p:fltVal val="0"/>
                                          </p:val>
                                        </p:tav>
                                        <p:tav tm="100000">
                                          <p:val>
                                            <p:strVal val="#ppt_h"/>
                                          </p:val>
                                        </p:tav>
                                      </p:tavLst>
                                    </p:anim>
                                    <p:animEffect transition="in" filter="fade">
                                      <p:cBhvr>
                                        <p:cTn id="70" dur="500"/>
                                        <p:tgtEl>
                                          <p:spTgt spid="59"/>
                                        </p:tgtEl>
                                      </p:cBhvr>
                                    </p:animEffect>
                                  </p:childTnLst>
                                </p:cTn>
                              </p:par>
                            </p:childTnLst>
                          </p:cTn>
                        </p:par>
                        <p:par>
                          <p:cTn id="71" fill="hold">
                            <p:stCondLst>
                              <p:cond delay="4750"/>
                            </p:stCondLst>
                            <p:childTnLst>
                              <p:par>
                                <p:cTn id="72" presetID="41" presetClass="entr" presetSubtype="0" fill="hold" grpId="0" nodeType="afterEffect">
                                  <p:stCondLst>
                                    <p:cond delay="0"/>
                                  </p:stCondLst>
                                  <p:iterate type="lt">
                                    <p:tmPct val="10000"/>
                                  </p:iterate>
                                  <p:childTnLst>
                                    <p:set>
                                      <p:cBhvr>
                                        <p:cTn id="73" dur="1" fill="hold">
                                          <p:stCondLst>
                                            <p:cond delay="0"/>
                                          </p:stCondLst>
                                        </p:cTn>
                                        <p:tgtEl>
                                          <p:spTgt spid="38"/>
                                        </p:tgtEl>
                                        <p:attrNameLst>
                                          <p:attrName>style.visibility</p:attrName>
                                        </p:attrNameLst>
                                      </p:cBhvr>
                                      <p:to>
                                        <p:strVal val="visible"/>
                                      </p:to>
                                    </p:set>
                                    <p:anim calcmode="lin" valueType="num">
                                      <p:cBhvr>
                                        <p:cTn id="74" dur="5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75" dur="500" fill="hold"/>
                                        <p:tgtEl>
                                          <p:spTgt spid="38"/>
                                        </p:tgtEl>
                                        <p:attrNameLst>
                                          <p:attrName>ppt_y</p:attrName>
                                        </p:attrNameLst>
                                      </p:cBhvr>
                                      <p:tavLst>
                                        <p:tav tm="0">
                                          <p:val>
                                            <p:strVal val="#ppt_y"/>
                                          </p:val>
                                        </p:tav>
                                        <p:tav tm="100000">
                                          <p:val>
                                            <p:strVal val="#ppt_y"/>
                                          </p:val>
                                        </p:tav>
                                      </p:tavLst>
                                    </p:anim>
                                    <p:anim calcmode="lin" valueType="num">
                                      <p:cBhvr>
                                        <p:cTn id="76" dur="5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77" dur="5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78" dur="500" tmFilter="0,0; .5, 1; 1, 1"/>
                                        <p:tgtEl>
                                          <p:spTgt spid="38"/>
                                        </p:tgtEl>
                                      </p:cBhvr>
                                    </p:animEffect>
                                  </p:childTnLst>
                                </p:cTn>
                              </p:par>
                            </p:childTnLst>
                          </p:cTn>
                        </p:par>
                        <p:par>
                          <p:cTn id="79" fill="hold">
                            <p:stCondLst>
                              <p:cond delay="6000"/>
                            </p:stCondLst>
                            <p:childTnLst>
                              <p:par>
                                <p:cTn id="80" presetID="22" presetClass="entr" presetSubtype="4" fill="hold" nodeType="after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wipe(down)">
                                      <p:cBhvr>
                                        <p:cTn id="82" dur="500"/>
                                        <p:tgtEl>
                                          <p:spTgt spid="30"/>
                                        </p:tgtEl>
                                      </p:cBhvr>
                                    </p:animEffect>
                                  </p:childTnLst>
                                </p:cTn>
                              </p:par>
                            </p:childTnLst>
                          </p:cTn>
                        </p:par>
                        <p:par>
                          <p:cTn id="83" fill="hold">
                            <p:stCondLst>
                              <p:cond delay="6500"/>
                            </p:stCondLst>
                            <p:childTnLst>
                              <p:par>
                                <p:cTn id="84" presetID="53" presetClass="entr" presetSubtype="16" fill="hold" grpId="0" nodeType="afterEffect">
                                  <p:stCondLst>
                                    <p:cond delay="0"/>
                                  </p:stCondLst>
                                  <p:childTnLst>
                                    <p:set>
                                      <p:cBhvr>
                                        <p:cTn id="85" dur="1" fill="hold">
                                          <p:stCondLst>
                                            <p:cond delay="0"/>
                                          </p:stCondLst>
                                        </p:cTn>
                                        <p:tgtEl>
                                          <p:spTgt spid="31"/>
                                        </p:tgtEl>
                                        <p:attrNameLst>
                                          <p:attrName>style.visibility</p:attrName>
                                        </p:attrNameLst>
                                      </p:cBhvr>
                                      <p:to>
                                        <p:strVal val="visible"/>
                                      </p:to>
                                    </p:set>
                                    <p:anim calcmode="lin" valueType="num">
                                      <p:cBhvr>
                                        <p:cTn id="86" dur="500" fill="hold"/>
                                        <p:tgtEl>
                                          <p:spTgt spid="31"/>
                                        </p:tgtEl>
                                        <p:attrNameLst>
                                          <p:attrName>ppt_w</p:attrName>
                                        </p:attrNameLst>
                                      </p:cBhvr>
                                      <p:tavLst>
                                        <p:tav tm="0">
                                          <p:val>
                                            <p:fltVal val="0"/>
                                          </p:val>
                                        </p:tav>
                                        <p:tav tm="100000">
                                          <p:val>
                                            <p:strVal val="#ppt_w"/>
                                          </p:val>
                                        </p:tav>
                                      </p:tavLst>
                                    </p:anim>
                                    <p:anim calcmode="lin" valueType="num">
                                      <p:cBhvr>
                                        <p:cTn id="87" dur="500" fill="hold"/>
                                        <p:tgtEl>
                                          <p:spTgt spid="31"/>
                                        </p:tgtEl>
                                        <p:attrNameLst>
                                          <p:attrName>ppt_h</p:attrName>
                                        </p:attrNameLst>
                                      </p:cBhvr>
                                      <p:tavLst>
                                        <p:tav tm="0">
                                          <p:val>
                                            <p:fltVal val="0"/>
                                          </p:val>
                                        </p:tav>
                                        <p:tav tm="100000">
                                          <p:val>
                                            <p:strVal val="#ppt_h"/>
                                          </p:val>
                                        </p:tav>
                                      </p:tavLst>
                                    </p:anim>
                                    <p:animEffect transition="in" filter="fade">
                                      <p:cBhvr>
                                        <p:cTn id="88" dur="500"/>
                                        <p:tgtEl>
                                          <p:spTgt spid="31"/>
                                        </p:tgtEl>
                                      </p:cBhvr>
                                    </p:animEffect>
                                  </p:childTnLst>
                                </p:cTn>
                              </p:par>
                              <p:par>
                                <p:cTn id="89" presetID="53" presetClass="entr" presetSubtype="16" fill="hold" grpId="0" nodeType="withEffect">
                                  <p:stCondLst>
                                    <p:cond delay="500"/>
                                  </p:stCondLst>
                                  <p:childTnLst>
                                    <p:set>
                                      <p:cBhvr>
                                        <p:cTn id="90" dur="1" fill="hold">
                                          <p:stCondLst>
                                            <p:cond delay="0"/>
                                          </p:stCondLst>
                                        </p:cTn>
                                        <p:tgtEl>
                                          <p:spTgt spid="32"/>
                                        </p:tgtEl>
                                        <p:attrNameLst>
                                          <p:attrName>style.visibility</p:attrName>
                                        </p:attrNameLst>
                                      </p:cBhvr>
                                      <p:to>
                                        <p:strVal val="visible"/>
                                      </p:to>
                                    </p:set>
                                    <p:anim calcmode="lin" valueType="num">
                                      <p:cBhvr>
                                        <p:cTn id="91" dur="500" fill="hold"/>
                                        <p:tgtEl>
                                          <p:spTgt spid="32"/>
                                        </p:tgtEl>
                                        <p:attrNameLst>
                                          <p:attrName>ppt_w</p:attrName>
                                        </p:attrNameLst>
                                      </p:cBhvr>
                                      <p:tavLst>
                                        <p:tav tm="0">
                                          <p:val>
                                            <p:fltVal val="0"/>
                                          </p:val>
                                        </p:tav>
                                        <p:tav tm="100000">
                                          <p:val>
                                            <p:strVal val="#ppt_w"/>
                                          </p:val>
                                        </p:tav>
                                      </p:tavLst>
                                    </p:anim>
                                    <p:anim calcmode="lin" valueType="num">
                                      <p:cBhvr>
                                        <p:cTn id="92" dur="500" fill="hold"/>
                                        <p:tgtEl>
                                          <p:spTgt spid="32"/>
                                        </p:tgtEl>
                                        <p:attrNameLst>
                                          <p:attrName>ppt_h</p:attrName>
                                        </p:attrNameLst>
                                      </p:cBhvr>
                                      <p:tavLst>
                                        <p:tav tm="0">
                                          <p:val>
                                            <p:fltVal val="0"/>
                                          </p:val>
                                        </p:tav>
                                        <p:tav tm="100000">
                                          <p:val>
                                            <p:strVal val="#ppt_h"/>
                                          </p:val>
                                        </p:tav>
                                      </p:tavLst>
                                    </p:anim>
                                    <p:animEffect transition="in" filter="fade">
                                      <p:cBhvr>
                                        <p:cTn id="93" dur="500"/>
                                        <p:tgtEl>
                                          <p:spTgt spid="32"/>
                                        </p:tgtEl>
                                      </p:cBhvr>
                                    </p:animEffect>
                                  </p:childTnLst>
                                </p:cTn>
                              </p:par>
                              <p:par>
                                <p:cTn id="94" presetID="53" presetClass="entr" presetSubtype="16" fill="hold" grpId="0" nodeType="withEffect">
                                  <p:stCondLst>
                                    <p:cond delay="500"/>
                                  </p:stCondLst>
                                  <p:childTnLst>
                                    <p:set>
                                      <p:cBhvr>
                                        <p:cTn id="95" dur="1" fill="hold">
                                          <p:stCondLst>
                                            <p:cond delay="0"/>
                                          </p:stCondLst>
                                        </p:cTn>
                                        <p:tgtEl>
                                          <p:spTgt spid="33"/>
                                        </p:tgtEl>
                                        <p:attrNameLst>
                                          <p:attrName>style.visibility</p:attrName>
                                        </p:attrNameLst>
                                      </p:cBhvr>
                                      <p:to>
                                        <p:strVal val="visible"/>
                                      </p:to>
                                    </p:set>
                                    <p:anim calcmode="lin" valueType="num">
                                      <p:cBhvr>
                                        <p:cTn id="96" dur="500" fill="hold"/>
                                        <p:tgtEl>
                                          <p:spTgt spid="33"/>
                                        </p:tgtEl>
                                        <p:attrNameLst>
                                          <p:attrName>ppt_w</p:attrName>
                                        </p:attrNameLst>
                                      </p:cBhvr>
                                      <p:tavLst>
                                        <p:tav tm="0">
                                          <p:val>
                                            <p:fltVal val="0"/>
                                          </p:val>
                                        </p:tav>
                                        <p:tav tm="100000">
                                          <p:val>
                                            <p:strVal val="#ppt_w"/>
                                          </p:val>
                                        </p:tav>
                                      </p:tavLst>
                                    </p:anim>
                                    <p:anim calcmode="lin" valueType="num">
                                      <p:cBhvr>
                                        <p:cTn id="97" dur="500" fill="hold"/>
                                        <p:tgtEl>
                                          <p:spTgt spid="33"/>
                                        </p:tgtEl>
                                        <p:attrNameLst>
                                          <p:attrName>ppt_h</p:attrName>
                                        </p:attrNameLst>
                                      </p:cBhvr>
                                      <p:tavLst>
                                        <p:tav tm="0">
                                          <p:val>
                                            <p:fltVal val="0"/>
                                          </p:val>
                                        </p:tav>
                                        <p:tav tm="100000">
                                          <p:val>
                                            <p:strVal val="#ppt_h"/>
                                          </p:val>
                                        </p:tav>
                                      </p:tavLst>
                                    </p:anim>
                                    <p:animEffect transition="in" filter="fade">
                                      <p:cBhvr>
                                        <p:cTn id="98" dur="500"/>
                                        <p:tgtEl>
                                          <p:spTgt spid="33"/>
                                        </p:tgtEl>
                                      </p:cBhvr>
                                    </p:animEffect>
                                  </p:childTnLst>
                                </p:cTn>
                              </p:par>
                              <p:par>
                                <p:cTn id="99" presetID="53" presetClass="entr" presetSubtype="16" fill="hold" grpId="0" nodeType="withEffect">
                                  <p:stCondLst>
                                    <p:cond delay="500"/>
                                  </p:stCondLst>
                                  <p:childTnLst>
                                    <p:set>
                                      <p:cBhvr>
                                        <p:cTn id="100" dur="1" fill="hold">
                                          <p:stCondLst>
                                            <p:cond delay="0"/>
                                          </p:stCondLst>
                                        </p:cTn>
                                        <p:tgtEl>
                                          <p:spTgt spid="34"/>
                                        </p:tgtEl>
                                        <p:attrNameLst>
                                          <p:attrName>style.visibility</p:attrName>
                                        </p:attrNameLst>
                                      </p:cBhvr>
                                      <p:to>
                                        <p:strVal val="visible"/>
                                      </p:to>
                                    </p:set>
                                    <p:anim calcmode="lin" valueType="num">
                                      <p:cBhvr>
                                        <p:cTn id="101" dur="500" fill="hold"/>
                                        <p:tgtEl>
                                          <p:spTgt spid="34"/>
                                        </p:tgtEl>
                                        <p:attrNameLst>
                                          <p:attrName>ppt_w</p:attrName>
                                        </p:attrNameLst>
                                      </p:cBhvr>
                                      <p:tavLst>
                                        <p:tav tm="0">
                                          <p:val>
                                            <p:fltVal val="0"/>
                                          </p:val>
                                        </p:tav>
                                        <p:tav tm="100000">
                                          <p:val>
                                            <p:strVal val="#ppt_w"/>
                                          </p:val>
                                        </p:tav>
                                      </p:tavLst>
                                    </p:anim>
                                    <p:anim calcmode="lin" valueType="num">
                                      <p:cBhvr>
                                        <p:cTn id="102" dur="500" fill="hold"/>
                                        <p:tgtEl>
                                          <p:spTgt spid="34"/>
                                        </p:tgtEl>
                                        <p:attrNameLst>
                                          <p:attrName>ppt_h</p:attrName>
                                        </p:attrNameLst>
                                      </p:cBhvr>
                                      <p:tavLst>
                                        <p:tav tm="0">
                                          <p:val>
                                            <p:fltVal val="0"/>
                                          </p:val>
                                        </p:tav>
                                        <p:tav tm="100000">
                                          <p:val>
                                            <p:strVal val="#ppt_h"/>
                                          </p:val>
                                        </p:tav>
                                      </p:tavLst>
                                    </p:anim>
                                    <p:animEffect transition="in" filter="fade">
                                      <p:cBhvr>
                                        <p:cTn id="103" dur="500"/>
                                        <p:tgtEl>
                                          <p:spTgt spid="34"/>
                                        </p:tgtEl>
                                      </p:cBhvr>
                                    </p:animEffect>
                                  </p:childTnLst>
                                </p:cTn>
                              </p:par>
                              <p:par>
                                <p:cTn id="104" presetID="53" presetClass="entr" presetSubtype="16" fill="hold" grpId="0" nodeType="withEffect">
                                  <p:stCondLst>
                                    <p:cond delay="500"/>
                                  </p:stCondLst>
                                  <p:childTnLst>
                                    <p:set>
                                      <p:cBhvr>
                                        <p:cTn id="105" dur="1" fill="hold">
                                          <p:stCondLst>
                                            <p:cond delay="0"/>
                                          </p:stCondLst>
                                        </p:cTn>
                                        <p:tgtEl>
                                          <p:spTgt spid="35"/>
                                        </p:tgtEl>
                                        <p:attrNameLst>
                                          <p:attrName>style.visibility</p:attrName>
                                        </p:attrNameLst>
                                      </p:cBhvr>
                                      <p:to>
                                        <p:strVal val="visible"/>
                                      </p:to>
                                    </p:set>
                                    <p:anim calcmode="lin" valueType="num">
                                      <p:cBhvr>
                                        <p:cTn id="106" dur="500" fill="hold"/>
                                        <p:tgtEl>
                                          <p:spTgt spid="35"/>
                                        </p:tgtEl>
                                        <p:attrNameLst>
                                          <p:attrName>ppt_w</p:attrName>
                                        </p:attrNameLst>
                                      </p:cBhvr>
                                      <p:tavLst>
                                        <p:tav tm="0">
                                          <p:val>
                                            <p:fltVal val="0"/>
                                          </p:val>
                                        </p:tav>
                                        <p:tav tm="100000">
                                          <p:val>
                                            <p:strVal val="#ppt_w"/>
                                          </p:val>
                                        </p:tav>
                                      </p:tavLst>
                                    </p:anim>
                                    <p:anim calcmode="lin" valueType="num">
                                      <p:cBhvr>
                                        <p:cTn id="107" dur="500" fill="hold"/>
                                        <p:tgtEl>
                                          <p:spTgt spid="35"/>
                                        </p:tgtEl>
                                        <p:attrNameLst>
                                          <p:attrName>ppt_h</p:attrName>
                                        </p:attrNameLst>
                                      </p:cBhvr>
                                      <p:tavLst>
                                        <p:tav tm="0">
                                          <p:val>
                                            <p:fltVal val="0"/>
                                          </p:val>
                                        </p:tav>
                                        <p:tav tm="100000">
                                          <p:val>
                                            <p:strVal val="#ppt_h"/>
                                          </p:val>
                                        </p:tav>
                                      </p:tavLst>
                                    </p:anim>
                                    <p:animEffect transition="in" filter="fade">
                                      <p:cBhvr>
                                        <p:cTn id="108" dur="500"/>
                                        <p:tgtEl>
                                          <p:spTgt spid="35"/>
                                        </p:tgtEl>
                                      </p:cBhvr>
                                    </p:animEffect>
                                  </p:childTnLst>
                                </p:cTn>
                              </p:par>
                              <p:par>
                                <p:cTn id="109" presetID="53" presetClass="entr" presetSubtype="16" fill="hold" grpId="0" nodeType="withEffect">
                                  <p:stCondLst>
                                    <p:cond delay="500"/>
                                  </p:stCondLst>
                                  <p:childTnLst>
                                    <p:set>
                                      <p:cBhvr>
                                        <p:cTn id="110" dur="1" fill="hold">
                                          <p:stCondLst>
                                            <p:cond delay="0"/>
                                          </p:stCondLst>
                                        </p:cTn>
                                        <p:tgtEl>
                                          <p:spTgt spid="36"/>
                                        </p:tgtEl>
                                        <p:attrNameLst>
                                          <p:attrName>style.visibility</p:attrName>
                                        </p:attrNameLst>
                                      </p:cBhvr>
                                      <p:to>
                                        <p:strVal val="visible"/>
                                      </p:to>
                                    </p:set>
                                    <p:anim calcmode="lin" valueType="num">
                                      <p:cBhvr>
                                        <p:cTn id="111" dur="500" fill="hold"/>
                                        <p:tgtEl>
                                          <p:spTgt spid="36"/>
                                        </p:tgtEl>
                                        <p:attrNameLst>
                                          <p:attrName>ppt_w</p:attrName>
                                        </p:attrNameLst>
                                      </p:cBhvr>
                                      <p:tavLst>
                                        <p:tav tm="0">
                                          <p:val>
                                            <p:fltVal val="0"/>
                                          </p:val>
                                        </p:tav>
                                        <p:tav tm="100000">
                                          <p:val>
                                            <p:strVal val="#ppt_w"/>
                                          </p:val>
                                        </p:tav>
                                      </p:tavLst>
                                    </p:anim>
                                    <p:anim calcmode="lin" valueType="num">
                                      <p:cBhvr>
                                        <p:cTn id="112" dur="500" fill="hold"/>
                                        <p:tgtEl>
                                          <p:spTgt spid="36"/>
                                        </p:tgtEl>
                                        <p:attrNameLst>
                                          <p:attrName>ppt_h</p:attrName>
                                        </p:attrNameLst>
                                      </p:cBhvr>
                                      <p:tavLst>
                                        <p:tav tm="0">
                                          <p:val>
                                            <p:fltVal val="0"/>
                                          </p:val>
                                        </p:tav>
                                        <p:tav tm="100000">
                                          <p:val>
                                            <p:strVal val="#ppt_h"/>
                                          </p:val>
                                        </p:tav>
                                      </p:tavLst>
                                    </p:anim>
                                    <p:animEffect transition="in" filter="fade">
                                      <p:cBhvr>
                                        <p:cTn id="113" dur="500"/>
                                        <p:tgtEl>
                                          <p:spTgt spid="36"/>
                                        </p:tgtEl>
                                      </p:cBhvr>
                                    </p:animEffect>
                                  </p:childTnLst>
                                </p:cTn>
                              </p:par>
                            </p:childTnLst>
                          </p:cTn>
                        </p:par>
                        <p:par>
                          <p:cTn id="114" fill="hold">
                            <p:stCondLst>
                              <p:cond delay="7000"/>
                            </p:stCondLst>
                            <p:childTnLst>
                              <p:par>
                                <p:cTn id="115" presetID="42" presetClass="entr" presetSubtype="0" fill="hold" grpId="0" nodeType="after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1000"/>
                                        <p:tgtEl>
                                          <p:spTgt spid="48"/>
                                        </p:tgtEl>
                                      </p:cBhvr>
                                    </p:animEffect>
                                    <p:anim calcmode="lin" valueType="num">
                                      <p:cBhvr>
                                        <p:cTn id="118" dur="1000" fill="hold"/>
                                        <p:tgtEl>
                                          <p:spTgt spid="48"/>
                                        </p:tgtEl>
                                        <p:attrNameLst>
                                          <p:attrName>ppt_x</p:attrName>
                                        </p:attrNameLst>
                                      </p:cBhvr>
                                      <p:tavLst>
                                        <p:tav tm="0">
                                          <p:val>
                                            <p:strVal val="#ppt_x"/>
                                          </p:val>
                                        </p:tav>
                                        <p:tav tm="100000">
                                          <p:val>
                                            <p:strVal val="#ppt_x"/>
                                          </p:val>
                                        </p:tav>
                                      </p:tavLst>
                                    </p:anim>
                                    <p:anim calcmode="lin" valueType="num">
                                      <p:cBhvr>
                                        <p:cTn id="119" dur="1000" fill="hold"/>
                                        <p:tgtEl>
                                          <p:spTgt spid="48"/>
                                        </p:tgtEl>
                                        <p:attrNameLst>
                                          <p:attrName>ppt_y</p:attrName>
                                        </p:attrNameLst>
                                      </p:cBhvr>
                                      <p:tavLst>
                                        <p:tav tm="0">
                                          <p:val>
                                            <p:strVal val="#ppt_y+.1"/>
                                          </p:val>
                                        </p:tav>
                                        <p:tav tm="100000">
                                          <p:val>
                                            <p:strVal val="#ppt_y"/>
                                          </p:val>
                                        </p:tav>
                                      </p:tavLst>
                                    </p:anim>
                                  </p:childTnLst>
                                </p:cTn>
                              </p:par>
                            </p:childTnLst>
                          </p:cTn>
                        </p:par>
                        <p:par>
                          <p:cTn id="120" fill="hold">
                            <p:stCondLst>
                              <p:cond delay="8000"/>
                            </p:stCondLst>
                            <p:childTnLst>
                              <p:par>
                                <p:cTn id="121" presetID="53" presetClass="entr" presetSubtype="16" fill="hold" grpId="0" nodeType="afterEffect">
                                  <p:stCondLst>
                                    <p:cond delay="0"/>
                                  </p:stCondLst>
                                  <p:childTnLst>
                                    <p:set>
                                      <p:cBhvr>
                                        <p:cTn id="122" dur="1" fill="hold">
                                          <p:stCondLst>
                                            <p:cond delay="0"/>
                                          </p:stCondLst>
                                        </p:cTn>
                                        <p:tgtEl>
                                          <p:spTgt spid="60"/>
                                        </p:tgtEl>
                                        <p:attrNameLst>
                                          <p:attrName>style.visibility</p:attrName>
                                        </p:attrNameLst>
                                      </p:cBhvr>
                                      <p:to>
                                        <p:strVal val="visible"/>
                                      </p:to>
                                    </p:set>
                                    <p:anim calcmode="lin" valueType="num">
                                      <p:cBhvr>
                                        <p:cTn id="123" dur="500" fill="hold"/>
                                        <p:tgtEl>
                                          <p:spTgt spid="60"/>
                                        </p:tgtEl>
                                        <p:attrNameLst>
                                          <p:attrName>ppt_w</p:attrName>
                                        </p:attrNameLst>
                                      </p:cBhvr>
                                      <p:tavLst>
                                        <p:tav tm="0">
                                          <p:val>
                                            <p:fltVal val="0"/>
                                          </p:val>
                                        </p:tav>
                                        <p:tav tm="100000">
                                          <p:val>
                                            <p:strVal val="#ppt_w"/>
                                          </p:val>
                                        </p:tav>
                                      </p:tavLst>
                                    </p:anim>
                                    <p:anim calcmode="lin" valueType="num">
                                      <p:cBhvr>
                                        <p:cTn id="124" dur="500" fill="hold"/>
                                        <p:tgtEl>
                                          <p:spTgt spid="60"/>
                                        </p:tgtEl>
                                        <p:attrNameLst>
                                          <p:attrName>ppt_h</p:attrName>
                                        </p:attrNameLst>
                                      </p:cBhvr>
                                      <p:tavLst>
                                        <p:tav tm="0">
                                          <p:val>
                                            <p:fltVal val="0"/>
                                          </p:val>
                                        </p:tav>
                                        <p:tav tm="100000">
                                          <p:val>
                                            <p:strVal val="#ppt_h"/>
                                          </p:val>
                                        </p:tav>
                                      </p:tavLst>
                                    </p:anim>
                                    <p:animEffect transition="in" filter="fade">
                                      <p:cBhvr>
                                        <p:cTn id="125" dur="500"/>
                                        <p:tgtEl>
                                          <p:spTgt spid="60"/>
                                        </p:tgtEl>
                                      </p:cBhvr>
                                    </p:animEffect>
                                  </p:childTnLst>
                                </p:cTn>
                              </p:par>
                            </p:childTnLst>
                          </p:cTn>
                        </p:par>
                        <p:par>
                          <p:cTn id="126" fill="hold">
                            <p:stCondLst>
                              <p:cond delay="8500"/>
                            </p:stCondLst>
                            <p:childTnLst>
                              <p:par>
                                <p:cTn id="127" presetID="41" presetClass="entr" presetSubtype="0" fill="hold" grpId="0" nodeType="afterEffect">
                                  <p:stCondLst>
                                    <p:cond delay="0"/>
                                  </p:stCondLst>
                                  <p:iterate type="lt">
                                    <p:tmPct val="10000"/>
                                  </p:iterate>
                                  <p:childTnLst>
                                    <p:set>
                                      <p:cBhvr>
                                        <p:cTn id="128" dur="1" fill="hold">
                                          <p:stCondLst>
                                            <p:cond delay="0"/>
                                          </p:stCondLst>
                                        </p:cTn>
                                        <p:tgtEl>
                                          <p:spTgt spid="49"/>
                                        </p:tgtEl>
                                        <p:attrNameLst>
                                          <p:attrName>style.visibility</p:attrName>
                                        </p:attrNameLst>
                                      </p:cBhvr>
                                      <p:to>
                                        <p:strVal val="visible"/>
                                      </p:to>
                                    </p:set>
                                    <p:anim calcmode="lin" valueType="num">
                                      <p:cBhvr>
                                        <p:cTn id="129"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130" dur="500" fill="hold"/>
                                        <p:tgtEl>
                                          <p:spTgt spid="49"/>
                                        </p:tgtEl>
                                        <p:attrNameLst>
                                          <p:attrName>ppt_y</p:attrName>
                                        </p:attrNameLst>
                                      </p:cBhvr>
                                      <p:tavLst>
                                        <p:tav tm="0">
                                          <p:val>
                                            <p:strVal val="#ppt_y"/>
                                          </p:val>
                                        </p:tav>
                                        <p:tav tm="100000">
                                          <p:val>
                                            <p:strVal val="#ppt_y"/>
                                          </p:val>
                                        </p:tav>
                                      </p:tavLst>
                                    </p:anim>
                                    <p:anim calcmode="lin" valueType="num">
                                      <p:cBhvr>
                                        <p:cTn id="131"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132"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133" dur="500" tmFilter="0,0; .5, 1; 1, 1"/>
                                        <p:tgtEl>
                                          <p:spTgt spid="49"/>
                                        </p:tgtEl>
                                      </p:cBhvr>
                                    </p:animEffect>
                                  </p:childTnLst>
                                </p:cTn>
                              </p:par>
                            </p:childTnLst>
                          </p:cTn>
                        </p:par>
                        <p:par>
                          <p:cTn id="134" fill="hold">
                            <p:stCondLst>
                              <p:cond delay="9750"/>
                            </p:stCondLst>
                            <p:childTnLst>
                              <p:par>
                                <p:cTn id="135" presetID="22" presetClass="entr" presetSubtype="4" fill="hold" nodeType="afterEffect">
                                  <p:stCondLst>
                                    <p:cond delay="0"/>
                                  </p:stCondLst>
                                  <p:childTnLst>
                                    <p:set>
                                      <p:cBhvr>
                                        <p:cTn id="136" dur="1" fill="hold">
                                          <p:stCondLst>
                                            <p:cond delay="0"/>
                                          </p:stCondLst>
                                        </p:cTn>
                                        <p:tgtEl>
                                          <p:spTgt spid="39"/>
                                        </p:tgtEl>
                                        <p:attrNameLst>
                                          <p:attrName>style.visibility</p:attrName>
                                        </p:attrNameLst>
                                      </p:cBhvr>
                                      <p:to>
                                        <p:strVal val="visible"/>
                                      </p:to>
                                    </p:set>
                                    <p:animEffect transition="in" filter="wipe(down)">
                                      <p:cBhvr>
                                        <p:cTn id="137" dur="500"/>
                                        <p:tgtEl>
                                          <p:spTgt spid="39"/>
                                        </p:tgtEl>
                                      </p:cBhvr>
                                    </p:animEffect>
                                  </p:childTnLst>
                                </p:cTn>
                              </p:par>
                            </p:childTnLst>
                          </p:cTn>
                        </p:par>
                        <p:par>
                          <p:cTn id="138" fill="hold">
                            <p:stCondLst>
                              <p:cond delay="10250"/>
                            </p:stCondLst>
                            <p:childTnLst>
                              <p:par>
                                <p:cTn id="139" presetID="53" presetClass="entr" presetSubtype="16" fill="hold" grpId="0" nodeType="after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p:cTn id="141" dur="500" fill="hold"/>
                                        <p:tgtEl>
                                          <p:spTgt spid="40"/>
                                        </p:tgtEl>
                                        <p:attrNameLst>
                                          <p:attrName>ppt_w</p:attrName>
                                        </p:attrNameLst>
                                      </p:cBhvr>
                                      <p:tavLst>
                                        <p:tav tm="0">
                                          <p:val>
                                            <p:fltVal val="0"/>
                                          </p:val>
                                        </p:tav>
                                        <p:tav tm="100000">
                                          <p:val>
                                            <p:strVal val="#ppt_w"/>
                                          </p:val>
                                        </p:tav>
                                      </p:tavLst>
                                    </p:anim>
                                    <p:anim calcmode="lin" valueType="num">
                                      <p:cBhvr>
                                        <p:cTn id="142" dur="500" fill="hold"/>
                                        <p:tgtEl>
                                          <p:spTgt spid="40"/>
                                        </p:tgtEl>
                                        <p:attrNameLst>
                                          <p:attrName>ppt_h</p:attrName>
                                        </p:attrNameLst>
                                      </p:cBhvr>
                                      <p:tavLst>
                                        <p:tav tm="0">
                                          <p:val>
                                            <p:fltVal val="0"/>
                                          </p:val>
                                        </p:tav>
                                        <p:tav tm="100000">
                                          <p:val>
                                            <p:strVal val="#ppt_h"/>
                                          </p:val>
                                        </p:tav>
                                      </p:tavLst>
                                    </p:anim>
                                    <p:animEffect transition="in" filter="fade">
                                      <p:cBhvr>
                                        <p:cTn id="143" dur="500"/>
                                        <p:tgtEl>
                                          <p:spTgt spid="40"/>
                                        </p:tgtEl>
                                      </p:cBhvr>
                                    </p:animEffect>
                                  </p:childTnLst>
                                </p:cTn>
                              </p:par>
                              <p:par>
                                <p:cTn id="144" presetID="53" presetClass="entr" presetSubtype="16" fill="hold" grpId="0" nodeType="withEffect">
                                  <p:stCondLst>
                                    <p:cond delay="500"/>
                                  </p:stCondLst>
                                  <p:childTnLst>
                                    <p:set>
                                      <p:cBhvr>
                                        <p:cTn id="145" dur="1" fill="hold">
                                          <p:stCondLst>
                                            <p:cond delay="0"/>
                                          </p:stCondLst>
                                        </p:cTn>
                                        <p:tgtEl>
                                          <p:spTgt spid="41"/>
                                        </p:tgtEl>
                                        <p:attrNameLst>
                                          <p:attrName>style.visibility</p:attrName>
                                        </p:attrNameLst>
                                      </p:cBhvr>
                                      <p:to>
                                        <p:strVal val="visible"/>
                                      </p:to>
                                    </p:set>
                                    <p:anim calcmode="lin" valueType="num">
                                      <p:cBhvr>
                                        <p:cTn id="146" dur="500" fill="hold"/>
                                        <p:tgtEl>
                                          <p:spTgt spid="41"/>
                                        </p:tgtEl>
                                        <p:attrNameLst>
                                          <p:attrName>ppt_w</p:attrName>
                                        </p:attrNameLst>
                                      </p:cBhvr>
                                      <p:tavLst>
                                        <p:tav tm="0">
                                          <p:val>
                                            <p:fltVal val="0"/>
                                          </p:val>
                                        </p:tav>
                                        <p:tav tm="100000">
                                          <p:val>
                                            <p:strVal val="#ppt_w"/>
                                          </p:val>
                                        </p:tav>
                                      </p:tavLst>
                                    </p:anim>
                                    <p:anim calcmode="lin" valueType="num">
                                      <p:cBhvr>
                                        <p:cTn id="147" dur="500" fill="hold"/>
                                        <p:tgtEl>
                                          <p:spTgt spid="41"/>
                                        </p:tgtEl>
                                        <p:attrNameLst>
                                          <p:attrName>ppt_h</p:attrName>
                                        </p:attrNameLst>
                                      </p:cBhvr>
                                      <p:tavLst>
                                        <p:tav tm="0">
                                          <p:val>
                                            <p:fltVal val="0"/>
                                          </p:val>
                                        </p:tav>
                                        <p:tav tm="100000">
                                          <p:val>
                                            <p:strVal val="#ppt_h"/>
                                          </p:val>
                                        </p:tav>
                                      </p:tavLst>
                                    </p:anim>
                                    <p:animEffect transition="in" filter="fade">
                                      <p:cBhvr>
                                        <p:cTn id="148" dur="500"/>
                                        <p:tgtEl>
                                          <p:spTgt spid="41"/>
                                        </p:tgtEl>
                                      </p:cBhvr>
                                    </p:animEffect>
                                  </p:childTnLst>
                                </p:cTn>
                              </p:par>
                              <p:par>
                                <p:cTn id="149" presetID="53" presetClass="entr" presetSubtype="16" fill="hold" grpId="0" nodeType="withEffect">
                                  <p:stCondLst>
                                    <p:cond delay="500"/>
                                  </p:stCondLst>
                                  <p:childTnLst>
                                    <p:set>
                                      <p:cBhvr>
                                        <p:cTn id="150" dur="1" fill="hold">
                                          <p:stCondLst>
                                            <p:cond delay="0"/>
                                          </p:stCondLst>
                                        </p:cTn>
                                        <p:tgtEl>
                                          <p:spTgt spid="44"/>
                                        </p:tgtEl>
                                        <p:attrNameLst>
                                          <p:attrName>style.visibility</p:attrName>
                                        </p:attrNameLst>
                                      </p:cBhvr>
                                      <p:to>
                                        <p:strVal val="visible"/>
                                      </p:to>
                                    </p:set>
                                    <p:anim calcmode="lin" valueType="num">
                                      <p:cBhvr>
                                        <p:cTn id="151" dur="500" fill="hold"/>
                                        <p:tgtEl>
                                          <p:spTgt spid="44"/>
                                        </p:tgtEl>
                                        <p:attrNameLst>
                                          <p:attrName>ppt_w</p:attrName>
                                        </p:attrNameLst>
                                      </p:cBhvr>
                                      <p:tavLst>
                                        <p:tav tm="0">
                                          <p:val>
                                            <p:fltVal val="0"/>
                                          </p:val>
                                        </p:tav>
                                        <p:tav tm="100000">
                                          <p:val>
                                            <p:strVal val="#ppt_w"/>
                                          </p:val>
                                        </p:tav>
                                      </p:tavLst>
                                    </p:anim>
                                    <p:anim calcmode="lin" valueType="num">
                                      <p:cBhvr>
                                        <p:cTn id="152" dur="500" fill="hold"/>
                                        <p:tgtEl>
                                          <p:spTgt spid="44"/>
                                        </p:tgtEl>
                                        <p:attrNameLst>
                                          <p:attrName>ppt_h</p:attrName>
                                        </p:attrNameLst>
                                      </p:cBhvr>
                                      <p:tavLst>
                                        <p:tav tm="0">
                                          <p:val>
                                            <p:fltVal val="0"/>
                                          </p:val>
                                        </p:tav>
                                        <p:tav tm="100000">
                                          <p:val>
                                            <p:strVal val="#ppt_h"/>
                                          </p:val>
                                        </p:tav>
                                      </p:tavLst>
                                    </p:anim>
                                    <p:animEffect transition="in" filter="fade">
                                      <p:cBhvr>
                                        <p:cTn id="153" dur="500"/>
                                        <p:tgtEl>
                                          <p:spTgt spid="44"/>
                                        </p:tgtEl>
                                      </p:cBhvr>
                                    </p:animEffect>
                                  </p:childTnLst>
                                </p:cTn>
                              </p:par>
                              <p:par>
                                <p:cTn id="154" presetID="53" presetClass="entr" presetSubtype="16" fill="hold" grpId="0" nodeType="withEffect">
                                  <p:stCondLst>
                                    <p:cond delay="500"/>
                                  </p:stCondLst>
                                  <p:childTnLst>
                                    <p:set>
                                      <p:cBhvr>
                                        <p:cTn id="155" dur="1" fill="hold">
                                          <p:stCondLst>
                                            <p:cond delay="0"/>
                                          </p:stCondLst>
                                        </p:cTn>
                                        <p:tgtEl>
                                          <p:spTgt spid="45"/>
                                        </p:tgtEl>
                                        <p:attrNameLst>
                                          <p:attrName>style.visibility</p:attrName>
                                        </p:attrNameLst>
                                      </p:cBhvr>
                                      <p:to>
                                        <p:strVal val="visible"/>
                                      </p:to>
                                    </p:set>
                                    <p:anim calcmode="lin" valueType="num">
                                      <p:cBhvr>
                                        <p:cTn id="156" dur="500" fill="hold"/>
                                        <p:tgtEl>
                                          <p:spTgt spid="45"/>
                                        </p:tgtEl>
                                        <p:attrNameLst>
                                          <p:attrName>ppt_w</p:attrName>
                                        </p:attrNameLst>
                                      </p:cBhvr>
                                      <p:tavLst>
                                        <p:tav tm="0">
                                          <p:val>
                                            <p:fltVal val="0"/>
                                          </p:val>
                                        </p:tav>
                                        <p:tav tm="100000">
                                          <p:val>
                                            <p:strVal val="#ppt_w"/>
                                          </p:val>
                                        </p:tav>
                                      </p:tavLst>
                                    </p:anim>
                                    <p:anim calcmode="lin" valueType="num">
                                      <p:cBhvr>
                                        <p:cTn id="157" dur="500" fill="hold"/>
                                        <p:tgtEl>
                                          <p:spTgt spid="45"/>
                                        </p:tgtEl>
                                        <p:attrNameLst>
                                          <p:attrName>ppt_h</p:attrName>
                                        </p:attrNameLst>
                                      </p:cBhvr>
                                      <p:tavLst>
                                        <p:tav tm="0">
                                          <p:val>
                                            <p:fltVal val="0"/>
                                          </p:val>
                                        </p:tav>
                                        <p:tav tm="100000">
                                          <p:val>
                                            <p:strVal val="#ppt_h"/>
                                          </p:val>
                                        </p:tav>
                                      </p:tavLst>
                                    </p:anim>
                                    <p:animEffect transition="in" filter="fade">
                                      <p:cBhvr>
                                        <p:cTn id="158" dur="500"/>
                                        <p:tgtEl>
                                          <p:spTgt spid="45"/>
                                        </p:tgtEl>
                                      </p:cBhvr>
                                    </p:animEffect>
                                  </p:childTnLst>
                                </p:cTn>
                              </p:par>
                              <p:par>
                                <p:cTn id="159" presetID="53" presetClass="entr" presetSubtype="16" fill="hold" grpId="0" nodeType="withEffect">
                                  <p:stCondLst>
                                    <p:cond delay="500"/>
                                  </p:stCondLst>
                                  <p:childTnLst>
                                    <p:set>
                                      <p:cBhvr>
                                        <p:cTn id="160" dur="1" fill="hold">
                                          <p:stCondLst>
                                            <p:cond delay="0"/>
                                          </p:stCondLst>
                                        </p:cTn>
                                        <p:tgtEl>
                                          <p:spTgt spid="46"/>
                                        </p:tgtEl>
                                        <p:attrNameLst>
                                          <p:attrName>style.visibility</p:attrName>
                                        </p:attrNameLst>
                                      </p:cBhvr>
                                      <p:to>
                                        <p:strVal val="visible"/>
                                      </p:to>
                                    </p:set>
                                    <p:anim calcmode="lin" valueType="num">
                                      <p:cBhvr>
                                        <p:cTn id="161" dur="500" fill="hold"/>
                                        <p:tgtEl>
                                          <p:spTgt spid="46"/>
                                        </p:tgtEl>
                                        <p:attrNameLst>
                                          <p:attrName>ppt_w</p:attrName>
                                        </p:attrNameLst>
                                      </p:cBhvr>
                                      <p:tavLst>
                                        <p:tav tm="0">
                                          <p:val>
                                            <p:fltVal val="0"/>
                                          </p:val>
                                        </p:tav>
                                        <p:tav tm="100000">
                                          <p:val>
                                            <p:strVal val="#ppt_w"/>
                                          </p:val>
                                        </p:tav>
                                      </p:tavLst>
                                    </p:anim>
                                    <p:anim calcmode="lin" valueType="num">
                                      <p:cBhvr>
                                        <p:cTn id="162" dur="500" fill="hold"/>
                                        <p:tgtEl>
                                          <p:spTgt spid="46"/>
                                        </p:tgtEl>
                                        <p:attrNameLst>
                                          <p:attrName>ppt_h</p:attrName>
                                        </p:attrNameLst>
                                      </p:cBhvr>
                                      <p:tavLst>
                                        <p:tav tm="0">
                                          <p:val>
                                            <p:fltVal val="0"/>
                                          </p:val>
                                        </p:tav>
                                        <p:tav tm="100000">
                                          <p:val>
                                            <p:strVal val="#ppt_h"/>
                                          </p:val>
                                        </p:tav>
                                      </p:tavLst>
                                    </p:anim>
                                    <p:animEffect transition="in" filter="fade">
                                      <p:cBhvr>
                                        <p:cTn id="163" dur="500"/>
                                        <p:tgtEl>
                                          <p:spTgt spid="46"/>
                                        </p:tgtEl>
                                      </p:cBhvr>
                                    </p:animEffect>
                                  </p:childTnLst>
                                </p:cTn>
                              </p:par>
                              <p:par>
                                <p:cTn id="164" presetID="53" presetClass="entr" presetSubtype="16" fill="hold" grpId="0" nodeType="withEffect">
                                  <p:stCondLst>
                                    <p:cond delay="500"/>
                                  </p:stCondLst>
                                  <p:childTnLst>
                                    <p:set>
                                      <p:cBhvr>
                                        <p:cTn id="165" dur="1" fill="hold">
                                          <p:stCondLst>
                                            <p:cond delay="0"/>
                                          </p:stCondLst>
                                        </p:cTn>
                                        <p:tgtEl>
                                          <p:spTgt spid="47"/>
                                        </p:tgtEl>
                                        <p:attrNameLst>
                                          <p:attrName>style.visibility</p:attrName>
                                        </p:attrNameLst>
                                      </p:cBhvr>
                                      <p:to>
                                        <p:strVal val="visible"/>
                                      </p:to>
                                    </p:set>
                                    <p:anim calcmode="lin" valueType="num">
                                      <p:cBhvr>
                                        <p:cTn id="166" dur="500" fill="hold"/>
                                        <p:tgtEl>
                                          <p:spTgt spid="47"/>
                                        </p:tgtEl>
                                        <p:attrNameLst>
                                          <p:attrName>ppt_w</p:attrName>
                                        </p:attrNameLst>
                                      </p:cBhvr>
                                      <p:tavLst>
                                        <p:tav tm="0">
                                          <p:val>
                                            <p:fltVal val="0"/>
                                          </p:val>
                                        </p:tav>
                                        <p:tav tm="100000">
                                          <p:val>
                                            <p:strVal val="#ppt_w"/>
                                          </p:val>
                                        </p:tav>
                                      </p:tavLst>
                                    </p:anim>
                                    <p:anim calcmode="lin" valueType="num">
                                      <p:cBhvr>
                                        <p:cTn id="167" dur="500" fill="hold"/>
                                        <p:tgtEl>
                                          <p:spTgt spid="47"/>
                                        </p:tgtEl>
                                        <p:attrNameLst>
                                          <p:attrName>ppt_h</p:attrName>
                                        </p:attrNameLst>
                                      </p:cBhvr>
                                      <p:tavLst>
                                        <p:tav tm="0">
                                          <p:val>
                                            <p:fltVal val="0"/>
                                          </p:val>
                                        </p:tav>
                                        <p:tav tm="100000">
                                          <p:val>
                                            <p:strVal val="#ppt_h"/>
                                          </p:val>
                                        </p:tav>
                                      </p:tavLst>
                                    </p:anim>
                                    <p:animEffect transition="in" filter="fade">
                                      <p:cBhvr>
                                        <p:cTn id="168" dur="500"/>
                                        <p:tgtEl>
                                          <p:spTgt spid="47"/>
                                        </p:tgtEl>
                                      </p:cBhvr>
                                    </p:animEffect>
                                  </p:childTnLst>
                                </p:cTn>
                              </p:par>
                            </p:childTnLst>
                          </p:cTn>
                        </p:par>
                        <p:par>
                          <p:cTn id="169" fill="hold">
                            <p:stCondLst>
                              <p:cond delay="10750"/>
                            </p:stCondLst>
                            <p:childTnLst>
                              <p:par>
                                <p:cTn id="170" presetID="42" presetClass="entr" presetSubtype="0" fill="hold" grpId="0" nodeType="afterEffect">
                                  <p:stCondLst>
                                    <p:cond delay="0"/>
                                  </p:stCondLst>
                                  <p:childTnLst>
                                    <p:set>
                                      <p:cBhvr>
                                        <p:cTn id="171" dur="1" fill="hold">
                                          <p:stCondLst>
                                            <p:cond delay="0"/>
                                          </p:stCondLst>
                                        </p:cTn>
                                        <p:tgtEl>
                                          <p:spTgt spid="57"/>
                                        </p:tgtEl>
                                        <p:attrNameLst>
                                          <p:attrName>style.visibility</p:attrName>
                                        </p:attrNameLst>
                                      </p:cBhvr>
                                      <p:to>
                                        <p:strVal val="visible"/>
                                      </p:to>
                                    </p:set>
                                    <p:animEffect transition="in" filter="fade">
                                      <p:cBhvr>
                                        <p:cTn id="172" dur="1000"/>
                                        <p:tgtEl>
                                          <p:spTgt spid="57"/>
                                        </p:tgtEl>
                                      </p:cBhvr>
                                    </p:animEffect>
                                    <p:anim calcmode="lin" valueType="num">
                                      <p:cBhvr>
                                        <p:cTn id="173" dur="1000" fill="hold"/>
                                        <p:tgtEl>
                                          <p:spTgt spid="57"/>
                                        </p:tgtEl>
                                        <p:attrNameLst>
                                          <p:attrName>ppt_x</p:attrName>
                                        </p:attrNameLst>
                                      </p:cBhvr>
                                      <p:tavLst>
                                        <p:tav tm="0">
                                          <p:val>
                                            <p:strVal val="#ppt_x"/>
                                          </p:val>
                                        </p:tav>
                                        <p:tav tm="100000">
                                          <p:val>
                                            <p:strVal val="#ppt_x"/>
                                          </p:val>
                                        </p:tav>
                                      </p:tavLst>
                                    </p:anim>
                                    <p:anim calcmode="lin" valueType="num">
                                      <p:cBhvr>
                                        <p:cTn id="174" dur="1000" fill="hold"/>
                                        <p:tgtEl>
                                          <p:spTgt spid="57"/>
                                        </p:tgtEl>
                                        <p:attrNameLst>
                                          <p:attrName>ppt_y</p:attrName>
                                        </p:attrNameLst>
                                      </p:cBhvr>
                                      <p:tavLst>
                                        <p:tav tm="0">
                                          <p:val>
                                            <p:strVal val="#ppt_y+.1"/>
                                          </p:val>
                                        </p:tav>
                                        <p:tav tm="100000">
                                          <p:val>
                                            <p:strVal val="#ppt_y"/>
                                          </p:val>
                                        </p:tav>
                                      </p:tavLst>
                                    </p:anim>
                                  </p:childTnLst>
                                </p:cTn>
                              </p:par>
                            </p:childTnLst>
                          </p:cTn>
                        </p:par>
                        <p:par>
                          <p:cTn id="175" fill="hold">
                            <p:stCondLst>
                              <p:cond delay="11750"/>
                            </p:stCondLst>
                            <p:childTnLst>
                              <p:par>
                                <p:cTn id="176" presetID="53" presetClass="entr" presetSubtype="16" fill="hold" grpId="0" nodeType="afterEffect">
                                  <p:stCondLst>
                                    <p:cond delay="0"/>
                                  </p:stCondLst>
                                  <p:childTnLst>
                                    <p:set>
                                      <p:cBhvr>
                                        <p:cTn id="177" dur="1" fill="hold">
                                          <p:stCondLst>
                                            <p:cond delay="0"/>
                                          </p:stCondLst>
                                        </p:cTn>
                                        <p:tgtEl>
                                          <p:spTgt spid="61"/>
                                        </p:tgtEl>
                                        <p:attrNameLst>
                                          <p:attrName>style.visibility</p:attrName>
                                        </p:attrNameLst>
                                      </p:cBhvr>
                                      <p:to>
                                        <p:strVal val="visible"/>
                                      </p:to>
                                    </p:set>
                                    <p:anim calcmode="lin" valueType="num">
                                      <p:cBhvr>
                                        <p:cTn id="178" dur="500" fill="hold"/>
                                        <p:tgtEl>
                                          <p:spTgt spid="61"/>
                                        </p:tgtEl>
                                        <p:attrNameLst>
                                          <p:attrName>ppt_w</p:attrName>
                                        </p:attrNameLst>
                                      </p:cBhvr>
                                      <p:tavLst>
                                        <p:tav tm="0">
                                          <p:val>
                                            <p:fltVal val="0"/>
                                          </p:val>
                                        </p:tav>
                                        <p:tav tm="100000">
                                          <p:val>
                                            <p:strVal val="#ppt_w"/>
                                          </p:val>
                                        </p:tav>
                                      </p:tavLst>
                                    </p:anim>
                                    <p:anim calcmode="lin" valueType="num">
                                      <p:cBhvr>
                                        <p:cTn id="179" dur="500" fill="hold"/>
                                        <p:tgtEl>
                                          <p:spTgt spid="61"/>
                                        </p:tgtEl>
                                        <p:attrNameLst>
                                          <p:attrName>ppt_h</p:attrName>
                                        </p:attrNameLst>
                                      </p:cBhvr>
                                      <p:tavLst>
                                        <p:tav tm="0">
                                          <p:val>
                                            <p:fltVal val="0"/>
                                          </p:val>
                                        </p:tav>
                                        <p:tav tm="100000">
                                          <p:val>
                                            <p:strVal val="#ppt_h"/>
                                          </p:val>
                                        </p:tav>
                                      </p:tavLst>
                                    </p:anim>
                                    <p:animEffect transition="in" filter="fade">
                                      <p:cBhvr>
                                        <p:cTn id="180" dur="500"/>
                                        <p:tgtEl>
                                          <p:spTgt spid="61"/>
                                        </p:tgtEl>
                                      </p:cBhvr>
                                    </p:animEffect>
                                  </p:childTnLst>
                                </p:cTn>
                              </p:par>
                            </p:childTnLst>
                          </p:cTn>
                        </p:par>
                        <p:par>
                          <p:cTn id="181" fill="hold">
                            <p:stCondLst>
                              <p:cond delay="12250"/>
                            </p:stCondLst>
                            <p:childTnLst>
                              <p:par>
                                <p:cTn id="182" presetID="41" presetClass="entr" presetSubtype="0" fill="hold" grpId="0" nodeType="afterEffect">
                                  <p:stCondLst>
                                    <p:cond delay="0"/>
                                  </p:stCondLst>
                                  <p:iterate type="lt">
                                    <p:tmPct val="10000"/>
                                  </p:iterate>
                                  <p:childTnLst>
                                    <p:set>
                                      <p:cBhvr>
                                        <p:cTn id="183" dur="1" fill="hold">
                                          <p:stCondLst>
                                            <p:cond delay="0"/>
                                          </p:stCondLst>
                                        </p:cTn>
                                        <p:tgtEl>
                                          <p:spTgt spid="58"/>
                                        </p:tgtEl>
                                        <p:attrNameLst>
                                          <p:attrName>style.visibility</p:attrName>
                                        </p:attrNameLst>
                                      </p:cBhvr>
                                      <p:to>
                                        <p:strVal val="visible"/>
                                      </p:to>
                                    </p:set>
                                    <p:anim calcmode="lin" valueType="num">
                                      <p:cBhvr>
                                        <p:cTn id="184" dur="500" fill="hold"/>
                                        <p:tgtEl>
                                          <p:spTgt spid="58"/>
                                        </p:tgtEl>
                                        <p:attrNameLst>
                                          <p:attrName>ppt_x</p:attrName>
                                        </p:attrNameLst>
                                      </p:cBhvr>
                                      <p:tavLst>
                                        <p:tav tm="0">
                                          <p:val>
                                            <p:strVal val="#ppt_x"/>
                                          </p:val>
                                        </p:tav>
                                        <p:tav tm="50000">
                                          <p:val>
                                            <p:strVal val="#ppt_x+.1"/>
                                          </p:val>
                                        </p:tav>
                                        <p:tav tm="100000">
                                          <p:val>
                                            <p:strVal val="#ppt_x"/>
                                          </p:val>
                                        </p:tav>
                                      </p:tavLst>
                                    </p:anim>
                                    <p:anim calcmode="lin" valueType="num">
                                      <p:cBhvr>
                                        <p:cTn id="185" dur="500" fill="hold"/>
                                        <p:tgtEl>
                                          <p:spTgt spid="58"/>
                                        </p:tgtEl>
                                        <p:attrNameLst>
                                          <p:attrName>ppt_y</p:attrName>
                                        </p:attrNameLst>
                                      </p:cBhvr>
                                      <p:tavLst>
                                        <p:tav tm="0">
                                          <p:val>
                                            <p:strVal val="#ppt_y"/>
                                          </p:val>
                                        </p:tav>
                                        <p:tav tm="100000">
                                          <p:val>
                                            <p:strVal val="#ppt_y"/>
                                          </p:val>
                                        </p:tav>
                                      </p:tavLst>
                                    </p:anim>
                                    <p:anim calcmode="lin" valueType="num">
                                      <p:cBhvr>
                                        <p:cTn id="186" dur="500" fill="hold"/>
                                        <p:tgtEl>
                                          <p:spTgt spid="58"/>
                                        </p:tgtEl>
                                        <p:attrNameLst>
                                          <p:attrName>ppt_h</p:attrName>
                                        </p:attrNameLst>
                                      </p:cBhvr>
                                      <p:tavLst>
                                        <p:tav tm="0">
                                          <p:val>
                                            <p:strVal val="#ppt_h/10"/>
                                          </p:val>
                                        </p:tav>
                                        <p:tav tm="50000">
                                          <p:val>
                                            <p:strVal val="#ppt_h+.01"/>
                                          </p:val>
                                        </p:tav>
                                        <p:tav tm="100000">
                                          <p:val>
                                            <p:strVal val="#ppt_h"/>
                                          </p:val>
                                        </p:tav>
                                      </p:tavLst>
                                    </p:anim>
                                    <p:anim calcmode="lin" valueType="num">
                                      <p:cBhvr>
                                        <p:cTn id="187" dur="500" fill="hold"/>
                                        <p:tgtEl>
                                          <p:spTgt spid="58"/>
                                        </p:tgtEl>
                                        <p:attrNameLst>
                                          <p:attrName>ppt_w</p:attrName>
                                        </p:attrNameLst>
                                      </p:cBhvr>
                                      <p:tavLst>
                                        <p:tav tm="0">
                                          <p:val>
                                            <p:strVal val="#ppt_w/10"/>
                                          </p:val>
                                        </p:tav>
                                        <p:tav tm="50000">
                                          <p:val>
                                            <p:strVal val="#ppt_w+.01"/>
                                          </p:val>
                                        </p:tav>
                                        <p:tav tm="100000">
                                          <p:val>
                                            <p:strVal val="#ppt_w"/>
                                          </p:val>
                                        </p:tav>
                                      </p:tavLst>
                                    </p:anim>
                                    <p:animEffect transition="in" filter="fade">
                                      <p:cBhvr>
                                        <p:cTn id="188" dur="500" tmFilter="0,0; .5, 1; 1, 1"/>
                                        <p:tgtEl>
                                          <p:spTgt spid="58"/>
                                        </p:tgtEl>
                                      </p:cBhvr>
                                    </p:animEffect>
                                  </p:childTnLst>
                                </p:cTn>
                              </p:par>
                            </p:childTnLst>
                          </p:cTn>
                        </p:par>
                        <p:par>
                          <p:cTn id="189" fill="hold">
                            <p:stCondLst>
                              <p:cond delay="13500"/>
                            </p:stCondLst>
                            <p:childTnLst>
                              <p:par>
                                <p:cTn id="190" presetID="22" presetClass="entr" presetSubtype="4" fill="hold" nodeType="afterEffect">
                                  <p:stCondLst>
                                    <p:cond delay="0"/>
                                  </p:stCondLst>
                                  <p:childTnLst>
                                    <p:set>
                                      <p:cBhvr>
                                        <p:cTn id="191" dur="1" fill="hold">
                                          <p:stCondLst>
                                            <p:cond delay="0"/>
                                          </p:stCondLst>
                                        </p:cTn>
                                        <p:tgtEl>
                                          <p:spTgt spid="50"/>
                                        </p:tgtEl>
                                        <p:attrNameLst>
                                          <p:attrName>style.visibility</p:attrName>
                                        </p:attrNameLst>
                                      </p:cBhvr>
                                      <p:to>
                                        <p:strVal val="visible"/>
                                      </p:to>
                                    </p:set>
                                    <p:animEffect transition="in" filter="wipe(down)">
                                      <p:cBhvr>
                                        <p:cTn id="192" dur="500"/>
                                        <p:tgtEl>
                                          <p:spTgt spid="50"/>
                                        </p:tgtEl>
                                      </p:cBhvr>
                                    </p:animEffect>
                                  </p:childTnLst>
                                </p:cTn>
                              </p:par>
                            </p:childTnLst>
                          </p:cTn>
                        </p:par>
                        <p:par>
                          <p:cTn id="193" fill="hold">
                            <p:stCondLst>
                              <p:cond delay="14000"/>
                            </p:stCondLst>
                            <p:childTnLst>
                              <p:par>
                                <p:cTn id="194" presetID="53" presetClass="entr" presetSubtype="16" fill="hold" grpId="0" nodeType="afterEffect">
                                  <p:stCondLst>
                                    <p:cond delay="0"/>
                                  </p:stCondLst>
                                  <p:childTnLst>
                                    <p:set>
                                      <p:cBhvr>
                                        <p:cTn id="195" dur="1" fill="hold">
                                          <p:stCondLst>
                                            <p:cond delay="0"/>
                                          </p:stCondLst>
                                        </p:cTn>
                                        <p:tgtEl>
                                          <p:spTgt spid="51"/>
                                        </p:tgtEl>
                                        <p:attrNameLst>
                                          <p:attrName>style.visibility</p:attrName>
                                        </p:attrNameLst>
                                      </p:cBhvr>
                                      <p:to>
                                        <p:strVal val="visible"/>
                                      </p:to>
                                    </p:set>
                                    <p:anim calcmode="lin" valueType="num">
                                      <p:cBhvr>
                                        <p:cTn id="196" dur="500" fill="hold"/>
                                        <p:tgtEl>
                                          <p:spTgt spid="51"/>
                                        </p:tgtEl>
                                        <p:attrNameLst>
                                          <p:attrName>ppt_w</p:attrName>
                                        </p:attrNameLst>
                                      </p:cBhvr>
                                      <p:tavLst>
                                        <p:tav tm="0">
                                          <p:val>
                                            <p:fltVal val="0"/>
                                          </p:val>
                                        </p:tav>
                                        <p:tav tm="100000">
                                          <p:val>
                                            <p:strVal val="#ppt_w"/>
                                          </p:val>
                                        </p:tav>
                                      </p:tavLst>
                                    </p:anim>
                                    <p:anim calcmode="lin" valueType="num">
                                      <p:cBhvr>
                                        <p:cTn id="197" dur="500" fill="hold"/>
                                        <p:tgtEl>
                                          <p:spTgt spid="51"/>
                                        </p:tgtEl>
                                        <p:attrNameLst>
                                          <p:attrName>ppt_h</p:attrName>
                                        </p:attrNameLst>
                                      </p:cBhvr>
                                      <p:tavLst>
                                        <p:tav tm="0">
                                          <p:val>
                                            <p:fltVal val="0"/>
                                          </p:val>
                                        </p:tav>
                                        <p:tav tm="100000">
                                          <p:val>
                                            <p:strVal val="#ppt_h"/>
                                          </p:val>
                                        </p:tav>
                                      </p:tavLst>
                                    </p:anim>
                                    <p:animEffect transition="in" filter="fade">
                                      <p:cBhvr>
                                        <p:cTn id="198" dur="500"/>
                                        <p:tgtEl>
                                          <p:spTgt spid="51"/>
                                        </p:tgtEl>
                                      </p:cBhvr>
                                    </p:animEffect>
                                  </p:childTnLst>
                                </p:cTn>
                              </p:par>
                              <p:par>
                                <p:cTn id="199" presetID="53" presetClass="entr" presetSubtype="16" fill="hold" grpId="0" nodeType="withEffect">
                                  <p:stCondLst>
                                    <p:cond delay="500"/>
                                  </p:stCondLst>
                                  <p:childTnLst>
                                    <p:set>
                                      <p:cBhvr>
                                        <p:cTn id="200" dur="1" fill="hold">
                                          <p:stCondLst>
                                            <p:cond delay="0"/>
                                          </p:stCondLst>
                                        </p:cTn>
                                        <p:tgtEl>
                                          <p:spTgt spid="52"/>
                                        </p:tgtEl>
                                        <p:attrNameLst>
                                          <p:attrName>style.visibility</p:attrName>
                                        </p:attrNameLst>
                                      </p:cBhvr>
                                      <p:to>
                                        <p:strVal val="visible"/>
                                      </p:to>
                                    </p:set>
                                    <p:anim calcmode="lin" valueType="num">
                                      <p:cBhvr>
                                        <p:cTn id="201" dur="500" fill="hold"/>
                                        <p:tgtEl>
                                          <p:spTgt spid="52"/>
                                        </p:tgtEl>
                                        <p:attrNameLst>
                                          <p:attrName>ppt_w</p:attrName>
                                        </p:attrNameLst>
                                      </p:cBhvr>
                                      <p:tavLst>
                                        <p:tav tm="0">
                                          <p:val>
                                            <p:fltVal val="0"/>
                                          </p:val>
                                        </p:tav>
                                        <p:tav tm="100000">
                                          <p:val>
                                            <p:strVal val="#ppt_w"/>
                                          </p:val>
                                        </p:tav>
                                      </p:tavLst>
                                    </p:anim>
                                    <p:anim calcmode="lin" valueType="num">
                                      <p:cBhvr>
                                        <p:cTn id="202" dur="500" fill="hold"/>
                                        <p:tgtEl>
                                          <p:spTgt spid="52"/>
                                        </p:tgtEl>
                                        <p:attrNameLst>
                                          <p:attrName>ppt_h</p:attrName>
                                        </p:attrNameLst>
                                      </p:cBhvr>
                                      <p:tavLst>
                                        <p:tav tm="0">
                                          <p:val>
                                            <p:fltVal val="0"/>
                                          </p:val>
                                        </p:tav>
                                        <p:tav tm="100000">
                                          <p:val>
                                            <p:strVal val="#ppt_h"/>
                                          </p:val>
                                        </p:tav>
                                      </p:tavLst>
                                    </p:anim>
                                    <p:animEffect transition="in" filter="fade">
                                      <p:cBhvr>
                                        <p:cTn id="203" dur="500"/>
                                        <p:tgtEl>
                                          <p:spTgt spid="52"/>
                                        </p:tgtEl>
                                      </p:cBhvr>
                                    </p:animEffect>
                                  </p:childTnLst>
                                </p:cTn>
                              </p:par>
                              <p:par>
                                <p:cTn id="204" presetID="53" presetClass="entr" presetSubtype="16" fill="hold" grpId="0" nodeType="withEffect">
                                  <p:stCondLst>
                                    <p:cond delay="500"/>
                                  </p:stCondLst>
                                  <p:childTnLst>
                                    <p:set>
                                      <p:cBhvr>
                                        <p:cTn id="205" dur="1" fill="hold">
                                          <p:stCondLst>
                                            <p:cond delay="0"/>
                                          </p:stCondLst>
                                        </p:cTn>
                                        <p:tgtEl>
                                          <p:spTgt spid="53"/>
                                        </p:tgtEl>
                                        <p:attrNameLst>
                                          <p:attrName>style.visibility</p:attrName>
                                        </p:attrNameLst>
                                      </p:cBhvr>
                                      <p:to>
                                        <p:strVal val="visible"/>
                                      </p:to>
                                    </p:set>
                                    <p:anim calcmode="lin" valueType="num">
                                      <p:cBhvr>
                                        <p:cTn id="206" dur="500" fill="hold"/>
                                        <p:tgtEl>
                                          <p:spTgt spid="53"/>
                                        </p:tgtEl>
                                        <p:attrNameLst>
                                          <p:attrName>ppt_w</p:attrName>
                                        </p:attrNameLst>
                                      </p:cBhvr>
                                      <p:tavLst>
                                        <p:tav tm="0">
                                          <p:val>
                                            <p:fltVal val="0"/>
                                          </p:val>
                                        </p:tav>
                                        <p:tav tm="100000">
                                          <p:val>
                                            <p:strVal val="#ppt_w"/>
                                          </p:val>
                                        </p:tav>
                                      </p:tavLst>
                                    </p:anim>
                                    <p:anim calcmode="lin" valueType="num">
                                      <p:cBhvr>
                                        <p:cTn id="207" dur="500" fill="hold"/>
                                        <p:tgtEl>
                                          <p:spTgt spid="53"/>
                                        </p:tgtEl>
                                        <p:attrNameLst>
                                          <p:attrName>ppt_h</p:attrName>
                                        </p:attrNameLst>
                                      </p:cBhvr>
                                      <p:tavLst>
                                        <p:tav tm="0">
                                          <p:val>
                                            <p:fltVal val="0"/>
                                          </p:val>
                                        </p:tav>
                                        <p:tav tm="100000">
                                          <p:val>
                                            <p:strVal val="#ppt_h"/>
                                          </p:val>
                                        </p:tav>
                                      </p:tavLst>
                                    </p:anim>
                                    <p:animEffect transition="in" filter="fade">
                                      <p:cBhvr>
                                        <p:cTn id="208" dur="500"/>
                                        <p:tgtEl>
                                          <p:spTgt spid="53"/>
                                        </p:tgtEl>
                                      </p:cBhvr>
                                    </p:animEffect>
                                  </p:childTnLst>
                                </p:cTn>
                              </p:par>
                              <p:par>
                                <p:cTn id="209" presetID="53" presetClass="entr" presetSubtype="16" fill="hold" grpId="0" nodeType="withEffect">
                                  <p:stCondLst>
                                    <p:cond delay="500"/>
                                  </p:stCondLst>
                                  <p:childTnLst>
                                    <p:set>
                                      <p:cBhvr>
                                        <p:cTn id="210" dur="1" fill="hold">
                                          <p:stCondLst>
                                            <p:cond delay="0"/>
                                          </p:stCondLst>
                                        </p:cTn>
                                        <p:tgtEl>
                                          <p:spTgt spid="54"/>
                                        </p:tgtEl>
                                        <p:attrNameLst>
                                          <p:attrName>style.visibility</p:attrName>
                                        </p:attrNameLst>
                                      </p:cBhvr>
                                      <p:to>
                                        <p:strVal val="visible"/>
                                      </p:to>
                                    </p:set>
                                    <p:anim calcmode="lin" valueType="num">
                                      <p:cBhvr>
                                        <p:cTn id="211" dur="500" fill="hold"/>
                                        <p:tgtEl>
                                          <p:spTgt spid="54"/>
                                        </p:tgtEl>
                                        <p:attrNameLst>
                                          <p:attrName>ppt_w</p:attrName>
                                        </p:attrNameLst>
                                      </p:cBhvr>
                                      <p:tavLst>
                                        <p:tav tm="0">
                                          <p:val>
                                            <p:fltVal val="0"/>
                                          </p:val>
                                        </p:tav>
                                        <p:tav tm="100000">
                                          <p:val>
                                            <p:strVal val="#ppt_w"/>
                                          </p:val>
                                        </p:tav>
                                      </p:tavLst>
                                    </p:anim>
                                    <p:anim calcmode="lin" valueType="num">
                                      <p:cBhvr>
                                        <p:cTn id="212" dur="500" fill="hold"/>
                                        <p:tgtEl>
                                          <p:spTgt spid="54"/>
                                        </p:tgtEl>
                                        <p:attrNameLst>
                                          <p:attrName>ppt_h</p:attrName>
                                        </p:attrNameLst>
                                      </p:cBhvr>
                                      <p:tavLst>
                                        <p:tav tm="0">
                                          <p:val>
                                            <p:fltVal val="0"/>
                                          </p:val>
                                        </p:tav>
                                        <p:tav tm="100000">
                                          <p:val>
                                            <p:strVal val="#ppt_h"/>
                                          </p:val>
                                        </p:tav>
                                      </p:tavLst>
                                    </p:anim>
                                    <p:animEffect transition="in" filter="fade">
                                      <p:cBhvr>
                                        <p:cTn id="213" dur="500"/>
                                        <p:tgtEl>
                                          <p:spTgt spid="54"/>
                                        </p:tgtEl>
                                      </p:cBhvr>
                                    </p:animEffect>
                                  </p:childTnLst>
                                </p:cTn>
                              </p:par>
                              <p:par>
                                <p:cTn id="214" presetID="53" presetClass="entr" presetSubtype="16" fill="hold" grpId="0" nodeType="withEffect">
                                  <p:stCondLst>
                                    <p:cond delay="500"/>
                                  </p:stCondLst>
                                  <p:childTnLst>
                                    <p:set>
                                      <p:cBhvr>
                                        <p:cTn id="215" dur="1" fill="hold">
                                          <p:stCondLst>
                                            <p:cond delay="0"/>
                                          </p:stCondLst>
                                        </p:cTn>
                                        <p:tgtEl>
                                          <p:spTgt spid="55"/>
                                        </p:tgtEl>
                                        <p:attrNameLst>
                                          <p:attrName>style.visibility</p:attrName>
                                        </p:attrNameLst>
                                      </p:cBhvr>
                                      <p:to>
                                        <p:strVal val="visible"/>
                                      </p:to>
                                    </p:set>
                                    <p:anim calcmode="lin" valueType="num">
                                      <p:cBhvr>
                                        <p:cTn id="216" dur="500" fill="hold"/>
                                        <p:tgtEl>
                                          <p:spTgt spid="55"/>
                                        </p:tgtEl>
                                        <p:attrNameLst>
                                          <p:attrName>ppt_w</p:attrName>
                                        </p:attrNameLst>
                                      </p:cBhvr>
                                      <p:tavLst>
                                        <p:tav tm="0">
                                          <p:val>
                                            <p:fltVal val="0"/>
                                          </p:val>
                                        </p:tav>
                                        <p:tav tm="100000">
                                          <p:val>
                                            <p:strVal val="#ppt_w"/>
                                          </p:val>
                                        </p:tav>
                                      </p:tavLst>
                                    </p:anim>
                                    <p:anim calcmode="lin" valueType="num">
                                      <p:cBhvr>
                                        <p:cTn id="217" dur="500" fill="hold"/>
                                        <p:tgtEl>
                                          <p:spTgt spid="55"/>
                                        </p:tgtEl>
                                        <p:attrNameLst>
                                          <p:attrName>ppt_h</p:attrName>
                                        </p:attrNameLst>
                                      </p:cBhvr>
                                      <p:tavLst>
                                        <p:tav tm="0">
                                          <p:val>
                                            <p:fltVal val="0"/>
                                          </p:val>
                                        </p:tav>
                                        <p:tav tm="100000">
                                          <p:val>
                                            <p:strVal val="#ppt_h"/>
                                          </p:val>
                                        </p:tav>
                                      </p:tavLst>
                                    </p:anim>
                                    <p:animEffect transition="in" filter="fade">
                                      <p:cBhvr>
                                        <p:cTn id="218" dur="500"/>
                                        <p:tgtEl>
                                          <p:spTgt spid="55"/>
                                        </p:tgtEl>
                                      </p:cBhvr>
                                    </p:animEffect>
                                  </p:childTnLst>
                                </p:cTn>
                              </p:par>
                              <p:par>
                                <p:cTn id="219" presetID="53" presetClass="entr" presetSubtype="16" fill="hold" grpId="0" nodeType="withEffect">
                                  <p:stCondLst>
                                    <p:cond delay="500"/>
                                  </p:stCondLst>
                                  <p:childTnLst>
                                    <p:set>
                                      <p:cBhvr>
                                        <p:cTn id="220" dur="1" fill="hold">
                                          <p:stCondLst>
                                            <p:cond delay="0"/>
                                          </p:stCondLst>
                                        </p:cTn>
                                        <p:tgtEl>
                                          <p:spTgt spid="56"/>
                                        </p:tgtEl>
                                        <p:attrNameLst>
                                          <p:attrName>style.visibility</p:attrName>
                                        </p:attrNameLst>
                                      </p:cBhvr>
                                      <p:to>
                                        <p:strVal val="visible"/>
                                      </p:to>
                                    </p:set>
                                    <p:anim calcmode="lin" valueType="num">
                                      <p:cBhvr>
                                        <p:cTn id="221" dur="500" fill="hold"/>
                                        <p:tgtEl>
                                          <p:spTgt spid="56"/>
                                        </p:tgtEl>
                                        <p:attrNameLst>
                                          <p:attrName>ppt_w</p:attrName>
                                        </p:attrNameLst>
                                      </p:cBhvr>
                                      <p:tavLst>
                                        <p:tav tm="0">
                                          <p:val>
                                            <p:fltVal val="0"/>
                                          </p:val>
                                        </p:tav>
                                        <p:tav tm="100000">
                                          <p:val>
                                            <p:strVal val="#ppt_w"/>
                                          </p:val>
                                        </p:tav>
                                      </p:tavLst>
                                    </p:anim>
                                    <p:anim calcmode="lin" valueType="num">
                                      <p:cBhvr>
                                        <p:cTn id="222" dur="500" fill="hold"/>
                                        <p:tgtEl>
                                          <p:spTgt spid="56"/>
                                        </p:tgtEl>
                                        <p:attrNameLst>
                                          <p:attrName>ppt_h</p:attrName>
                                        </p:attrNameLst>
                                      </p:cBhvr>
                                      <p:tavLst>
                                        <p:tav tm="0">
                                          <p:val>
                                            <p:fltVal val="0"/>
                                          </p:val>
                                        </p:tav>
                                        <p:tav tm="100000">
                                          <p:val>
                                            <p:strVal val="#ppt_h"/>
                                          </p:val>
                                        </p:tav>
                                      </p:tavLst>
                                    </p:anim>
                                    <p:animEffect transition="in" filter="fade">
                                      <p:cBhvr>
                                        <p:cTn id="22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animBg="1"/>
      <p:bldP spid="28" grpId="0" animBg="1"/>
      <p:bldP spid="29" grpId="0"/>
      <p:bldP spid="31" grpId="0"/>
      <p:bldP spid="32" grpId="0"/>
      <p:bldP spid="33" grpId="0"/>
      <p:bldP spid="34" grpId="0"/>
      <p:bldP spid="35" grpId="0"/>
      <p:bldP spid="36" grpId="0"/>
      <p:bldP spid="37" grpId="0" animBg="1"/>
      <p:bldP spid="38" grpId="0"/>
      <p:bldP spid="40" grpId="0"/>
      <p:bldP spid="41" grpId="0"/>
      <p:bldP spid="44" grpId="0"/>
      <p:bldP spid="45" grpId="0"/>
      <p:bldP spid="46" grpId="0"/>
      <p:bldP spid="47" grpId="0"/>
      <p:bldP spid="48" grpId="0" animBg="1"/>
      <p:bldP spid="49" grpId="0"/>
      <p:bldP spid="51" grpId="0"/>
      <p:bldP spid="52" grpId="0"/>
      <p:bldP spid="53" grpId="0"/>
      <p:bldP spid="54" grpId="0"/>
      <p:bldP spid="55" grpId="0"/>
      <p:bldP spid="56" grpId="0"/>
      <p:bldP spid="57" grpId="0" animBg="1"/>
      <p:bldP spid="58" grpId="0"/>
      <p:bldP spid="59" grpId="0" animBg="1"/>
      <p:bldP spid="60" grpId="0" animBg="1"/>
      <p:bldP spid="6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FUTURE RISK PREDICTION</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7128790" y="1630410"/>
            <a:ext cx="4297389" cy="522600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4"/>
          <p:cNvSpPr>
            <a:spLocks noChangeArrowheads="1"/>
          </p:cNvSpPr>
          <p:nvPr/>
        </p:nvSpPr>
        <p:spPr bwMode="auto">
          <a:xfrm>
            <a:off x="7609755" y="2742600"/>
            <a:ext cx="32403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en-US" altLang="zh-CN" sz="3200" b="1" dirty="0">
                <a:solidFill>
                  <a:schemeClr val="bg1"/>
                </a:solidFill>
                <a:latin typeface="Impact MT Std" pitchFamily="34" charset="0"/>
              </a:rPr>
              <a:t>Risk mechanism</a:t>
            </a:r>
            <a:endParaRPr lang="zh-CN" altLang="en-US" sz="3200" b="1" dirty="0">
              <a:solidFill>
                <a:schemeClr val="bg1"/>
              </a:solidFill>
              <a:latin typeface="Impact MT Std" pitchFamily="34" charset="0"/>
              <a:ea typeface="微软雅黑" panose="020B0503020204020204" pitchFamily="34" charset="-122"/>
              <a:sym typeface="微软雅黑" panose="020B0503020204020204" pitchFamily="34" charset="-122"/>
            </a:endParaRPr>
          </a:p>
        </p:txBody>
      </p:sp>
      <p:sp>
        <p:nvSpPr>
          <p:cNvPr id="31" name="矩形 4"/>
          <p:cNvSpPr>
            <a:spLocks noChangeArrowheads="1"/>
          </p:cNvSpPr>
          <p:nvPr/>
        </p:nvSpPr>
        <p:spPr bwMode="auto">
          <a:xfrm>
            <a:off x="7609755" y="3133417"/>
            <a:ext cx="3312368" cy="1070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6000" b="1" dirty="0" smtClean="0">
                <a:solidFill>
                  <a:schemeClr val="bg1"/>
                </a:solidFill>
                <a:latin typeface="Impact MT Std" pitchFamily="34" charset="0"/>
                <a:ea typeface="微软雅黑" panose="020B0503020204020204" pitchFamily="34" charset="-122"/>
                <a:sym typeface="微软雅黑" panose="020B0503020204020204" pitchFamily="34" charset="-122"/>
              </a:rPr>
              <a:t>添加标题</a:t>
            </a:r>
            <a:endParaRPr lang="zh-CN" altLang="en-US" sz="6000" b="1" dirty="0" smtClean="0">
              <a:solidFill>
                <a:schemeClr val="bg1"/>
              </a:solidFill>
              <a:latin typeface="Impact MT Std" pitchFamily="34" charset="0"/>
              <a:ea typeface="微软雅黑" panose="020B0503020204020204" pitchFamily="34" charset="-122"/>
              <a:sym typeface="微软雅黑" panose="020B0503020204020204" pitchFamily="34" charset="-122"/>
            </a:endParaRPr>
          </a:p>
        </p:txBody>
      </p:sp>
      <p:sp>
        <p:nvSpPr>
          <p:cNvPr id="32" name="矩形 4"/>
          <p:cNvSpPr>
            <a:spLocks noChangeArrowheads="1"/>
          </p:cNvSpPr>
          <p:nvPr/>
        </p:nvSpPr>
        <p:spPr bwMode="auto">
          <a:xfrm>
            <a:off x="7989570" y="4038600"/>
            <a:ext cx="2860040"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400" b="1" dirty="0">
                <a:solidFill>
                  <a:schemeClr val="bg1"/>
                </a:solidFill>
                <a:latin typeface="Impact MT Std" pitchFamily="34" charset="0"/>
                <a:ea typeface="微软雅黑" panose="020B0503020204020204" pitchFamily="34" charset="-122"/>
                <a:sym typeface="微软雅黑" panose="020B0503020204020204" pitchFamily="34" charset="-122"/>
              </a:rPr>
              <a:t>单击此处添加标题</a:t>
            </a:r>
            <a:endParaRPr lang="zh-CN" altLang="en-US" sz="2400" b="1" dirty="0">
              <a:solidFill>
                <a:schemeClr val="bg1"/>
              </a:solidFill>
              <a:latin typeface="Impact MT Std" pitchFamily="34" charset="0"/>
              <a:ea typeface="微软雅黑" panose="020B0503020204020204" pitchFamily="34" charset="-122"/>
              <a:sym typeface="微软雅黑" panose="020B0503020204020204" pitchFamily="34" charset="-122"/>
            </a:endParaRPr>
          </a:p>
        </p:txBody>
      </p:sp>
      <p:sp>
        <p:nvSpPr>
          <p:cNvPr id="33" name="椭圆 32"/>
          <p:cNvSpPr/>
          <p:nvPr/>
        </p:nvSpPr>
        <p:spPr>
          <a:xfrm>
            <a:off x="9925597" y="1959223"/>
            <a:ext cx="792088" cy="7920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cxnSp>
        <p:nvCxnSpPr>
          <p:cNvPr id="34" name="直接箭头连接符 33"/>
          <p:cNvCxnSpPr/>
          <p:nvPr/>
        </p:nvCxnSpPr>
        <p:spPr>
          <a:xfrm>
            <a:off x="10069613" y="2060848"/>
            <a:ext cx="0" cy="557686"/>
          </a:xfrm>
          <a:prstGeom prst="straightConnector1">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矩形 4"/>
          <p:cNvSpPr>
            <a:spLocks noChangeArrowheads="1"/>
          </p:cNvSpPr>
          <p:nvPr/>
        </p:nvSpPr>
        <p:spPr bwMode="auto">
          <a:xfrm>
            <a:off x="9997605" y="2094528"/>
            <a:ext cx="7200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en-US" altLang="zh-CN" sz="2800" b="1" dirty="0" smtClean="0">
                <a:solidFill>
                  <a:schemeClr val="tx1">
                    <a:lumMod val="50000"/>
                    <a:lumOff val="50000"/>
                  </a:schemeClr>
                </a:solidFill>
                <a:latin typeface="Impact MT Std" pitchFamily="34" charset="0"/>
                <a:ea typeface="微软雅黑" panose="020B0503020204020204" pitchFamily="34" charset="-122"/>
                <a:sym typeface="微软雅黑" panose="020B0503020204020204" pitchFamily="34" charset="-122"/>
              </a:rPr>
              <a:t>2%</a:t>
            </a:r>
            <a:endParaRPr lang="zh-CN" altLang="en-US" sz="2800" b="1" dirty="0">
              <a:solidFill>
                <a:schemeClr val="tx1">
                  <a:lumMod val="50000"/>
                  <a:lumOff val="50000"/>
                </a:schemeClr>
              </a:solidFill>
              <a:latin typeface="Impact MT Std" pitchFamily="34" charset="0"/>
              <a:ea typeface="微软雅黑" panose="020B0503020204020204" pitchFamily="34" charset="-122"/>
              <a:sym typeface="微软雅黑" panose="020B0503020204020204" pitchFamily="34" charset="-122"/>
            </a:endParaRPr>
          </a:p>
        </p:txBody>
      </p:sp>
      <p:sp>
        <p:nvSpPr>
          <p:cNvPr id="36" name="矩形 4"/>
          <p:cNvSpPr>
            <a:spLocks noChangeArrowheads="1"/>
          </p:cNvSpPr>
          <p:nvPr/>
        </p:nvSpPr>
        <p:spPr bwMode="auto">
          <a:xfrm>
            <a:off x="7753771" y="4407495"/>
            <a:ext cx="3096344"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400" b="1" dirty="0" smtClean="0">
                <a:solidFill>
                  <a:schemeClr val="bg1"/>
                </a:solidFill>
                <a:latin typeface="Impact MT Std" pitchFamily="34" charset="0"/>
                <a:ea typeface="微软雅黑" panose="020B0503020204020204" pitchFamily="34" charset="-122"/>
                <a:sym typeface="微软雅黑" panose="020B0503020204020204" pitchFamily="34" charset="-122"/>
              </a:rPr>
              <a:t>单击此处添加标题</a:t>
            </a:r>
            <a:endParaRPr lang="zh-CN" altLang="en-US" sz="2400" b="1" dirty="0" smtClean="0">
              <a:solidFill>
                <a:schemeClr val="bg1"/>
              </a:solidFill>
              <a:latin typeface="Impact MT Std" pitchFamily="34" charset="0"/>
              <a:ea typeface="微软雅黑" panose="020B0503020204020204" pitchFamily="34" charset="-122"/>
              <a:sym typeface="微软雅黑" panose="020B0503020204020204" pitchFamily="34" charset="-122"/>
            </a:endParaRPr>
          </a:p>
        </p:txBody>
      </p:sp>
      <p:grpSp>
        <p:nvGrpSpPr>
          <p:cNvPr id="65" name="Group 15"/>
          <p:cNvGrpSpPr/>
          <p:nvPr/>
        </p:nvGrpSpPr>
        <p:grpSpPr>
          <a:xfrm>
            <a:off x="1816309" y="2365276"/>
            <a:ext cx="4908313" cy="1673063"/>
            <a:chOff x="2857168" y="956496"/>
            <a:chExt cx="4619957" cy="1574773"/>
          </a:xfrm>
        </p:grpSpPr>
        <p:sp>
          <p:nvSpPr>
            <p:cNvPr id="66" name="Oval 44"/>
            <p:cNvSpPr/>
            <p:nvPr/>
          </p:nvSpPr>
          <p:spPr bwMode="auto">
            <a:xfrm>
              <a:off x="2857168" y="956496"/>
              <a:ext cx="523875" cy="523875"/>
            </a:xfrm>
            <a:prstGeom prst="ellipse">
              <a:avLst/>
            </a:prstGeom>
            <a:solidFill>
              <a:srgbClr val="E62A2A">
                <a:alpha val="84999"/>
              </a:srgbClr>
            </a:solidFill>
            <a:ln>
              <a:noFill/>
            </a:ln>
            <a:extLst>
              <a:ext uri="{91240B29-F687-4F45-9708-019B960494DF}">
                <a14:hiddenLine xmlns:a14="http://schemas.microsoft.com/office/drawing/2010/main" w="25400">
                  <a:solidFill>
                    <a:schemeClr val="tx1">
                      <a:alpha val="84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67" name="Oval 45"/>
            <p:cNvSpPr/>
            <p:nvPr/>
          </p:nvSpPr>
          <p:spPr bwMode="auto">
            <a:xfrm>
              <a:off x="7015530" y="1425637"/>
              <a:ext cx="442913" cy="442913"/>
            </a:xfrm>
            <a:prstGeom prst="ellipse">
              <a:avLst/>
            </a:prstGeom>
            <a:noFill/>
            <a:ln w="63500" cap="flat">
              <a:solidFill>
                <a:srgbClr val="C00000">
                  <a:alpha val="85000"/>
                </a:srgbClr>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68" name="Oval 46"/>
            <p:cNvSpPr/>
            <p:nvPr/>
          </p:nvSpPr>
          <p:spPr bwMode="auto">
            <a:xfrm>
              <a:off x="7339012" y="2393156"/>
              <a:ext cx="138113" cy="138113"/>
            </a:xfrm>
            <a:prstGeom prst="ellipse">
              <a:avLst/>
            </a:prstGeom>
            <a:solidFill>
              <a:srgbClr val="E62A2A"/>
            </a:solidFill>
            <a:ln>
              <a:noFill/>
            </a:ln>
          </p:spPr>
          <p:txBody>
            <a:bodyPr lIns="0" tIns="0" rIns="0" bIns="0"/>
            <a:lstStyle/>
            <a:p>
              <a:endParaRPr lang="en-US" sz="2000">
                <a:latin typeface="微软雅黑" panose="020B0503020204020204" pitchFamily="34" charset="-122"/>
                <a:ea typeface="微软雅黑" panose="020B0503020204020204" pitchFamily="34" charset="-122"/>
              </a:endParaRPr>
            </a:p>
          </p:txBody>
        </p:sp>
      </p:grpSp>
      <p:grpSp>
        <p:nvGrpSpPr>
          <p:cNvPr id="69" name="Group 19"/>
          <p:cNvGrpSpPr/>
          <p:nvPr/>
        </p:nvGrpSpPr>
        <p:grpSpPr>
          <a:xfrm>
            <a:off x="1990282" y="1938555"/>
            <a:ext cx="1193527" cy="2093316"/>
            <a:chOff x="2980029" y="2084252"/>
            <a:chExt cx="1592209" cy="2795993"/>
          </a:xfrm>
        </p:grpSpPr>
        <p:grpSp>
          <p:nvGrpSpPr>
            <p:cNvPr id="70" name="Group 17"/>
            <p:cNvGrpSpPr/>
            <p:nvPr/>
          </p:nvGrpSpPr>
          <p:grpSpPr bwMode="auto">
            <a:xfrm>
              <a:off x="2980029" y="2084252"/>
              <a:ext cx="1592209" cy="2795993"/>
              <a:chOff x="0" y="-2027"/>
              <a:chExt cx="1894" cy="3650"/>
            </a:xfrm>
          </p:grpSpPr>
          <p:sp>
            <p:nvSpPr>
              <p:cNvPr id="72" name="Freeform 18"/>
              <p:cNvSpPr/>
              <p:nvPr/>
            </p:nvSpPr>
            <p:spPr bwMode="auto">
              <a:xfrm>
                <a:off x="0" y="0"/>
                <a:ext cx="1894" cy="1623"/>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rgbClr val="E62A2A">
                  <a:alpha val="80000"/>
                </a:srgbClr>
              </a:solidFill>
              <a:ln>
                <a:noFill/>
              </a:ln>
              <a:extLst>
                <a:ext uri="{91240B29-F687-4F45-9708-019B960494DF}">
                  <a14:hiddenLine xmlns:a14="http://schemas.microsoft.com/office/drawing/2010/main" w="25400">
                    <a:solidFill>
                      <a:schemeClr val="tx1">
                        <a:alpha val="79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73" name="Rectangle 19"/>
              <p:cNvSpPr/>
              <p:nvPr/>
            </p:nvSpPr>
            <p:spPr bwMode="auto">
              <a:xfrm>
                <a:off x="567" y="-2027"/>
                <a:ext cx="74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r>
                  <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rPr>
                  <a:t>40%</a:t>
                </a:r>
                <a:endPar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endParaRPr>
              </a:p>
            </p:txBody>
          </p:sp>
        </p:grpSp>
        <p:cxnSp>
          <p:nvCxnSpPr>
            <p:cNvPr id="71" name="Straight Connector 21"/>
            <p:cNvCxnSpPr>
              <a:endCxn id="72" idx="2"/>
            </p:cNvCxnSpPr>
            <p:nvPr/>
          </p:nvCxnSpPr>
          <p:spPr>
            <a:xfrm>
              <a:off x="3757600" y="2406455"/>
              <a:ext cx="22145" cy="1170000"/>
            </a:xfrm>
            <a:prstGeom prst="line">
              <a:avLst/>
            </a:prstGeom>
            <a:ln w="19050">
              <a:solidFill>
                <a:srgbClr val="C00000"/>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74" name="Group 24"/>
          <p:cNvGrpSpPr/>
          <p:nvPr/>
        </p:nvGrpSpPr>
        <p:grpSpPr>
          <a:xfrm>
            <a:off x="2780414" y="1931231"/>
            <a:ext cx="1193527" cy="2099864"/>
            <a:chOff x="4103989" y="2062474"/>
            <a:chExt cx="1592209" cy="2804737"/>
          </a:xfrm>
        </p:grpSpPr>
        <p:grpSp>
          <p:nvGrpSpPr>
            <p:cNvPr id="75" name="Group 20"/>
            <p:cNvGrpSpPr/>
            <p:nvPr/>
          </p:nvGrpSpPr>
          <p:grpSpPr bwMode="auto">
            <a:xfrm>
              <a:off x="4103989" y="2062474"/>
              <a:ext cx="1592209" cy="2804737"/>
              <a:chOff x="0" y="-2601"/>
              <a:chExt cx="1894" cy="3658"/>
            </a:xfrm>
          </p:grpSpPr>
          <p:sp>
            <p:nvSpPr>
              <p:cNvPr id="77" name="Freeform 21"/>
              <p:cNvSpPr/>
              <p:nvPr/>
            </p:nvSpPr>
            <p:spPr bwMode="auto">
              <a:xfrm>
                <a:off x="0" y="-17"/>
                <a:ext cx="1894" cy="1074"/>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rgbClr val="C00000"/>
              </a:solidFill>
              <a:ln>
                <a:noFill/>
              </a:ln>
              <a:extLst>
                <a:ext uri="{91240B29-F687-4F45-9708-019B960494DF}">
                  <a14:hiddenLine xmlns:a14="http://schemas.microsoft.com/office/drawing/2010/main" w="25400">
                    <a:solidFill>
                      <a:schemeClr val="tx1">
                        <a:alpha val="79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78" name="Rectangle 22"/>
              <p:cNvSpPr/>
              <p:nvPr/>
            </p:nvSpPr>
            <p:spPr bwMode="auto">
              <a:xfrm>
                <a:off x="556" y="-2601"/>
                <a:ext cx="74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r>
                  <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rPr>
                  <a:t>30%</a:t>
                </a:r>
                <a:endPar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endParaRPr>
              </a:p>
            </p:txBody>
          </p:sp>
        </p:grpSp>
        <p:cxnSp>
          <p:nvCxnSpPr>
            <p:cNvPr id="76" name="Straight Connector 26"/>
            <p:cNvCxnSpPr/>
            <p:nvPr/>
          </p:nvCxnSpPr>
          <p:spPr>
            <a:xfrm>
              <a:off x="4881901" y="2406454"/>
              <a:ext cx="21804" cy="1594037"/>
            </a:xfrm>
            <a:prstGeom prst="line">
              <a:avLst/>
            </a:prstGeom>
            <a:ln w="19050">
              <a:solidFill>
                <a:srgbClr val="C00000"/>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79" name="Group 30"/>
          <p:cNvGrpSpPr/>
          <p:nvPr/>
        </p:nvGrpSpPr>
        <p:grpSpPr>
          <a:xfrm>
            <a:off x="4492766" y="1941617"/>
            <a:ext cx="1193527" cy="2091024"/>
            <a:chOff x="6367886" y="2087314"/>
            <a:chExt cx="1592209" cy="2792932"/>
          </a:xfrm>
        </p:grpSpPr>
        <p:grpSp>
          <p:nvGrpSpPr>
            <p:cNvPr id="84" name="Group 23"/>
            <p:cNvGrpSpPr/>
            <p:nvPr/>
          </p:nvGrpSpPr>
          <p:grpSpPr bwMode="auto">
            <a:xfrm>
              <a:off x="6367886" y="2087314"/>
              <a:ext cx="1592209" cy="2792932"/>
              <a:chOff x="0" y="-1789"/>
              <a:chExt cx="1894" cy="3646"/>
            </a:xfrm>
          </p:grpSpPr>
          <p:sp>
            <p:nvSpPr>
              <p:cNvPr id="86" name="Freeform 24"/>
              <p:cNvSpPr/>
              <p:nvPr/>
            </p:nvSpPr>
            <p:spPr bwMode="auto">
              <a:xfrm>
                <a:off x="0" y="0"/>
                <a:ext cx="1894" cy="1857"/>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rgbClr val="C00000"/>
              </a:solidFill>
              <a:ln>
                <a:noFill/>
              </a:ln>
              <a:extLst>
                <a:ext uri="{91240B29-F687-4F45-9708-019B960494DF}">
                  <a14:hiddenLine xmlns:a14="http://schemas.microsoft.com/office/drawing/2010/main" w="25400">
                    <a:solidFill>
                      <a:schemeClr val="tx1">
                        <a:alpha val="79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87" name="Rectangle 25"/>
              <p:cNvSpPr/>
              <p:nvPr/>
            </p:nvSpPr>
            <p:spPr bwMode="auto">
              <a:xfrm>
                <a:off x="578" y="-1789"/>
                <a:ext cx="74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r>
                  <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rPr>
                  <a:t>65%</a:t>
                </a:r>
                <a:endPar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endParaRPr>
              </a:p>
            </p:txBody>
          </p:sp>
        </p:grpSp>
        <p:cxnSp>
          <p:nvCxnSpPr>
            <p:cNvPr id="85" name="Straight Connector 32"/>
            <p:cNvCxnSpPr/>
            <p:nvPr/>
          </p:nvCxnSpPr>
          <p:spPr>
            <a:xfrm rot="5400000" flipV="1">
              <a:off x="6659990" y="2908313"/>
              <a:ext cx="1008000" cy="4283"/>
            </a:xfrm>
            <a:prstGeom prst="line">
              <a:avLst/>
            </a:prstGeom>
            <a:ln w="19050">
              <a:solidFill>
                <a:srgbClr val="C00000"/>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88" name="Group 35"/>
          <p:cNvGrpSpPr/>
          <p:nvPr/>
        </p:nvGrpSpPr>
        <p:grpSpPr>
          <a:xfrm>
            <a:off x="3605065" y="1936710"/>
            <a:ext cx="1194157" cy="2094699"/>
            <a:chOff x="5204412" y="2082406"/>
            <a:chExt cx="1593049" cy="2797840"/>
          </a:xfrm>
        </p:grpSpPr>
        <p:grpSp>
          <p:nvGrpSpPr>
            <p:cNvPr id="89" name="Group 14"/>
            <p:cNvGrpSpPr/>
            <p:nvPr/>
          </p:nvGrpSpPr>
          <p:grpSpPr bwMode="auto">
            <a:xfrm>
              <a:off x="5204412" y="2082406"/>
              <a:ext cx="1593049" cy="2797840"/>
              <a:chOff x="0" y="-1020"/>
              <a:chExt cx="1894" cy="3651"/>
            </a:xfrm>
          </p:grpSpPr>
          <p:sp>
            <p:nvSpPr>
              <p:cNvPr id="91" name="Freeform 15"/>
              <p:cNvSpPr/>
              <p:nvPr/>
            </p:nvSpPr>
            <p:spPr bwMode="auto">
              <a:xfrm>
                <a:off x="0" y="0"/>
                <a:ext cx="1894" cy="2631"/>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rgbClr val="E62A2A">
                  <a:alpha val="80000"/>
                </a:srgbClr>
              </a:solidFill>
              <a:ln>
                <a:noFill/>
              </a:ln>
              <a:extLst>
                <a:ext uri="{91240B29-F687-4F45-9708-019B960494DF}">
                  <a14:hiddenLine xmlns:a14="http://schemas.microsoft.com/office/drawing/2010/main" w="25400">
                    <a:solidFill>
                      <a:schemeClr val="tx1">
                        <a:alpha val="79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92" name="Rectangle 16"/>
              <p:cNvSpPr/>
              <p:nvPr/>
            </p:nvSpPr>
            <p:spPr bwMode="auto">
              <a:xfrm>
                <a:off x="570" y="-1020"/>
                <a:ext cx="74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r>
                  <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rPr>
                  <a:t>85%</a:t>
                </a:r>
                <a:endPar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endParaRPr>
              </a:p>
            </p:txBody>
          </p:sp>
        </p:grpSp>
        <p:cxnSp>
          <p:nvCxnSpPr>
            <p:cNvPr id="90" name="Straight Connector 37"/>
            <p:cNvCxnSpPr/>
            <p:nvPr/>
          </p:nvCxnSpPr>
          <p:spPr>
            <a:xfrm rot="5400000" flipV="1">
              <a:off x="5788028" y="2633036"/>
              <a:ext cx="432000" cy="4284"/>
            </a:xfrm>
            <a:prstGeom prst="line">
              <a:avLst/>
            </a:prstGeom>
            <a:ln w="19050">
              <a:solidFill>
                <a:srgbClr val="C00000"/>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93" name="Group 41"/>
          <p:cNvGrpSpPr/>
          <p:nvPr/>
        </p:nvGrpSpPr>
        <p:grpSpPr>
          <a:xfrm>
            <a:off x="5313385" y="1946682"/>
            <a:ext cx="1193527" cy="2077473"/>
            <a:chOff x="7507820" y="2092379"/>
            <a:chExt cx="1592209" cy="2774832"/>
          </a:xfrm>
        </p:grpSpPr>
        <p:grpSp>
          <p:nvGrpSpPr>
            <p:cNvPr id="94" name="Group 26"/>
            <p:cNvGrpSpPr/>
            <p:nvPr/>
          </p:nvGrpSpPr>
          <p:grpSpPr bwMode="auto">
            <a:xfrm>
              <a:off x="7507820" y="2092379"/>
              <a:ext cx="1592209" cy="2774832"/>
              <a:chOff x="0" y="-2562"/>
              <a:chExt cx="1894" cy="3619"/>
            </a:xfrm>
          </p:grpSpPr>
          <p:sp>
            <p:nvSpPr>
              <p:cNvPr id="96" name="Freeform 27"/>
              <p:cNvSpPr/>
              <p:nvPr/>
            </p:nvSpPr>
            <p:spPr bwMode="auto">
              <a:xfrm>
                <a:off x="0" y="-17"/>
                <a:ext cx="1894" cy="1074"/>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rgbClr val="E62A2A">
                  <a:alpha val="80000"/>
                </a:srgbClr>
              </a:solidFill>
              <a:ln>
                <a:noFill/>
              </a:ln>
              <a:extLst>
                <a:ext uri="{91240B29-F687-4F45-9708-019B960494DF}">
                  <a14:hiddenLine xmlns:a14="http://schemas.microsoft.com/office/drawing/2010/main" w="25400">
                    <a:solidFill>
                      <a:schemeClr val="tx1">
                        <a:alpha val="79999"/>
                      </a:schemeClr>
                    </a:solidFill>
                    <a:miter lim="800000"/>
                    <a:headEnd type="none" w="med" len="med"/>
                    <a:tailEnd type="none" w="med" len="med"/>
                  </a14:hiddenLine>
                </a:ext>
              </a:extLst>
            </p:spPr>
            <p:txBody>
              <a:bodyPr lIns="0" tIns="0" rIns="0" bIns="0"/>
              <a:lstStyle/>
              <a:p>
                <a:endParaRPr lang="en-US" sz="2000">
                  <a:latin typeface="微软雅黑" panose="020B0503020204020204" pitchFamily="34" charset="-122"/>
                  <a:ea typeface="微软雅黑" panose="020B0503020204020204" pitchFamily="34" charset="-122"/>
                </a:endParaRPr>
              </a:p>
            </p:txBody>
          </p:sp>
          <p:sp>
            <p:nvSpPr>
              <p:cNvPr id="97" name="Rectangle 28"/>
              <p:cNvSpPr/>
              <p:nvPr/>
            </p:nvSpPr>
            <p:spPr bwMode="auto">
              <a:xfrm>
                <a:off x="590" y="-2562"/>
                <a:ext cx="74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r>
                  <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rPr>
                  <a:t>35%</a:t>
                </a:r>
                <a:endParaRPr lang="en-US" sz="1400" dirty="0">
                  <a:solidFill>
                    <a:srgbClr val="2C3637"/>
                  </a:solidFill>
                  <a:latin typeface="微软雅黑" panose="020B0503020204020204" pitchFamily="34" charset="-122"/>
                  <a:ea typeface="微软雅黑" panose="020B0503020204020204" pitchFamily="34" charset="-122"/>
                  <a:cs typeface="Bebas Neue" charset="0"/>
                  <a:sym typeface="Bebas Neue" charset="0"/>
                </a:endParaRPr>
              </a:p>
            </p:txBody>
          </p:sp>
        </p:grpSp>
        <p:cxnSp>
          <p:nvCxnSpPr>
            <p:cNvPr id="95" name="Straight Connector 43"/>
            <p:cNvCxnSpPr/>
            <p:nvPr/>
          </p:nvCxnSpPr>
          <p:spPr>
            <a:xfrm>
              <a:off x="8320445" y="2406454"/>
              <a:ext cx="0" cy="1594037"/>
            </a:xfrm>
            <a:prstGeom prst="line">
              <a:avLst/>
            </a:prstGeom>
            <a:ln w="19050">
              <a:solidFill>
                <a:srgbClr val="C00000"/>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grpSp>
      <p:sp>
        <p:nvSpPr>
          <p:cNvPr id="98" name="Content Placeholder 2"/>
          <p:cNvSpPr txBox="1"/>
          <p:nvPr/>
        </p:nvSpPr>
        <p:spPr>
          <a:xfrm>
            <a:off x="2285230" y="4293096"/>
            <a:ext cx="3807068" cy="1082570"/>
          </a:xfrm>
          <a:prstGeom prst="rect">
            <a:avLst/>
          </a:prstGeom>
        </p:spPr>
        <p:txBody>
          <a:bodyPr vert="horz" lIns="91440" tIns="45720" rIns="91440" bIns="45720" rtlCol="0">
            <a:normAutofit fontScale="70000"/>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sz="24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sz="24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ctr">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点击输入简要文字解说，解说文字尽量概括精炼，不用多余的文字修饰，简洁精准的 解说所提炼的核心概念。亮亮图文旗舰店  https://liangliangtuwen.tmall.com</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3" name="TextBox 102"/>
          <p:cNvSpPr txBox="1"/>
          <p:nvPr/>
        </p:nvSpPr>
        <p:spPr>
          <a:xfrm>
            <a:off x="2104555" y="3801894"/>
            <a:ext cx="845836" cy="276999"/>
          </a:xfrm>
          <a:prstGeom prst="rect">
            <a:avLst/>
          </a:prstGeom>
          <a:noFill/>
        </p:spPr>
        <p:txBody>
          <a:bodyPr wrap="square" rtlCol="0">
            <a:spAutoFit/>
          </a:bodyPr>
          <a:lstStyle/>
          <a:p>
            <a:pPr algn="ctr"/>
            <a:r>
              <a:rPr lang="zh-CN" altLang="en-US" sz="1200" dirty="0" smtClean="0">
                <a:solidFill>
                  <a:schemeClr val="bg1">
                    <a:lumMod val="95000"/>
                  </a:schemeClr>
                </a:solidFill>
                <a:latin typeface="微软雅黑" panose="020B0503020204020204" pitchFamily="34" charset="-122"/>
                <a:ea typeface="微软雅黑" panose="020B0503020204020204" pitchFamily="34" charset="-122"/>
              </a:rPr>
              <a:t>输入标题</a:t>
            </a:r>
            <a:endParaRPr lang="id-ID" sz="12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04" name="TextBox 103"/>
          <p:cNvSpPr txBox="1"/>
          <p:nvPr/>
        </p:nvSpPr>
        <p:spPr>
          <a:xfrm>
            <a:off x="3022399" y="3806913"/>
            <a:ext cx="775099" cy="461665"/>
          </a:xfrm>
          <a:prstGeom prst="rect">
            <a:avLst/>
          </a:prstGeom>
          <a:noFill/>
        </p:spPr>
        <p:txBody>
          <a:bodyPr wrap="square" rtlCol="0">
            <a:spAutoFit/>
          </a:bodyPr>
          <a:lstStyle/>
          <a:p>
            <a:pPr algn="ctr"/>
            <a:r>
              <a:rPr lang="zh-CN" altLang="en-US" sz="1200" dirty="0" smtClean="0">
                <a:solidFill>
                  <a:schemeClr val="bg1">
                    <a:lumMod val="95000"/>
                  </a:schemeClr>
                </a:solidFill>
                <a:latin typeface="微软雅黑" panose="020B0503020204020204" pitchFamily="34" charset="-122"/>
                <a:ea typeface="微软雅黑" panose="020B0503020204020204" pitchFamily="34" charset="-122"/>
              </a:rPr>
              <a:t>输入标题</a:t>
            </a:r>
            <a:endParaRPr lang="id-ID" sz="12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05" name="TextBox 104"/>
          <p:cNvSpPr txBox="1"/>
          <p:nvPr/>
        </p:nvSpPr>
        <p:spPr>
          <a:xfrm>
            <a:off x="3766351" y="3795720"/>
            <a:ext cx="840224" cy="276999"/>
          </a:xfrm>
          <a:prstGeom prst="rect">
            <a:avLst/>
          </a:prstGeom>
          <a:noFill/>
        </p:spPr>
        <p:txBody>
          <a:bodyPr wrap="square" rtlCol="0">
            <a:spAutoFit/>
          </a:bodyPr>
          <a:lstStyle/>
          <a:p>
            <a:pPr algn="ctr"/>
            <a:r>
              <a:rPr lang="zh-CN" altLang="en-US" sz="1200" dirty="0" smtClean="0">
                <a:solidFill>
                  <a:schemeClr val="bg1">
                    <a:lumMod val="95000"/>
                  </a:schemeClr>
                </a:solidFill>
                <a:latin typeface="微软雅黑" panose="020B0503020204020204" pitchFamily="34" charset="-122"/>
                <a:ea typeface="微软雅黑" panose="020B0503020204020204" pitchFamily="34" charset="-122"/>
              </a:rPr>
              <a:t>输入标题</a:t>
            </a:r>
            <a:endParaRPr lang="id-ID" sz="12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06" name="TextBox 105"/>
          <p:cNvSpPr txBox="1"/>
          <p:nvPr/>
        </p:nvSpPr>
        <p:spPr>
          <a:xfrm>
            <a:off x="4678583" y="3801894"/>
            <a:ext cx="789561" cy="461665"/>
          </a:xfrm>
          <a:prstGeom prst="rect">
            <a:avLst/>
          </a:prstGeom>
          <a:noFill/>
        </p:spPr>
        <p:txBody>
          <a:bodyPr wrap="square" rtlCol="0">
            <a:spAutoFit/>
          </a:bodyPr>
          <a:lstStyle/>
          <a:p>
            <a:pPr algn="ctr"/>
            <a:r>
              <a:rPr lang="zh-CN" altLang="en-US" sz="1200" dirty="0" smtClean="0">
                <a:solidFill>
                  <a:schemeClr val="bg1">
                    <a:lumMod val="95000"/>
                  </a:schemeClr>
                </a:solidFill>
                <a:latin typeface="微软雅黑" panose="020B0503020204020204" pitchFamily="34" charset="-122"/>
                <a:ea typeface="微软雅黑" panose="020B0503020204020204" pitchFamily="34" charset="-122"/>
              </a:rPr>
              <a:t>输入标题</a:t>
            </a:r>
            <a:endParaRPr lang="id-ID" sz="12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07" name="TextBox 106"/>
          <p:cNvSpPr txBox="1"/>
          <p:nvPr/>
        </p:nvSpPr>
        <p:spPr>
          <a:xfrm>
            <a:off x="5470671" y="3811927"/>
            <a:ext cx="888808" cy="276999"/>
          </a:xfrm>
          <a:prstGeom prst="rect">
            <a:avLst/>
          </a:prstGeom>
          <a:noFill/>
        </p:spPr>
        <p:txBody>
          <a:bodyPr wrap="square" rtlCol="0">
            <a:spAutoFit/>
          </a:bodyPr>
          <a:lstStyle/>
          <a:p>
            <a:pPr algn="ctr"/>
            <a:r>
              <a:rPr lang="zh-CN" altLang="en-US" sz="1200" dirty="0" smtClean="0">
                <a:solidFill>
                  <a:schemeClr val="bg1">
                    <a:lumMod val="95000"/>
                  </a:schemeClr>
                </a:solidFill>
                <a:latin typeface="微软雅黑" panose="020B0503020204020204" pitchFamily="34" charset="-122"/>
                <a:ea typeface="微软雅黑" panose="020B0503020204020204" pitchFamily="34" charset="-122"/>
              </a:rPr>
              <a:t>输入标题</a:t>
            </a:r>
            <a:endParaRPr lang="id-ID" sz="12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3"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2" fill="hold" grpId="0" nodeType="withEffect">
                                  <p:stCondLst>
                                    <p:cond delay="5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1+#ppt_w/2"/>
                                          </p:val>
                                        </p:tav>
                                        <p:tav tm="100000">
                                          <p:val>
                                            <p:strVal val="#ppt_x"/>
                                          </p:val>
                                        </p:tav>
                                      </p:tavLst>
                                    </p:anim>
                                    <p:anim calcmode="lin" valueType="num">
                                      <p:cBhvr additive="base">
                                        <p:cTn id="12" dur="5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1+#ppt_w/2"/>
                                          </p:val>
                                        </p:tav>
                                        <p:tav tm="100000">
                                          <p:val>
                                            <p:strVal val="#ppt_x"/>
                                          </p:val>
                                        </p:tav>
                                      </p:tavLst>
                                    </p:anim>
                                    <p:anim calcmode="lin" valueType="num">
                                      <p:cBhvr additive="base">
                                        <p:cTn id="16" dur="5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50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1+#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50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1+#ppt_w/2"/>
                                          </p:val>
                                        </p:tav>
                                        <p:tav tm="100000">
                                          <p:val>
                                            <p:strVal val="#ppt_x"/>
                                          </p:val>
                                        </p:tav>
                                      </p:tavLst>
                                    </p:anim>
                                    <p:anim calcmode="lin" valueType="num">
                                      <p:cBhvr additive="base">
                                        <p:cTn id="24" dur="500" fill="hold"/>
                                        <p:tgtEl>
                                          <p:spTgt spid="33"/>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50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1+#ppt_w/2"/>
                                          </p:val>
                                        </p:tav>
                                        <p:tav tm="100000">
                                          <p:val>
                                            <p:strVal val="#ppt_x"/>
                                          </p:val>
                                        </p:tav>
                                      </p:tavLst>
                                    </p:anim>
                                    <p:anim calcmode="lin" valueType="num">
                                      <p:cBhvr additive="base">
                                        <p:cTn id="28" dur="500" fill="hold"/>
                                        <p:tgtEl>
                                          <p:spTgt spid="34"/>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500"/>
                                  </p:stCondLst>
                                  <p:childTnLst>
                                    <p:set>
                                      <p:cBhvr>
                                        <p:cTn id="30" dur="1" fill="hold">
                                          <p:stCondLst>
                                            <p:cond delay="0"/>
                                          </p:stCondLst>
                                        </p:cTn>
                                        <p:tgtEl>
                                          <p:spTgt spid="35"/>
                                        </p:tgtEl>
                                        <p:attrNameLst>
                                          <p:attrName>style.visibility</p:attrName>
                                        </p:attrNameLst>
                                      </p:cBhvr>
                                      <p:to>
                                        <p:strVal val="visible"/>
                                      </p:to>
                                    </p:set>
                                    <p:anim calcmode="lin" valueType="num">
                                      <p:cBhvr additive="base">
                                        <p:cTn id="31" dur="500" fill="hold"/>
                                        <p:tgtEl>
                                          <p:spTgt spid="35"/>
                                        </p:tgtEl>
                                        <p:attrNameLst>
                                          <p:attrName>ppt_x</p:attrName>
                                        </p:attrNameLst>
                                      </p:cBhvr>
                                      <p:tavLst>
                                        <p:tav tm="0">
                                          <p:val>
                                            <p:strVal val="1+#ppt_w/2"/>
                                          </p:val>
                                        </p:tav>
                                        <p:tav tm="100000">
                                          <p:val>
                                            <p:strVal val="#ppt_x"/>
                                          </p:val>
                                        </p:tav>
                                      </p:tavLst>
                                    </p:anim>
                                    <p:anim calcmode="lin" valueType="num">
                                      <p:cBhvr additive="base">
                                        <p:cTn id="32" dur="500" fill="hold"/>
                                        <p:tgtEl>
                                          <p:spTgt spid="35"/>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0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1+#ppt_w/2"/>
                                          </p:val>
                                        </p:tav>
                                        <p:tav tm="100000">
                                          <p:val>
                                            <p:strVal val="#ppt_x"/>
                                          </p:val>
                                        </p:tav>
                                      </p:tavLst>
                                    </p:anim>
                                    <p:anim calcmode="lin" valueType="num">
                                      <p:cBhvr additive="base">
                                        <p:cTn id="36" dur="500" fill="hold"/>
                                        <p:tgtEl>
                                          <p:spTgt spid="36"/>
                                        </p:tgtEl>
                                        <p:attrNameLst>
                                          <p:attrName>ppt_y</p:attrName>
                                        </p:attrNameLst>
                                      </p:cBhvr>
                                      <p:tavLst>
                                        <p:tav tm="0">
                                          <p:val>
                                            <p:strVal val="#ppt_y"/>
                                          </p:val>
                                        </p:tav>
                                        <p:tav tm="100000">
                                          <p:val>
                                            <p:strVal val="#ppt_y"/>
                                          </p:val>
                                        </p:tav>
                                      </p:tavLst>
                                    </p:anim>
                                  </p:childTnLst>
                                </p:cTn>
                              </p:par>
                              <p:par>
                                <p:cTn id="37" presetID="53" presetClass="entr" presetSubtype="16" fill="hold" nodeType="withEffect">
                                  <p:stCondLst>
                                    <p:cond delay="1000"/>
                                  </p:stCondLst>
                                  <p:childTnLst>
                                    <p:set>
                                      <p:cBhvr>
                                        <p:cTn id="38" dur="1" fill="hold">
                                          <p:stCondLst>
                                            <p:cond delay="0"/>
                                          </p:stCondLst>
                                        </p:cTn>
                                        <p:tgtEl>
                                          <p:spTgt spid="65"/>
                                        </p:tgtEl>
                                        <p:attrNameLst>
                                          <p:attrName>style.visibility</p:attrName>
                                        </p:attrNameLst>
                                      </p:cBhvr>
                                      <p:to>
                                        <p:strVal val="visible"/>
                                      </p:to>
                                    </p:set>
                                    <p:anim calcmode="lin" valueType="num">
                                      <p:cBhvr>
                                        <p:cTn id="39" dur="500" fill="hold"/>
                                        <p:tgtEl>
                                          <p:spTgt spid="65"/>
                                        </p:tgtEl>
                                        <p:attrNameLst>
                                          <p:attrName>ppt_w</p:attrName>
                                        </p:attrNameLst>
                                      </p:cBhvr>
                                      <p:tavLst>
                                        <p:tav tm="0">
                                          <p:val>
                                            <p:fltVal val="0"/>
                                          </p:val>
                                        </p:tav>
                                        <p:tav tm="100000">
                                          <p:val>
                                            <p:strVal val="#ppt_w"/>
                                          </p:val>
                                        </p:tav>
                                      </p:tavLst>
                                    </p:anim>
                                    <p:anim calcmode="lin" valueType="num">
                                      <p:cBhvr>
                                        <p:cTn id="40" dur="500" fill="hold"/>
                                        <p:tgtEl>
                                          <p:spTgt spid="65"/>
                                        </p:tgtEl>
                                        <p:attrNameLst>
                                          <p:attrName>ppt_h</p:attrName>
                                        </p:attrNameLst>
                                      </p:cBhvr>
                                      <p:tavLst>
                                        <p:tav tm="0">
                                          <p:val>
                                            <p:fltVal val="0"/>
                                          </p:val>
                                        </p:tav>
                                        <p:tav tm="100000">
                                          <p:val>
                                            <p:strVal val="#ppt_h"/>
                                          </p:val>
                                        </p:tav>
                                      </p:tavLst>
                                    </p:anim>
                                    <p:animEffect transition="in" filter="fade">
                                      <p:cBhvr>
                                        <p:cTn id="41" dur="500"/>
                                        <p:tgtEl>
                                          <p:spTgt spid="65"/>
                                        </p:tgtEl>
                                      </p:cBhvr>
                                    </p:animEffect>
                                  </p:childTnLst>
                                </p:cTn>
                              </p:par>
                              <p:par>
                                <p:cTn id="42" presetID="53" presetClass="entr" presetSubtype="16" fill="hold" nodeType="withEffect">
                                  <p:stCondLst>
                                    <p:cond delay="1000"/>
                                  </p:stCondLst>
                                  <p:childTnLst>
                                    <p:set>
                                      <p:cBhvr>
                                        <p:cTn id="43" dur="1" fill="hold">
                                          <p:stCondLst>
                                            <p:cond delay="0"/>
                                          </p:stCondLst>
                                        </p:cTn>
                                        <p:tgtEl>
                                          <p:spTgt spid="69"/>
                                        </p:tgtEl>
                                        <p:attrNameLst>
                                          <p:attrName>style.visibility</p:attrName>
                                        </p:attrNameLst>
                                      </p:cBhvr>
                                      <p:to>
                                        <p:strVal val="visible"/>
                                      </p:to>
                                    </p:set>
                                    <p:anim calcmode="lin" valueType="num">
                                      <p:cBhvr>
                                        <p:cTn id="44" dur="500" fill="hold"/>
                                        <p:tgtEl>
                                          <p:spTgt spid="69"/>
                                        </p:tgtEl>
                                        <p:attrNameLst>
                                          <p:attrName>ppt_w</p:attrName>
                                        </p:attrNameLst>
                                      </p:cBhvr>
                                      <p:tavLst>
                                        <p:tav tm="0">
                                          <p:val>
                                            <p:fltVal val="0"/>
                                          </p:val>
                                        </p:tav>
                                        <p:tav tm="100000">
                                          <p:val>
                                            <p:strVal val="#ppt_w"/>
                                          </p:val>
                                        </p:tav>
                                      </p:tavLst>
                                    </p:anim>
                                    <p:anim calcmode="lin" valueType="num">
                                      <p:cBhvr>
                                        <p:cTn id="45" dur="500" fill="hold"/>
                                        <p:tgtEl>
                                          <p:spTgt spid="69"/>
                                        </p:tgtEl>
                                        <p:attrNameLst>
                                          <p:attrName>ppt_h</p:attrName>
                                        </p:attrNameLst>
                                      </p:cBhvr>
                                      <p:tavLst>
                                        <p:tav tm="0">
                                          <p:val>
                                            <p:fltVal val="0"/>
                                          </p:val>
                                        </p:tav>
                                        <p:tav tm="100000">
                                          <p:val>
                                            <p:strVal val="#ppt_h"/>
                                          </p:val>
                                        </p:tav>
                                      </p:tavLst>
                                    </p:anim>
                                    <p:animEffect transition="in" filter="fade">
                                      <p:cBhvr>
                                        <p:cTn id="46" dur="500"/>
                                        <p:tgtEl>
                                          <p:spTgt spid="69"/>
                                        </p:tgtEl>
                                      </p:cBhvr>
                                    </p:animEffect>
                                  </p:childTnLst>
                                </p:cTn>
                              </p:par>
                              <p:par>
                                <p:cTn id="47" presetID="53" presetClass="entr" presetSubtype="16" fill="hold" nodeType="withEffect">
                                  <p:stCondLst>
                                    <p:cond delay="1000"/>
                                  </p:stCondLst>
                                  <p:childTnLst>
                                    <p:set>
                                      <p:cBhvr>
                                        <p:cTn id="48" dur="1" fill="hold">
                                          <p:stCondLst>
                                            <p:cond delay="0"/>
                                          </p:stCondLst>
                                        </p:cTn>
                                        <p:tgtEl>
                                          <p:spTgt spid="74"/>
                                        </p:tgtEl>
                                        <p:attrNameLst>
                                          <p:attrName>style.visibility</p:attrName>
                                        </p:attrNameLst>
                                      </p:cBhvr>
                                      <p:to>
                                        <p:strVal val="visible"/>
                                      </p:to>
                                    </p:set>
                                    <p:anim calcmode="lin" valueType="num">
                                      <p:cBhvr>
                                        <p:cTn id="49" dur="500" fill="hold"/>
                                        <p:tgtEl>
                                          <p:spTgt spid="74"/>
                                        </p:tgtEl>
                                        <p:attrNameLst>
                                          <p:attrName>ppt_w</p:attrName>
                                        </p:attrNameLst>
                                      </p:cBhvr>
                                      <p:tavLst>
                                        <p:tav tm="0">
                                          <p:val>
                                            <p:fltVal val="0"/>
                                          </p:val>
                                        </p:tav>
                                        <p:tav tm="100000">
                                          <p:val>
                                            <p:strVal val="#ppt_w"/>
                                          </p:val>
                                        </p:tav>
                                      </p:tavLst>
                                    </p:anim>
                                    <p:anim calcmode="lin" valueType="num">
                                      <p:cBhvr>
                                        <p:cTn id="50" dur="500" fill="hold"/>
                                        <p:tgtEl>
                                          <p:spTgt spid="74"/>
                                        </p:tgtEl>
                                        <p:attrNameLst>
                                          <p:attrName>ppt_h</p:attrName>
                                        </p:attrNameLst>
                                      </p:cBhvr>
                                      <p:tavLst>
                                        <p:tav tm="0">
                                          <p:val>
                                            <p:fltVal val="0"/>
                                          </p:val>
                                        </p:tav>
                                        <p:tav tm="100000">
                                          <p:val>
                                            <p:strVal val="#ppt_h"/>
                                          </p:val>
                                        </p:tav>
                                      </p:tavLst>
                                    </p:anim>
                                    <p:animEffect transition="in" filter="fade">
                                      <p:cBhvr>
                                        <p:cTn id="51" dur="500"/>
                                        <p:tgtEl>
                                          <p:spTgt spid="74"/>
                                        </p:tgtEl>
                                      </p:cBhvr>
                                    </p:animEffect>
                                  </p:childTnLst>
                                </p:cTn>
                              </p:par>
                              <p:par>
                                <p:cTn id="52" presetID="53" presetClass="entr" presetSubtype="16" fill="hold" nodeType="withEffect">
                                  <p:stCondLst>
                                    <p:cond delay="1000"/>
                                  </p:stCondLst>
                                  <p:childTnLst>
                                    <p:set>
                                      <p:cBhvr>
                                        <p:cTn id="53" dur="1" fill="hold">
                                          <p:stCondLst>
                                            <p:cond delay="0"/>
                                          </p:stCondLst>
                                        </p:cTn>
                                        <p:tgtEl>
                                          <p:spTgt spid="79"/>
                                        </p:tgtEl>
                                        <p:attrNameLst>
                                          <p:attrName>style.visibility</p:attrName>
                                        </p:attrNameLst>
                                      </p:cBhvr>
                                      <p:to>
                                        <p:strVal val="visible"/>
                                      </p:to>
                                    </p:set>
                                    <p:anim calcmode="lin" valueType="num">
                                      <p:cBhvr>
                                        <p:cTn id="54" dur="500" fill="hold"/>
                                        <p:tgtEl>
                                          <p:spTgt spid="79"/>
                                        </p:tgtEl>
                                        <p:attrNameLst>
                                          <p:attrName>ppt_w</p:attrName>
                                        </p:attrNameLst>
                                      </p:cBhvr>
                                      <p:tavLst>
                                        <p:tav tm="0">
                                          <p:val>
                                            <p:fltVal val="0"/>
                                          </p:val>
                                        </p:tav>
                                        <p:tav tm="100000">
                                          <p:val>
                                            <p:strVal val="#ppt_w"/>
                                          </p:val>
                                        </p:tav>
                                      </p:tavLst>
                                    </p:anim>
                                    <p:anim calcmode="lin" valueType="num">
                                      <p:cBhvr>
                                        <p:cTn id="55" dur="500" fill="hold"/>
                                        <p:tgtEl>
                                          <p:spTgt spid="79"/>
                                        </p:tgtEl>
                                        <p:attrNameLst>
                                          <p:attrName>ppt_h</p:attrName>
                                        </p:attrNameLst>
                                      </p:cBhvr>
                                      <p:tavLst>
                                        <p:tav tm="0">
                                          <p:val>
                                            <p:fltVal val="0"/>
                                          </p:val>
                                        </p:tav>
                                        <p:tav tm="100000">
                                          <p:val>
                                            <p:strVal val="#ppt_h"/>
                                          </p:val>
                                        </p:tav>
                                      </p:tavLst>
                                    </p:anim>
                                    <p:animEffect transition="in" filter="fade">
                                      <p:cBhvr>
                                        <p:cTn id="56" dur="500"/>
                                        <p:tgtEl>
                                          <p:spTgt spid="79"/>
                                        </p:tgtEl>
                                      </p:cBhvr>
                                    </p:animEffect>
                                  </p:childTnLst>
                                </p:cTn>
                              </p:par>
                              <p:par>
                                <p:cTn id="57" presetID="53" presetClass="entr" presetSubtype="16" fill="hold" nodeType="withEffect">
                                  <p:stCondLst>
                                    <p:cond delay="1000"/>
                                  </p:stCondLst>
                                  <p:childTnLst>
                                    <p:set>
                                      <p:cBhvr>
                                        <p:cTn id="58" dur="1" fill="hold">
                                          <p:stCondLst>
                                            <p:cond delay="0"/>
                                          </p:stCondLst>
                                        </p:cTn>
                                        <p:tgtEl>
                                          <p:spTgt spid="88"/>
                                        </p:tgtEl>
                                        <p:attrNameLst>
                                          <p:attrName>style.visibility</p:attrName>
                                        </p:attrNameLst>
                                      </p:cBhvr>
                                      <p:to>
                                        <p:strVal val="visible"/>
                                      </p:to>
                                    </p:set>
                                    <p:anim calcmode="lin" valueType="num">
                                      <p:cBhvr>
                                        <p:cTn id="59" dur="500" fill="hold"/>
                                        <p:tgtEl>
                                          <p:spTgt spid="88"/>
                                        </p:tgtEl>
                                        <p:attrNameLst>
                                          <p:attrName>ppt_w</p:attrName>
                                        </p:attrNameLst>
                                      </p:cBhvr>
                                      <p:tavLst>
                                        <p:tav tm="0">
                                          <p:val>
                                            <p:fltVal val="0"/>
                                          </p:val>
                                        </p:tav>
                                        <p:tav tm="100000">
                                          <p:val>
                                            <p:strVal val="#ppt_w"/>
                                          </p:val>
                                        </p:tav>
                                      </p:tavLst>
                                    </p:anim>
                                    <p:anim calcmode="lin" valueType="num">
                                      <p:cBhvr>
                                        <p:cTn id="60" dur="500" fill="hold"/>
                                        <p:tgtEl>
                                          <p:spTgt spid="88"/>
                                        </p:tgtEl>
                                        <p:attrNameLst>
                                          <p:attrName>ppt_h</p:attrName>
                                        </p:attrNameLst>
                                      </p:cBhvr>
                                      <p:tavLst>
                                        <p:tav tm="0">
                                          <p:val>
                                            <p:fltVal val="0"/>
                                          </p:val>
                                        </p:tav>
                                        <p:tav tm="100000">
                                          <p:val>
                                            <p:strVal val="#ppt_h"/>
                                          </p:val>
                                        </p:tav>
                                      </p:tavLst>
                                    </p:anim>
                                    <p:animEffect transition="in" filter="fade">
                                      <p:cBhvr>
                                        <p:cTn id="61" dur="500"/>
                                        <p:tgtEl>
                                          <p:spTgt spid="88"/>
                                        </p:tgtEl>
                                      </p:cBhvr>
                                    </p:animEffect>
                                  </p:childTnLst>
                                </p:cTn>
                              </p:par>
                              <p:par>
                                <p:cTn id="62" presetID="53" presetClass="entr" presetSubtype="16" fill="hold" nodeType="withEffect">
                                  <p:stCondLst>
                                    <p:cond delay="1000"/>
                                  </p:stCondLst>
                                  <p:childTnLst>
                                    <p:set>
                                      <p:cBhvr>
                                        <p:cTn id="63" dur="1" fill="hold">
                                          <p:stCondLst>
                                            <p:cond delay="0"/>
                                          </p:stCondLst>
                                        </p:cTn>
                                        <p:tgtEl>
                                          <p:spTgt spid="93"/>
                                        </p:tgtEl>
                                        <p:attrNameLst>
                                          <p:attrName>style.visibility</p:attrName>
                                        </p:attrNameLst>
                                      </p:cBhvr>
                                      <p:to>
                                        <p:strVal val="visible"/>
                                      </p:to>
                                    </p:set>
                                    <p:anim calcmode="lin" valueType="num">
                                      <p:cBhvr>
                                        <p:cTn id="64" dur="500" fill="hold"/>
                                        <p:tgtEl>
                                          <p:spTgt spid="93"/>
                                        </p:tgtEl>
                                        <p:attrNameLst>
                                          <p:attrName>ppt_w</p:attrName>
                                        </p:attrNameLst>
                                      </p:cBhvr>
                                      <p:tavLst>
                                        <p:tav tm="0">
                                          <p:val>
                                            <p:fltVal val="0"/>
                                          </p:val>
                                        </p:tav>
                                        <p:tav tm="100000">
                                          <p:val>
                                            <p:strVal val="#ppt_w"/>
                                          </p:val>
                                        </p:tav>
                                      </p:tavLst>
                                    </p:anim>
                                    <p:anim calcmode="lin" valueType="num">
                                      <p:cBhvr>
                                        <p:cTn id="65" dur="500" fill="hold"/>
                                        <p:tgtEl>
                                          <p:spTgt spid="93"/>
                                        </p:tgtEl>
                                        <p:attrNameLst>
                                          <p:attrName>ppt_h</p:attrName>
                                        </p:attrNameLst>
                                      </p:cBhvr>
                                      <p:tavLst>
                                        <p:tav tm="0">
                                          <p:val>
                                            <p:fltVal val="0"/>
                                          </p:val>
                                        </p:tav>
                                        <p:tav tm="100000">
                                          <p:val>
                                            <p:strVal val="#ppt_h"/>
                                          </p:val>
                                        </p:tav>
                                      </p:tavLst>
                                    </p:anim>
                                    <p:animEffect transition="in" filter="fade">
                                      <p:cBhvr>
                                        <p:cTn id="66" dur="500"/>
                                        <p:tgtEl>
                                          <p:spTgt spid="93"/>
                                        </p:tgtEl>
                                      </p:cBhvr>
                                    </p:animEffect>
                                  </p:childTnLst>
                                </p:cTn>
                              </p:par>
                              <p:par>
                                <p:cTn id="67" presetID="53" presetClass="entr" presetSubtype="16" fill="hold" grpId="0" nodeType="withEffect">
                                  <p:stCondLst>
                                    <p:cond delay="1000"/>
                                  </p:stCondLst>
                                  <p:childTnLst>
                                    <p:set>
                                      <p:cBhvr>
                                        <p:cTn id="68" dur="1" fill="hold">
                                          <p:stCondLst>
                                            <p:cond delay="0"/>
                                          </p:stCondLst>
                                        </p:cTn>
                                        <p:tgtEl>
                                          <p:spTgt spid="103"/>
                                        </p:tgtEl>
                                        <p:attrNameLst>
                                          <p:attrName>style.visibility</p:attrName>
                                        </p:attrNameLst>
                                      </p:cBhvr>
                                      <p:to>
                                        <p:strVal val="visible"/>
                                      </p:to>
                                    </p:set>
                                    <p:anim calcmode="lin" valueType="num">
                                      <p:cBhvr>
                                        <p:cTn id="69" dur="500" fill="hold"/>
                                        <p:tgtEl>
                                          <p:spTgt spid="103"/>
                                        </p:tgtEl>
                                        <p:attrNameLst>
                                          <p:attrName>ppt_w</p:attrName>
                                        </p:attrNameLst>
                                      </p:cBhvr>
                                      <p:tavLst>
                                        <p:tav tm="0">
                                          <p:val>
                                            <p:fltVal val="0"/>
                                          </p:val>
                                        </p:tav>
                                        <p:tav tm="100000">
                                          <p:val>
                                            <p:strVal val="#ppt_w"/>
                                          </p:val>
                                        </p:tav>
                                      </p:tavLst>
                                    </p:anim>
                                    <p:anim calcmode="lin" valueType="num">
                                      <p:cBhvr>
                                        <p:cTn id="70" dur="500" fill="hold"/>
                                        <p:tgtEl>
                                          <p:spTgt spid="103"/>
                                        </p:tgtEl>
                                        <p:attrNameLst>
                                          <p:attrName>ppt_h</p:attrName>
                                        </p:attrNameLst>
                                      </p:cBhvr>
                                      <p:tavLst>
                                        <p:tav tm="0">
                                          <p:val>
                                            <p:fltVal val="0"/>
                                          </p:val>
                                        </p:tav>
                                        <p:tav tm="100000">
                                          <p:val>
                                            <p:strVal val="#ppt_h"/>
                                          </p:val>
                                        </p:tav>
                                      </p:tavLst>
                                    </p:anim>
                                    <p:animEffect transition="in" filter="fade">
                                      <p:cBhvr>
                                        <p:cTn id="71" dur="500"/>
                                        <p:tgtEl>
                                          <p:spTgt spid="103"/>
                                        </p:tgtEl>
                                      </p:cBhvr>
                                    </p:animEffect>
                                  </p:childTnLst>
                                </p:cTn>
                              </p:par>
                              <p:par>
                                <p:cTn id="72" presetID="53" presetClass="entr" presetSubtype="16" fill="hold" grpId="0" nodeType="withEffect">
                                  <p:stCondLst>
                                    <p:cond delay="1000"/>
                                  </p:stCondLst>
                                  <p:childTnLst>
                                    <p:set>
                                      <p:cBhvr>
                                        <p:cTn id="73" dur="1" fill="hold">
                                          <p:stCondLst>
                                            <p:cond delay="0"/>
                                          </p:stCondLst>
                                        </p:cTn>
                                        <p:tgtEl>
                                          <p:spTgt spid="104"/>
                                        </p:tgtEl>
                                        <p:attrNameLst>
                                          <p:attrName>style.visibility</p:attrName>
                                        </p:attrNameLst>
                                      </p:cBhvr>
                                      <p:to>
                                        <p:strVal val="visible"/>
                                      </p:to>
                                    </p:set>
                                    <p:anim calcmode="lin" valueType="num">
                                      <p:cBhvr>
                                        <p:cTn id="74" dur="500" fill="hold"/>
                                        <p:tgtEl>
                                          <p:spTgt spid="104"/>
                                        </p:tgtEl>
                                        <p:attrNameLst>
                                          <p:attrName>ppt_w</p:attrName>
                                        </p:attrNameLst>
                                      </p:cBhvr>
                                      <p:tavLst>
                                        <p:tav tm="0">
                                          <p:val>
                                            <p:fltVal val="0"/>
                                          </p:val>
                                        </p:tav>
                                        <p:tav tm="100000">
                                          <p:val>
                                            <p:strVal val="#ppt_w"/>
                                          </p:val>
                                        </p:tav>
                                      </p:tavLst>
                                    </p:anim>
                                    <p:anim calcmode="lin" valueType="num">
                                      <p:cBhvr>
                                        <p:cTn id="75" dur="500" fill="hold"/>
                                        <p:tgtEl>
                                          <p:spTgt spid="104"/>
                                        </p:tgtEl>
                                        <p:attrNameLst>
                                          <p:attrName>ppt_h</p:attrName>
                                        </p:attrNameLst>
                                      </p:cBhvr>
                                      <p:tavLst>
                                        <p:tav tm="0">
                                          <p:val>
                                            <p:fltVal val="0"/>
                                          </p:val>
                                        </p:tav>
                                        <p:tav tm="100000">
                                          <p:val>
                                            <p:strVal val="#ppt_h"/>
                                          </p:val>
                                        </p:tav>
                                      </p:tavLst>
                                    </p:anim>
                                    <p:animEffect transition="in" filter="fade">
                                      <p:cBhvr>
                                        <p:cTn id="76" dur="500"/>
                                        <p:tgtEl>
                                          <p:spTgt spid="104"/>
                                        </p:tgtEl>
                                      </p:cBhvr>
                                    </p:animEffect>
                                  </p:childTnLst>
                                </p:cTn>
                              </p:par>
                              <p:par>
                                <p:cTn id="77" presetID="53" presetClass="entr" presetSubtype="16" fill="hold" grpId="0" nodeType="withEffect">
                                  <p:stCondLst>
                                    <p:cond delay="1000"/>
                                  </p:stCondLst>
                                  <p:childTnLst>
                                    <p:set>
                                      <p:cBhvr>
                                        <p:cTn id="78" dur="1" fill="hold">
                                          <p:stCondLst>
                                            <p:cond delay="0"/>
                                          </p:stCondLst>
                                        </p:cTn>
                                        <p:tgtEl>
                                          <p:spTgt spid="105"/>
                                        </p:tgtEl>
                                        <p:attrNameLst>
                                          <p:attrName>style.visibility</p:attrName>
                                        </p:attrNameLst>
                                      </p:cBhvr>
                                      <p:to>
                                        <p:strVal val="visible"/>
                                      </p:to>
                                    </p:set>
                                    <p:anim calcmode="lin" valueType="num">
                                      <p:cBhvr>
                                        <p:cTn id="79" dur="500" fill="hold"/>
                                        <p:tgtEl>
                                          <p:spTgt spid="105"/>
                                        </p:tgtEl>
                                        <p:attrNameLst>
                                          <p:attrName>ppt_w</p:attrName>
                                        </p:attrNameLst>
                                      </p:cBhvr>
                                      <p:tavLst>
                                        <p:tav tm="0">
                                          <p:val>
                                            <p:fltVal val="0"/>
                                          </p:val>
                                        </p:tav>
                                        <p:tav tm="100000">
                                          <p:val>
                                            <p:strVal val="#ppt_w"/>
                                          </p:val>
                                        </p:tav>
                                      </p:tavLst>
                                    </p:anim>
                                    <p:anim calcmode="lin" valueType="num">
                                      <p:cBhvr>
                                        <p:cTn id="80" dur="500" fill="hold"/>
                                        <p:tgtEl>
                                          <p:spTgt spid="105"/>
                                        </p:tgtEl>
                                        <p:attrNameLst>
                                          <p:attrName>ppt_h</p:attrName>
                                        </p:attrNameLst>
                                      </p:cBhvr>
                                      <p:tavLst>
                                        <p:tav tm="0">
                                          <p:val>
                                            <p:fltVal val="0"/>
                                          </p:val>
                                        </p:tav>
                                        <p:tav tm="100000">
                                          <p:val>
                                            <p:strVal val="#ppt_h"/>
                                          </p:val>
                                        </p:tav>
                                      </p:tavLst>
                                    </p:anim>
                                    <p:animEffect transition="in" filter="fade">
                                      <p:cBhvr>
                                        <p:cTn id="81" dur="500"/>
                                        <p:tgtEl>
                                          <p:spTgt spid="105"/>
                                        </p:tgtEl>
                                      </p:cBhvr>
                                    </p:animEffect>
                                  </p:childTnLst>
                                </p:cTn>
                              </p:par>
                              <p:par>
                                <p:cTn id="82" presetID="53" presetClass="entr" presetSubtype="16" fill="hold" grpId="0" nodeType="withEffect">
                                  <p:stCondLst>
                                    <p:cond delay="1000"/>
                                  </p:stCondLst>
                                  <p:childTnLst>
                                    <p:set>
                                      <p:cBhvr>
                                        <p:cTn id="83" dur="1" fill="hold">
                                          <p:stCondLst>
                                            <p:cond delay="0"/>
                                          </p:stCondLst>
                                        </p:cTn>
                                        <p:tgtEl>
                                          <p:spTgt spid="106"/>
                                        </p:tgtEl>
                                        <p:attrNameLst>
                                          <p:attrName>style.visibility</p:attrName>
                                        </p:attrNameLst>
                                      </p:cBhvr>
                                      <p:to>
                                        <p:strVal val="visible"/>
                                      </p:to>
                                    </p:set>
                                    <p:anim calcmode="lin" valueType="num">
                                      <p:cBhvr>
                                        <p:cTn id="84" dur="500" fill="hold"/>
                                        <p:tgtEl>
                                          <p:spTgt spid="106"/>
                                        </p:tgtEl>
                                        <p:attrNameLst>
                                          <p:attrName>ppt_w</p:attrName>
                                        </p:attrNameLst>
                                      </p:cBhvr>
                                      <p:tavLst>
                                        <p:tav tm="0">
                                          <p:val>
                                            <p:fltVal val="0"/>
                                          </p:val>
                                        </p:tav>
                                        <p:tav tm="100000">
                                          <p:val>
                                            <p:strVal val="#ppt_w"/>
                                          </p:val>
                                        </p:tav>
                                      </p:tavLst>
                                    </p:anim>
                                    <p:anim calcmode="lin" valueType="num">
                                      <p:cBhvr>
                                        <p:cTn id="85" dur="500" fill="hold"/>
                                        <p:tgtEl>
                                          <p:spTgt spid="106"/>
                                        </p:tgtEl>
                                        <p:attrNameLst>
                                          <p:attrName>ppt_h</p:attrName>
                                        </p:attrNameLst>
                                      </p:cBhvr>
                                      <p:tavLst>
                                        <p:tav tm="0">
                                          <p:val>
                                            <p:fltVal val="0"/>
                                          </p:val>
                                        </p:tav>
                                        <p:tav tm="100000">
                                          <p:val>
                                            <p:strVal val="#ppt_h"/>
                                          </p:val>
                                        </p:tav>
                                      </p:tavLst>
                                    </p:anim>
                                    <p:animEffect transition="in" filter="fade">
                                      <p:cBhvr>
                                        <p:cTn id="86" dur="500"/>
                                        <p:tgtEl>
                                          <p:spTgt spid="106"/>
                                        </p:tgtEl>
                                      </p:cBhvr>
                                    </p:animEffect>
                                  </p:childTnLst>
                                </p:cTn>
                              </p:par>
                              <p:par>
                                <p:cTn id="87" presetID="53" presetClass="entr" presetSubtype="16" fill="hold" grpId="0" nodeType="withEffect">
                                  <p:stCondLst>
                                    <p:cond delay="1000"/>
                                  </p:stCondLst>
                                  <p:childTnLst>
                                    <p:set>
                                      <p:cBhvr>
                                        <p:cTn id="88" dur="1" fill="hold">
                                          <p:stCondLst>
                                            <p:cond delay="0"/>
                                          </p:stCondLst>
                                        </p:cTn>
                                        <p:tgtEl>
                                          <p:spTgt spid="107"/>
                                        </p:tgtEl>
                                        <p:attrNameLst>
                                          <p:attrName>style.visibility</p:attrName>
                                        </p:attrNameLst>
                                      </p:cBhvr>
                                      <p:to>
                                        <p:strVal val="visible"/>
                                      </p:to>
                                    </p:set>
                                    <p:anim calcmode="lin" valueType="num">
                                      <p:cBhvr>
                                        <p:cTn id="89" dur="500" fill="hold"/>
                                        <p:tgtEl>
                                          <p:spTgt spid="107"/>
                                        </p:tgtEl>
                                        <p:attrNameLst>
                                          <p:attrName>ppt_w</p:attrName>
                                        </p:attrNameLst>
                                      </p:cBhvr>
                                      <p:tavLst>
                                        <p:tav tm="0">
                                          <p:val>
                                            <p:fltVal val="0"/>
                                          </p:val>
                                        </p:tav>
                                        <p:tav tm="100000">
                                          <p:val>
                                            <p:strVal val="#ppt_w"/>
                                          </p:val>
                                        </p:tav>
                                      </p:tavLst>
                                    </p:anim>
                                    <p:anim calcmode="lin" valueType="num">
                                      <p:cBhvr>
                                        <p:cTn id="90" dur="500" fill="hold"/>
                                        <p:tgtEl>
                                          <p:spTgt spid="107"/>
                                        </p:tgtEl>
                                        <p:attrNameLst>
                                          <p:attrName>ppt_h</p:attrName>
                                        </p:attrNameLst>
                                      </p:cBhvr>
                                      <p:tavLst>
                                        <p:tav tm="0">
                                          <p:val>
                                            <p:fltVal val="0"/>
                                          </p:val>
                                        </p:tav>
                                        <p:tav tm="100000">
                                          <p:val>
                                            <p:strVal val="#ppt_h"/>
                                          </p:val>
                                        </p:tav>
                                      </p:tavLst>
                                    </p:anim>
                                    <p:animEffect transition="in" filter="fade">
                                      <p:cBhvr>
                                        <p:cTn id="91" dur="500"/>
                                        <p:tgtEl>
                                          <p:spTgt spid="107"/>
                                        </p:tgtEl>
                                      </p:cBhvr>
                                    </p:animEffect>
                                  </p:childTnLst>
                                </p:cTn>
                              </p:par>
                            </p:childTnLst>
                          </p:cTn>
                        </p:par>
                        <p:par>
                          <p:cTn id="92" fill="hold">
                            <p:stCondLst>
                              <p:cond delay="500"/>
                            </p:stCondLst>
                            <p:childTnLst>
                              <p:par>
                                <p:cTn id="93" presetID="42" presetClass="entr" presetSubtype="0" fill="hold" grpId="0" nodeType="afterEffect">
                                  <p:stCondLst>
                                    <p:cond delay="0"/>
                                  </p:stCondLst>
                                  <p:childTnLst>
                                    <p:set>
                                      <p:cBhvr>
                                        <p:cTn id="94" dur="1" fill="hold">
                                          <p:stCondLst>
                                            <p:cond delay="0"/>
                                          </p:stCondLst>
                                        </p:cTn>
                                        <p:tgtEl>
                                          <p:spTgt spid="98"/>
                                        </p:tgtEl>
                                        <p:attrNameLst>
                                          <p:attrName>style.visibility</p:attrName>
                                        </p:attrNameLst>
                                      </p:cBhvr>
                                      <p:to>
                                        <p:strVal val="visible"/>
                                      </p:to>
                                    </p:set>
                                    <p:animEffect transition="in" filter="fade">
                                      <p:cBhvr>
                                        <p:cTn id="95" dur="1000"/>
                                        <p:tgtEl>
                                          <p:spTgt spid="98"/>
                                        </p:tgtEl>
                                      </p:cBhvr>
                                    </p:animEffect>
                                    <p:anim calcmode="lin" valueType="num">
                                      <p:cBhvr>
                                        <p:cTn id="96" dur="1000" fill="hold"/>
                                        <p:tgtEl>
                                          <p:spTgt spid="98"/>
                                        </p:tgtEl>
                                        <p:attrNameLst>
                                          <p:attrName>ppt_x</p:attrName>
                                        </p:attrNameLst>
                                      </p:cBhvr>
                                      <p:tavLst>
                                        <p:tav tm="0">
                                          <p:val>
                                            <p:strVal val="#ppt_x"/>
                                          </p:val>
                                        </p:tav>
                                        <p:tav tm="100000">
                                          <p:val>
                                            <p:strVal val="#ppt_x"/>
                                          </p:val>
                                        </p:tav>
                                      </p:tavLst>
                                    </p:anim>
                                    <p:anim calcmode="lin" valueType="num">
                                      <p:cBhvr>
                                        <p:cTn id="97"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0" grpId="0"/>
      <p:bldP spid="31" grpId="0"/>
      <p:bldP spid="32" grpId="0"/>
      <p:bldP spid="33" grpId="0" bldLvl="0" animBg="1"/>
      <p:bldP spid="35" grpId="0"/>
      <p:bldP spid="36" grpId="0"/>
      <p:bldP spid="98" grpId="0"/>
      <p:bldP spid="103" grpId="0"/>
      <p:bldP spid="104" grpId="0"/>
      <p:bldP spid="105" grpId="0"/>
      <p:bldP spid="106" grpId="0"/>
      <p:bldP spid="10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0"/>
            <a:ext cx="6552730"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DEMAND ANALYSIS</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30" name="Freeform 6"/>
          <p:cNvSpPr/>
          <p:nvPr/>
        </p:nvSpPr>
        <p:spPr bwMode="auto">
          <a:xfrm flipH="1">
            <a:off x="8206646" y="5547070"/>
            <a:ext cx="893867" cy="19230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rgbClr val="E62A2A"/>
          </a:solidFill>
          <a:ln>
            <a:noFill/>
          </a:ln>
        </p:spPr>
        <p:txBody>
          <a:bodyPr vert="horz" wrap="square" lIns="91440" tIns="45720" rIns="91440" bIns="45720" numCol="1" anchor="t" anchorCtr="0" compatLnSpc="1"/>
          <a:lstStyle/>
          <a:p>
            <a:endParaRPr lang="id-ID" sz="1350"/>
          </a:p>
        </p:txBody>
      </p:sp>
      <p:sp>
        <p:nvSpPr>
          <p:cNvPr id="31" name="Freeform 24"/>
          <p:cNvSpPr/>
          <p:nvPr/>
        </p:nvSpPr>
        <p:spPr>
          <a:xfrm flipH="1">
            <a:off x="7972359" y="5149894"/>
            <a:ext cx="1362439" cy="397176"/>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Freeform 25"/>
          <p:cNvSpPr/>
          <p:nvPr/>
        </p:nvSpPr>
        <p:spPr>
          <a:xfrm flipH="1">
            <a:off x="8349697" y="5819538"/>
            <a:ext cx="607766" cy="129742"/>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Freeform 5"/>
          <p:cNvSpPr/>
          <p:nvPr/>
        </p:nvSpPr>
        <p:spPr bwMode="auto">
          <a:xfrm>
            <a:off x="8544246" y="4382478"/>
            <a:ext cx="177800" cy="525463"/>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4" name="Freeform 6"/>
          <p:cNvSpPr/>
          <p:nvPr/>
        </p:nvSpPr>
        <p:spPr bwMode="auto">
          <a:xfrm>
            <a:off x="8595046" y="4288815"/>
            <a:ext cx="139700"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5" name="Freeform 7"/>
          <p:cNvSpPr/>
          <p:nvPr/>
        </p:nvSpPr>
        <p:spPr bwMode="auto">
          <a:xfrm>
            <a:off x="8579171" y="4347553"/>
            <a:ext cx="152400" cy="147638"/>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6" name="Freeform 8"/>
          <p:cNvSpPr/>
          <p:nvPr/>
        </p:nvSpPr>
        <p:spPr bwMode="auto">
          <a:xfrm>
            <a:off x="8568059" y="4888890"/>
            <a:ext cx="46038" cy="7620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7" name="Freeform 9"/>
          <p:cNvSpPr/>
          <p:nvPr/>
        </p:nvSpPr>
        <p:spPr bwMode="auto">
          <a:xfrm>
            <a:off x="8728396" y="4380890"/>
            <a:ext cx="176213" cy="525463"/>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8" name="Freeform 10"/>
          <p:cNvSpPr/>
          <p:nvPr/>
        </p:nvSpPr>
        <p:spPr bwMode="auto">
          <a:xfrm>
            <a:off x="8777609" y="4284053"/>
            <a:ext cx="139700"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9" name="Freeform 11"/>
          <p:cNvSpPr/>
          <p:nvPr/>
        </p:nvSpPr>
        <p:spPr bwMode="auto">
          <a:xfrm>
            <a:off x="8763321" y="4345965"/>
            <a:ext cx="152400" cy="146050"/>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0" name="Freeform 12"/>
          <p:cNvSpPr/>
          <p:nvPr/>
        </p:nvSpPr>
        <p:spPr bwMode="auto">
          <a:xfrm>
            <a:off x="8752209" y="4884128"/>
            <a:ext cx="46038" cy="7620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1" name="Freeform 13"/>
          <p:cNvSpPr/>
          <p:nvPr/>
        </p:nvSpPr>
        <p:spPr bwMode="auto">
          <a:xfrm>
            <a:off x="8888734" y="4384065"/>
            <a:ext cx="41275" cy="266700"/>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44" name="Group 123"/>
          <p:cNvGrpSpPr/>
          <p:nvPr/>
        </p:nvGrpSpPr>
        <p:grpSpPr>
          <a:xfrm>
            <a:off x="7653659" y="4261433"/>
            <a:ext cx="817563" cy="620713"/>
            <a:chOff x="7170738" y="4168775"/>
            <a:chExt cx="817563" cy="620713"/>
          </a:xfrm>
          <a:solidFill>
            <a:srgbClr val="C00000"/>
          </a:solidFill>
        </p:grpSpPr>
        <p:sp>
          <p:nvSpPr>
            <p:cNvPr id="45"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6"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47"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8"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9"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0"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51" name="Freeform 20"/>
          <p:cNvSpPr>
            <a:spLocks noEditPoints="1"/>
          </p:cNvSpPr>
          <p:nvPr/>
        </p:nvSpPr>
        <p:spPr bwMode="auto">
          <a:xfrm>
            <a:off x="6988496" y="2142515"/>
            <a:ext cx="477838" cy="503238"/>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2" name="Oval 21"/>
          <p:cNvSpPr>
            <a:spLocks noChangeArrowheads="1"/>
          </p:cNvSpPr>
          <p:nvPr/>
        </p:nvSpPr>
        <p:spPr bwMode="auto">
          <a:xfrm>
            <a:off x="10038084" y="2025040"/>
            <a:ext cx="141288" cy="141288"/>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3" name="Freeform 22"/>
          <p:cNvSpPr/>
          <p:nvPr/>
        </p:nvSpPr>
        <p:spPr bwMode="auto">
          <a:xfrm>
            <a:off x="10088884" y="2129815"/>
            <a:ext cx="222250" cy="463550"/>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4" name="Freeform 23"/>
          <p:cNvSpPr/>
          <p:nvPr/>
        </p:nvSpPr>
        <p:spPr bwMode="auto">
          <a:xfrm>
            <a:off x="9893621" y="2129815"/>
            <a:ext cx="238125" cy="457200"/>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5" name="Freeform 24"/>
          <p:cNvSpPr/>
          <p:nvPr/>
        </p:nvSpPr>
        <p:spPr bwMode="auto">
          <a:xfrm>
            <a:off x="10101584" y="1974240"/>
            <a:ext cx="25400" cy="7937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6" name="Freeform 25"/>
          <p:cNvSpPr>
            <a:spLocks noEditPoints="1"/>
          </p:cNvSpPr>
          <p:nvPr/>
        </p:nvSpPr>
        <p:spPr bwMode="auto">
          <a:xfrm>
            <a:off x="8964934" y="1632928"/>
            <a:ext cx="225425" cy="609600"/>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7" name="Freeform 26"/>
          <p:cNvSpPr>
            <a:spLocks noEditPoints="1"/>
          </p:cNvSpPr>
          <p:nvPr/>
        </p:nvSpPr>
        <p:spPr bwMode="auto">
          <a:xfrm>
            <a:off x="8771259" y="1825015"/>
            <a:ext cx="611188" cy="223838"/>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8" name="Freeform 27"/>
          <p:cNvSpPr>
            <a:spLocks noEditPoints="1"/>
          </p:cNvSpPr>
          <p:nvPr/>
        </p:nvSpPr>
        <p:spPr bwMode="auto">
          <a:xfrm>
            <a:off x="8817296" y="1686903"/>
            <a:ext cx="519113" cy="49847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9" name="Freeform 28"/>
          <p:cNvSpPr>
            <a:spLocks noEditPoints="1"/>
          </p:cNvSpPr>
          <p:nvPr/>
        </p:nvSpPr>
        <p:spPr bwMode="auto">
          <a:xfrm>
            <a:off x="8817296" y="1686903"/>
            <a:ext cx="519113" cy="49847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0" name="Oval 29"/>
          <p:cNvSpPr>
            <a:spLocks noChangeArrowheads="1"/>
          </p:cNvSpPr>
          <p:nvPr/>
        </p:nvSpPr>
        <p:spPr bwMode="auto">
          <a:xfrm>
            <a:off x="9031609" y="1890103"/>
            <a:ext cx="93663" cy="93663"/>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1" name="Freeform 30"/>
          <p:cNvSpPr>
            <a:spLocks noEditPoints="1"/>
          </p:cNvSpPr>
          <p:nvPr/>
        </p:nvSpPr>
        <p:spPr bwMode="auto">
          <a:xfrm>
            <a:off x="9750746" y="1459890"/>
            <a:ext cx="257175" cy="487363"/>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2" name="Rectangle 31"/>
          <p:cNvSpPr>
            <a:spLocks noChangeArrowheads="1"/>
          </p:cNvSpPr>
          <p:nvPr/>
        </p:nvSpPr>
        <p:spPr bwMode="auto">
          <a:xfrm>
            <a:off x="9622159" y="1458303"/>
            <a:ext cx="65088" cy="47466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63" name="Freeform 32"/>
          <p:cNvSpPr>
            <a:spLocks noEditPoints="1"/>
          </p:cNvSpPr>
          <p:nvPr/>
        </p:nvSpPr>
        <p:spPr bwMode="auto">
          <a:xfrm>
            <a:off x="7513959" y="3849078"/>
            <a:ext cx="561975" cy="411163"/>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64" name="Group 127"/>
          <p:cNvGrpSpPr/>
          <p:nvPr/>
        </p:nvGrpSpPr>
        <p:grpSpPr>
          <a:xfrm>
            <a:off x="9093521" y="4260240"/>
            <a:ext cx="508001" cy="654050"/>
            <a:chOff x="8610600" y="4127500"/>
            <a:chExt cx="508001" cy="654050"/>
          </a:xfrm>
          <a:solidFill>
            <a:srgbClr val="C00000"/>
          </a:solidFill>
        </p:grpSpPr>
        <p:sp>
          <p:nvSpPr>
            <p:cNvPr id="65"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6"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7"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8"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9"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0"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1"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2"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73" name="Freeform 41"/>
          <p:cNvSpPr>
            <a:spLocks noEditPoints="1"/>
          </p:cNvSpPr>
          <p:nvPr/>
        </p:nvSpPr>
        <p:spPr bwMode="auto">
          <a:xfrm>
            <a:off x="9514209" y="3599840"/>
            <a:ext cx="428625" cy="390525"/>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4" name="Freeform 42"/>
          <p:cNvSpPr/>
          <p:nvPr/>
        </p:nvSpPr>
        <p:spPr bwMode="auto">
          <a:xfrm>
            <a:off x="9625334" y="3960203"/>
            <a:ext cx="92075" cy="198438"/>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5" name="Freeform 43"/>
          <p:cNvSpPr/>
          <p:nvPr/>
        </p:nvSpPr>
        <p:spPr bwMode="auto">
          <a:xfrm>
            <a:off x="9587234" y="4020528"/>
            <a:ext cx="130175" cy="268288"/>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6" name="Freeform 44"/>
          <p:cNvSpPr/>
          <p:nvPr/>
        </p:nvSpPr>
        <p:spPr bwMode="auto">
          <a:xfrm>
            <a:off x="8398196" y="1015390"/>
            <a:ext cx="523875" cy="479425"/>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rgbClr val="C00000"/>
          </a:solidFill>
          <a:ln>
            <a:noFill/>
          </a:ln>
        </p:spPr>
        <p:txBody>
          <a:bodyPr vert="horz" wrap="square" lIns="91440" tIns="45720" rIns="91440" bIns="45720" numCol="1" anchor="t" anchorCtr="0" compatLnSpc="1"/>
          <a:lstStyle/>
          <a:p>
            <a:endParaRPr lang="id-ID"/>
          </a:p>
        </p:txBody>
      </p:sp>
      <p:sp>
        <p:nvSpPr>
          <p:cNvPr id="77" name="Freeform 45"/>
          <p:cNvSpPr>
            <a:spLocks noEditPoints="1"/>
          </p:cNvSpPr>
          <p:nvPr/>
        </p:nvSpPr>
        <p:spPr bwMode="auto">
          <a:xfrm>
            <a:off x="8242621" y="3676040"/>
            <a:ext cx="638175" cy="528638"/>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8" name="Freeform 46"/>
          <p:cNvSpPr>
            <a:spLocks noEditPoints="1"/>
          </p:cNvSpPr>
          <p:nvPr/>
        </p:nvSpPr>
        <p:spPr bwMode="auto">
          <a:xfrm>
            <a:off x="9371334" y="2623528"/>
            <a:ext cx="819150" cy="955675"/>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79" name="Freeform 47"/>
          <p:cNvSpPr>
            <a:spLocks noEditPoints="1"/>
          </p:cNvSpPr>
          <p:nvPr/>
        </p:nvSpPr>
        <p:spPr bwMode="auto">
          <a:xfrm>
            <a:off x="9992046" y="2902928"/>
            <a:ext cx="354013" cy="695325"/>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rgbClr val="C00000"/>
          </a:solidFill>
          <a:ln>
            <a:noFill/>
          </a:ln>
        </p:spPr>
        <p:txBody>
          <a:bodyPr vert="horz" wrap="square" lIns="91440" tIns="45720" rIns="91440" bIns="45720" numCol="1" anchor="t" anchorCtr="0" compatLnSpc="1"/>
          <a:lstStyle/>
          <a:p>
            <a:endParaRPr lang="id-ID"/>
          </a:p>
        </p:txBody>
      </p:sp>
      <p:sp>
        <p:nvSpPr>
          <p:cNvPr id="84" name="Freeform 48"/>
          <p:cNvSpPr>
            <a:spLocks noEditPoints="1"/>
          </p:cNvSpPr>
          <p:nvPr/>
        </p:nvSpPr>
        <p:spPr bwMode="auto">
          <a:xfrm>
            <a:off x="8756971" y="2991828"/>
            <a:ext cx="579438" cy="579438"/>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5" name="Freeform 49"/>
          <p:cNvSpPr/>
          <p:nvPr/>
        </p:nvSpPr>
        <p:spPr bwMode="auto">
          <a:xfrm>
            <a:off x="8863334" y="3175978"/>
            <a:ext cx="288925" cy="15240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86" name="Group 126"/>
          <p:cNvGrpSpPr/>
          <p:nvPr/>
        </p:nvGrpSpPr>
        <p:grpSpPr>
          <a:xfrm>
            <a:off x="8988746" y="3737953"/>
            <a:ext cx="454025" cy="431800"/>
            <a:chOff x="8505825" y="3605213"/>
            <a:chExt cx="454025" cy="431800"/>
          </a:xfrm>
        </p:grpSpPr>
        <p:sp>
          <p:nvSpPr>
            <p:cNvPr id="87"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8"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89" name="Freeform 52"/>
          <p:cNvSpPr/>
          <p:nvPr/>
        </p:nvSpPr>
        <p:spPr bwMode="auto">
          <a:xfrm>
            <a:off x="7588571" y="1167790"/>
            <a:ext cx="679450" cy="552450"/>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0" name="Freeform 53"/>
          <p:cNvSpPr/>
          <p:nvPr/>
        </p:nvSpPr>
        <p:spPr bwMode="auto">
          <a:xfrm>
            <a:off x="8104509" y="1137628"/>
            <a:ext cx="187325" cy="257175"/>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1" name="Freeform 54"/>
          <p:cNvSpPr/>
          <p:nvPr/>
        </p:nvSpPr>
        <p:spPr bwMode="auto">
          <a:xfrm>
            <a:off x="7677471" y="1313840"/>
            <a:ext cx="514350" cy="336550"/>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2" name="Freeform 55"/>
          <p:cNvSpPr>
            <a:spLocks noEditPoints="1"/>
          </p:cNvSpPr>
          <p:nvPr/>
        </p:nvSpPr>
        <p:spPr bwMode="auto">
          <a:xfrm>
            <a:off x="7258371" y="1609115"/>
            <a:ext cx="296863" cy="520700"/>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93" name="Freeform 56"/>
          <p:cNvSpPr>
            <a:spLocks noEditPoints="1"/>
          </p:cNvSpPr>
          <p:nvPr/>
        </p:nvSpPr>
        <p:spPr bwMode="auto">
          <a:xfrm>
            <a:off x="6988496" y="2699728"/>
            <a:ext cx="555625" cy="604838"/>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4" name="Freeform 57"/>
          <p:cNvSpPr>
            <a:spLocks noEditPoints="1"/>
          </p:cNvSpPr>
          <p:nvPr/>
        </p:nvSpPr>
        <p:spPr bwMode="auto">
          <a:xfrm>
            <a:off x="9037959" y="1136040"/>
            <a:ext cx="528638" cy="519113"/>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5" name="Freeform 58"/>
          <p:cNvSpPr>
            <a:spLocks noEditPoints="1"/>
          </p:cNvSpPr>
          <p:nvPr/>
        </p:nvSpPr>
        <p:spPr bwMode="auto">
          <a:xfrm>
            <a:off x="7170551" y="3301664"/>
            <a:ext cx="514350" cy="520700"/>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96" name="Rectangle 59"/>
          <p:cNvSpPr>
            <a:spLocks noChangeArrowheads="1"/>
          </p:cNvSpPr>
          <p:nvPr/>
        </p:nvSpPr>
        <p:spPr bwMode="auto">
          <a:xfrm>
            <a:off x="9166546" y="2807678"/>
            <a:ext cx="627063"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97" name="Rectangle 60"/>
          <p:cNvSpPr>
            <a:spLocks noChangeArrowheads="1"/>
          </p:cNvSpPr>
          <p:nvPr/>
        </p:nvSpPr>
        <p:spPr bwMode="auto">
          <a:xfrm>
            <a:off x="9191946" y="2744178"/>
            <a:ext cx="576263"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98" name="Rectangle 61"/>
          <p:cNvSpPr>
            <a:spLocks noChangeArrowheads="1"/>
          </p:cNvSpPr>
          <p:nvPr/>
        </p:nvSpPr>
        <p:spPr bwMode="auto">
          <a:xfrm>
            <a:off x="9418959" y="2679090"/>
            <a:ext cx="1222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99" name="Rectangle 62"/>
          <p:cNvSpPr>
            <a:spLocks noChangeArrowheads="1"/>
          </p:cNvSpPr>
          <p:nvPr/>
        </p:nvSpPr>
        <p:spPr bwMode="auto">
          <a:xfrm>
            <a:off x="9441184" y="2445728"/>
            <a:ext cx="77788"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0" name="Rectangle 63"/>
          <p:cNvSpPr>
            <a:spLocks noChangeArrowheads="1"/>
          </p:cNvSpPr>
          <p:nvPr/>
        </p:nvSpPr>
        <p:spPr bwMode="auto">
          <a:xfrm>
            <a:off x="9418959" y="2433028"/>
            <a:ext cx="1222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1" name="Rectangle 64"/>
          <p:cNvSpPr>
            <a:spLocks noChangeArrowheads="1"/>
          </p:cNvSpPr>
          <p:nvPr/>
        </p:nvSpPr>
        <p:spPr bwMode="auto">
          <a:xfrm>
            <a:off x="9604696" y="2679090"/>
            <a:ext cx="119063"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2" name="Rectangle 65"/>
          <p:cNvSpPr>
            <a:spLocks noChangeArrowheads="1"/>
          </p:cNvSpPr>
          <p:nvPr/>
        </p:nvSpPr>
        <p:spPr bwMode="auto">
          <a:xfrm>
            <a:off x="9625334" y="2445728"/>
            <a:ext cx="76200"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3" name="Rectangle 66"/>
          <p:cNvSpPr>
            <a:spLocks noChangeArrowheads="1"/>
          </p:cNvSpPr>
          <p:nvPr/>
        </p:nvSpPr>
        <p:spPr bwMode="auto">
          <a:xfrm>
            <a:off x="9604696" y="2433028"/>
            <a:ext cx="119063"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4" name="Rectangle 67"/>
          <p:cNvSpPr>
            <a:spLocks noChangeArrowheads="1"/>
          </p:cNvSpPr>
          <p:nvPr/>
        </p:nvSpPr>
        <p:spPr bwMode="auto">
          <a:xfrm>
            <a:off x="9236396" y="2679090"/>
            <a:ext cx="1222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5" name="Rectangle 68"/>
          <p:cNvSpPr>
            <a:spLocks noChangeArrowheads="1"/>
          </p:cNvSpPr>
          <p:nvPr/>
        </p:nvSpPr>
        <p:spPr bwMode="auto">
          <a:xfrm>
            <a:off x="9257034" y="2445728"/>
            <a:ext cx="79375"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6" name="Rectangle 69"/>
          <p:cNvSpPr>
            <a:spLocks noChangeArrowheads="1"/>
          </p:cNvSpPr>
          <p:nvPr/>
        </p:nvSpPr>
        <p:spPr bwMode="auto">
          <a:xfrm>
            <a:off x="9236396" y="2433028"/>
            <a:ext cx="1222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7" name="Rectangle 70"/>
          <p:cNvSpPr>
            <a:spLocks noChangeArrowheads="1"/>
          </p:cNvSpPr>
          <p:nvPr/>
        </p:nvSpPr>
        <p:spPr bwMode="auto">
          <a:xfrm>
            <a:off x="9191946" y="2363178"/>
            <a:ext cx="576263"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8" name="Freeform 71"/>
          <p:cNvSpPr/>
          <p:nvPr/>
        </p:nvSpPr>
        <p:spPr bwMode="auto">
          <a:xfrm>
            <a:off x="9191946" y="2179028"/>
            <a:ext cx="576263" cy="184150"/>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09" name="Freeform 72"/>
          <p:cNvSpPr>
            <a:spLocks noEditPoints="1"/>
          </p:cNvSpPr>
          <p:nvPr/>
        </p:nvSpPr>
        <p:spPr bwMode="auto">
          <a:xfrm>
            <a:off x="7607621" y="2345715"/>
            <a:ext cx="800100" cy="522288"/>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0" name="Freeform 73"/>
          <p:cNvSpPr>
            <a:spLocks noEditPoints="1"/>
          </p:cNvSpPr>
          <p:nvPr/>
        </p:nvSpPr>
        <p:spPr bwMode="auto">
          <a:xfrm>
            <a:off x="9372921" y="2918803"/>
            <a:ext cx="187325" cy="327025"/>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1" name="Freeform 74"/>
          <p:cNvSpPr>
            <a:spLocks noEditPoints="1"/>
          </p:cNvSpPr>
          <p:nvPr/>
        </p:nvSpPr>
        <p:spPr bwMode="auto">
          <a:xfrm>
            <a:off x="7737796" y="1798028"/>
            <a:ext cx="376238" cy="46037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rgbClr val="C00000"/>
          </a:solidFill>
          <a:ln>
            <a:noFill/>
          </a:ln>
        </p:spPr>
        <p:txBody>
          <a:bodyPr vert="horz" wrap="square" lIns="91440" tIns="45720" rIns="91440" bIns="45720" numCol="1" anchor="t" anchorCtr="0" compatLnSpc="1"/>
          <a:lstStyle/>
          <a:p>
            <a:endParaRPr lang="id-ID"/>
          </a:p>
        </p:txBody>
      </p:sp>
      <p:sp>
        <p:nvSpPr>
          <p:cNvPr id="112" name="Freeform 75"/>
          <p:cNvSpPr>
            <a:spLocks noEditPoints="1"/>
          </p:cNvSpPr>
          <p:nvPr/>
        </p:nvSpPr>
        <p:spPr bwMode="auto">
          <a:xfrm>
            <a:off x="8461696" y="2282215"/>
            <a:ext cx="569913" cy="571500"/>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113" name="Freeform 76"/>
          <p:cNvSpPr>
            <a:spLocks noEditPoints="1"/>
          </p:cNvSpPr>
          <p:nvPr/>
        </p:nvSpPr>
        <p:spPr bwMode="auto">
          <a:xfrm>
            <a:off x="7893371" y="3018815"/>
            <a:ext cx="642938" cy="487363"/>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rgbClr val="C00000"/>
          </a:solidFill>
          <a:ln>
            <a:noFill/>
          </a:ln>
        </p:spPr>
        <p:txBody>
          <a:bodyPr vert="horz" wrap="square" lIns="91440" tIns="45720" rIns="91440" bIns="45720" numCol="1" anchor="t" anchorCtr="0" compatLnSpc="1"/>
          <a:lstStyle/>
          <a:p>
            <a:endParaRPr lang="id-ID"/>
          </a:p>
        </p:txBody>
      </p:sp>
      <p:sp>
        <p:nvSpPr>
          <p:cNvPr id="114" name="Freeform 77"/>
          <p:cNvSpPr/>
          <p:nvPr/>
        </p:nvSpPr>
        <p:spPr bwMode="auto">
          <a:xfrm>
            <a:off x="8174359" y="2304440"/>
            <a:ext cx="214313" cy="160338"/>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5" name="Freeform 78"/>
          <p:cNvSpPr/>
          <p:nvPr/>
        </p:nvSpPr>
        <p:spPr bwMode="auto">
          <a:xfrm>
            <a:off x="8269609" y="2263165"/>
            <a:ext cx="58738" cy="7302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6" name="Freeform 79"/>
          <p:cNvSpPr>
            <a:spLocks noEditPoints="1"/>
          </p:cNvSpPr>
          <p:nvPr/>
        </p:nvSpPr>
        <p:spPr bwMode="auto">
          <a:xfrm>
            <a:off x="7936234" y="3599840"/>
            <a:ext cx="225425" cy="312738"/>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7" name="Freeform 80"/>
          <p:cNvSpPr>
            <a:spLocks noEditPoints="1"/>
          </p:cNvSpPr>
          <p:nvPr/>
        </p:nvSpPr>
        <p:spPr bwMode="auto">
          <a:xfrm>
            <a:off x="9668196" y="1996465"/>
            <a:ext cx="282575" cy="30956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8" name="Freeform 81"/>
          <p:cNvSpPr>
            <a:spLocks noEditPoints="1"/>
          </p:cNvSpPr>
          <p:nvPr/>
        </p:nvSpPr>
        <p:spPr bwMode="auto">
          <a:xfrm>
            <a:off x="8255321" y="1580540"/>
            <a:ext cx="427038" cy="61436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9" name="Freeform 82"/>
          <p:cNvSpPr>
            <a:spLocks noEditPoints="1"/>
          </p:cNvSpPr>
          <p:nvPr/>
        </p:nvSpPr>
        <p:spPr bwMode="auto">
          <a:xfrm>
            <a:off x="8102921" y="1493228"/>
            <a:ext cx="246063" cy="217488"/>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0" name="Freeform 83"/>
          <p:cNvSpPr/>
          <p:nvPr/>
        </p:nvSpPr>
        <p:spPr bwMode="auto">
          <a:xfrm>
            <a:off x="8033071" y="1623403"/>
            <a:ext cx="107950" cy="68263"/>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1" name="Freeform 84"/>
          <p:cNvSpPr/>
          <p:nvPr/>
        </p:nvSpPr>
        <p:spPr bwMode="auto">
          <a:xfrm>
            <a:off x="7964809" y="1632928"/>
            <a:ext cx="146050" cy="88900"/>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2" name="Freeform 85"/>
          <p:cNvSpPr>
            <a:spLocks noEditPoints="1"/>
          </p:cNvSpPr>
          <p:nvPr/>
        </p:nvSpPr>
        <p:spPr bwMode="auto">
          <a:xfrm>
            <a:off x="7880671" y="2791803"/>
            <a:ext cx="446088" cy="158750"/>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3" name="Freeform 86"/>
          <p:cNvSpPr/>
          <p:nvPr/>
        </p:nvSpPr>
        <p:spPr bwMode="auto">
          <a:xfrm>
            <a:off x="9728521" y="3201378"/>
            <a:ext cx="246063" cy="315913"/>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4" name="Freeform 87"/>
          <p:cNvSpPr/>
          <p:nvPr/>
        </p:nvSpPr>
        <p:spPr bwMode="auto">
          <a:xfrm>
            <a:off x="9868221" y="3190265"/>
            <a:ext cx="119063" cy="82550"/>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5" name="Freeform 88"/>
          <p:cNvSpPr/>
          <p:nvPr/>
        </p:nvSpPr>
        <p:spPr bwMode="auto">
          <a:xfrm>
            <a:off x="9776146" y="3255353"/>
            <a:ext cx="163513" cy="22701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6" name="Freeform 89"/>
          <p:cNvSpPr>
            <a:spLocks noEditPoints="1"/>
          </p:cNvSpPr>
          <p:nvPr/>
        </p:nvSpPr>
        <p:spPr bwMode="auto">
          <a:xfrm>
            <a:off x="9395146" y="1963128"/>
            <a:ext cx="222250" cy="161925"/>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7" name="Freeform 90"/>
          <p:cNvSpPr/>
          <p:nvPr/>
        </p:nvSpPr>
        <p:spPr bwMode="auto">
          <a:xfrm>
            <a:off x="7542534" y="3023578"/>
            <a:ext cx="206375" cy="266700"/>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8" name="Freeform 91"/>
          <p:cNvSpPr/>
          <p:nvPr/>
        </p:nvSpPr>
        <p:spPr bwMode="auto">
          <a:xfrm>
            <a:off x="7529834" y="3014053"/>
            <a:ext cx="101600" cy="69850"/>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9" name="Freeform 92"/>
          <p:cNvSpPr/>
          <p:nvPr/>
        </p:nvSpPr>
        <p:spPr bwMode="auto">
          <a:xfrm>
            <a:off x="7571109" y="3071203"/>
            <a:ext cx="139700" cy="192088"/>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0" name="Freeform 93"/>
          <p:cNvSpPr>
            <a:spLocks noEditPoints="1"/>
          </p:cNvSpPr>
          <p:nvPr/>
        </p:nvSpPr>
        <p:spPr bwMode="auto">
          <a:xfrm>
            <a:off x="8903021" y="4674578"/>
            <a:ext cx="219075" cy="239713"/>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1" name="Freeform 94"/>
          <p:cNvSpPr/>
          <p:nvPr/>
        </p:nvSpPr>
        <p:spPr bwMode="auto">
          <a:xfrm>
            <a:off x="8637909" y="3095015"/>
            <a:ext cx="63500" cy="60325"/>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2" name="Freeform 95"/>
          <p:cNvSpPr/>
          <p:nvPr/>
        </p:nvSpPr>
        <p:spPr bwMode="auto">
          <a:xfrm>
            <a:off x="8623621" y="2912453"/>
            <a:ext cx="58738" cy="196850"/>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3" name="Freeform 96"/>
          <p:cNvSpPr/>
          <p:nvPr/>
        </p:nvSpPr>
        <p:spPr bwMode="auto">
          <a:xfrm>
            <a:off x="8664896" y="2944203"/>
            <a:ext cx="127000" cy="169863"/>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4" name="Freeform 97"/>
          <p:cNvSpPr/>
          <p:nvPr/>
        </p:nvSpPr>
        <p:spPr bwMode="auto">
          <a:xfrm>
            <a:off x="8653784" y="3141053"/>
            <a:ext cx="15875" cy="31750"/>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5" name="Freeform 98"/>
          <p:cNvSpPr>
            <a:spLocks noEditPoints="1"/>
          </p:cNvSpPr>
          <p:nvPr/>
        </p:nvSpPr>
        <p:spPr bwMode="auto">
          <a:xfrm>
            <a:off x="8602984" y="1532915"/>
            <a:ext cx="220663" cy="236538"/>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6" name="燕尾形 135"/>
          <p:cNvSpPr/>
          <p:nvPr/>
        </p:nvSpPr>
        <p:spPr>
          <a:xfrm rot="5400000">
            <a:off x="2533191" y="2023502"/>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37" name="直接连接符 136"/>
          <p:cNvCxnSpPr/>
          <p:nvPr/>
        </p:nvCxnSpPr>
        <p:spPr>
          <a:xfrm>
            <a:off x="2713211" y="2599566"/>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8" name="矩形 137"/>
          <p:cNvSpPr/>
          <p:nvPr/>
        </p:nvSpPr>
        <p:spPr>
          <a:xfrm>
            <a:off x="3050209" y="1503430"/>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9" name="矩形 47"/>
          <p:cNvSpPr>
            <a:spLocks noChangeArrowheads="1"/>
          </p:cNvSpPr>
          <p:nvPr/>
        </p:nvSpPr>
        <p:spPr bwMode="auto">
          <a:xfrm>
            <a:off x="3037247" y="1918168"/>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140" name="燕尾形 139"/>
          <p:cNvSpPr/>
          <p:nvPr/>
        </p:nvSpPr>
        <p:spPr>
          <a:xfrm rot="5400000">
            <a:off x="2533191" y="3391654"/>
            <a:ext cx="360040" cy="576064"/>
          </a:xfrm>
          <a:prstGeom prst="chevr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41" name="直接连接符 140"/>
          <p:cNvCxnSpPr/>
          <p:nvPr/>
        </p:nvCxnSpPr>
        <p:spPr>
          <a:xfrm>
            <a:off x="2713211" y="3967718"/>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2" name="矩形 141"/>
          <p:cNvSpPr/>
          <p:nvPr/>
        </p:nvSpPr>
        <p:spPr>
          <a:xfrm>
            <a:off x="3050209" y="2871582"/>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3" name="矩形 47"/>
          <p:cNvSpPr>
            <a:spLocks noChangeArrowheads="1"/>
          </p:cNvSpPr>
          <p:nvPr/>
        </p:nvSpPr>
        <p:spPr bwMode="auto">
          <a:xfrm>
            <a:off x="3037247" y="3286320"/>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144" name="燕尾形 143"/>
          <p:cNvSpPr/>
          <p:nvPr/>
        </p:nvSpPr>
        <p:spPr>
          <a:xfrm rot="5400000">
            <a:off x="2533191" y="4831814"/>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45" name="直接连接符 144"/>
          <p:cNvCxnSpPr/>
          <p:nvPr/>
        </p:nvCxnSpPr>
        <p:spPr>
          <a:xfrm>
            <a:off x="2713211" y="5407878"/>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6" name="矩形 145"/>
          <p:cNvSpPr/>
          <p:nvPr/>
        </p:nvSpPr>
        <p:spPr>
          <a:xfrm>
            <a:off x="3050209" y="4311742"/>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7" name="矩形 47"/>
          <p:cNvSpPr>
            <a:spLocks noChangeArrowheads="1"/>
          </p:cNvSpPr>
          <p:nvPr/>
        </p:nvSpPr>
        <p:spPr bwMode="auto">
          <a:xfrm>
            <a:off x="3037247" y="4726480"/>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ppt_x"/>
                                          </p:val>
                                        </p:tav>
                                        <p:tav tm="100000">
                                          <p:val>
                                            <p:strVal val="#ppt_x"/>
                                          </p:val>
                                        </p:tav>
                                      </p:tavLst>
                                    </p:anim>
                                    <p:anim calcmode="lin" valueType="num">
                                      <p:cBhvr additive="base">
                                        <p:cTn id="13" dur="500" fill="hold"/>
                                        <p:tgtEl>
                                          <p:spTgt spid="3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ppt_x"/>
                                          </p:val>
                                        </p:tav>
                                        <p:tav tm="100000">
                                          <p:val>
                                            <p:strVal val="#ppt_x"/>
                                          </p:val>
                                        </p:tav>
                                      </p:tavLst>
                                    </p:anim>
                                    <p:anim calcmode="lin" valueType="num">
                                      <p:cBhvr additive="base">
                                        <p:cTn id="18" dur="500" fill="hold"/>
                                        <p:tgtEl>
                                          <p:spTgt spid="3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33"/>
                                        </p:tgtEl>
                                        <p:attrNameLst>
                                          <p:attrName>style.visibility</p:attrName>
                                        </p:attrNameLst>
                                      </p:cBhvr>
                                      <p:to>
                                        <p:strVal val="visible"/>
                                      </p:to>
                                    </p:set>
                                    <p:anim calcmode="lin" valueType="num">
                                      <p:cBhvr additive="base">
                                        <p:cTn id="22" dur="500" fill="hold"/>
                                        <p:tgtEl>
                                          <p:spTgt spid="33"/>
                                        </p:tgtEl>
                                        <p:attrNameLst>
                                          <p:attrName>ppt_x</p:attrName>
                                        </p:attrNameLst>
                                      </p:cBhvr>
                                      <p:tavLst>
                                        <p:tav tm="0">
                                          <p:val>
                                            <p:strVal val="1+#ppt_w/2"/>
                                          </p:val>
                                        </p:tav>
                                        <p:tav tm="100000">
                                          <p:val>
                                            <p:strVal val="#ppt_x"/>
                                          </p:val>
                                        </p:tav>
                                      </p:tavLst>
                                    </p:anim>
                                    <p:anim calcmode="lin" valueType="num">
                                      <p:cBhvr additive="base">
                                        <p:cTn id="23" dur="500" fill="hold"/>
                                        <p:tgtEl>
                                          <p:spTgt spid="33"/>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 calcmode="lin" valueType="num">
                                      <p:cBhvr additive="base">
                                        <p:cTn id="26" dur="500" fill="hold"/>
                                        <p:tgtEl>
                                          <p:spTgt spid="34"/>
                                        </p:tgtEl>
                                        <p:attrNameLst>
                                          <p:attrName>ppt_x</p:attrName>
                                        </p:attrNameLst>
                                      </p:cBhvr>
                                      <p:tavLst>
                                        <p:tav tm="0">
                                          <p:val>
                                            <p:strVal val="#ppt_x"/>
                                          </p:val>
                                        </p:tav>
                                        <p:tav tm="100000">
                                          <p:val>
                                            <p:strVal val="#ppt_x"/>
                                          </p:val>
                                        </p:tav>
                                      </p:tavLst>
                                    </p:anim>
                                    <p:anim calcmode="lin" valueType="num">
                                      <p:cBhvr additive="base">
                                        <p:cTn id="27" dur="500" fill="hold"/>
                                        <p:tgtEl>
                                          <p:spTgt spid="3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500" fill="hold"/>
                                        <p:tgtEl>
                                          <p:spTgt spid="35"/>
                                        </p:tgtEl>
                                        <p:attrNameLst>
                                          <p:attrName>ppt_x</p:attrName>
                                        </p:attrNameLst>
                                      </p:cBhvr>
                                      <p:tavLst>
                                        <p:tav tm="0">
                                          <p:val>
                                            <p:strVal val="#ppt_x"/>
                                          </p:val>
                                        </p:tav>
                                        <p:tav tm="100000">
                                          <p:val>
                                            <p:strVal val="#ppt_x"/>
                                          </p:val>
                                        </p:tav>
                                      </p:tavLst>
                                    </p:anim>
                                    <p:anim calcmode="lin" valueType="num">
                                      <p:cBhvr additive="base">
                                        <p:cTn id="31" dur="500" fill="hold"/>
                                        <p:tgtEl>
                                          <p:spTgt spid="3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 calcmode="lin" valueType="num">
                                      <p:cBhvr additive="base">
                                        <p:cTn id="34" dur="500" fill="hold"/>
                                        <p:tgtEl>
                                          <p:spTgt spid="36"/>
                                        </p:tgtEl>
                                        <p:attrNameLst>
                                          <p:attrName>ppt_x</p:attrName>
                                        </p:attrNameLst>
                                      </p:cBhvr>
                                      <p:tavLst>
                                        <p:tav tm="0">
                                          <p:val>
                                            <p:strVal val="#ppt_x"/>
                                          </p:val>
                                        </p:tav>
                                        <p:tav tm="100000">
                                          <p:val>
                                            <p:strVal val="#ppt_x"/>
                                          </p:val>
                                        </p:tav>
                                      </p:tavLst>
                                    </p:anim>
                                    <p:anim calcmode="lin" valueType="num">
                                      <p:cBhvr additive="base">
                                        <p:cTn id="35" dur="500" fill="hold"/>
                                        <p:tgtEl>
                                          <p:spTgt spid="36"/>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1+#ppt_w/2"/>
                                          </p:val>
                                        </p:tav>
                                        <p:tav tm="100000">
                                          <p:val>
                                            <p:strVal val="#ppt_x"/>
                                          </p:val>
                                        </p:tav>
                                      </p:tavLst>
                                    </p:anim>
                                    <p:anim calcmode="lin" valueType="num">
                                      <p:cBhvr additive="base">
                                        <p:cTn id="39" dur="500" fill="hold"/>
                                        <p:tgtEl>
                                          <p:spTgt spid="37"/>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500" fill="hold"/>
                                        <p:tgtEl>
                                          <p:spTgt spid="38"/>
                                        </p:tgtEl>
                                        <p:attrNameLst>
                                          <p:attrName>ppt_x</p:attrName>
                                        </p:attrNameLst>
                                      </p:cBhvr>
                                      <p:tavLst>
                                        <p:tav tm="0">
                                          <p:val>
                                            <p:strVal val="#ppt_x"/>
                                          </p:val>
                                        </p:tav>
                                        <p:tav tm="100000">
                                          <p:val>
                                            <p:strVal val="#ppt_x"/>
                                          </p:val>
                                        </p:tav>
                                      </p:tavLst>
                                    </p:anim>
                                    <p:anim calcmode="lin" valueType="num">
                                      <p:cBhvr additive="base">
                                        <p:cTn id="43" dur="500" fill="hold"/>
                                        <p:tgtEl>
                                          <p:spTgt spid="3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500" fill="hold"/>
                                        <p:tgtEl>
                                          <p:spTgt spid="39"/>
                                        </p:tgtEl>
                                        <p:attrNameLst>
                                          <p:attrName>ppt_x</p:attrName>
                                        </p:attrNameLst>
                                      </p:cBhvr>
                                      <p:tavLst>
                                        <p:tav tm="0">
                                          <p:val>
                                            <p:strVal val="#ppt_x"/>
                                          </p:val>
                                        </p:tav>
                                        <p:tav tm="100000">
                                          <p:val>
                                            <p:strVal val="#ppt_x"/>
                                          </p:val>
                                        </p:tav>
                                      </p:tavLst>
                                    </p:anim>
                                    <p:anim calcmode="lin" valueType="num">
                                      <p:cBhvr additive="base">
                                        <p:cTn id="47" dur="500" fill="hold"/>
                                        <p:tgtEl>
                                          <p:spTgt spid="3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additive="base">
                                        <p:cTn id="50" dur="500" fill="hold"/>
                                        <p:tgtEl>
                                          <p:spTgt spid="40"/>
                                        </p:tgtEl>
                                        <p:attrNameLst>
                                          <p:attrName>ppt_x</p:attrName>
                                        </p:attrNameLst>
                                      </p:cBhvr>
                                      <p:tavLst>
                                        <p:tav tm="0">
                                          <p:val>
                                            <p:strVal val="#ppt_x"/>
                                          </p:val>
                                        </p:tav>
                                        <p:tav tm="100000">
                                          <p:val>
                                            <p:strVal val="#ppt_x"/>
                                          </p:val>
                                        </p:tav>
                                      </p:tavLst>
                                    </p:anim>
                                    <p:anim calcmode="lin" valueType="num">
                                      <p:cBhvr additive="base">
                                        <p:cTn id="51" dur="500" fill="hold"/>
                                        <p:tgtEl>
                                          <p:spTgt spid="40"/>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 calcmode="lin" valueType="num">
                                      <p:cBhvr additive="base">
                                        <p:cTn id="54" dur="500" fill="hold"/>
                                        <p:tgtEl>
                                          <p:spTgt spid="41"/>
                                        </p:tgtEl>
                                        <p:attrNameLst>
                                          <p:attrName>ppt_x</p:attrName>
                                        </p:attrNameLst>
                                      </p:cBhvr>
                                      <p:tavLst>
                                        <p:tav tm="0">
                                          <p:val>
                                            <p:strVal val="#ppt_x"/>
                                          </p:val>
                                        </p:tav>
                                        <p:tav tm="100000">
                                          <p:val>
                                            <p:strVal val="#ppt_x"/>
                                          </p:val>
                                        </p:tav>
                                      </p:tavLst>
                                    </p:anim>
                                    <p:anim calcmode="lin" valueType="num">
                                      <p:cBhvr additive="base">
                                        <p:cTn id="55" dur="500" fill="hold"/>
                                        <p:tgtEl>
                                          <p:spTgt spid="41"/>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44"/>
                                        </p:tgtEl>
                                        <p:attrNameLst>
                                          <p:attrName>style.visibility</p:attrName>
                                        </p:attrNameLst>
                                      </p:cBhvr>
                                      <p:to>
                                        <p:strVal val="visible"/>
                                      </p:to>
                                    </p:set>
                                    <p:anim calcmode="lin" valueType="num">
                                      <p:cBhvr additive="base">
                                        <p:cTn id="58" dur="500" fill="hold"/>
                                        <p:tgtEl>
                                          <p:spTgt spid="44"/>
                                        </p:tgtEl>
                                        <p:attrNameLst>
                                          <p:attrName>ppt_x</p:attrName>
                                        </p:attrNameLst>
                                      </p:cBhvr>
                                      <p:tavLst>
                                        <p:tav tm="0">
                                          <p:val>
                                            <p:strVal val="1+#ppt_w/2"/>
                                          </p:val>
                                        </p:tav>
                                        <p:tav tm="100000">
                                          <p:val>
                                            <p:strVal val="#ppt_x"/>
                                          </p:val>
                                        </p:tav>
                                      </p:tavLst>
                                    </p:anim>
                                    <p:anim calcmode="lin" valueType="num">
                                      <p:cBhvr additive="base">
                                        <p:cTn id="59" dur="500" fill="hold"/>
                                        <p:tgtEl>
                                          <p:spTgt spid="44"/>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 calcmode="lin" valueType="num">
                                      <p:cBhvr additive="base">
                                        <p:cTn id="62" dur="500" fill="hold"/>
                                        <p:tgtEl>
                                          <p:spTgt spid="51"/>
                                        </p:tgtEl>
                                        <p:attrNameLst>
                                          <p:attrName>ppt_x</p:attrName>
                                        </p:attrNameLst>
                                      </p:cBhvr>
                                      <p:tavLst>
                                        <p:tav tm="0">
                                          <p:val>
                                            <p:strVal val="1+#ppt_w/2"/>
                                          </p:val>
                                        </p:tav>
                                        <p:tav tm="100000">
                                          <p:val>
                                            <p:strVal val="#ppt_x"/>
                                          </p:val>
                                        </p:tav>
                                      </p:tavLst>
                                    </p:anim>
                                    <p:anim calcmode="lin" valueType="num">
                                      <p:cBhvr additive="base">
                                        <p:cTn id="63" dur="500" fill="hold"/>
                                        <p:tgtEl>
                                          <p:spTgt spid="51"/>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52"/>
                                        </p:tgtEl>
                                        <p:attrNameLst>
                                          <p:attrName>style.visibility</p:attrName>
                                        </p:attrNameLst>
                                      </p:cBhvr>
                                      <p:to>
                                        <p:strVal val="visible"/>
                                      </p:to>
                                    </p:set>
                                    <p:anim calcmode="lin" valueType="num">
                                      <p:cBhvr additive="base">
                                        <p:cTn id="66" dur="500" fill="hold"/>
                                        <p:tgtEl>
                                          <p:spTgt spid="52"/>
                                        </p:tgtEl>
                                        <p:attrNameLst>
                                          <p:attrName>ppt_x</p:attrName>
                                        </p:attrNameLst>
                                      </p:cBhvr>
                                      <p:tavLst>
                                        <p:tav tm="0">
                                          <p:val>
                                            <p:strVal val="#ppt_x"/>
                                          </p:val>
                                        </p:tav>
                                        <p:tav tm="100000">
                                          <p:val>
                                            <p:strVal val="#ppt_x"/>
                                          </p:val>
                                        </p:tav>
                                      </p:tavLst>
                                    </p:anim>
                                    <p:anim calcmode="lin" valueType="num">
                                      <p:cBhvr additive="base">
                                        <p:cTn id="67" dur="500" fill="hold"/>
                                        <p:tgtEl>
                                          <p:spTgt spid="52"/>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53"/>
                                        </p:tgtEl>
                                        <p:attrNameLst>
                                          <p:attrName>style.visibility</p:attrName>
                                        </p:attrNameLst>
                                      </p:cBhvr>
                                      <p:to>
                                        <p:strVal val="visible"/>
                                      </p:to>
                                    </p:set>
                                    <p:anim calcmode="lin" valueType="num">
                                      <p:cBhvr additive="base">
                                        <p:cTn id="70" dur="500" fill="hold"/>
                                        <p:tgtEl>
                                          <p:spTgt spid="53"/>
                                        </p:tgtEl>
                                        <p:attrNameLst>
                                          <p:attrName>ppt_x</p:attrName>
                                        </p:attrNameLst>
                                      </p:cBhvr>
                                      <p:tavLst>
                                        <p:tav tm="0">
                                          <p:val>
                                            <p:strVal val="#ppt_x"/>
                                          </p:val>
                                        </p:tav>
                                        <p:tav tm="100000">
                                          <p:val>
                                            <p:strVal val="#ppt_x"/>
                                          </p:val>
                                        </p:tav>
                                      </p:tavLst>
                                    </p:anim>
                                    <p:anim calcmode="lin" valueType="num">
                                      <p:cBhvr additive="base">
                                        <p:cTn id="71" dur="500" fill="hold"/>
                                        <p:tgtEl>
                                          <p:spTgt spid="53"/>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anim calcmode="lin" valueType="num">
                                      <p:cBhvr additive="base">
                                        <p:cTn id="74" dur="500" fill="hold"/>
                                        <p:tgtEl>
                                          <p:spTgt spid="54"/>
                                        </p:tgtEl>
                                        <p:attrNameLst>
                                          <p:attrName>ppt_x</p:attrName>
                                        </p:attrNameLst>
                                      </p:cBhvr>
                                      <p:tavLst>
                                        <p:tav tm="0">
                                          <p:val>
                                            <p:strVal val="#ppt_x"/>
                                          </p:val>
                                        </p:tav>
                                        <p:tav tm="100000">
                                          <p:val>
                                            <p:strVal val="#ppt_x"/>
                                          </p:val>
                                        </p:tav>
                                      </p:tavLst>
                                    </p:anim>
                                    <p:anim calcmode="lin" valueType="num">
                                      <p:cBhvr additive="base">
                                        <p:cTn id="75" dur="500" fill="hold"/>
                                        <p:tgtEl>
                                          <p:spTgt spid="54"/>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anim calcmode="lin" valueType="num">
                                      <p:cBhvr additive="base">
                                        <p:cTn id="78" dur="500" fill="hold"/>
                                        <p:tgtEl>
                                          <p:spTgt spid="55"/>
                                        </p:tgtEl>
                                        <p:attrNameLst>
                                          <p:attrName>ppt_x</p:attrName>
                                        </p:attrNameLst>
                                      </p:cBhvr>
                                      <p:tavLst>
                                        <p:tav tm="0">
                                          <p:val>
                                            <p:strVal val="#ppt_x"/>
                                          </p:val>
                                        </p:tav>
                                        <p:tav tm="100000">
                                          <p:val>
                                            <p:strVal val="#ppt_x"/>
                                          </p:val>
                                        </p:tav>
                                      </p:tavLst>
                                    </p:anim>
                                    <p:anim calcmode="lin" valueType="num">
                                      <p:cBhvr additive="base">
                                        <p:cTn id="79" dur="500" fill="hold"/>
                                        <p:tgtEl>
                                          <p:spTgt spid="55"/>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 calcmode="lin" valueType="num">
                                      <p:cBhvr additive="base">
                                        <p:cTn id="82" dur="500" fill="hold"/>
                                        <p:tgtEl>
                                          <p:spTgt spid="56"/>
                                        </p:tgtEl>
                                        <p:attrNameLst>
                                          <p:attrName>ppt_x</p:attrName>
                                        </p:attrNameLst>
                                      </p:cBhvr>
                                      <p:tavLst>
                                        <p:tav tm="0">
                                          <p:val>
                                            <p:strVal val="#ppt_x"/>
                                          </p:val>
                                        </p:tav>
                                        <p:tav tm="100000">
                                          <p:val>
                                            <p:strVal val="#ppt_x"/>
                                          </p:val>
                                        </p:tav>
                                      </p:tavLst>
                                    </p:anim>
                                    <p:anim calcmode="lin" valueType="num">
                                      <p:cBhvr additive="base">
                                        <p:cTn id="83" dur="500" fill="hold"/>
                                        <p:tgtEl>
                                          <p:spTgt spid="56"/>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57"/>
                                        </p:tgtEl>
                                        <p:attrNameLst>
                                          <p:attrName>style.visibility</p:attrName>
                                        </p:attrNameLst>
                                      </p:cBhvr>
                                      <p:to>
                                        <p:strVal val="visible"/>
                                      </p:to>
                                    </p:set>
                                    <p:anim calcmode="lin" valueType="num">
                                      <p:cBhvr additive="base">
                                        <p:cTn id="86" dur="500" fill="hold"/>
                                        <p:tgtEl>
                                          <p:spTgt spid="57"/>
                                        </p:tgtEl>
                                        <p:attrNameLst>
                                          <p:attrName>ppt_x</p:attrName>
                                        </p:attrNameLst>
                                      </p:cBhvr>
                                      <p:tavLst>
                                        <p:tav tm="0">
                                          <p:val>
                                            <p:strVal val="#ppt_x"/>
                                          </p:val>
                                        </p:tav>
                                        <p:tav tm="100000">
                                          <p:val>
                                            <p:strVal val="#ppt_x"/>
                                          </p:val>
                                        </p:tav>
                                      </p:tavLst>
                                    </p:anim>
                                    <p:anim calcmode="lin" valueType="num">
                                      <p:cBhvr additive="base">
                                        <p:cTn id="87" dur="500" fill="hold"/>
                                        <p:tgtEl>
                                          <p:spTgt spid="57"/>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58"/>
                                        </p:tgtEl>
                                        <p:attrNameLst>
                                          <p:attrName>style.visibility</p:attrName>
                                        </p:attrNameLst>
                                      </p:cBhvr>
                                      <p:to>
                                        <p:strVal val="visible"/>
                                      </p:to>
                                    </p:set>
                                    <p:anim calcmode="lin" valueType="num">
                                      <p:cBhvr additive="base">
                                        <p:cTn id="90" dur="500" fill="hold"/>
                                        <p:tgtEl>
                                          <p:spTgt spid="58"/>
                                        </p:tgtEl>
                                        <p:attrNameLst>
                                          <p:attrName>ppt_x</p:attrName>
                                        </p:attrNameLst>
                                      </p:cBhvr>
                                      <p:tavLst>
                                        <p:tav tm="0">
                                          <p:val>
                                            <p:strVal val="#ppt_x"/>
                                          </p:val>
                                        </p:tav>
                                        <p:tav tm="100000">
                                          <p:val>
                                            <p:strVal val="#ppt_x"/>
                                          </p:val>
                                        </p:tav>
                                      </p:tavLst>
                                    </p:anim>
                                    <p:anim calcmode="lin" valueType="num">
                                      <p:cBhvr additive="base">
                                        <p:cTn id="91" dur="500" fill="hold"/>
                                        <p:tgtEl>
                                          <p:spTgt spid="58"/>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59"/>
                                        </p:tgtEl>
                                        <p:attrNameLst>
                                          <p:attrName>style.visibility</p:attrName>
                                        </p:attrNameLst>
                                      </p:cBhvr>
                                      <p:to>
                                        <p:strVal val="visible"/>
                                      </p:to>
                                    </p:set>
                                    <p:anim calcmode="lin" valueType="num">
                                      <p:cBhvr additive="base">
                                        <p:cTn id="94" dur="500" fill="hold"/>
                                        <p:tgtEl>
                                          <p:spTgt spid="59"/>
                                        </p:tgtEl>
                                        <p:attrNameLst>
                                          <p:attrName>ppt_x</p:attrName>
                                        </p:attrNameLst>
                                      </p:cBhvr>
                                      <p:tavLst>
                                        <p:tav tm="0">
                                          <p:val>
                                            <p:strVal val="#ppt_x"/>
                                          </p:val>
                                        </p:tav>
                                        <p:tav tm="100000">
                                          <p:val>
                                            <p:strVal val="#ppt_x"/>
                                          </p:val>
                                        </p:tav>
                                      </p:tavLst>
                                    </p:anim>
                                    <p:anim calcmode="lin" valueType="num">
                                      <p:cBhvr additive="base">
                                        <p:cTn id="95" dur="500" fill="hold"/>
                                        <p:tgtEl>
                                          <p:spTgt spid="59"/>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60"/>
                                        </p:tgtEl>
                                        <p:attrNameLst>
                                          <p:attrName>style.visibility</p:attrName>
                                        </p:attrNameLst>
                                      </p:cBhvr>
                                      <p:to>
                                        <p:strVal val="visible"/>
                                      </p:to>
                                    </p:set>
                                    <p:anim calcmode="lin" valueType="num">
                                      <p:cBhvr additive="base">
                                        <p:cTn id="98" dur="500" fill="hold"/>
                                        <p:tgtEl>
                                          <p:spTgt spid="60"/>
                                        </p:tgtEl>
                                        <p:attrNameLst>
                                          <p:attrName>ppt_x</p:attrName>
                                        </p:attrNameLst>
                                      </p:cBhvr>
                                      <p:tavLst>
                                        <p:tav tm="0">
                                          <p:val>
                                            <p:strVal val="#ppt_x"/>
                                          </p:val>
                                        </p:tav>
                                        <p:tav tm="100000">
                                          <p:val>
                                            <p:strVal val="#ppt_x"/>
                                          </p:val>
                                        </p:tav>
                                      </p:tavLst>
                                    </p:anim>
                                    <p:anim calcmode="lin" valueType="num">
                                      <p:cBhvr additive="base">
                                        <p:cTn id="99" dur="500" fill="hold"/>
                                        <p:tgtEl>
                                          <p:spTgt spid="60"/>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61"/>
                                        </p:tgtEl>
                                        <p:attrNameLst>
                                          <p:attrName>style.visibility</p:attrName>
                                        </p:attrNameLst>
                                      </p:cBhvr>
                                      <p:to>
                                        <p:strVal val="visible"/>
                                      </p:to>
                                    </p:set>
                                    <p:anim calcmode="lin" valueType="num">
                                      <p:cBhvr additive="base">
                                        <p:cTn id="102" dur="500" fill="hold"/>
                                        <p:tgtEl>
                                          <p:spTgt spid="61"/>
                                        </p:tgtEl>
                                        <p:attrNameLst>
                                          <p:attrName>ppt_x</p:attrName>
                                        </p:attrNameLst>
                                      </p:cBhvr>
                                      <p:tavLst>
                                        <p:tav tm="0">
                                          <p:val>
                                            <p:strVal val="0-#ppt_w/2"/>
                                          </p:val>
                                        </p:tav>
                                        <p:tav tm="100000">
                                          <p:val>
                                            <p:strVal val="#ppt_x"/>
                                          </p:val>
                                        </p:tav>
                                      </p:tavLst>
                                    </p:anim>
                                    <p:anim calcmode="lin" valueType="num">
                                      <p:cBhvr additive="base">
                                        <p:cTn id="103" dur="500" fill="hold"/>
                                        <p:tgtEl>
                                          <p:spTgt spid="61"/>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62"/>
                                        </p:tgtEl>
                                        <p:attrNameLst>
                                          <p:attrName>style.visibility</p:attrName>
                                        </p:attrNameLst>
                                      </p:cBhvr>
                                      <p:to>
                                        <p:strVal val="visible"/>
                                      </p:to>
                                    </p:set>
                                    <p:anim calcmode="lin" valueType="num">
                                      <p:cBhvr additive="base">
                                        <p:cTn id="106" dur="500" fill="hold"/>
                                        <p:tgtEl>
                                          <p:spTgt spid="62"/>
                                        </p:tgtEl>
                                        <p:attrNameLst>
                                          <p:attrName>ppt_x</p:attrName>
                                        </p:attrNameLst>
                                      </p:cBhvr>
                                      <p:tavLst>
                                        <p:tav tm="0">
                                          <p:val>
                                            <p:strVal val="#ppt_x"/>
                                          </p:val>
                                        </p:tav>
                                        <p:tav tm="100000">
                                          <p:val>
                                            <p:strVal val="#ppt_x"/>
                                          </p:val>
                                        </p:tav>
                                      </p:tavLst>
                                    </p:anim>
                                    <p:anim calcmode="lin" valueType="num">
                                      <p:cBhvr additive="base">
                                        <p:cTn id="107" dur="500" fill="hold"/>
                                        <p:tgtEl>
                                          <p:spTgt spid="62"/>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63"/>
                                        </p:tgtEl>
                                        <p:attrNameLst>
                                          <p:attrName>style.visibility</p:attrName>
                                        </p:attrNameLst>
                                      </p:cBhvr>
                                      <p:to>
                                        <p:strVal val="visible"/>
                                      </p:to>
                                    </p:set>
                                    <p:anim calcmode="lin" valueType="num">
                                      <p:cBhvr additive="base">
                                        <p:cTn id="110" dur="500" fill="hold"/>
                                        <p:tgtEl>
                                          <p:spTgt spid="63"/>
                                        </p:tgtEl>
                                        <p:attrNameLst>
                                          <p:attrName>ppt_x</p:attrName>
                                        </p:attrNameLst>
                                      </p:cBhvr>
                                      <p:tavLst>
                                        <p:tav tm="0">
                                          <p:val>
                                            <p:strVal val="0-#ppt_w/2"/>
                                          </p:val>
                                        </p:tav>
                                        <p:tav tm="100000">
                                          <p:val>
                                            <p:strVal val="#ppt_x"/>
                                          </p:val>
                                        </p:tav>
                                      </p:tavLst>
                                    </p:anim>
                                    <p:anim calcmode="lin" valueType="num">
                                      <p:cBhvr additive="base">
                                        <p:cTn id="111" dur="500" fill="hold"/>
                                        <p:tgtEl>
                                          <p:spTgt spid="63"/>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additive="base">
                                        <p:cTn id="114" dur="500" fill="hold"/>
                                        <p:tgtEl>
                                          <p:spTgt spid="64"/>
                                        </p:tgtEl>
                                        <p:attrNameLst>
                                          <p:attrName>ppt_x</p:attrName>
                                        </p:attrNameLst>
                                      </p:cBhvr>
                                      <p:tavLst>
                                        <p:tav tm="0">
                                          <p:val>
                                            <p:strVal val="0-#ppt_w/2"/>
                                          </p:val>
                                        </p:tav>
                                        <p:tav tm="100000">
                                          <p:val>
                                            <p:strVal val="#ppt_x"/>
                                          </p:val>
                                        </p:tav>
                                      </p:tavLst>
                                    </p:anim>
                                    <p:anim calcmode="lin" valueType="num">
                                      <p:cBhvr additive="base">
                                        <p:cTn id="115" dur="500" fill="hold"/>
                                        <p:tgtEl>
                                          <p:spTgt spid="64"/>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73"/>
                                        </p:tgtEl>
                                        <p:attrNameLst>
                                          <p:attrName>style.visibility</p:attrName>
                                        </p:attrNameLst>
                                      </p:cBhvr>
                                      <p:to>
                                        <p:strVal val="visible"/>
                                      </p:to>
                                    </p:set>
                                    <p:anim calcmode="lin" valueType="num">
                                      <p:cBhvr additive="base">
                                        <p:cTn id="118" dur="500" fill="hold"/>
                                        <p:tgtEl>
                                          <p:spTgt spid="73"/>
                                        </p:tgtEl>
                                        <p:attrNameLst>
                                          <p:attrName>ppt_x</p:attrName>
                                        </p:attrNameLst>
                                      </p:cBhvr>
                                      <p:tavLst>
                                        <p:tav tm="0">
                                          <p:val>
                                            <p:strVal val="#ppt_x"/>
                                          </p:val>
                                        </p:tav>
                                        <p:tav tm="100000">
                                          <p:val>
                                            <p:strVal val="#ppt_x"/>
                                          </p:val>
                                        </p:tav>
                                      </p:tavLst>
                                    </p:anim>
                                    <p:anim calcmode="lin" valueType="num">
                                      <p:cBhvr additive="base">
                                        <p:cTn id="119" dur="500" fill="hold"/>
                                        <p:tgtEl>
                                          <p:spTgt spid="73"/>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74"/>
                                        </p:tgtEl>
                                        <p:attrNameLst>
                                          <p:attrName>style.visibility</p:attrName>
                                        </p:attrNameLst>
                                      </p:cBhvr>
                                      <p:to>
                                        <p:strVal val="visible"/>
                                      </p:to>
                                    </p:set>
                                    <p:anim calcmode="lin" valueType="num">
                                      <p:cBhvr additive="base">
                                        <p:cTn id="122" dur="500" fill="hold"/>
                                        <p:tgtEl>
                                          <p:spTgt spid="74"/>
                                        </p:tgtEl>
                                        <p:attrNameLst>
                                          <p:attrName>ppt_x</p:attrName>
                                        </p:attrNameLst>
                                      </p:cBhvr>
                                      <p:tavLst>
                                        <p:tav tm="0">
                                          <p:val>
                                            <p:strVal val="#ppt_x"/>
                                          </p:val>
                                        </p:tav>
                                        <p:tav tm="100000">
                                          <p:val>
                                            <p:strVal val="#ppt_x"/>
                                          </p:val>
                                        </p:tav>
                                      </p:tavLst>
                                    </p:anim>
                                    <p:anim calcmode="lin" valueType="num">
                                      <p:cBhvr additive="base">
                                        <p:cTn id="123" dur="500" fill="hold"/>
                                        <p:tgtEl>
                                          <p:spTgt spid="74"/>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75"/>
                                        </p:tgtEl>
                                        <p:attrNameLst>
                                          <p:attrName>style.visibility</p:attrName>
                                        </p:attrNameLst>
                                      </p:cBhvr>
                                      <p:to>
                                        <p:strVal val="visible"/>
                                      </p:to>
                                    </p:set>
                                    <p:anim calcmode="lin" valueType="num">
                                      <p:cBhvr additive="base">
                                        <p:cTn id="126" dur="500" fill="hold"/>
                                        <p:tgtEl>
                                          <p:spTgt spid="75"/>
                                        </p:tgtEl>
                                        <p:attrNameLst>
                                          <p:attrName>ppt_x</p:attrName>
                                        </p:attrNameLst>
                                      </p:cBhvr>
                                      <p:tavLst>
                                        <p:tav tm="0">
                                          <p:val>
                                            <p:strVal val="#ppt_x"/>
                                          </p:val>
                                        </p:tav>
                                        <p:tav tm="100000">
                                          <p:val>
                                            <p:strVal val="#ppt_x"/>
                                          </p:val>
                                        </p:tav>
                                      </p:tavLst>
                                    </p:anim>
                                    <p:anim calcmode="lin" valueType="num">
                                      <p:cBhvr additive="base">
                                        <p:cTn id="127" dur="500" fill="hold"/>
                                        <p:tgtEl>
                                          <p:spTgt spid="75"/>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76"/>
                                        </p:tgtEl>
                                        <p:attrNameLst>
                                          <p:attrName>style.visibility</p:attrName>
                                        </p:attrNameLst>
                                      </p:cBhvr>
                                      <p:to>
                                        <p:strVal val="visible"/>
                                      </p:to>
                                    </p:set>
                                    <p:anim calcmode="lin" valueType="num">
                                      <p:cBhvr additive="base">
                                        <p:cTn id="130" dur="500" fill="hold"/>
                                        <p:tgtEl>
                                          <p:spTgt spid="76"/>
                                        </p:tgtEl>
                                        <p:attrNameLst>
                                          <p:attrName>ppt_x</p:attrName>
                                        </p:attrNameLst>
                                      </p:cBhvr>
                                      <p:tavLst>
                                        <p:tav tm="0">
                                          <p:val>
                                            <p:strVal val="0-#ppt_w/2"/>
                                          </p:val>
                                        </p:tav>
                                        <p:tav tm="100000">
                                          <p:val>
                                            <p:strVal val="#ppt_x"/>
                                          </p:val>
                                        </p:tav>
                                      </p:tavLst>
                                    </p:anim>
                                    <p:anim calcmode="lin" valueType="num">
                                      <p:cBhvr additive="base">
                                        <p:cTn id="131" dur="500" fill="hold"/>
                                        <p:tgtEl>
                                          <p:spTgt spid="76"/>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77"/>
                                        </p:tgtEl>
                                        <p:attrNameLst>
                                          <p:attrName>style.visibility</p:attrName>
                                        </p:attrNameLst>
                                      </p:cBhvr>
                                      <p:to>
                                        <p:strVal val="visible"/>
                                      </p:to>
                                    </p:set>
                                    <p:anim calcmode="lin" valueType="num">
                                      <p:cBhvr additive="base">
                                        <p:cTn id="134" dur="500" fill="hold"/>
                                        <p:tgtEl>
                                          <p:spTgt spid="77"/>
                                        </p:tgtEl>
                                        <p:attrNameLst>
                                          <p:attrName>ppt_x</p:attrName>
                                        </p:attrNameLst>
                                      </p:cBhvr>
                                      <p:tavLst>
                                        <p:tav tm="0">
                                          <p:val>
                                            <p:strVal val="#ppt_x"/>
                                          </p:val>
                                        </p:tav>
                                        <p:tav tm="100000">
                                          <p:val>
                                            <p:strVal val="#ppt_x"/>
                                          </p:val>
                                        </p:tav>
                                      </p:tavLst>
                                    </p:anim>
                                    <p:anim calcmode="lin" valueType="num">
                                      <p:cBhvr additive="base">
                                        <p:cTn id="135" dur="500" fill="hold"/>
                                        <p:tgtEl>
                                          <p:spTgt spid="77"/>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78"/>
                                        </p:tgtEl>
                                        <p:attrNameLst>
                                          <p:attrName>style.visibility</p:attrName>
                                        </p:attrNameLst>
                                      </p:cBhvr>
                                      <p:to>
                                        <p:strVal val="visible"/>
                                      </p:to>
                                    </p:set>
                                    <p:anim calcmode="lin" valueType="num">
                                      <p:cBhvr additive="base">
                                        <p:cTn id="138" dur="500" fill="hold"/>
                                        <p:tgtEl>
                                          <p:spTgt spid="78"/>
                                        </p:tgtEl>
                                        <p:attrNameLst>
                                          <p:attrName>ppt_x</p:attrName>
                                        </p:attrNameLst>
                                      </p:cBhvr>
                                      <p:tavLst>
                                        <p:tav tm="0">
                                          <p:val>
                                            <p:strVal val="0-#ppt_w/2"/>
                                          </p:val>
                                        </p:tav>
                                        <p:tav tm="100000">
                                          <p:val>
                                            <p:strVal val="#ppt_x"/>
                                          </p:val>
                                        </p:tav>
                                      </p:tavLst>
                                    </p:anim>
                                    <p:anim calcmode="lin" valueType="num">
                                      <p:cBhvr additive="base">
                                        <p:cTn id="139" dur="500" fill="hold"/>
                                        <p:tgtEl>
                                          <p:spTgt spid="78"/>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79"/>
                                        </p:tgtEl>
                                        <p:attrNameLst>
                                          <p:attrName>style.visibility</p:attrName>
                                        </p:attrNameLst>
                                      </p:cBhvr>
                                      <p:to>
                                        <p:strVal val="visible"/>
                                      </p:to>
                                    </p:set>
                                    <p:anim calcmode="lin" valueType="num">
                                      <p:cBhvr additive="base">
                                        <p:cTn id="142" dur="500" fill="hold"/>
                                        <p:tgtEl>
                                          <p:spTgt spid="79"/>
                                        </p:tgtEl>
                                        <p:attrNameLst>
                                          <p:attrName>ppt_x</p:attrName>
                                        </p:attrNameLst>
                                      </p:cBhvr>
                                      <p:tavLst>
                                        <p:tav tm="0">
                                          <p:val>
                                            <p:strVal val="#ppt_x"/>
                                          </p:val>
                                        </p:tav>
                                        <p:tav tm="100000">
                                          <p:val>
                                            <p:strVal val="#ppt_x"/>
                                          </p:val>
                                        </p:tav>
                                      </p:tavLst>
                                    </p:anim>
                                    <p:anim calcmode="lin" valueType="num">
                                      <p:cBhvr additive="base">
                                        <p:cTn id="143" dur="500" fill="hold"/>
                                        <p:tgtEl>
                                          <p:spTgt spid="79"/>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84"/>
                                        </p:tgtEl>
                                        <p:attrNameLst>
                                          <p:attrName>style.visibility</p:attrName>
                                        </p:attrNameLst>
                                      </p:cBhvr>
                                      <p:to>
                                        <p:strVal val="visible"/>
                                      </p:to>
                                    </p:set>
                                    <p:anim calcmode="lin" valueType="num">
                                      <p:cBhvr additive="base">
                                        <p:cTn id="146" dur="500" fill="hold"/>
                                        <p:tgtEl>
                                          <p:spTgt spid="84"/>
                                        </p:tgtEl>
                                        <p:attrNameLst>
                                          <p:attrName>ppt_x</p:attrName>
                                        </p:attrNameLst>
                                      </p:cBhvr>
                                      <p:tavLst>
                                        <p:tav tm="0">
                                          <p:val>
                                            <p:strVal val="#ppt_x"/>
                                          </p:val>
                                        </p:tav>
                                        <p:tav tm="100000">
                                          <p:val>
                                            <p:strVal val="#ppt_x"/>
                                          </p:val>
                                        </p:tav>
                                      </p:tavLst>
                                    </p:anim>
                                    <p:anim calcmode="lin" valueType="num">
                                      <p:cBhvr additive="base">
                                        <p:cTn id="147" dur="500" fill="hold"/>
                                        <p:tgtEl>
                                          <p:spTgt spid="84"/>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85"/>
                                        </p:tgtEl>
                                        <p:attrNameLst>
                                          <p:attrName>style.visibility</p:attrName>
                                        </p:attrNameLst>
                                      </p:cBhvr>
                                      <p:to>
                                        <p:strVal val="visible"/>
                                      </p:to>
                                    </p:set>
                                    <p:anim calcmode="lin" valueType="num">
                                      <p:cBhvr additive="base">
                                        <p:cTn id="150" dur="500" fill="hold"/>
                                        <p:tgtEl>
                                          <p:spTgt spid="85"/>
                                        </p:tgtEl>
                                        <p:attrNameLst>
                                          <p:attrName>ppt_x</p:attrName>
                                        </p:attrNameLst>
                                      </p:cBhvr>
                                      <p:tavLst>
                                        <p:tav tm="0">
                                          <p:val>
                                            <p:strVal val="#ppt_x"/>
                                          </p:val>
                                        </p:tav>
                                        <p:tav tm="100000">
                                          <p:val>
                                            <p:strVal val="#ppt_x"/>
                                          </p:val>
                                        </p:tav>
                                      </p:tavLst>
                                    </p:anim>
                                    <p:anim calcmode="lin" valueType="num">
                                      <p:cBhvr additive="base">
                                        <p:cTn id="151" dur="500" fill="hold"/>
                                        <p:tgtEl>
                                          <p:spTgt spid="85"/>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86"/>
                                        </p:tgtEl>
                                        <p:attrNameLst>
                                          <p:attrName>style.visibility</p:attrName>
                                        </p:attrNameLst>
                                      </p:cBhvr>
                                      <p:to>
                                        <p:strVal val="visible"/>
                                      </p:to>
                                    </p:set>
                                    <p:anim calcmode="lin" valueType="num">
                                      <p:cBhvr additive="base">
                                        <p:cTn id="154" dur="500" fill="hold"/>
                                        <p:tgtEl>
                                          <p:spTgt spid="86"/>
                                        </p:tgtEl>
                                        <p:attrNameLst>
                                          <p:attrName>ppt_x</p:attrName>
                                        </p:attrNameLst>
                                      </p:cBhvr>
                                      <p:tavLst>
                                        <p:tav tm="0">
                                          <p:val>
                                            <p:strVal val="0-#ppt_w/2"/>
                                          </p:val>
                                        </p:tav>
                                        <p:tav tm="100000">
                                          <p:val>
                                            <p:strVal val="#ppt_x"/>
                                          </p:val>
                                        </p:tav>
                                      </p:tavLst>
                                    </p:anim>
                                    <p:anim calcmode="lin" valueType="num">
                                      <p:cBhvr additive="base">
                                        <p:cTn id="155" dur="500" fill="hold"/>
                                        <p:tgtEl>
                                          <p:spTgt spid="86"/>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89"/>
                                        </p:tgtEl>
                                        <p:attrNameLst>
                                          <p:attrName>style.visibility</p:attrName>
                                        </p:attrNameLst>
                                      </p:cBhvr>
                                      <p:to>
                                        <p:strVal val="visible"/>
                                      </p:to>
                                    </p:set>
                                    <p:anim calcmode="lin" valueType="num">
                                      <p:cBhvr additive="base">
                                        <p:cTn id="158" dur="500" fill="hold"/>
                                        <p:tgtEl>
                                          <p:spTgt spid="89"/>
                                        </p:tgtEl>
                                        <p:attrNameLst>
                                          <p:attrName>ppt_x</p:attrName>
                                        </p:attrNameLst>
                                      </p:cBhvr>
                                      <p:tavLst>
                                        <p:tav tm="0">
                                          <p:val>
                                            <p:strVal val="#ppt_x"/>
                                          </p:val>
                                        </p:tav>
                                        <p:tav tm="100000">
                                          <p:val>
                                            <p:strVal val="#ppt_x"/>
                                          </p:val>
                                        </p:tav>
                                      </p:tavLst>
                                    </p:anim>
                                    <p:anim calcmode="lin" valueType="num">
                                      <p:cBhvr additive="base">
                                        <p:cTn id="159" dur="500" fill="hold"/>
                                        <p:tgtEl>
                                          <p:spTgt spid="89"/>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90"/>
                                        </p:tgtEl>
                                        <p:attrNameLst>
                                          <p:attrName>style.visibility</p:attrName>
                                        </p:attrNameLst>
                                      </p:cBhvr>
                                      <p:to>
                                        <p:strVal val="visible"/>
                                      </p:to>
                                    </p:set>
                                    <p:anim calcmode="lin" valueType="num">
                                      <p:cBhvr additive="base">
                                        <p:cTn id="162" dur="500" fill="hold"/>
                                        <p:tgtEl>
                                          <p:spTgt spid="90"/>
                                        </p:tgtEl>
                                        <p:attrNameLst>
                                          <p:attrName>ppt_x</p:attrName>
                                        </p:attrNameLst>
                                      </p:cBhvr>
                                      <p:tavLst>
                                        <p:tav tm="0">
                                          <p:val>
                                            <p:strVal val="#ppt_x"/>
                                          </p:val>
                                        </p:tav>
                                        <p:tav tm="100000">
                                          <p:val>
                                            <p:strVal val="#ppt_x"/>
                                          </p:val>
                                        </p:tav>
                                      </p:tavLst>
                                    </p:anim>
                                    <p:anim calcmode="lin" valueType="num">
                                      <p:cBhvr additive="base">
                                        <p:cTn id="163" dur="500" fill="hold"/>
                                        <p:tgtEl>
                                          <p:spTgt spid="90"/>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91"/>
                                        </p:tgtEl>
                                        <p:attrNameLst>
                                          <p:attrName>style.visibility</p:attrName>
                                        </p:attrNameLst>
                                      </p:cBhvr>
                                      <p:to>
                                        <p:strVal val="visible"/>
                                      </p:to>
                                    </p:set>
                                    <p:anim calcmode="lin" valueType="num">
                                      <p:cBhvr additive="base">
                                        <p:cTn id="166" dur="500" fill="hold"/>
                                        <p:tgtEl>
                                          <p:spTgt spid="91"/>
                                        </p:tgtEl>
                                        <p:attrNameLst>
                                          <p:attrName>ppt_x</p:attrName>
                                        </p:attrNameLst>
                                      </p:cBhvr>
                                      <p:tavLst>
                                        <p:tav tm="0">
                                          <p:val>
                                            <p:strVal val="#ppt_x"/>
                                          </p:val>
                                        </p:tav>
                                        <p:tav tm="100000">
                                          <p:val>
                                            <p:strVal val="#ppt_x"/>
                                          </p:val>
                                        </p:tav>
                                      </p:tavLst>
                                    </p:anim>
                                    <p:anim calcmode="lin" valueType="num">
                                      <p:cBhvr additive="base">
                                        <p:cTn id="167" dur="500" fill="hold"/>
                                        <p:tgtEl>
                                          <p:spTgt spid="91"/>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92"/>
                                        </p:tgtEl>
                                        <p:attrNameLst>
                                          <p:attrName>style.visibility</p:attrName>
                                        </p:attrNameLst>
                                      </p:cBhvr>
                                      <p:to>
                                        <p:strVal val="visible"/>
                                      </p:to>
                                    </p:set>
                                    <p:anim calcmode="lin" valueType="num">
                                      <p:cBhvr additive="base">
                                        <p:cTn id="170" dur="500" fill="hold"/>
                                        <p:tgtEl>
                                          <p:spTgt spid="92"/>
                                        </p:tgtEl>
                                        <p:attrNameLst>
                                          <p:attrName>ppt_x</p:attrName>
                                        </p:attrNameLst>
                                      </p:cBhvr>
                                      <p:tavLst>
                                        <p:tav tm="0">
                                          <p:val>
                                            <p:strVal val="#ppt_x"/>
                                          </p:val>
                                        </p:tav>
                                        <p:tav tm="100000">
                                          <p:val>
                                            <p:strVal val="#ppt_x"/>
                                          </p:val>
                                        </p:tav>
                                      </p:tavLst>
                                    </p:anim>
                                    <p:anim calcmode="lin" valueType="num">
                                      <p:cBhvr additive="base">
                                        <p:cTn id="171" dur="500" fill="hold"/>
                                        <p:tgtEl>
                                          <p:spTgt spid="92"/>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93"/>
                                        </p:tgtEl>
                                        <p:attrNameLst>
                                          <p:attrName>style.visibility</p:attrName>
                                        </p:attrNameLst>
                                      </p:cBhvr>
                                      <p:to>
                                        <p:strVal val="visible"/>
                                      </p:to>
                                    </p:set>
                                    <p:anim calcmode="lin" valueType="num">
                                      <p:cBhvr additive="base">
                                        <p:cTn id="174" dur="500" fill="hold"/>
                                        <p:tgtEl>
                                          <p:spTgt spid="93"/>
                                        </p:tgtEl>
                                        <p:attrNameLst>
                                          <p:attrName>ppt_x</p:attrName>
                                        </p:attrNameLst>
                                      </p:cBhvr>
                                      <p:tavLst>
                                        <p:tav tm="0">
                                          <p:val>
                                            <p:strVal val="#ppt_x"/>
                                          </p:val>
                                        </p:tav>
                                        <p:tav tm="100000">
                                          <p:val>
                                            <p:strVal val="#ppt_x"/>
                                          </p:val>
                                        </p:tav>
                                      </p:tavLst>
                                    </p:anim>
                                    <p:anim calcmode="lin" valueType="num">
                                      <p:cBhvr additive="base">
                                        <p:cTn id="175" dur="500" fill="hold"/>
                                        <p:tgtEl>
                                          <p:spTgt spid="93"/>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94"/>
                                        </p:tgtEl>
                                        <p:attrNameLst>
                                          <p:attrName>style.visibility</p:attrName>
                                        </p:attrNameLst>
                                      </p:cBhvr>
                                      <p:to>
                                        <p:strVal val="visible"/>
                                      </p:to>
                                    </p:set>
                                    <p:anim calcmode="lin" valueType="num">
                                      <p:cBhvr additive="base">
                                        <p:cTn id="178" dur="500" fill="hold"/>
                                        <p:tgtEl>
                                          <p:spTgt spid="94"/>
                                        </p:tgtEl>
                                        <p:attrNameLst>
                                          <p:attrName>ppt_x</p:attrName>
                                        </p:attrNameLst>
                                      </p:cBhvr>
                                      <p:tavLst>
                                        <p:tav tm="0">
                                          <p:val>
                                            <p:strVal val="0-#ppt_w/2"/>
                                          </p:val>
                                        </p:tav>
                                        <p:tav tm="100000">
                                          <p:val>
                                            <p:strVal val="#ppt_x"/>
                                          </p:val>
                                        </p:tav>
                                      </p:tavLst>
                                    </p:anim>
                                    <p:anim calcmode="lin" valueType="num">
                                      <p:cBhvr additive="base">
                                        <p:cTn id="179" dur="500" fill="hold"/>
                                        <p:tgtEl>
                                          <p:spTgt spid="94"/>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95"/>
                                        </p:tgtEl>
                                        <p:attrNameLst>
                                          <p:attrName>style.visibility</p:attrName>
                                        </p:attrNameLst>
                                      </p:cBhvr>
                                      <p:to>
                                        <p:strVal val="visible"/>
                                      </p:to>
                                    </p:set>
                                    <p:anim calcmode="lin" valueType="num">
                                      <p:cBhvr additive="base">
                                        <p:cTn id="182" dur="500" fill="hold"/>
                                        <p:tgtEl>
                                          <p:spTgt spid="95"/>
                                        </p:tgtEl>
                                        <p:attrNameLst>
                                          <p:attrName>ppt_x</p:attrName>
                                        </p:attrNameLst>
                                      </p:cBhvr>
                                      <p:tavLst>
                                        <p:tav tm="0">
                                          <p:val>
                                            <p:strVal val="#ppt_x"/>
                                          </p:val>
                                        </p:tav>
                                        <p:tav tm="100000">
                                          <p:val>
                                            <p:strVal val="#ppt_x"/>
                                          </p:val>
                                        </p:tav>
                                      </p:tavLst>
                                    </p:anim>
                                    <p:anim calcmode="lin" valueType="num">
                                      <p:cBhvr additive="base">
                                        <p:cTn id="183" dur="500" fill="hold"/>
                                        <p:tgtEl>
                                          <p:spTgt spid="95"/>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96"/>
                                        </p:tgtEl>
                                        <p:attrNameLst>
                                          <p:attrName>style.visibility</p:attrName>
                                        </p:attrNameLst>
                                      </p:cBhvr>
                                      <p:to>
                                        <p:strVal val="visible"/>
                                      </p:to>
                                    </p:set>
                                    <p:anim calcmode="lin" valueType="num">
                                      <p:cBhvr additive="base">
                                        <p:cTn id="186" dur="500" fill="hold"/>
                                        <p:tgtEl>
                                          <p:spTgt spid="96"/>
                                        </p:tgtEl>
                                        <p:attrNameLst>
                                          <p:attrName>ppt_x</p:attrName>
                                        </p:attrNameLst>
                                      </p:cBhvr>
                                      <p:tavLst>
                                        <p:tav tm="0">
                                          <p:val>
                                            <p:strVal val="#ppt_x"/>
                                          </p:val>
                                        </p:tav>
                                        <p:tav tm="100000">
                                          <p:val>
                                            <p:strVal val="#ppt_x"/>
                                          </p:val>
                                        </p:tav>
                                      </p:tavLst>
                                    </p:anim>
                                    <p:anim calcmode="lin" valueType="num">
                                      <p:cBhvr additive="base">
                                        <p:cTn id="187" dur="500" fill="hold"/>
                                        <p:tgtEl>
                                          <p:spTgt spid="96"/>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97"/>
                                        </p:tgtEl>
                                        <p:attrNameLst>
                                          <p:attrName>style.visibility</p:attrName>
                                        </p:attrNameLst>
                                      </p:cBhvr>
                                      <p:to>
                                        <p:strVal val="visible"/>
                                      </p:to>
                                    </p:set>
                                    <p:anim calcmode="lin" valueType="num">
                                      <p:cBhvr additive="base">
                                        <p:cTn id="190" dur="500" fill="hold"/>
                                        <p:tgtEl>
                                          <p:spTgt spid="97"/>
                                        </p:tgtEl>
                                        <p:attrNameLst>
                                          <p:attrName>ppt_x</p:attrName>
                                        </p:attrNameLst>
                                      </p:cBhvr>
                                      <p:tavLst>
                                        <p:tav tm="0">
                                          <p:val>
                                            <p:strVal val="#ppt_x"/>
                                          </p:val>
                                        </p:tav>
                                        <p:tav tm="100000">
                                          <p:val>
                                            <p:strVal val="#ppt_x"/>
                                          </p:val>
                                        </p:tav>
                                      </p:tavLst>
                                    </p:anim>
                                    <p:anim calcmode="lin" valueType="num">
                                      <p:cBhvr additive="base">
                                        <p:cTn id="191" dur="500" fill="hold"/>
                                        <p:tgtEl>
                                          <p:spTgt spid="97"/>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98"/>
                                        </p:tgtEl>
                                        <p:attrNameLst>
                                          <p:attrName>style.visibility</p:attrName>
                                        </p:attrNameLst>
                                      </p:cBhvr>
                                      <p:to>
                                        <p:strVal val="visible"/>
                                      </p:to>
                                    </p:set>
                                    <p:anim calcmode="lin" valueType="num">
                                      <p:cBhvr additive="base">
                                        <p:cTn id="194" dur="500" fill="hold"/>
                                        <p:tgtEl>
                                          <p:spTgt spid="98"/>
                                        </p:tgtEl>
                                        <p:attrNameLst>
                                          <p:attrName>ppt_x</p:attrName>
                                        </p:attrNameLst>
                                      </p:cBhvr>
                                      <p:tavLst>
                                        <p:tav tm="0">
                                          <p:val>
                                            <p:strVal val="#ppt_x"/>
                                          </p:val>
                                        </p:tav>
                                        <p:tav tm="100000">
                                          <p:val>
                                            <p:strVal val="#ppt_x"/>
                                          </p:val>
                                        </p:tav>
                                      </p:tavLst>
                                    </p:anim>
                                    <p:anim calcmode="lin" valueType="num">
                                      <p:cBhvr additive="base">
                                        <p:cTn id="195" dur="500" fill="hold"/>
                                        <p:tgtEl>
                                          <p:spTgt spid="98"/>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99"/>
                                        </p:tgtEl>
                                        <p:attrNameLst>
                                          <p:attrName>style.visibility</p:attrName>
                                        </p:attrNameLst>
                                      </p:cBhvr>
                                      <p:to>
                                        <p:strVal val="visible"/>
                                      </p:to>
                                    </p:set>
                                    <p:anim calcmode="lin" valueType="num">
                                      <p:cBhvr additive="base">
                                        <p:cTn id="198" dur="500" fill="hold"/>
                                        <p:tgtEl>
                                          <p:spTgt spid="99"/>
                                        </p:tgtEl>
                                        <p:attrNameLst>
                                          <p:attrName>ppt_x</p:attrName>
                                        </p:attrNameLst>
                                      </p:cBhvr>
                                      <p:tavLst>
                                        <p:tav tm="0">
                                          <p:val>
                                            <p:strVal val="#ppt_x"/>
                                          </p:val>
                                        </p:tav>
                                        <p:tav tm="100000">
                                          <p:val>
                                            <p:strVal val="#ppt_x"/>
                                          </p:val>
                                        </p:tav>
                                      </p:tavLst>
                                    </p:anim>
                                    <p:anim calcmode="lin" valueType="num">
                                      <p:cBhvr additive="base">
                                        <p:cTn id="199" dur="500" fill="hold"/>
                                        <p:tgtEl>
                                          <p:spTgt spid="99"/>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100"/>
                                        </p:tgtEl>
                                        <p:attrNameLst>
                                          <p:attrName>style.visibility</p:attrName>
                                        </p:attrNameLst>
                                      </p:cBhvr>
                                      <p:to>
                                        <p:strVal val="visible"/>
                                      </p:to>
                                    </p:set>
                                    <p:anim calcmode="lin" valueType="num">
                                      <p:cBhvr additive="base">
                                        <p:cTn id="202" dur="500" fill="hold"/>
                                        <p:tgtEl>
                                          <p:spTgt spid="100"/>
                                        </p:tgtEl>
                                        <p:attrNameLst>
                                          <p:attrName>ppt_x</p:attrName>
                                        </p:attrNameLst>
                                      </p:cBhvr>
                                      <p:tavLst>
                                        <p:tav tm="0">
                                          <p:val>
                                            <p:strVal val="#ppt_x"/>
                                          </p:val>
                                        </p:tav>
                                        <p:tav tm="100000">
                                          <p:val>
                                            <p:strVal val="#ppt_x"/>
                                          </p:val>
                                        </p:tav>
                                      </p:tavLst>
                                    </p:anim>
                                    <p:anim calcmode="lin" valueType="num">
                                      <p:cBhvr additive="base">
                                        <p:cTn id="203" dur="500" fill="hold"/>
                                        <p:tgtEl>
                                          <p:spTgt spid="100"/>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101"/>
                                        </p:tgtEl>
                                        <p:attrNameLst>
                                          <p:attrName>style.visibility</p:attrName>
                                        </p:attrNameLst>
                                      </p:cBhvr>
                                      <p:to>
                                        <p:strVal val="visible"/>
                                      </p:to>
                                    </p:set>
                                    <p:anim calcmode="lin" valueType="num">
                                      <p:cBhvr additive="base">
                                        <p:cTn id="206" dur="500" fill="hold"/>
                                        <p:tgtEl>
                                          <p:spTgt spid="101"/>
                                        </p:tgtEl>
                                        <p:attrNameLst>
                                          <p:attrName>ppt_x</p:attrName>
                                        </p:attrNameLst>
                                      </p:cBhvr>
                                      <p:tavLst>
                                        <p:tav tm="0">
                                          <p:val>
                                            <p:strVal val="#ppt_x"/>
                                          </p:val>
                                        </p:tav>
                                        <p:tav tm="100000">
                                          <p:val>
                                            <p:strVal val="#ppt_x"/>
                                          </p:val>
                                        </p:tav>
                                      </p:tavLst>
                                    </p:anim>
                                    <p:anim calcmode="lin" valueType="num">
                                      <p:cBhvr additive="base">
                                        <p:cTn id="207" dur="500" fill="hold"/>
                                        <p:tgtEl>
                                          <p:spTgt spid="101"/>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102"/>
                                        </p:tgtEl>
                                        <p:attrNameLst>
                                          <p:attrName>style.visibility</p:attrName>
                                        </p:attrNameLst>
                                      </p:cBhvr>
                                      <p:to>
                                        <p:strVal val="visible"/>
                                      </p:to>
                                    </p:set>
                                    <p:anim calcmode="lin" valueType="num">
                                      <p:cBhvr additive="base">
                                        <p:cTn id="210" dur="500" fill="hold"/>
                                        <p:tgtEl>
                                          <p:spTgt spid="102"/>
                                        </p:tgtEl>
                                        <p:attrNameLst>
                                          <p:attrName>ppt_x</p:attrName>
                                        </p:attrNameLst>
                                      </p:cBhvr>
                                      <p:tavLst>
                                        <p:tav tm="0">
                                          <p:val>
                                            <p:strVal val="#ppt_x"/>
                                          </p:val>
                                        </p:tav>
                                        <p:tav tm="100000">
                                          <p:val>
                                            <p:strVal val="#ppt_x"/>
                                          </p:val>
                                        </p:tav>
                                      </p:tavLst>
                                    </p:anim>
                                    <p:anim calcmode="lin" valueType="num">
                                      <p:cBhvr additive="base">
                                        <p:cTn id="211" dur="500" fill="hold"/>
                                        <p:tgtEl>
                                          <p:spTgt spid="102"/>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103"/>
                                        </p:tgtEl>
                                        <p:attrNameLst>
                                          <p:attrName>style.visibility</p:attrName>
                                        </p:attrNameLst>
                                      </p:cBhvr>
                                      <p:to>
                                        <p:strVal val="visible"/>
                                      </p:to>
                                    </p:set>
                                    <p:anim calcmode="lin" valueType="num">
                                      <p:cBhvr additive="base">
                                        <p:cTn id="214" dur="500" fill="hold"/>
                                        <p:tgtEl>
                                          <p:spTgt spid="103"/>
                                        </p:tgtEl>
                                        <p:attrNameLst>
                                          <p:attrName>ppt_x</p:attrName>
                                        </p:attrNameLst>
                                      </p:cBhvr>
                                      <p:tavLst>
                                        <p:tav tm="0">
                                          <p:val>
                                            <p:strVal val="#ppt_x"/>
                                          </p:val>
                                        </p:tav>
                                        <p:tav tm="100000">
                                          <p:val>
                                            <p:strVal val="#ppt_x"/>
                                          </p:val>
                                        </p:tav>
                                      </p:tavLst>
                                    </p:anim>
                                    <p:anim calcmode="lin" valueType="num">
                                      <p:cBhvr additive="base">
                                        <p:cTn id="215" dur="500" fill="hold"/>
                                        <p:tgtEl>
                                          <p:spTgt spid="103"/>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104"/>
                                        </p:tgtEl>
                                        <p:attrNameLst>
                                          <p:attrName>style.visibility</p:attrName>
                                        </p:attrNameLst>
                                      </p:cBhvr>
                                      <p:to>
                                        <p:strVal val="visible"/>
                                      </p:to>
                                    </p:set>
                                    <p:anim calcmode="lin" valueType="num">
                                      <p:cBhvr additive="base">
                                        <p:cTn id="218" dur="500" fill="hold"/>
                                        <p:tgtEl>
                                          <p:spTgt spid="104"/>
                                        </p:tgtEl>
                                        <p:attrNameLst>
                                          <p:attrName>ppt_x</p:attrName>
                                        </p:attrNameLst>
                                      </p:cBhvr>
                                      <p:tavLst>
                                        <p:tav tm="0">
                                          <p:val>
                                            <p:strVal val="#ppt_x"/>
                                          </p:val>
                                        </p:tav>
                                        <p:tav tm="100000">
                                          <p:val>
                                            <p:strVal val="#ppt_x"/>
                                          </p:val>
                                        </p:tav>
                                      </p:tavLst>
                                    </p:anim>
                                    <p:anim calcmode="lin" valueType="num">
                                      <p:cBhvr additive="base">
                                        <p:cTn id="219" dur="500" fill="hold"/>
                                        <p:tgtEl>
                                          <p:spTgt spid="104"/>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105"/>
                                        </p:tgtEl>
                                        <p:attrNameLst>
                                          <p:attrName>style.visibility</p:attrName>
                                        </p:attrNameLst>
                                      </p:cBhvr>
                                      <p:to>
                                        <p:strVal val="visible"/>
                                      </p:to>
                                    </p:set>
                                    <p:anim calcmode="lin" valueType="num">
                                      <p:cBhvr additive="base">
                                        <p:cTn id="222" dur="500" fill="hold"/>
                                        <p:tgtEl>
                                          <p:spTgt spid="105"/>
                                        </p:tgtEl>
                                        <p:attrNameLst>
                                          <p:attrName>ppt_x</p:attrName>
                                        </p:attrNameLst>
                                      </p:cBhvr>
                                      <p:tavLst>
                                        <p:tav tm="0">
                                          <p:val>
                                            <p:strVal val="#ppt_x"/>
                                          </p:val>
                                        </p:tav>
                                        <p:tav tm="100000">
                                          <p:val>
                                            <p:strVal val="#ppt_x"/>
                                          </p:val>
                                        </p:tav>
                                      </p:tavLst>
                                    </p:anim>
                                    <p:anim calcmode="lin" valueType="num">
                                      <p:cBhvr additive="base">
                                        <p:cTn id="223" dur="500" fill="hold"/>
                                        <p:tgtEl>
                                          <p:spTgt spid="105"/>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106"/>
                                        </p:tgtEl>
                                        <p:attrNameLst>
                                          <p:attrName>style.visibility</p:attrName>
                                        </p:attrNameLst>
                                      </p:cBhvr>
                                      <p:to>
                                        <p:strVal val="visible"/>
                                      </p:to>
                                    </p:set>
                                    <p:anim calcmode="lin" valueType="num">
                                      <p:cBhvr additive="base">
                                        <p:cTn id="226" dur="500" fill="hold"/>
                                        <p:tgtEl>
                                          <p:spTgt spid="106"/>
                                        </p:tgtEl>
                                        <p:attrNameLst>
                                          <p:attrName>ppt_x</p:attrName>
                                        </p:attrNameLst>
                                      </p:cBhvr>
                                      <p:tavLst>
                                        <p:tav tm="0">
                                          <p:val>
                                            <p:strVal val="#ppt_x"/>
                                          </p:val>
                                        </p:tav>
                                        <p:tav tm="100000">
                                          <p:val>
                                            <p:strVal val="#ppt_x"/>
                                          </p:val>
                                        </p:tav>
                                      </p:tavLst>
                                    </p:anim>
                                    <p:anim calcmode="lin" valueType="num">
                                      <p:cBhvr additive="base">
                                        <p:cTn id="227" dur="500" fill="hold"/>
                                        <p:tgtEl>
                                          <p:spTgt spid="106"/>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107"/>
                                        </p:tgtEl>
                                        <p:attrNameLst>
                                          <p:attrName>style.visibility</p:attrName>
                                        </p:attrNameLst>
                                      </p:cBhvr>
                                      <p:to>
                                        <p:strVal val="visible"/>
                                      </p:to>
                                    </p:set>
                                    <p:anim calcmode="lin" valueType="num">
                                      <p:cBhvr additive="base">
                                        <p:cTn id="230" dur="500" fill="hold"/>
                                        <p:tgtEl>
                                          <p:spTgt spid="107"/>
                                        </p:tgtEl>
                                        <p:attrNameLst>
                                          <p:attrName>ppt_x</p:attrName>
                                        </p:attrNameLst>
                                      </p:cBhvr>
                                      <p:tavLst>
                                        <p:tav tm="0">
                                          <p:val>
                                            <p:strVal val="#ppt_x"/>
                                          </p:val>
                                        </p:tav>
                                        <p:tav tm="100000">
                                          <p:val>
                                            <p:strVal val="#ppt_x"/>
                                          </p:val>
                                        </p:tav>
                                      </p:tavLst>
                                    </p:anim>
                                    <p:anim calcmode="lin" valueType="num">
                                      <p:cBhvr additive="base">
                                        <p:cTn id="231" dur="500" fill="hold"/>
                                        <p:tgtEl>
                                          <p:spTgt spid="107"/>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108"/>
                                        </p:tgtEl>
                                        <p:attrNameLst>
                                          <p:attrName>style.visibility</p:attrName>
                                        </p:attrNameLst>
                                      </p:cBhvr>
                                      <p:to>
                                        <p:strVal val="visible"/>
                                      </p:to>
                                    </p:set>
                                    <p:anim calcmode="lin" valueType="num">
                                      <p:cBhvr additive="base">
                                        <p:cTn id="234" dur="500" fill="hold"/>
                                        <p:tgtEl>
                                          <p:spTgt spid="108"/>
                                        </p:tgtEl>
                                        <p:attrNameLst>
                                          <p:attrName>ppt_x</p:attrName>
                                        </p:attrNameLst>
                                      </p:cBhvr>
                                      <p:tavLst>
                                        <p:tav tm="0">
                                          <p:val>
                                            <p:strVal val="#ppt_x"/>
                                          </p:val>
                                        </p:tav>
                                        <p:tav tm="100000">
                                          <p:val>
                                            <p:strVal val="#ppt_x"/>
                                          </p:val>
                                        </p:tav>
                                      </p:tavLst>
                                    </p:anim>
                                    <p:anim calcmode="lin" valueType="num">
                                      <p:cBhvr additive="base">
                                        <p:cTn id="235" dur="500" fill="hold"/>
                                        <p:tgtEl>
                                          <p:spTgt spid="108"/>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109"/>
                                        </p:tgtEl>
                                        <p:attrNameLst>
                                          <p:attrName>style.visibility</p:attrName>
                                        </p:attrNameLst>
                                      </p:cBhvr>
                                      <p:to>
                                        <p:strVal val="visible"/>
                                      </p:to>
                                    </p:set>
                                    <p:anim calcmode="lin" valueType="num">
                                      <p:cBhvr additive="base">
                                        <p:cTn id="238" dur="500" fill="hold"/>
                                        <p:tgtEl>
                                          <p:spTgt spid="109"/>
                                        </p:tgtEl>
                                        <p:attrNameLst>
                                          <p:attrName>ppt_x</p:attrName>
                                        </p:attrNameLst>
                                      </p:cBhvr>
                                      <p:tavLst>
                                        <p:tav tm="0">
                                          <p:val>
                                            <p:strVal val="#ppt_x"/>
                                          </p:val>
                                        </p:tav>
                                        <p:tav tm="100000">
                                          <p:val>
                                            <p:strVal val="#ppt_x"/>
                                          </p:val>
                                        </p:tav>
                                      </p:tavLst>
                                    </p:anim>
                                    <p:anim calcmode="lin" valueType="num">
                                      <p:cBhvr additive="base">
                                        <p:cTn id="239" dur="500" fill="hold"/>
                                        <p:tgtEl>
                                          <p:spTgt spid="109"/>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110"/>
                                        </p:tgtEl>
                                        <p:attrNameLst>
                                          <p:attrName>style.visibility</p:attrName>
                                        </p:attrNameLst>
                                      </p:cBhvr>
                                      <p:to>
                                        <p:strVal val="visible"/>
                                      </p:to>
                                    </p:set>
                                    <p:anim calcmode="lin" valueType="num">
                                      <p:cBhvr additive="base">
                                        <p:cTn id="242" dur="500" fill="hold"/>
                                        <p:tgtEl>
                                          <p:spTgt spid="110"/>
                                        </p:tgtEl>
                                        <p:attrNameLst>
                                          <p:attrName>ppt_x</p:attrName>
                                        </p:attrNameLst>
                                      </p:cBhvr>
                                      <p:tavLst>
                                        <p:tav tm="0">
                                          <p:val>
                                            <p:strVal val="#ppt_x"/>
                                          </p:val>
                                        </p:tav>
                                        <p:tav tm="100000">
                                          <p:val>
                                            <p:strVal val="#ppt_x"/>
                                          </p:val>
                                        </p:tav>
                                      </p:tavLst>
                                    </p:anim>
                                    <p:anim calcmode="lin" valueType="num">
                                      <p:cBhvr additive="base">
                                        <p:cTn id="243" dur="500" fill="hold"/>
                                        <p:tgtEl>
                                          <p:spTgt spid="110"/>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111"/>
                                        </p:tgtEl>
                                        <p:attrNameLst>
                                          <p:attrName>style.visibility</p:attrName>
                                        </p:attrNameLst>
                                      </p:cBhvr>
                                      <p:to>
                                        <p:strVal val="visible"/>
                                      </p:to>
                                    </p:set>
                                    <p:anim calcmode="lin" valueType="num">
                                      <p:cBhvr additive="base">
                                        <p:cTn id="246" dur="500" fill="hold"/>
                                        <p:tgtEl>
                                          <p:spTgt spid="111"/>
                                        </p:tgtEl>
                                        <p:attrNameLst>
                                          <p:attrName>ppt_x</p:attrName>
                                        </p:attrNameLst>
                                      </p:cBhvr>
                                      <p:tavLst>
                                        <p:tav tm="0">
                                          <p:val>
                                            <p:strVal val="#ppt_x"/>
                                          </p:val>
                                        </p:tav>
                                        <p:tav tm="100000">
                                          <p:val>
                                            <p:strVal val="#ppt_x"/>
                                          </p:val>
                                        </p:tav>
                                      </p:tavLst>
                                    </p:anim>
                                    <p:anim calcmode="lin" valueType="num">
                                      <p:cBhvr additive="base">
                                        <p:cTn id="247" dur="500" fill="hold"/>
                                        <p:tgtEl>
                                          <p:spTgt spid="111"/>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112"/>
                                        </p:tgtEl>
                                        <p:attrNameLst>
                                          <p:attrName>style.visibility</p:attrName>
                                        </p:attrNameLst>
                                      </p:cBhvr>
                                      <p:to>
                                        <p:strVal val="visible"/>
                                      </p:to>
                                    </p:set>
                                    <p:anim calcmode="lin" valueType="num">
                                      <p:cBhvr additive="base">
                                        <p:cTn id="250" dur="500" fill="hold"/>
                                        <p:tgtEl>
                                          <p:spTgt spid="112"/>
                                        </p:tgtEl>
                                        <p:attrNameLst>
                                          <p:attrName>ppt_x</p:attrName>
                                        </p:attrNameLst>
                                      </p:cBhvr>
                                      <p:tavLst>
                                        <p:tav tm="0">
                                          <p:val>
                                            <p:strVal val="1+#ppt_w/2"/>
                                          </p:val>
                                        </p:tav>
                                        <p:tav tm="100000">
                                          <p:val>
                                            <p:strVal val="#ppt_x"/>
                                          </p:val>
                                        </p:tav>
                                      </p:tavLst>
                                    </p:anim>
                                    <p:anim calcmode="lin" valueType="num">
                                      <p:cBhvr additive="base">
                                        <p:cTn id="251" dur="500" fill="hold"/>
                                        <p:tgtEl>
                                          <p:spTgt spid="112"/>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113"/>
                                        </p:tgtEl>
                                        <p:attrNameLst>
                                          <p:attrName>style.visibility</p:attrName>
                                        </p:attrNameLst>
                                      </p:cBhvr>
                                      <p:to>
                                        <p:strVal val="visible"/>
                                      </p:to>
                                    </p:set>
                                    <p:anim calcmode="lin" valueType="num">
                                      <p:cBhvr additive="base">
                                        <p:cTn id="254" dur="500" fill="hold"/>
                                        <p:tgtEl>
                                          <p:spTgt spid="113"/>
                                        </p:tgtEl>
                                        <p:attrNameLst>
                                          <p:attrName>ppt_x</p:attrName>
                                        </p:attrNameLst>
                                      </p:cBhvr>
                                      <p:tavLst>
                                        <p:tav tm="0">
                                          <p:val>
                                            <p:strVal val="1+#ppt_w/2"/>
                                          </p:val>
                                        </p:tav>
                                        <p:tav tm="100000">
                                          <p:val>
                                            <p:strVal val="#ppt_x"/>
                                          </p:val>
                                        </p:tav>
                                      </p:tavLst>
                                    </p:anim>
                                    <p:anim calcmode="lin" valueType="num">
                                      <p:cBhvr additive="base">
                                        <p:cTn id="255" dur="500" fill="hold"/>
                                        <p:tgtEl>
                                          <p:spTgt spid="113"/>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114"/>
                                        </p:tgtEl>
                                        <p:attrNameLst>
                                          <p:attrName>style.visibility</p:attrName>
                                        </p:attrNameLst>
                                      </p:cBhvr>
                                      <p:to>
                                        <p:strVal val="visible"/>
                                      </p:to>
                                    </p:set>
                                    <p:anim calcmode="lin" valueType="num">
                                      <p:cBhvr additive="base">
                                        <p:cTn id="258" dur="500" fill="hold"/>
                                        <p:tgtEl>
                                          <p:spTgt spid="114"/>
                                        </p:tgtEl>
                                        <p:attrNameLst>
                                          <p:attrName>ppt_x</p:attrName>
                                        </p:attrNameLst>
                                      </p:cBhvr>
                                      <p:tavLst>
                                        <p:tav tm="0">
                                          <p:val>
                                            <p:strVal val="0-#ppt_w/2"/>
                                          </p:val>
                                        </p:tav>
                                        <p:tav tm="100000">
                                          <p:val>
                                            <p:strVal val="#ppt_x"/>
                                          </p:val>
                                        </p:tav>
                                      </p:tavLst>
                                    </p:anim>
                                    <p:anim calcmode="lin" valueType="num">
                                      <p:cBhvr additive="base">
                                        <p:cTn id="259" dur="500" fill="hold"/>
                                        <p:tgtEl>
                                          <p:spTgt spid="114"/>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115"/>
                                        </p:tgtEl>
                                        <p:attrNameLst>
                                          <p:attrName>style.visibility</p:attrName>
                                        </p:attrNameLst>
                                      </p:cBhvr>
                                      <p:to>
                                        <p:strVal val="visible"/>
                                      </p:to>
                                    </p:set>
                                    <p:anim calcmode="lin" valueType="num">
                                      <p:cBhvr additive="base">
                                        <p:cTn id="262" dur="500" fill="hold"/>
                                        <p:tgtEl>
                                          <p:spTgt spid="115"/>
                                        </p:tgtEl>
                                        <p:attrNameLst>
                                          <p:attrName>ppt_x</p:attrName>
                                        </p:attrNameLst>
                                      </p:cBhvr>
                                      <p:tavLst>
                                        <p:tav tm="0">
                                          <p:val>
                                            <p:strVal val="#ppt_x"/>
                                          </p:val>
                                        </p:tav>
                                        <p:tav tm="100000">
                                          <p:val>
                                            <p:strVal val="#ppt_x"/>
                                          </p:val>
                                        </p:tav>
                                      </p:tavLst>
                                    </p:anim>
                                    <p:anim calcmode="lin" valueType="num">
                                      <p:cBhvr additive="base">
                                        <p:cTn id="263" dur="500" fill="hold"/>
                                        <p:tgtEl>
                                          <p:spTgt spid="115"/>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116"/>
                                        </p:tgtEl>
                                        <p:attrNameLst>
                                          <p:attrName>style.visibility</p:attrName>
                                        </p:attrNameLst>
                                      </p:cBhvr>
                                      <p:to>
                                        <p:strVal val="visible"/>
                                      </p:to>
                                    </p:set>
                                    <p:anim calcmode="lin" valueType="num">
                                      <p:cBhvr additive="base">
                                        <p:cTn id="266" dur="500" fill="hold"/>
                                        <p:tgtEl>
                                          <p:spTgt spid="116"/>
                                        </p:tgtEl>
                                        <p:attrNameLst>
                                          <p:attrName>ppt_x</p:attrName>
                                        </p:attrNameLst>
                                      </p:cBhvr>
                                      <p:tavLst>
                                        <p:tav tm="0">
                                          <p:val>
                                            <p:strVal val="#ppt_x"/>
                                          </p:val>
                                        </p:tav>
                                        <p:tav tm="100000">
                                          <p:val>
                                            <p:strVal val="#ppt_x"/>
                                          </p:val>
                                        </p:tav>
                                      </p:tavLst>
                                    </p:anim>
                                    <p:anim calcmode="lin" valueType="num">
                                      <p:cBhvr additive="base">
                                        <p:cTn id="267" dur="500" fill="hold"/>
                                        <p:tgtEl>
                                          <p:spTgt spid="116"/>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117"/>
                                        </p:tgtEl>
                                        <p:attrNameLst>
                                          <p:attrName>style.visibility</p:attrName>
                                        </p:attrNameLst>
                                      </p:cBhvr>
                                      <p:to>
                                        <p:strVal val="visible"/>
                                      </p:to>
                                    </p:set>
                                    <p:anim calcmode="lin" valueType="num">
                                      <p:cBhvr additive="base">
                                        <p:cTn id="270" dur="500" fill="hold"/>
                                        <p:tgtEl>
                                          <p:spTgt spid="117"/>
                                        </p:tgtEl>
                                        <p:attrNameLst>
                                          <p:attrName>ppt_x</p:attrName>
                                        </p:attrNameLst>
                                      </p:cBhvr>
                                      <p:tavLst>
                                        <p:tav tm="0">
                                          <p:val>
                                            <p:strVal val="#ppt_x"/>
                                          </p:val>
                                        </p:tav>
                                        <p:tav tm="100000">
                                          <p:val>
                                            <p:strVal val="#ppt_x"/>
                                          </p:val>
                                        </p:tav>
                                      </p:tavLst>
                                    </p:anim>
                                    <p:anim calcmode="lin" valueType="num">
                                      <p:cBhvr additive="base">
                                        <p:cTn id="271" dur="500" fill="hold"/>
                                        <p:tgtEl>
                                          <p:spTgt spid="117"/>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118"/>
                                        </p:tgtEl>
                                        <p:attrNameLst>
                                          <p:attrName>style.visibility</p:attrName>
                                        </p:attrNameLst>
                                      </p:cBhvr>
                                      <p:to>
                                        <p:strVal val="visible"/>
                                      </p:to>
                                    </p:set>
                                    <p:anim calcmode="lin" valueType="num">
                                      <p:cBhvr additive="base">
                                        <p:cTn id="274" dur="500" fill="hold"/>
                                        <p:tgtEl>
                                          <p:spTgt spid="118"/>
                                        </p:tgtEl>
                                        <p:attrNameLst>
                                          <p:attrName>ppt_x</p:attrName>
                                        </p:attrNameLst>
                                      </p:cBhvr>
                                      <p:tavLst>
                                        <p:tav tm="0">
                                          <p:val>
                                            <p:strVal val="0-#ppt_w/2"/>
                                          </p:val>
                                        </p:tav>
                                        <p:tav tm="100000">
                                          <p:val>
                                            <p:strVal val="#ppt_x"/>
                                          </p:val>
                                        </p:tav>
                                      </p:tavLst>
                                    </p:anim>
                                    <p:anim calcmode="lin" valueType="num">
                                      <p:cBhvr additive="base">
                                        <p:cTn id="275" dur="500" fill="hold"/>
                                        <p:tgtEl>
                                          <p:spTgt spid="118"/>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119"/>
                                        </p:tgtEl>
                                        <p:attrNameLst>
                                          <p:attrName>style.visibility</p:attrName>
                                        </p:attrNameLst>
                                      </p:cBhvr>
                                      <p:to>
                                        <p:strVal val="visible"/>
                                      </p:to>
                                    </p:set>
                                    <p:anim calcmode="lin" valueType="num">
                                      <p:cBhvr additive="base">
                                        <p:cTn id="278" dur="500" fill="hold"/>
                                        <p:tgtEl>
                                          <p:spTgt spid="119"/>
                                        </p:tgtEl>
                                        <p:attrNameLst>
                                          <p:attrName>ppt_x</p:attrName>
                                        </p:attrNameLst>
                                      </p:cBhvr>
                                      <p:tavLst>
                                        <p:tav tm="0">
                                          <p:val>
                                            <p:strVal val="#ppt_x"/>
                                          </p:val>
                                        </p:tav>
                                        <p:tav tm="100000">
                                          <p:val>
                                            <p:strVal val="#ppt_x"/>
                                          </p:val>
                                        </p:tav>
                                      </p:tavLst>
                                    </p:anim>
                                    <p:anim calcmode="lin" valueType="num">
                                      <p:cBhvr additive="base">
                                        <p:cTn id="279" dur="500" fill="hold"/>
                                        <p:tgtEl>
                                          <p:spTgt spid="119"/>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120"/>
                                        </p:tgtEl>
                                        <p:attrNameLst>
                                          <p:attrName>style.visibility</p:attrName>
                                        </p:attrNameLst>
                                      </p:cBhvr>
                                      <p:to>
                                        <p:strVal val="visible"/>
                                      </p:to>
                                    </p:set>
                                    <p:anim calcmode="lin" valueType="num">
                                      <p:cBhvr additive="base">
                                        <p:cTn id="282" dur="500" fill="hold"/>
                                        <p:tgtEl>
                                          <p:spTgt spid="120"/>
                                        </p:tgtEl>
                                        <p:attrNameLst>
                                          <p:attrName>ppt_x</p:attrName>
                                        </p:attrNameLst>
                                      </p:cBhvr>
                                      <p:tavLst>
                                        <p:tav tm="0">
                                          <p:val>
                                            <p:strVal val="#ppt_x"/>
                                          </p:val>
                                        </p:tav>
                                        <p:tav tm="100000">
                                          <p:val>
                                            <p:strVal val="#ppt_x"/>
                                          </p:val>
                                        </p:tav>
                                      </p:tavLst>
                                    </p:anim>
                                    <p:anim calcmode="lin" valueType="num">
                                      <p:cBhvr additive="base">
                                        <p:cTn id="283" dur="500" fill="hold"/>
                                        <p:tgtEl>
                                          <p:spTgt spid="120"/>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121"/>
                                        </p:tgtEl>
                                        <p:attrNameLst>
                                          <p:attrName>style.visibility</p:attrName>
                                        </p:attrNameLst>
                                      </p:cBhvr>
                                      <p:to>
                                        <p:strVal val="visible"/>
                                      </p:to>
                                    </p:set>
                                    <p:anim calcmode="lin" valueType="num">
                                      <p:cBhvr additive="base">
                                        <p:cTn id="286" dur="500" fill="hold"/>
                                        <p:tgtEl>
                                          <p:spTgt spid="121"/>
                                        </p:tgtEl>
                                        <p:attrNameLst>
                                          <p:attrName>ppt_x</p:attrName>
                                        </p:attrNameLst>
                                      </p:cBhvr>
                                      <p:tavLst>
                                        <p:tav tm="0">
                                          <p:val>
                                            <p:strVal val="#ppt_x"/>
                                          </p:val>
                                        </p:tav>
                                        <p:tav tm="100000">
                                          <p:val>
                                            <p:strVal val="#ppt_x"/>
                                          </p:val>
                                        </p:tav>
                                      </p:tavLst>
                                    </p:anim>
                                    <p:anim calcmode="lin" valueType="num">
                                      <p:cBhvr additive="base">
                                        <p:cTn id="287" dur="500" fill="hold"/>
                                        <p:tgtEl>
                                          <p:spTgt spid="121"/>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122"/>
                                        </p:tgtEl>
                                        <p:attrNameLst>
                                          <p:attrName>style.visibility</p:attrName>
                                        </p:attrNameLst>
                                      </p:cBhvr>
                                      <p:to>
                                        <p:strVal val="visible"/>
                                      </p:to>
                                    </p:set>
                                    <p:anim calcmode="lin" valueType="num">
                                      <p:cBhvr additive="base">
                                        <p:cTn id="290" dur="500" fill="hold"/>
                                        <p:tgtEl>
                                          <p:spTgt spid="122"/>
                                        </p:tgtEl>
                                        <p:attrNameLst>
                                          <p:attrName>ppt_x</p:attrName>
                                        </p:attrNameLst>
                                      </p:cBhvr>
                                      <p:tavLst>
                                        <p:tav tm="0">
                                          <p:val>
                                            <p:strVal val="#ppt_x"/>
                                          </p:val>
                                        </p:tav>
                                        <p:tav tm="100000">
                                          <p:val>
                                            <p:strVal val="#ppt_x"/>
                                          </p:val>
                                        </p:tav>
                                      </p:tavLst>
                                    </p:anim>
                                    <p:anim calcmode="lin" valueType="num">
                                      <p:cBhvr additive="base">
                                        <p:cTn id="291" dur="500" fill="hold"/>
                                        <p:tgtEl>
                                          <p:spTgt spid="122"/>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123"/>
                                        </p:tgtEl>
                                        <p:attrNameLst>
                                          <p:attrName>style.visibility</p:attrName>
                                        </p:attrNameLst>
                                      </p:cBhvr>
                                      <p:to>
                                        <p:strVal val="visible"/>
                                      </p:to>
                                    </p:set>
                                    <p:anim calcmode="lin" valueType="num">
                                      <p:cBhvr additive="base">
                                        <p:cTn id="294" dur="500" fill="hold"/>
                                        <p:tgtEl>
                                          <p:spTgt spid="123"/>
                                        </p:tgtEl>
                                        <p:attrNameLst>
                                          <p:attrName>ppt_x</p:attrName>
                                        </p:attrNameLst>
                                      </p:cBhvr>
                                      <p:tavLst>
                                        <p:tav tm="0">
                                          <p:val>
                                            <p:strVal val="#ppt_x"/>
                                          </p:val>
                                        </p:tav>
                                        <p:tav tm="100000">
                                          <p:val>
                                            <p:strVal val="#ppt_x"/>
                                          </p:val>
                                        </p:tav>
                                      </p:tavLst>
                                    </p:anim>
                                    <p:anim calcmode="lin" valueType="num">
                                      <p:cBhvr additive="base">
                                        <p:cTn id="295" dur="500" fill="hold"/>
                                        <p:tgtEl>
                                          <p:spTgt spid="123"/>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124"/>
                                        </p:tgtEl>
                                        <p:attrNameLst>
                                          <p:attrName>style.visibility</p:attrName>
                                        </p:attrNameLst>
                                      </p:cBhvr>
                                      <p:to>
                                        <p:strVal val="visible"/>
                                      </p:to>
                                    </p:set>
                                    <p:anim calcmode="lin" valueType="num">
                                      <p:cBhvr additive="base">
                                        <p:cTn id="298" dur="500" fill="hold"/>
                                        <p:tgtEl>
                                          <p:spTgt spid="124"/>
                                        </p:tgtEl>
                                        <p:attrNameLst>
                                          <p:attrName>ppt_x</p:attrName>
                                        </p:attrNameLst>
                                      </p:cBhvr>
                                      <p:tavLst>
                                        <p:tav tm="0">
                                          <p:val>
                                            <p:strVal val="#ppt_x"/>
                                          </p:val>
                                        </p:tav>
                                        <p:tav tm="100000">
                                          <p:val>
                                            <p:strVal val="#ppt_x"/>
                                          </p:val>
                                        </p:tav>
                                      </p:tavLst>
                                    </p:anim>
                                    <p:anim calcmode="lin" valueType="num">
                                      <p:cBhvr additive="base">
                                        <p:cTn id="299" dur="500" fill="hold"/>
                                        <p:tgtEl>
                                          <p:spTgt spid="124"/>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125"/>
                                        </p:tgtEl>
                                        <p:attrNameLst>
                                          <p:attrName>style.visibility</p:attrName>
                                        </p:attrNameLst>
                                      </p:cBhvr>
                                      <p:to>
                                        <p:strVal val="visible"/>
                                      </p:to>
                                    </p:set>
                                    <p:anim calcmode="lin" valueType="num">
                                      <p:cBhvr additive="base">
                                        <p:cTn id="302" dur="500" fill="hold"/>
                                        <p:tgtEl>
                                          <p:spTgt spid="125"/>
                                        </p:tgtEl>
                                        <p:attrNameLst>
                                          <p:attrName>ppt_x</p:attrName>
                                        </p:attrNameLst>
                                      </p:cBhvr>
                                      <p:tavLst>
                                        <p:tav tm="0">
                                          <p:val>
                                            <p:strVal val="#ppt_x"/>
                                          </p:val>
                                        </p:tav>
                                        <p:tav tm="100000">
                                          <p:val>
                                            <p:strVal val="#ppt_x"/>
                                          </p:val>
                                        </p:tav>
                                      </p:tavLst>
                                    </p:anim>
                                    <p:anim calcmode="lin" valueType="num">
                                      <p:cBhvr additive="base">
                                        <p:cTn id="303" dur="500" fill="hold"/>
                                        <p:tgtEl>
                                          <p:spTgt spid="125"/>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126"/>
                                        </p:tgtEl>
                                        <p:attrNameLst>
                                          <p:attrName>style.visibility</p:attrName>
                                        </p:attrNameLst>
                                      </p:cBhvr>
                                      <p:to>
                                        <p:strVal val="visible"/>
                                      </p:to>
                                    </p:set>
                                    <p:anim calcmode="lin" valueType="num">
                                      <p:cBhvr additive="base">
                                        <p:cTn id="306" dur="500" fill="hold"/>
                                        <p:tgtEl>
                                          <p:spTgt spid="126"/>
                                        </p:tgtEl>
                                        <p:attrNameLst>
                                          <p:attrName>ppt_x</p:attrName>
                                        </p:attrNameLst>
                                      </p:cBhvr>
                                      <p:tavLst>
                                        <p:tav tm="0">
                                          <p:val>
                                            <p:strVal val="#ppt_x"/>
                                          </p:val>
                                        </p:tav>
                                        <p:tav tm="100000">
                                          <p:val>
                                            <p:strVal val="#ppt_x"/>
                                          </p:val>
                                        </p:tav>
                                      </p:tavLst>
                                    </p:anim>
                                    <p:anim calcmode="lin" valueType="num">
                                      <p:cBhvr additive="base">
                                        <p:cTn id="307" dur="500" fill="hold"/>
                                        <p:tgtEl>
                                          <p:spTgt spid="126"/>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127"/>
                                        </p:tgtEl>
                                        <p:attrNameLst>
                                          <p:attrName>style.visibility</p:attrName>
                                        </p:attrNameLst>
                                      </p:cBhvr>
                                      <p:to>
                                        <p:strVal val="visible"/>
                                      </p:to>
                                    </p:set>
                                    <p:anim calcmode="lin" valueType="num">
                                      <p:cBhvr additive="base">
                                        <p:cTn id="310" dur="500" fill="hold"/>
                                        <p:tgtEl>
                                          <p:spTgt spid="127"/>
                                        </p:tgtEl>
                                        <p:attrNameLst>
                                          <p:attrName>ppt_x</p:attrName>
                                        </p:attrNameLst>
                                      </p:cBhvr>
                                      <p:tavLst>
                                        <p:tav tm="0">
                                          <p:val>
                                            <p:strVal val="#ppt_x"/>
                                          </p:val>
                                        </p:tav>
                                        <p:tav tm="100000">
                                          <p:val>
                                            <p:strVal val="#ppt_x"/>
                                          </p:val>
                                        </p:tav>
                                      </p:tavLst>
                                    </p:anim>
                                    <p:anim calcmode="lin" valueType="num">
                                      <p:cBhvr additive="base">
                                        <p:cTn id="311" dur="500" fill="hold"/>
                                        <p:tgtEl>
                                          <p:spTgt spid="127"/>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128"/>
                                        </p:tgtEl>
                                        <p:attrNameLst>
                                          <p:attrName>style.visibility</p:attrName>
                                        </p:attrNameLst>
                                      </p:cBhvr>
                                      <p:to>
                                        <p:strVal val="visible"/>
                                      </p:to>
                                    </p:set>
                                    <p:anim calcmode="lin" valueType="num">
                                      <p:cBhvr additive="base">
                                        <p:cTn id="314" dur="500" fill="hold"/>
                                        <p:tgtEl>
                                          <p:spTgt spid="128"/>
                                        </p:tgtEl>
                                        <p:attrNameLst>
                                          <p:attrName>ppt_x</p:attrName>
                                        </p:attrNameLst>
                                      </p:cBhvr>
                                      <p:tavLst>
                                        <p:tav tm="0">
                                          <p:val>
                                            <p:strVal val="#ppt_x"/>
                                          </p:val>
                                        </p:tav>
                                        <p:tav tm="100000">
                                          <p:val>
                                            <p:strVal val="#ppt_x"/>
                                          </p:val>
                                        </p:tav>
                                      </p:tavLst>
                                    </p:anim>
                                    <p:anim calcmode="lin" valueType="num">
                                      <p:cBhvr additive="base">
                                        <p:cTn id="315" dur="500" fill="hold"/>
                                        <p:tgtEl>
                                          <p:spTgt spid="128"/>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129"/>
                                        </p:tgtEl>
                                        <p:attrNameLst>
                                          <p:attrName>style.visibility</p:attrName>
                                        </p:attrNameLst>
                                      </p:cBhvr>
                                      <p:to>
                                        <p:strVal val="visible"/>
                                      </p:to>
                                    </p:set>
                                    <p:anim calcmode="lin" valueType="num">
                                      <p:cBhvr additive="base">
                                        <p:cTn id="318" dur="500" fill="hold"/>
                                        <p:tgtEl>
                                          <p:spTgt spid="129"/>
                                        </p:tgtEl>
                                        <p:attrNameLst>
                                          <p:attrName>ppt_x</p:attrName>
                                        </p:attrNameLst>
                                      </p:cBhvr>
                                      <p:tavLst>
                                        <p:tav tm="0">
                                          <p:val>
                                            <p:strVal val="#ppt_x"/>
                                          </p:val>
                                        </p:tav>
                                        <p:tav tm="100000">
                                          <p:val>
                                            <p:strVal val="#ppt_x"/>
                                          </p:val>
                                        </p:tav>
                                      </p:tavLst>
                                    </p:anim>
                                    <p:anim calcmode="lin" valueType="num">
                                      <p:cBhvr additive="base">
                                        <p:cTn id="319" dur="500" fill="hold"/>
                                        <p:tgtEl>
                                          <p:spTgt spid="129"/>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130"/>
                                        </p:tgtEl>
                                        <p:attrNameLst>
                                          <p:attrName>style.visibility</p:attrName>
                                        </p:attrNameLst>
                                      </p:cBhvr>
                                      <p:to>
                                        <p:strVal val="visible"/>
                                      </p:to>
                                    </p:set>
                                    <p:anim calcmode="lin" valueType="num">
                                      <p:cBhvr additive="base">
                                        <p:cTn id="322" dur="500" fill="hold"/>
                                        <p:tgtEl>
                                          <p:spTgt spid="130"/>
                                        </p:tgtEl>
                                        <p:attrNameLst>
                                          <p:attrName>ppt_x</p:attrName>
                                        </p:attrNameLst>
                                      </p:cBhvr>
                                      <p:tavLst>
                                        <p:tav tm="0">
                                          <p:val>
                                            <p:strVal val="#ppt_x"/>
                                          </p:val>
                                        </p:tav>
                                        <p:tav tm="100000">
                                          <p:val>
                                            <p:strVal val="#ppt_x"/>
                                          </p:val>
                                        </p:tav>
                                      </p:tavLst>
                                    </p:anim>
                                    <p:anim calcmode="lin" valueType="num">
                                      <p:cBhvr additive="base">
                                        <p:cTn id="323" dur="500" fill="hold"/>
                                        <p:tgtEl>
                                          <p:spTgt spid="130"/>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131"/>
                                        </p:tgtEl>
                                        <p:attrNameLst>
                                          <p:attrName>style.visibility</p:attrName>
                                        </p:attrNameLst>
                                      </p:cBhvr>
                                      <p:to>
                                        <p:strVal val="visible"/>
                                      </p:to>
                                    </p:set>
                                    <p:anim calcmode="lin" valueType="num">
                                      <p:cBhvr additive="base">
                                        <p:cTn id="326" dur="500" fill="hold"/>
                                        <p:tgtEl>
                                          <p:spTgt spid="131"/>
                                        </p:tgtEl>
                                        <p:attrNameLst>
                                          <p:attrName>ppt_x</p:attrName>
                                        </p:attrNameLst>
                                      </p:cBhvr>
                                      <p:tavLst>
                                        <p:tav tm="0">
                                          <p:val>
                                            <p:strVal val="#ppt_x"/>
                                          </p:val>
                                        </p:tav>
                                        <p:tav tm="100000">
                                          <p:val>
                                            <p:strVal val="#ppt_x"/>
                                          </p:val>
                                        </p:tav>
                                      </p:tavLst>
                                    </p:anim>
                                    <p:anim calcmode="lin" valueType="num">
                                      <p:cBhvr additive="base">
                                        <p:cTn id="327" dur="500" fill="hold"/>
                                        <p:tgtEl>
                                          <p:spTgt spid="131"/>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32"/>
                                        </p:tgtEl>
                                        <p:attrNameLst>
                                          <p:attrName>style.visibility</p:attrName>
                                        </p:attrNameLst>
                                      </p:cBhvr>
                                      <p:to>
                                        <p:strVal val="visible"/>
                                      </p:to>
                                    </p:set>
                                    <p:anim calcmode="lin" valueType="num">
                                      <p:cBhvr additive="base">
                                        <p:cTn id="330" dur="500" fill="hold"/>
                                        <p:tgtEl>
                                          <p:spTgt spid="132"/>
                                        </p:tgtEl>
                                        <p:attrNameLst>
                                          <p:attrName>ppt_x</p:attrName>
                                        </p:attrNameLst>
                                      </p:cBhvr>
                                      <p:tavLst>
                                        <p:tav tm="0">
                                          <p:val>
                                            <p:strVal val="#ppt_x"/>
                                          </p:val>
                                        </p:tav>
                                        <p:tav tm="100000">
                                          <p:val>
                                            <p:strVal val="#ppt_x"/>
                                          </p:val>
                                        </p:tav>
                                      </p:tavLst>
                                    </p:anim>
                                    <p:anim calcmode="lin" valueType="num">
                                      <p:cBhvr additive="base">
                                        <p:cTn id="331" dur="500" fill="hold"/>
                                        <p:tgtEl>
                                          <p:spTgt spid="132"/>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33"/>
                                        </p:tgtEl>
                                        <p:attrNameLst>
                                          <p:attrName>style.visibility</p:attrName>
                                        </p:attrNameLst>
                                      </p:cBhvr>
                                      <p:to>
                                        <p:strVal val="visible"/>
                                      </p:to>
                                    </p:set>
                                    <p:anim calcmode="lin" valueType="num">
                                      <p:cBhvr additive="base">
                                        <p:cTn id="334" dur="500" fill="hold"/>
                                        <p:tgtEl>
                                          <p:spTgt spid="133"/>
                                        </p:tgtEl>
                                        <p:attrNameLst>
                                          <p:attrName>ppt_x</p:attrName>
                                        </p:attrNameLst>
                                      </p:cBhvr>
                                      <p:tavLst>
                                        <p:tav tm="0">
                                          <p:val>
                                            <p:strVal val="#ppt_x"/>
                                          </p:val>
                                        </p:tav>
                                        <p:tav tm="100000">
                                          <p:val>
                                            <p:strVal val="#ppt_x"/>
                                          </p:val>
                                        </p:tav>
                                      </p:tavLst>
                                    </p:anim>
                                    <p:anim calcmode="lin" valueType="num">
                                      <p:cBhvr additive="base">
                                        <p:cTn id="335" dur="500" fill="hold"/>
                                        <p:tgtEl>
                                          <p:spTgt spid="133"/>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34"/>
                                        </p:tgtEl>
                                        <p:attrNameLst>
                                          <p:attrName>style.visibility</p:attrName>
                                        </p:attrNameLst>
                                      </p:cBhvr>
                                      <p:to>
                                        <p:strVal val="visible"/>
                                      </p:to>
                                    </p:set>
                                    <p:anim calcmode="lin" valueType="num">
                                      <p:cBhvr additive="base">
                                        <p:cTn id="338" dur="500" fill="hold"/>
                                        <p:tgtEl>
                                          <p:spTgt spid="134"/>
                                        </p:tgtEl>
                                        <p:attrNameLst>
                                          <p:attrName>ppt_x</p:attrName>
                                        </p:attrNameLst>
                                      </p:cBhvr>
                                      <p:tavLst>
                                        <p:tav tm="0">
                                          <p:val>
                                            <p:strVal val="#ppt_x"/>
                                          </p:val>
                                        </p:tav>
                                        <p:tav tm="100000">
                                          <p:val>
                                            <p:strVal val="#ppt_x"/>
                                          </p:val>
                                        </p:tav>
                                      </p:tavLst>
                                    </p:anim>
                                    <p:anim calcmode="lin" valueType="num">
                                      <p:cBhvr additive="base">
                                        <p:cTn id="339" dur="500" fill="hold"/>
                                        <p:tgtEl>
                                          <p:spTgt spid="134"/>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35"/>
                                        </p:tgtEl>
                                        <p:attrNameLst>
                                          <p:attrName>style.visibility</p:attrName>
                                        </p:attrNameLst>
                                      </p:cBhvr>
                                      <p:to>
                                        <p:strVal val="visible"/>
                                      </p:to>
                                    </p:set>
                                    <p:anim calcmode="lin" valueType="num">
                                      <p:cBhvr additive="base">
                                        <p:cTn id="342" dur="500" fill="hold"/>
                                        <p:tgtEl>
                                          <p:spTgt spid="135"/>
                                        </p:tgtEl>
                                        <p:attrNameLst>
                                          <p:attrName>ppt_x</p:attrName>
                                        </p:attrNameLst>
                                      </p:cBhvr>
                                      <p:tavLst>
                                        <p:tav tm="0">
                                          <p:val>
                                            <p:strVal val="#ppt_x"/>
                                          </p:val>
                                        </p:tav>
                                        <p:tav tm="100000">
                                          <p:val>
                                            <p:strVal val="#ppt_x"/>
                                          </p:val>
                                        </p:tav>
                                      </p:tavLst>
                                    </p:anim>
                                    <p:anim calcmode="lin" valueType="num">
                                      <p:cBhvr additive="base">
                                        <p:cTn id="343" dur="500" fill="hold"/>
                                        <p:tgtEl>
                                          <p:spTgt spid="135"/>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36"/>
                                        </p:tgtEl>
                                        <p:attrNameLst>
                                          <p:attrName>style.visibility</p:attrName>
                                        </p:attrNameLst>
                                      </p:cBhvr>
                                      <p:to>
                                        <p:strVal val="visible"/>
                                      </p:to>
                                    </p:set>
                                    <p:animEffect transition="in" filter="fade">
                                      <p:cBhvr>
                                        <p:cTn id="347" dur="1000"/>
                                        <p:tgtEl>
                                          <p:spTgt spid="136"/>
                                        </p:tgtEl>
                                      </p:cBhvr>
                                    </p:animEffect>
                                    <p:anim calcmode="lin" valueType="num">
                                      <p:cBhvr>
                                        <p:cTn id="348" dur="1000" fill="hold"/>
                                        <p:tgtEl>
                                          <p:spTgt spid="136"/>
                                        </p:tgtEl>
                                        <p:attrNameLst>
                                          <p:attrName>ppt_x</p:attrName>
                                        </p:attrNameLst>
                                      </p:cBhvr>
                                      <p:tavLst>
                                        <p:tav tm="0">
                                          <p:val>
                                            <p:strVal val="#ppt_x"/>
                                          </p:val>
                                        </p:tav>
                                        <p:tav tm="100000">
                                          <p:val>
                                            <p:strVal val="#ppt_x"/>
                                          </p:val>
                                        </p:tav>
                                      </p:tavLst>
                                    </p:anim>
                                    <p:anim calcmode="lin" valueType="num">
                                      <p:cBhvr>
                                        <p:cTn id="349" dur="1000" fill="hold"/>
                                        <p:tgtEl>
                                          <p:spTgt spid="136"/>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37"/>
                                        </p:tgtEl>
                                        <p:attrNameLst>
                                          <p:attrName>style.visibility</p:attrName>
                                        </p:attrNameLst>
                                      </p:cBhvr>
                                      <p:to>
                                        <p:strVal val="visible"/>
                                      </p:to>
                                    </p:set>
                                    <p:animEffect transition="in" filter="wipe(left)">
                                      <p:cBhvr>
                                        <p:cTn id="353" dur="500"/>
                                        <p:tgtEl>
                                          <p:spTgt spid="137"/>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38"/>
                                        </p:tgtEl>
                                        <p:attrNameLst>
                                          <p:attrName>style.visibility</p:attrName>
                                        </p:attrNameLst>
                                      </p:cBhvr>
                                      <p:to>
                                        <p:strVal val="visible"/>
                                      </p:to>
                                    </p:set>
                                    <p:animEffect transition="in" filter="wipe(left)">
                                      <p:cBhvr>
                                        <p:cTn id="357" dur="500"/>
                                        <p:tgtEl>
                                          <p:spTgt spid="138"/>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39"/>
                                        </p:tgtEl>
                                        <p:attrNameLst>
                                          <p:attrName>style.visibility</p:attrName>
                                        </p:attrNameLst>
                                      </p:cBhvr>
                                      <p:to>
                                        <p:strVal val="visible"/>
                                      </p:to>
                                    </p:set>
                                    <p:animEffect transition="in" filter="wipe(left)">
                                      <p:cBhvr>
                                        <p:cTn id="360" dur="500"/>
                                        <p:tgtEl>
                                          <p:spTgt spid="139"/>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40"/>
                                        </p:tgtEl>
                                        <p:attrNameLst>
                                          <p:attrName>style.visibility</p:attrName>
                                        </p:attrNameLst>
                                      </p:cBhvr>
                                      <p:to>
                                        <p:strVal val="visible"/>
                                      </p:to>
                                    </p:set>
                                    <p:animEffect transition="in" filter="fade">
                                      <p:cBhvr>
                                        <p:cTn id="364" dur="1000"/>
                                        <p:tgtEl>
                                          <p:spTgt spid="140"/>
                                        </p:tgtEl>
                                      </p:cBhvr>
                                    </p:animEffect>
                                    <p:anim calcmode="lin" valueType="num">
                                      <p:cBhvr>
                                        <p:cTn id="365" dur="1000" fill="hold"/>
                                        <p:tgtEl>
                                          <p:spTgt spid="140"/>
                                        </p:tgtEl>
                                        <p:attrNameLst>
                                          <p:attrName>ppt_x</p:attrName>
                                        </p:attrNameLst>
                                      </p:cBhvr>
                                      <p:tavLst>
                                        <p:tav tm="0">
                                          <p:val>
                                            <p:strVal val="#ppt_x"/>
                                          </p:val>
                                        </p:tav>
                                        <p:tav tm="100000">
                                          <p:val>
                                            <p:strVal val="#ppt_x"/>
                                          </p:val>
                                        </p:tav>
                                      </p:tavLst>
                                    </p:anim>
                                    <p:anim calcmode="lin" valueType="num">
                                      <p:cBhvr>
                                        <p:cTn id="366" dur="1000" fill="hold"/>
                                        <p:tgtEl>
                                          <p:spTgt spid="140"/>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41"/>
                                        </p:tgtEl>
                                        <p:attrNameLst>
                                          <p:attrName>style.visibility</p:attrName>
                                        </p:attrNameLst>
                                      </p:cBhvr>
                                      <p:to>
                                        <p:strVal val="visible"/>
                                      </p:to>
                                    </p:set>
                                    <p:animEffect transition="in" filter="wipe(left)">
                                      <p:cBhvr>
                                        <p:cTn id="370" dur="500"/>
                                        <p:tgtEl>
                                          <p:spTgt spid="141"/>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42"/>
                                        </p:tgtEl>
                                        <p:attrNameLst>
                                          <p:attrName>style.visibility</p:attrName>
                                        </p:attrNameLst>
                                      </p:cBhvr>
                                      <p:to>
                                        <p:strVal val="visible"/>
                                      </p:to>
                                    </p:set>
                                    <p:animEffect transition="in" filter="wipe(left)">
                                      <p:cBhvr>
                                        <p:cTn id="374" dur="500"/>
                                        <p:tgtEl>
                                          <p:spTgt spid="142"/>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43"/>
                                        </p:tgtEl>
                                        <p:attrNameLst>
                                          <p:attrName>style.visibility</p:attrName>
                                        </p:attrNameLst>
                                      </p:cBhvr>
                                      <p:to>
                                        <p:strVal val="visible"/>
                                      </p:to>
                                    </p:set>
                                    <p:animEffect transition="in" filter="wipe(left)">
                                      <p:cBhvr>
                                        <p:cTn id="377" dur="500"/>
                                        <p:tgtEl>
                                          <p:spTgt spid="143"/>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44"/>
                                        </p:tgtEl>
                                        <p:attrNameLst>
                                          <p:attrName>style.visibility</p:attrName>
                                        </p:attrNameLst>
                                      </p:cBhvr>
                                      <p:to>
                                        <p:strVal val="visible"/>
                                      </p:to>
                                    </p:set>
                                    <p:animEffect transition="in" filter="fade">
                                      <p:cBhvr>
                                        <p:cTn id="381" dur="1000"/>
                                        <p:tgtEl>
                                          <p:spTgt spid="144"/>
                                        </p:tgtEl>
                                      </p:cBhvr>
                                    </p:animEffect>
                                    <p:anim calcmode="lin" valueType="num">
                                      <p:cBhvr>
                                        <p:cTn id="382" dur="1000" fill="hold"/>
                                        <p:tgtEl>
                                          <p:spTgt spid="144"/>
                                        </p:tgtEl>
                                        <p:attrNameLst>
                                          <p:attrName>ppt_x</p:attrName>
                                        </p:attrNameLst>
                                      </p:cBhvr>
                                      <p:tavLst>
                                        <p:tav tm="0">
                                          <p:val>
                                            <p:strVal val="#ppt_x"/>
                                          </p:val>
                                        </p:tav>
                                        <p:tav tm="100000">
                                          <p:val>
                                            <p:strVal val="#ppt_x"/>
                                          </p:val>
                                        </p:tav>
                                      </p:tavLst>
                                    </p:anim>
                                    <p:anim calcmode="lin" valueType="num">
                                      <p:cBhvr>
                                        <p:cTn id="383" dur="1000" fill="hold"/>
                                        <p:tgtEl>
                                          <p:spTgt spid="144"/>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45"/>
                                        </p:tgtEl>
                                        <p:attrNameLst>
                                          <p:attrName>style.visibility</p:attrName>
                                        </p:attrNameLst>
                                      </p:cBhvr>
                                      <p:to>
                                        <p:strVal val="visible"/>
                                      </p:to>
                                    </p:set>
                                    <p:animEffect transition="in" filter="wipe(left)">
                                      <p:cBhvr>
                                        <p:cTn id="387" dur="500"/>
                                        <p:tgtEl>
                                          <p:spTgt spid="145"/>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46"/>
                                        </p:tgtEl>
                                        <p:attrNameLst>
                                          <p:attrName>style.visibility</p:attrName>
                                        </p:attrNameLst>
                                      </p:cBhvr>
                                      <p:to>
                                        <p:strVal val="visible"/>
                                      </p:to>
                                    </p:set>
                                    <p:animEffect transition="in" filter="wipe(left)">
                                      <p:cBhvr>
                                        <p:cTn id="391" dur="500"/>
                                        <p:tgtEl>
                                          <p:spTgt spid="146"/>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47"/>
                                        </p:tgtEl>
                                        <p:attrNameLst>
                                          <p:attrName>style.visibility</p:attrName>
                                        </p:attrNameLst>
                                      </p:cBhvr>
                                      <p:to>
                                        <p:strVal val="visible"/>
                                      </p:to>
                                    </p:set>
                                    <p:animEffect transition="in" filter="wipe(left)">
                                      <p:cBhvr>
                                        <p:cTn id="394"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73" grpId="0" animBg="1"/>
      <p:bldP spid="74" grpId="0" animBg="1"/>
      <p:bldP spid="75" grpId="0" animBg="1"/>
      <p:bldP spid="76" grpId="0" animBg="1"/>
      <p:bldP spid="77" grpId="0" animBg="1"/>
      <p:bldP spid="78" grpId="0" animBg="1"/>
      <p:bldP spid="79" grpId="0" animBg="1"/>
      <p:bldP spid="84" grpId="0" animBg="1"/>
      <p:bldP spid="85"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8" grpId="0"/>
      <p:bldP spid="139" grpId="0"/>
      <p:bldP spid="140" grpId="0" animBg="1"/>
      <p:bldP spid="142" grpId="0"/>
      <p:bldP spid="143" grpId="0"/>
      <p:bldP spid="144" grpId="0" animBg="1"/>
      <p:bldP spid="146" grpId="0"/>
      <p:bldP spid="1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4892558" y="972607"/>
            <a:ext cx="2448272" cy="244827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标题 4"/>
          <p:cNvSpPr txBox="1"/>
          <p:nvPr/>
        </p:nvSpPr>
        <p:spPr>
          <a:xfrm>
            <a:off x="4945459" y="2780928"/>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chemeClr val="bg1"/>
                </a:solidFill>
                <a:latin typeface="微软雅黑" panose="020B0503020204020204" pitchFamily="34" charset="-122"/>
                <a:ea typeface="微软雅黑" panose="020B0503020204020204" pitchFamily="34" charset="-122"/>
              </a:rPr>
              <a:t>第二章</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67" name="椭圆 66"/>
          <p:cNvSpPr/>
          <p:nvPr/>
        </p:nvSpPr>
        <p:spPr>
          <a:xfrm>
            <a:off x="4996314" y="1076363"/>
            <a:ext cx="2240761" cy="224076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3" name="图片 42" descr="8b2aa8cd0ee32ba7e508288bd027fd0c"/>
          <p:cNvPicPr>
            <a:picLocks noChangeAspect="1"/>
          </p:cNvPicPr>
          <p:nvPr/>
        </p:nvPicPr>
        <p:blipFill>
          <a:blip r:embed="rId1"/>
          <a:stretch>
            <a:fillRect/>
          </a:stretch>
        </p:blipFill>
        <p:spPr>
          <a:xfrm>
            <a:off x="5124450" y="836930"/>
            <a:ext cx="2019300" cy="2107565"/>
          </a:xfrm>
          <a:prstGeom prst="rect">
            <a:avLst/>
          </a:prstGeom>
        </p:spPr>
      </p:pic>
      <p:grpSp>
        <p:nvGrpSpPr>
          <p:cNvPr id="3" name="组合 2"/>
          <p:cNvGrpSpPr/>
          <p:nvPr/>
        </p:nvGrpSpPr>
        <p:grpSpPr>
          <a:xfrm>
            <a:off x="4808413" y="4406540"/>
            <a:ext cx="1436675" cy="227965"/>
            <a:chOff x="4369395" y="3284984"/>
            <a:chExt cx="1436675" cy="227965"/>
          </a:xfrm>
        </p:grpSpPr>
        <p:sp>
          <p:nvSpPr>
            <p:cNvPr id="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69395" y="3316401"/>
              <a:ext cx="168551" cy="168551"/>
              <a:chOff x="5005199" y="3717032"/>
              <a:chExt cx="168551" cy="168551"/>
            </a:xfrm>
          </p:grpSpPr>
          <p:sp>
            <p:nvSpPr>
              <p:cNvPr id="6" name="椭圆 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7" name="等腰三角形 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8" name="组合 7"/>
          <p:cNvGrpSpPr/>
          <p:nvPr/>
        </p:nvGrpSpPr>
        <p:grpSpPr>
          <a:xfrm>
            <a:off x="6461112" y="4406540"/>
            <a:ext cx="1436675" cy="227965"/>
            <a:chOff x="4369395" y="3284984"/>
            <a:chExt cx="1436675" cy="227965"/>
          </a:xfrm>
        </p:grpSpPr>
        <p:sp>
          <p:nvSpPr>
            <p:cNvPr id="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69395" y="3316401"/>
              <a:ext cx="168551" cy="168551"/>
              <a:chOff x="5005199" y="3717032"/>
              <a:chExt cx="168551" cy="168551"/>
            </a:xfrm>
          </p:grpSpPr>
          <p:sp>
            <p:nvSpPr>
              <p:cNvPr id="11" name="椭圆 1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2" name="等腰三角形 1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3" name="组合 12"/>
          <p:cNvGrpSpPr/>
          <p:nvPr/>
        </p:nvGrpSpPr>
        <p:grpSpPr>
          <a:xfrm>
            <a:off x="4808413" y="4797732"/>
            <a:ext cx="1436675" cy="227965"/>
            <a:chOff x="4369395" y="3284984"/>
            <a:chExt cx="1436675" cy="227965"/>
          </a:xfrm>
        </p:grpSpPr>
        <p:sp>
          <p:nvSpPr>
            <p:cNvPr id="1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369395" y="3316401"/>
              <a:ext cx="168551" cy="168551"/>
              <a:chOff x="5005199" y="3717032"/>
              <a:chExt cx="168551" cy="168551"/>
            </a:xfrm>
          </p:grpSpPr>
          <p:sp>
            <p:nvSpPr>
              <p:cNvPr id="16" name="椭圆 1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7" name="等腰三角形 1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8" name="组合 17"/>
          <p:cNvGrpSpPr/>
          <p:nvPr/>
        </p:nvGrpSpPr>
        <p:grpSpPr>
          <a:xfrm>
            <a:off x="6461112" y="4797152"/>
            <a:ext cx="1436675" cy="227965"/>
            <a:chOff x="4369395" y="3284984"/>
            <a:chExt cx="1436675" cy="227965"/>
          </a:xfrm>
        </p:grpSpPr>
        <p:sp>
          <p:nvSpPr>
            <p:cNvPr id="1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4369395" y="3316401"/>
              <a:ext cx="168551" cy="168551"/>
              <a:chOff x="5005199" y="3717032"/>
              <a:chExt cx="168551" cy="168551"/>
            </a:xfrm>
          </p:grpSpPr>
          <p:sp>
            <p:nvSpPr>
              <p:cNvPr id="21" name="椭圆 2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22" name="等腰三角形 2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sp>
        <p:nvSpPr>
          <p:cNvPr id="23" name="标题 4"/>
          <p:cNvSpPr txBox="1"/>
          <p:nvPr/>
        </p:nvSpPr>
        <p:spPr>
          <a:xfrm>
            <a:off x="4945459" y="3819612"/>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400" b="1" dirty="0" smtClean="0">
              <a:solidFill>
                <a:srgbClr val="2C3637"/>
              </a:soli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a:off x="4808413" y="4293096"/>
            <a:ext cx="2477306" cy="0"/>
          </a:xfrm>
          <a:prstGeom prst="line">
            <a:avLst/>
          </a:prstGeom>
          <a:ln>
            <a:solidFill>
              <a:srgbClr val="2C3637"/>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4808413" y="5139997"/>
            <a:ext cx="1436675" cy="227965"/>
            <a:chOff x="4369395" y="3284984"/>
            <a:chExt cx="1436675" cy="227965"/>
          </a:xfrm>
        </p:grpSpPr>
        <p:sp>
          <p:nvSpPr>
            <p:cNvPr id="25"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9395" y="3316401"/>
              <a:ext cx="168551" cy="168551"/>
              <a:chOff x="5005199" y="3717032"/>
              <a:chExt cx="168551" cy="168551"/>
            </a:xfrm>
          </p:grpSpPr>
          <p:sp>
            <p:nvSpPr>
              <p:cNvPr id="27" name="椭圆 2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28" name="等腰三角形 2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grpSp>
        <p:nvGrpSpPr>
          <p:cNvPr id="29" name="组合 28"/>
          <p:cNvGrpSpPr/>
          <p:nvPr/>
        </p:nvGrpSpPr>
        <p:grpSpPr>
          <a:xfrm>
            <a:off x="6461112" y="5139417"/>
            <a:ext cx="1436675" cy="227965"/>
            <a:chOff x="4369395" y="3284984"/>
            <a:chExt cx="1436675" cy="227965"/>
          </a:xfrm>
        </p:grpSpPr>
        <p:sp>
          <p:nvSpPr>
            <p:cNvPr id="42"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4369395" y="3316401"/>
              <a:ext cx="168551" cy="168551"/>
              <a:chOff x="5005199" y="3717032"/>
              <a:chExt cx="168551" cy="168551"/>
            </a:xfrm>
          </p:grpSpPr>
          <p:sp>
            <p:nvSpPr>
              <p:cNvPr id="31" name="椭圆 3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88" name="等腰三角形 8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pic>
        <p:nvPicPr>
          <p:cNvPr id="95" name="图片 94"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p:cTn id="13" dur="500" fill="hold"/>
                                        <p:tgtEl>
                                          <p:spTgt spid="67"/>
                                        </p:tgtEl>
                                        <p:attrNameLst>
                                          <p:attrName>ppt_w</p:attrName>
                                        </p:attrNameLst>
                                      </p:cBhvr>
                                      <p:tavLst>
                                        <p:tav tm="0">
                                          <p:val>
                                            <p:fltVal val="0"/>
                                          </p:val>
                                        </p:tav>
                                        <p:tav tm="100000">
                                          <p:val>
                                            <p:strVal val="#ppt_w"/>
                                          </p:val>
                                        </p:tav>
                                      </p:tavLst>
                                    </p:anim>
                                    <p:anim calcmode="lin" valueType="num">
                                      <p:cBhvr>
                                        <p:cTn id="14" dur="500" fill="hold"/>
                                        <p:tgtEl>
                                          <p:spTgt spid="67"/>
                                        </p:tgtEl>
                                        <p:attrNameLst>
                                          <p:attrName>ppt_h</p:attrName>
                                        </p:attrNameLst>
                                      </p:cBhvr>
                                      <p:tavLst>
                                        <p:tav tm="0">
                                          <p:val>
                                            <p:fltVal val="0"/>
                                          </p:val>
                                        </p:tav>
                                        <p:tav tm="100000">
                                          <p:val>
                                            <p:strVal val="#ppt_h"/>
                                          </p:val>
                                        </p:tav>
                                      </p:tavLst>
                                    </p:anim>
                                    <p:animEffect transition="in" filter="fade">
                                      <p:cBhvr>
                                        <p:cTn id="15" dur="500"/>
                                        <p:tgtEl>
                                          <p:spTgt spid="67"/>
                                        </p:tgtEl>
                                      </p:cBhvr>
                                    </p:animEffect>
                                  </p:childTnLst>
                                </p:cTn>
                              </p:par>
                              <p:par>
                                <p:cTn id="16" presetID="53" presetClass="entr" presetSubtype="16" fill="hold" grpId="0" nodeType="withEffect">
                                  <p:stCondLst>
                                    <p:cond delay="1000"/>
                                  </p:stCondLst>
                                  <p:iterate type="lt">
                                    <p:tmPct val="0"/>
                                  </p:iterate>
                                  <p:childTnLst>
                                    <p:set>
                                      <p:cBhvr>
                                        <p:cTn id="17" dur="1" fill="hold">
                                          <p:stCondLst>
                                            <p:cond delay="0"/>
                                          </p:stCondLst>
                                        </p:cTn>
                                        <p:tgtEl>
                                          <p:spTgt spid="66"/>
                                        </p:tgtEl>
                                        <p:attrNameLst>
                                          <p:attrName>style.visibility</p:attrName>
                                        </p:attrNameLst>
                                      </p:cBhvr>
                                      <p:to>
                                        <p:strVal val="visible"/>
                                      </p:to>
                                    </p:set>
                                    <p:anim calcmode="lin" valueType="num">
                                      <p:cBhvr>
                                        <p:cTn id="18" dur="500" fill="hold"/>
                                        <p:tgtEl>
                                          <p:spTgt spid="66"/>
                                        </p:tgtEl>
                                        <p:attrNameLst>
                                          <p:attrName>ppt_w</p:attrName>
                                        </p:attrNameLst>
                                      </p:cBhvr>
                                      <p:tavLst>
                                        <p:tav tm="0">
                                          <p:val>
                                            <p:fltVal val="0"/>
                                          </p:val>
                                        </p:tav>
                                        <p:tav tm="100000">
                                          <p:val>
                                            <p:strVal val="#ppt_w"/>
                                          </p:val>
                                        </p:tav>
                                      </p:tavLst>
                                    </p:anim>
                                    <p:anim calcmode="lin" valueType="num">
                                      <p:cBhvr>
                                        <p:cTn id="19" dur="500" fill="hold"/>
                                        <p:tgtEl>
                                          <p:spTgt spid="66"/>
                                        </p:tgtEl>
                                        <p:attrNameLst>
                                          <p:attrName>ppt_h</p:attrName>
                                        </p:attrNameLst>
                                      </p:cBhvr>
                                      <p:tavLst>
                                        <p:tav tm="0">
                                          <p:val>
                                            <p:fltVal val="0"/>
                                          </p:val>
                                        </p:tav>
                                        <p:tav tm="100000">
                                          <p:val>
                                            <p:strVal val="#ppt_h"/>
                                          </p:val>
                                        </p:tav>
                                      </p:tavLst>
                                    </p:anim>
                                    <p:animEffect transition="in" filter="fade">
                                      <p:cBhvr>
                                        <p:cTn id="20" dur="500"/>
                                        <p:tgtEl>
                                          <p:spTgt spid="66"/>
                                        </p:tgtEl>
                                      </p:cBhvr>
                                    </p:animEffect>
                                  </p:childTnLst>
                                </p:cTn>
                              </p:par>
                            </p:childTnLst>
                          </p:cTn>
                        </p:par>
                        <p:par>
                          <p:cTn id="21" fill="hold">
                            <p:stCondLst>
                              <p:cond delay="2500"/>
                            </p:stCondLst>
                            <p:childTnLst>
                              <p:par>
                                <p:cTn id="22" presetID="10" presetClass="entr" presetSubtype="0" fill="hold" grpId="1" nodeType="after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fade">
                                      <p:cBhvr>
                                        <p:cTn id="33" dur="500"/>
                                        <p:tgtEl>
                                          <p:spTgt spid="59"/>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fade">
                                      <p:cBhvr>
                                        <p:cTn id="36" dur="500"/>
                                        <p:tgtEl>
                                          <p:spTgt spid="60"/>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par>
                                <p:cTn id="46" presetID="10" presetClass="entr" presetSubtype="0" fill="hold" grpId="1" nodeType="with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grpId="1" nodeType="with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fade">
                                      <p:cBhvr>
                                        <p:cTn id="51" dur="500"/>
                                        <p:tgtEl>
                                          <p:spTgt spid="65"/>
                                        </p:tgtEl>
                                      </p:cBhvr>
                                    </p:animEffect>
                                  </p:childTnLst>
                                </p:cTn>
                              </p:par>
                            </p:childTnLst>
                          </p:cTn>
                        </p:par>
                        <p:par>
                          <p:cTn id="52" fill="hold">
                            <p:stCondLst>
                              <p:cond delay="3000"/>
                            </p:stCondLst>
                            <p:childTnLst>
                              <p:par>
                                <p:cTn id="53"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4" dur="2000" fill="hold"/>
                                        <p:tgtEl>
                                          <p:spTgt spid="56"/>
                                        </p:tgtEl>
                                        <p:attrNameLst>
                                          <p:attrName>ppt_x</p:attrName>
                                          <p:attrName>ppt_y</p:attrName>
                                        </p:attrNameLst>
                                      </p:cBhvr>
                                      <p:rCtr x="17" y="18981"/>
                                    </p:animMotion>
                                  </p:childTnLst>
                                </p:cTn>
                              </p:par>
                              <p:par>
                                <p:cTn id="55"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6" dur="2000" fill="hold"/>
                                        <p:tgtEl>
                                          <p:spTgt spid="57"/>
                                        </p:tgtEl>
                                        <p:attrNameLst>
                                          <p:attrName>ppt_x</p:attrName>
                                          <p:attrName>ppt_y</p:attrName>
                                        </p:attrNameLst>
                                      </p:cBhvr>
                                      <p:rCtr x="17" y="18981"/>
                                    </p:animMotion>
                                  </p:childTnLst>
                                </p:cTn>
                              </p:par>
                              <p:par>
                                <p:cTn id="57"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8" dur="2000" fill="hold"/>
                                        <p:tgtEl>
                                          <p:spTgt spid="58"/>
                                        </p:tgtEl>
                                        <p:attrNameLst>
                                          <p:attrName>ppt_x</p:attrName>
                                          <p:attrName>ppt_y</p:attrName>
                                        </p:attrNameLst>
                                      </p:cBhvr>
                                      <p:rCtr x="17" y="18981"/>
                                    </p:animMotion>
                                  </p:childTnLst>
                                </p:cTn>
                              </p:par>
                              <p:par>
                                <p:cTn id="59"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0" dur="2000" fill="hold"/>
                                        <p:tgtEl>
                                          <p:spTgt spid="59"/>
                                        </p:tgtEl>
                                        <p:attrNameLst>
                                          <p:attrName>ppt_x</p:attrName>
                                          <p:attrName>ppt_y</p:attrName>
                                        </p:attrNameLst>
                                      </p:cBhvr>
                                      <p:rCtr x="17" y="18981"/>
                                    </p:animMotion>
                                  </p:childTnLst>
                                </p:cTn>
                              </p:par>
                              <p:par>
                                <p:cTn id="61"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2" dur="2000" fill="hold"/>
                                        <p:tgtEl>
                                          <p:spTgt spid="60"/>
                                        </p:tgtEl>
                                        <p:attrNameLst>
                                          <p:attrName>ppt_x</p:attrName>
                                          <p:attrName>ppt_y</p:attrName>
                                        </p:attrNameLst>
                                      </p:cBhvr>
                                      <p:rCtr x="17" y="18981"/>
                                    </p:animMotion>
                                  </p:childTnLst>
                                </p:cTn>
                              </p:par>
                              <p:par>
                                <p:cTn id="63"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4" dur="2000" fill="hold"/>
                                        <p:tgtEl>
                                          <p:spTgt spid="61"/>
                                        </p:tgtEl>
                                        <p:attrNameLst>
                                          <p:attrName>ppt_x</p:attrName>
                                          <p:attrName>ppt_y</p:attrName>
                                        </p:attrNameLst>
                                      </p:cBhvr>
                                      <p:rCtr x="17" y="18981"/>
                                    </p:animMotion>
                                  </p:childTnLst>
                                </p:cTn>
                              </p:par>
                              <p:par>
                                <p:cTn id="65"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6" dur="2000" fill="hold"/>
                                        <p:tgtEl>
                                          <p:spTgt spid="62"/>
                                        </p:tgtEl>
                                        <p:attrNameLst>
                                          <p:attrName>ppt_x</p:attrName>
                                          <p:attrName>ppt_y</p:attrName>
                                        </p:attrNameLst>
                                      </p:cBhvr>
                                      <p:rCtr x="17" y="18981"/>
                                    </p:animMotion>
                                  </p:childTnLst>
                                </p:cTn>
                              </p:par>
                              <p:par>
                                <p:cTn id="67"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8" dur="2000" fill="hold"/>
                                        <p:tgtEl>
                                          <p:spTgt spid="63"/>
                                        </p:tgtEl>
                                        <p:attrNameLst>
                                          <p:attrName>ppt_x</p:attrName>
                                          <p:attrName>ppt_y</p:attrName>
                                        </p:attrNameLst>
                                      </p:cBhvr>
                                      <p:rCtr x="17" y="18981"/>
                                    </p:animMotion>
                                  </p:childTnLst>
                                </p:cTn>
                              </p:par>
                              <p:par>
                                <p:cTn id="69"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0" dur="2000" fill="hold"/>
                                        <p:tgtEl>
                                          <p:spTgt spid="64"/>
                                        </p:tgtEl>
                                        <p:attrNameLst>
                                          <p:attrName>ppt_x</p:attrName>
                                          <p:attrName>ppt_y</p:attrName>
                                        </p:attrNameLst>
                                      </p:cBhvr>
                                      <p:rCtr x="17" y="18981"/>
                                    </p:animMotion>
                                  </p:childTnLst>
                                </p:cTn>
                              </p:par>
                              <p:par>
                                <p:cTn id="71"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2" dur="2000" fill="hold"/>
                                        <p:tgtEl>
                                          <p:spTgt spid="65"/>
                                        </p:tgtEl>
                                        <p:attrNameLst>
                                          <p:attrName>ppt_x</p:attrName>
                                          <p:attrName>ppt_y</p:attrName>
                                        </p:attrNameLst>
                                      </p:cBhvr>
                                      <p:rCtr x="17" y="18981"/>
                                    </p:animMotion>
                                  </p:childTnLst>
                                </p:cTn>
                              </p:par>
                              <p:par>
                                <p:cTn id="73" presetID="53" presetClass="entr" presetSubtype="16" fill="hold" grpId="0" nodeType="withEffect">
                                  <p:stCondLst>
                                    <p:cond delay="2000"/>
                                  </p:stCondLst>
                                  <p:iterate type="lt">
                                    <p:tmPct val="0"/>
                                  </p:iterate>
                                  <p:childTnLst>
                                    <p:set>
                                      <p:cBhvr>
                                        <p:cTn id="74" dur="1" fill="hold">
                                          <p:stCondLst>
                                            <p:cond delay="0"/>
                                          </p:stCondLst>
                                        </p:cTn>
                                        <p:tgtEl>
                                          <p:spTgt spid="23"/>
                                        </p:tgtEl>
                                        <p:attrNameLst>
                                          <p:attrName>style.visibility</p:attrName>
                                        </p:attrNameLst>
                                      </p:cBhvr>
                                      <p:to>
                                        <p:strVal val="visible"/>
                                      </p:to>
                                    </p:set>
                                    <p:anim calcmode="lin" valueType="num">
                                      <p:cBhvr>
                                        <p:cTn id="75" dur="500" fill="hold"/>
                                        <p:tgtEl>
                                          <p:spTgt spid="23"/>
                                        </p:tgtEl>
                                        <p:attrNameLst>
                                          <p:attrName>ppt_w</p:attrName>
                                        </p:attrNameLst>
                                      </p:cBhvr>
                                      <p:tavLst>
                                        <p:tav tm="0">
                                          <p:val>
                                            <p:fltVal val="0"/>
                                          </p:val>
                                        </p:tav>
                                        <p:tav tm="100000">
                                          <p:val>
                                            <p:strVal val="#ppt_w"/>
                                          </p:val>
                                        </p:tav>
                                      </p:tavLst>
                                    </p:anim>
                                    <p:anim calcmode="lin" valueType="num">
                                      <p:cBhvr>
                                        <p:cTn id="76" dur="500" fill="hold"/>
                                        <p:tgtEl>
                                          <p:spTgt spid="23"/>
                                        </p:tgtEl>
                                        <p:attrNameLst>
                                          <p:attrName>ppt_h</p:attrName>
                                        </p:attrNameLst>
                                      </p:cBhvr>
                                      <p:tavLst>
                                        <p:tav tm="0">
                                          <p:val>
                                            <p:fltVal val="0"/>
                                          </p:val>
                                        </p:tav>
                                        <p:tav tm="100000">
                                          <p:val>
                                            <p:strVal val="#ppt_h"/>
                                          </p:val>
                                        </p:tav>
                                      </p:tavLst>
                                    </p:anim>
                                    <p:animEffect transition="in" filter="fade">
                                      <p:cBhvr>
                                        <p:cTn id="77" dur="500"/>
                                        <p:tgtEl>
                                          <p:spTgt spid="23"/>
                                        </p:tgtEl>
                                      </p:cBhvr>
                                    </p:animEffect>
                                  </p:childTnLst>
                                </p:cTn>
                              </p:par>
                              <p:par>
                                <p:cTn id="78" presetID="16" presetClass="entr" presetSubtype="21" fill="hold" nodeType="withEffect">
                                  <p:stCondLst>
                                    <p:cond delay="2000"/>
                                  </p:stCondLst>
                                  <p:childTnLst>
                                    <p:set>
                                      <p:cBhvr>
                                        <p:cTn id="79" dur="1" fill="hold">
                                          <p:stCondLst>
                                            <p:cond delay="0"/>
                                          </p:stCondLst>
                                        </p:cTn>
                                        <p:tgtEl>
                                          <p:spTgt spid="2"/>
                                        </p:tgtEl>
                                        <p:attrNameLst>
                                          <p:attrName>style.visibility</p:attrName>
                                        </p:attrNameLst>
                                      </p:cBhvr>
                                      <p:to>
                                        <p:strVal val="visible"/>
                                      </p:to>
                                    </p:set>
                                    <p:animEffect transition="in" filter="barn(inVertical)">
                                      <p:cBhvr>
                                        <p:cTn id="80" dur="500"/>
                                        <p:tgtEl>
                                          <p:spTgt spid="2"/>
                                        </p:tgtEl>
                                      </p:cBhvr>
                                    </p:animEffect>
                                  </p:childTnLst>
                                </p:cTn>
                              </p:par>
                              <p:par>
                                <p:cTn id="81" presetID="53" presetClass="entr" presetSubtype="16" fill="hold" nodeType="withEffect">
                                  <p:stCondLst>
                                    <p:cond delay="2500"/>
                                  </p:stCondLst>
                                  <p:childTnLst>
                                    <p:set>
                                      <p:cBhvr>
                                        <p:cTn id="82" dur="1" fill="hold">
                                          <p:stCondLst>
                                            <p:cond delay="0"/>
                                          </p:stCondLst>
                                        </p:cTn>
                                        <p:tgtEl>
                                          <p:spTgt spid="3"/>
                                        </p:tgtEl>
                                        <p:attrNameLst>
                                          <p:attrName>style.visibility</p:attrName>
                                        </p:attrNameLst>
                                      </p:cBhvr>
                                      <p:to>
                                        <p:strVal val="visible"/>
                                      </p:to>
                                    </p:set>
                                    <p:anim calcmode="lin" valueType="num">
                                      <p:cBhvr>
                                        <p:cTn id="83" dur="500" fill="hold"/>
                                        <p:tgtEl>
                                          <p:spTgt spid="3"/>
                                        </p:tgtEl>
                                        <p:attrNameLst>
                                          <p:attrName>ppt_w</p:attrName>
                                        </p:attrNameLst>
                                      </p:cBhvr>
                                      <p:tavLst>
                                        <p:tav tm="0">
                                          <p:val>
                                            <p:fltVal val="0"/>
                                          </p:val>
                                        </p:tav>
                                        <p:tav tm="100000">
                                          <p:val>
                                            <p:strVal val="#ppt_w"/>
                                          </p:val>
                                        </p:tav>
                                      </p:tavLst>
                                    </p:anim>
                                    <p:anim calcmode="lin" valueType="num">
                                      <p:cBhvr>
                                        <p:cTn id="84" dur="500" fill="hold"/>
                                        <p:tgtEl>
                                          <p:spTgt spid="3"/>
                                        </p:tgtEl>
                                        <p:attrNameLst>
                                          <p:attrName>ppt_h</p:attrName>
                                        </p:attrNameLst>
                                      </p:cBhvr>
                                      <p:tavLst>
                                        <p:tav tm="0">
                                          <p:val>
                                            <p:fltVal val="0"/>
                                          </p:val>
                                        </p:tav>
                                        <p:tav tm="100000">
                                          <p:val>
                                            <p:strVal val="#ppt_h"/>
                                          </p:val>
                                        </p:tav>
                                      </p:tavLst>
                                    </p:anim>
                                    <p:animEffect transition="in" filter="fade">
                                      <p:cBhvr>
                                        <p:cTn id="85" dur="500"/>
                                        <p:tgtEl>
                                          <p:spTgt spid="3"/>
                                        </p:tgtEl>
                                      </p:cBhvr>
                                    </p:animEffect>
                                  </p:childTnLst>
                                </p:cTn>
                              </p:par>
                              <p:par>
                                <p:cTn id="86" presetID="53" presetClass="entr" presetSubtype="16" fill="hold" nodeType="withEffect">
                                  <p:stCondLst>
                                    <p:cond delay="2500"/>
                                  </p:stCondLst>
                                  <p:childTnLst>
                                    <p:set>
                                      <p:cBhvr>
                                        <p:cTn id="87" dur="1" fill="hold">
                                          <p:stCondLst>
                                            <p:cond delay="0"/>
                                          </p:stCondLst>
                                        </p:cTn>
                                        <p:tgtEl>
                                          <p:spTgt spid="8"/>
                                        </p:tgtEl>
                                        <p:attrNameLst>
                                          <p:attrName>style.visibility</p:attrName>
                                        </p:attrNameLst>
                                      </p:cBhvr>
                                      <p:to>
                                        <p:strVal val="visible"/>
                                      </p:to>
                                    </p:set>
                                    <p:anim calcmode="lin" valueType="num">
                                      <p:cBhvr>
                                        <p:cTn id="88" dur="500" fill="hold"/>
                                        <p:tgtEl>
                                          <p:spTgt spid="8"/>
                                        </p:tgtEl>
                                        <p:attrNameLst>
                                          <p:attrName>ppt_w</p:attrName>
                                        </p:attrNameLst>
                                      </p:cBhvr>
                                      <p:tavLst>
                                        <p:tav tm="0">
                                          <p:val>
                                            <p:fltVal val="0"/>
                                          </p:val>
                                        </p:tav>
                                        <p:tav tm="100000">
                                          <p:val>
                                            <p:strVal val="#ppt_w"/>
                                          </p:val>
                                        </p:tav>
                                      </p:tavLst>
                                    </p:anim>
                                    <p:anim calcmode="lin" valueType="num">
                                      <p:cBhvr>
                                        <p:cTn id="89" dur="500" fill="hold"/>
                                        <p:tgtEl>
                                          <p:spTgt spid="8"/>
                                        </p:tgtEl>
                                        <p:attrNameLst>
                                          <p:attrName>ppt_h</p:attrName>
                                        </p:attrNameLst>
                                      </p:cBhvr>
                                      <p:tavLst>
                                        <p:tav tm="0">
                                          <p:val>
                                            <p:fltVal val="0"/>
                                          </p:val>
                                        </p:tav>
                                        <p:tav tm="100000">
                                          <p:val>
                                            <p:strVal val="#ppt_h"/>
                                          </p:val>
                                        </p:tav>
                                      </p:tavLst>
                                    </p:anim>
                                    <p:animEffect transition="in" filter="fade">
                                      <p:cBhvr>
                                        <p:cTn id="90" dur="500"/>
                                        <p:tgtEl>
                                          <p:spTgt spid="8"/>
                                        </p:tgtEl>
                                      </p:cBhvr>
                                    </p:animEffect>
                                  </p:childTnLst>
                                </p:cTn>
                              </p:par>
                              <p:par>
                                <p:cTn id="91" presetID="53" presetClass="entr" presetSubtype="16" fill="hold" nodeType="withEffect">
                                  <p:stCondLst>
                                    <p:cond delay="250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nodeType="withEffect">
                                  <p:stCondLst>
                                    <p:cond delay="2500"/>
                                  </p:stCondLst>
                                  <p:childTnLst>
                                    <p:set>
                                      <p:cBhvr>
                                        <p:cTn id="97" dur="1" fill="hold">
                                          <p:stCondLst>
                                            <p:cond delay="0"/>
                                          </p:stCondLst>
                                        </p:cTn>
                                        <p:tgtEl>
                                          <p:spTgt spid="18"/>
                                        </p:tgtEl>
                                        <p:attrNameLst>
                                          <p:attrName>style.visibility</p:attrName>
                                        </p:attrNameLst>
                                      </p:cBhvr>
                                      <p:to>
                                        <p:strVal val="visible"/>
                                      </p:to>
                                    </p:set>
                                    <p:anim calcmode="lin" valueType="num">
                                      <p:cBhvr>
                                        <p:cTn id="98" dur="500" fill="hold"/>
                                        <p:tgtEl>
                                          <p:spTgt spid="18"/>
                                        </p:tgtEl>
                                        <p:attrNameLst>
                                          <p:attrName>ppt_w</p:attrName>
                                        </p:attrNameLst>
                                      </p:cBhvr>
                                      <p:tavLst>
                                        <p:tav tm="0">
                                          <p:val>
                                            <p:fltVal val="0"/>
                                          </p:val>
                                        </p:tav>
                                        <p:tav tm="100000">
                                          <p:val>
                                            <p:strVal val="#ppt_w"/>
                                          </p:val>
                                        </p:tav>
                                      </p:tavLst>
                                    </p:anim>
                                    <p:anim calcmode="lin" valueType="num">
                                      <p:cBhvr>
                                        <p:cTn id="99" dur="500" fill="hold"/>
                                        <p:tgtEl>
                                          <p:spTgt spid="18"/>
                                        </p:tgtEl>
                                        <p:attrNameLst>
                                          <p:attrName>ppt_h</p:attrName>
                                        </p:attrNameLst>
                                      </p:cBhvr>
                                      <p:tavLst>
                                        <p:tav tm="0">
                                          <p:val>
                                            <p:fltVal val="0"/>
                                          </p:val>
                                        </p:tav>
                                        <p:tav tm="100000">
                                          <p:val>
                                            <p:strVal val="#ppt_h"/>
                                          </p:val>
                                        </p:tav>
                                      </p:tavLst>
                                    </p:anim>
                                    <p:animEffect transition="in" filter="fade">
                                      <p:cBhvr>
                                        <p:cTn id="100" dur="500"/>
                                        <p:tgtEl>
                                          <p:spTgt spid="18"/>
                                        </p:tgtEl>
                                      </p:cBhvr>
                                    </p:animEffect>
                                  </p:childTnLst>
                                </p:cTn>
                              </p:par>
                              <p:par>
                                <p:cTn id="101" presetID="32" presetClass="emph" presetSubtype="0" fill="hold" nodeType="withEffect">
                                  <p:stCondLst>
                                    <p:cond delay="3000"/>
                                  </p:stCondLst>
                                  <p:childTnLst>
                                    <p:animRot by="120000">
                                      <p:cBhvr>
                                        <p:cTn id="102" dur="100" fill="hold">
                                          <p:stCondLst>
                                            <p:cond delay="0"/>
                                          </p:stCondLst>
                                        </p:cTn>
                                        <p:tgtEl>
                                          <p:spTgt spid="3"/>
                                        </p:tgtEl>
                                        <p:attrNameLst>
                                          <p:attrName>r</p:attrName>
                                        </p:attrNameLst>
                                      </p:cBhvr>
                                    </p:animRot>
                                    <p:animRot by="-240000">
                                      <p:cBhvr>
                                        <p:cTn id="103" dur="200" fill="hold">
                                          <p:stCondLst>
                                            <p:cond delay="200"/>
                                          </p:stCondLst>
                                        </p:cTn>
                                        <p:tgtEl>
                                          <p:spTgt spid="3"/>
                                        </p:tgtEl>
                                        <p:attrNameLst>
                                          <p:attrName>r</p:attrName>
                                        </p:attrNameLst>
                                      </p:cBhvr>
                                    </p:animRot>
                                    <p:animRot by="240000">
                                      <p:cBhvr>
                                        <p:cTn id="104" dur="200" fill="hold">
                                          <p:stCondLst>
                                            <p:cond delay="400"/>
                                          </p:stCondLst>
                                        </p:cTn>
                                        <p:tgtEl>
                                          <p:spTgt spid="3"/>
                                        </p:tgtEl>
                                        <p:attrNameLst>
                                          <p:attrName>r</p:attrName>
                                        </p:attrNameLst>
                                      </p:cBhvr>
                                    </p:animRot>
                                    <p:animRot by="-240000">
                                      <p:cBhvr>
                                        <p:cTn id="105" dur="200" fill="hold">
                                          <p:stCondLst>
                                            <p:cond delay="600"/>
                                          </p:stCondLst>
                                        </p:cTn>
                                        <p:tgtEl>
                                          <p:spTgt spid="3"/>
                                        </p:tgtEl>
                                        <p:attrNameLst>
                                          <p:attrName>r</p:attrName>
                                        </p:attrNameLst>
                                      </p:cBhvr>
                                    </p:animRot>
                                    <p:animRot by="120000">
                                      <p:cBhvr>
                                        <p:cTn id="106" dur="200" fill="hold">
                                          <p:stCondLst>
                                            <p:cond delay="800"/>
                                          </p:stCondLst>
                                        </p:cTn>
                                        <p:tgtEl>
                                          <p:spTgt spid="3"/>
                                        </p:tgtEl>
                                        <p:attrNameLst>
                                          <p:attrName>r</p:attrName>
                                        </p:attrNameLst>
                                      </p:cBhvr>
                                    </p:animRot>
                                  </p:childTnLst>
                                </p:cTn>
                              </p:par>
                              <p:par>
                                <p:cTn id="107" presetID="32" presetClass="emph" presetSubtype="0" fill="hold" nodeType="withEffect">
                                  <p:stCondLst>
                                    <p:cond delay="3000"/>
                                  </p:stCondLst>
                                  <p:childTnLst>
                                    <p:animRot by="120000">
                                      <p:cBhvr>
                                        <p:cTn id="108" dur="100" fill="hold">
                                          <p:stCondLst>
                                            <p:cond delay="0"/>
                                          </p:stCondLst>
                                        </p:cTn>
                                        <p:tgtEl>
                                          <p:spTgt spid="8"/>
                                        </p:tgtEl>
                                        <p:attrNameLst>
                                          <p:attrName>r</p:attrName>
                                        </p:attrNameLst>
                                      </p:cBhvr>
                                    </p:animRot>
                                    <p:animRot by="-240000">
                                      <p:cBhvr>
                                        <p:cTn id="109" dur="200" fill="hold">
                                          <p:stCondLst>
                                            <p:cond delay="200"/>
                                          </p:stCondLst>
                                        </p:cTn>
                                        <p:tgtEl>
                                          <p:spTgt spid="8"/>
                                        </p:tgtEl>
                                        <p:attrNameLst>
                                          <p:attrName>r</p:attrName>
                                        </p:attrNameLst>
                                      </p:cBhvr>
                                    </p:animRot>
                                    <p:animRot by="240000">
                                      <p:cBhvr>
                                        <p:cTn id="110" dur="200" fill="hold">
                                          <p:stCondLst>
                                            <p:cond delay="400"/>
                                          </p:stCondLst>
                                        </p:cTn>
                                        <p:tgtEl>
                                          <p:spTgt spid="8"/>
                                        </p:tgtEl>
                                        <p:attrNameLst>
                                          <p:attrName>r</p:attrName>
                                        </p:attrNameLst>
                                      </p:cBhvr>
                                    </p:animRot>
                                    <p:animRot by="-240000">
                                      <p:cBhvr>
                                        <p:cTn id="111" dur="200" fill="hold">
                                          <p:stCondLst>
                                            <p:cond delay="600"/>
                                          </p:stCondLst>
                                        </p:cTn>
                                        <p:tgtEl>
                                          <p:spTgt spid="8"/>
                                        </p:tgtEl>
                                        <p:attrNameLst>
                                          <p:attrName>r</p:attrName>
                                        </p:attrNameLst>
                                      </p:cBhvr>
                                    </p:animRot>
                                    <p:animRot by="120000">
                                      <p:cBhvr>
                                        <p:cTn id="112" dur="200" fill="hold">
                                          <p:stCondLst>
                                            <p:cond delay="800"/>
                                          </p:stCondLst>
                                        </p:cTn>
                                        <p:tgtEl>
                                          <p:spTgt spid="8"/>
                                        </p:tgtEl>
                                        <p:attrNameLst>
                                          <p:attrName>r</p:attrName>
                                        </p:attrNameLst>
                                      </p:cBhvr>
                                    </p:animRot>
                                  </p:childTnLst>
                                </p:cTn>
                              </p:par>
                              <p:par>
                                <p:cTn id="113" presetID="32" presetClass="emph" presetSubtype="0" fill="hold" nodeType="withEffect">
                                  <p:stCondLst>
                                    <p:cond delay="3000"/>
                                  </p:stCondLst>
                                  <p:childTnLst>
                                    <p:animRot by="120000">
                                      <p:cBhvr>
                                        <p:cTn id="114" dur="100" fill="hold">
                                          <p:stCondLst>
                                            <p:cond delay="0"/>
                                          </p:stCondLst>
                                        </p:cTn>
                                        <p:tgtEl>
                                          <p:spTgt spid="13"/>
                                        </p:tgtEl>
                                        <p:attrNameLst>
                                          <p:attrName>r</p:attrName>
                                        </p:attrNameLst>
                                      </p:cBhvr>
                                    </p:animRot>
                                    <p:animRot by="-240000">
                                      <p:cBhvr>
                                        <p:cTn id="115" dur="200" fill="hold">
                                          <p:stCondLst>
                                            <p:cond delay="200"/>
                                          </p:stCondLst>
                                        </p:cTn>
                                        <p:tgtEl>
                                          <p:spTgt spid="13"/>
                                        </p:tgtEl>
                                        <p:attrNameLst>
                                          <p:attrName>r</p:attrName>
                                        </p:attrNameLst>
                                      </p:cBhvr>
                                    </p:animRot>
                                    <p:animRot by="240000">
                                      <p:cBhvr>
                                        <p:cTn id="116" dur="200" fill="hold">
                                          <p:stCondLst>
                                            <p:cond delay="400"/>
                                          </p:stCondLst>
                                        </p:cTn>
                                        <p:tgtEl>
                                          <p:spTgt spid="13"/>
                                        </p:tgtEl>
                                        <p:attrNameLst>
                                          <p:attrName>r</p:attrName>
                                        </p:attrNameLst>
                                      </p:cBhvr>
                                    </p:animRot>
                                    <p:animRot by="-240000">
                                      <p:cBhvr>
                                        <p:cTn id="117" dur="200" fill="hold">
                                          <p:stCondLst>
                                            <p:cond delay="600"/>
                                          </p:stCondLst>
                                        </p:cTn>
                                        <p:tgtEl>
                                          <p:spTgt spid="13"/>
                                        </p:tgtEl>
                                        <p:attrNameLst>
                                          <p:attrName>r</p:attrName>
                                        </p:attrNameLst>
                                      </p:cBhvr>
                                    </p:animRot>
                                    <p:animRot by="120000">
                                      <p:cBhvr>
                                        <p:cTn id="118" dur="200" fill="hold">
                                          <p:stCondLst>
                                            <p:cond delay="800"/>
                                          </p:stCondLst>
                                        </p:cTn>
                                        <p:tgtEl>
                                          <p:spTgt spid="13"/>
                                        </p:tgtEl>
                                        <p:attrNameLst>
                                          <p:attrName>r</p:attrName>
                                        </p:attrNameLst>
                                      </p:cBhvr>
                                    </p:animRot>
                                  </p:childTnLst>
                                </p:cTn>
                              </p:par>
                              <p:par>
                                <p:cTn id="119" presetID="32" presetClass="emph" presetSubtype="0" fill="hold" nodeType="withEffect">
                                  <p:stCondLst>
                                    <p:cond delay="3000"/>
                                  </p:stCondLst>
                                  <p:childTnLst>
                                    <p:animRot by="120000">
                                      <p:cBhvr>
                                        <p:cTn id="120" dur="100" fill="hold">
                                          <p:stCondLst>
                                            <p:cond delay="0"/>
                                          </p:stCondLst>
                                        </p:cTn>
                                        <p:tgtEl>
                                          <p:spTgt spid="18"/>
                                        </p:tgtEl>
                                        <p:attrNameLst>
                                          <p:attrName>r</p:attrName>
                                        </p:attrNameLst>
                                      </p:cBhvr>
                                    </p:animRot>
                                    <p:animRot by="-240000">
                                      <p:cBhvr>
                                        <p:cTn id="121" dur="200" fill="hold">
                                          <p:stCondLst>
                                            <p:cond delay="200"/>
                                          </p:stCondLst>
                                        </p:cTn>
                                        <p:tgtEl>
                                          <p:spTgt spid="18"/>
                                        </p:tgtEl>
                                        <p:attrNameLst>
                                          <p:attrName>r</p:attrName>
                                        </p:attrNameLst>
                                      </p:cBhvr>
                                    </p:animRot>
                                    <p:animRot by="240000">
                                      <p:cBhvr>
                                        <p:cTn id="122" dur="200" fill="hold">
                                          <p:stCondLst>
                                            <p:cond delay="400"/>
                                          </p:stCondLst>
                                        </p:cTn>
                                        <p:tgtEl>
                                          <p:spTgt spid="18"/>
                                        </p:tgtEl>
                                        <p:attrNameLst>
                                          <p:attrName>r</p:attrName>
                                        </p:attrNameLst>
                                      </p:cBhvr>
                                    </p:animRot>
                                    <p:animRot by="-240000">
                                      <p:cBhvr>
                                        <p:cTn id="123" dur="200" fill="hold">
                                          <p:stCondLst>
                                            <p:cond delay="600"/>
                                          </p:stCondLst>
                                        </p:cTn>
                                        <p:tgtEl>
                                          <p:spTgt spid="18"/>
                                        </p:tgtEl>
                                        <p:attrNameLst>
                                          <p:attrName>r</p:attrName>
                                        </p:attrNameLst>
                                      </p:cBhvr>
                                    </p:animRot>
                                    <p:animRot by="120000">
                                      <p:cBhvr>
                                        <p:cTn id="124" dur="200" fill="hold">
                                          <p:stCondLst>
                                            <p:cond delay="800"/>
                                          </p:stCondLst>
                                        </p:cTn>
                                        <p:tgtEl>
                                          <p:spTgt spid="18"/>
                                        </p:tgtEl>
                                        <p:attrNameLst>
                                          <p:attrName>r</p:attrName>
                                        </p:attrNameLst>
                                      </p:cBhvr>
                                    </p:animRot>
                                  </p:childTnLst>
                                </p:cTn>
                              </p:par>
                              <p:par>
                                <p:cTn id="125" presetID="53" presetClass="entr" presetSubtype="16" fill="hold" nodeType="withEffect">
                                  <p:stCondLst>
                                    <p:cond delay="25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500" fill="hold"/>
                                        <p:tgtEl>
                                          <p:spTgt spid="24"/>
                                        </p:tgtEl>
                                        <p:attrNameLst>
                                          <p:attrName>ppt_w</p:attrName>
                                        </p:attrNameLst>
                                      </p:cBhvr>
                                      <p:tavLst>
                                        <p:tav tm="0">
                                          <p:val>
                                            <p:fltVal val="0"/>
                                          </p:val>
                                        </p:tav>
                                        <p:tav tm="100000">
                                          <p:val>
                                            <p:strVal val="#ppt_w"/>
                                          </p:val>
                                        </p:tav>
                                      </p:tavLst>
                                    </p:anim>
                                    <p:anim calcmode="lin" valueType="num">
                                      <p:cBhvr>
                                        <p:cTn id="128" dur="500" fill="hold"/>
                                        <p:tgtEl>
                                          <p:spTgt spid="24"/>
                                        </p:tgtEl>
                                        <p:attrNameLst>
                                          <p:attrName>ppt_h</p:attrName>
                                        </p:attrNameLst>
                                      </p:cBhvr>
                                      <p:tavLst>
                                        <p:tav tm="0">
                                          <p:val>
                                            <p:fltVal val="0"/>
                                          </p:val>
                                        </p:tav>
                                        <p:tav tm="100000">
                                          <p:val>
                                            <p:strVal val="#ppt_h"/>
                                          </p:val>
                                        </p:tav>
                                      </p:tavLst>
                                    </p:anim>
                                    <p:animEffect transition="in" filter="fade">
                                      <p:cBhvr>
                                        <p:cTn id="129" dur="500"/>
                                        <p:tgtEl>
                                          <p:spTgt spid="24"/>
                                        </p:tgtEl>
                                      </p:cBhvr>
                                    </p:animEffect>
                                  </p:childTnLst>
                                </p:cTn>
                              </p:par>
                              <p:par>
                                <p:cTn id="130" presetID="53" presetClass="entr" presetSubtype="16" fill="hold" nodeType="withEffect">
                                  <p:stCondLst>
                                    <p:cond delay="250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500" fill="hold"/>
                                        <p:tgtEl>
                                          <p:spTgt spid="29"/>
                                        </p:tgtEl>
                                        <p:attrNameLst>
                                          <p:attrName>ppt_w</p:attrName>
                                        </p:attrNameLst>
                                      </p:cBhvr>
                                      <p:tavLst>
                                        <p:tav tm="0">
                                          <p:val>
                                            <p:fltVal val="0"/>
                                          </p:val>
                                        </p:tav>
                                        <p:tav tm="100000">
                                          <p:val>
                                            <p:strVal val="#ppt_w"/>
                                          </p:val>
                                        </p:tav>
                                      </p:tavLst>
                                    </p:anim>
                                    <p:anim calcmode="lin" valueType="num">
                                      <p:cBhvr>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32" presetClass="emph" presetSubtype="0" fill="hold" nodeType="withEffect">
                                  <p:stCondLst>
                                    <p:cond delay="3000"/>
                                  </p:stCondLst>
                                  <p:childTnLst>
                                    <p:animRot by="120000">
                                      <p:cBhvr>
                                        <p:cTn id="136" dur="100" fill="hold">
                                          <p:stCondLst>
                                            <p:cond delay="0"/>
                                          </p:stCondLst>
                                        </p:cTn>
                                        <p:tgtEl>
                                          <p:spTgt spid="24"/>
                                        </p:tgtEl>
                                        <p:attrNameLst>
                                          <p:attrName>r</p:attrName>
                                        </p:attrNameLst>
                                      </p:cBhvr>
                                    </p:animRot>
                                    <p:animRot by="-240000">
                                      <p:cBhvr>
                                        <p:cTn id="137" dur="200" fill="hold">
                                          <p:stCondLst>
                                            <p:cond delay="200"/>
                                          </p:stCondLst>
                                        </p:cTn>
                                        <p:tgtEl>
                                          <p:spTgt spid="24"/>
                                        </p:tgtEl>
                                        <p:attrNameLst>
                                          <p:attrName>r</p:attrName>
                                        </p:attrNameLst>
                                      </p:cBhvr>
                                    </p:animRot>
                                    <p:animRot by="240000">
                                      <p:cBhvr>
                                        <p:cTn id="138" dur="200" fill="hold">
                                          <p:stCondLst>
                                            <p:cond delay="400"/>
                                          </p:stCondLst>
                                        </p:cTn>
                                        <p:tgtEl>
                                          <p:spTgt spid="24"/>
                                        </p:tgtEl>
                                        <p:attrNameLst>
                                          <p:attrName>r</p:attrName>
                                        </p:attrNameLst>
                                      </p:cBhvr>
                                    </p:animRot>
                                    <p:animRot by="-240000">
                                      <p:cBhvr>
                                        <p:cTn id="139" dur="200" fill="hold">
                                          <p:stCondLst>
                                            <p:cond delay="600"/>
                                          </p:stCondLst>
                                        </p:cTn>
                                        <p:tgtEl>
                                          <p:spTgt spid="24"/>
                                        </p:tgtEl>
                                        <p:attrNameLst>
                                          <p:attrName>r</p:attrName>
                                        </p:attrNameLst>
                                      </p:cBhvr>
                                    </p:animRot>
                                    <p:animRot by="120000">
                                      <p:cBhvr>
                                        <p:cTn id="140" dur="200" fill="hold">
                                          <p:stCondLst>
                                            <p:cond delay="800"/>
                                          </p:stCondLst>
                                        </p:cTn>
                                        <p:tgtEl>
                                          <p:spTgt spid="24"/>
                                        </p:tgtEl>
                                        <p:attrNameLst>
                                          <p:attrName>r</p:attrName>
                                        </p:attrNameLst>
                                      </p:cBhvr>
                                    </p:animRot>
                                  </p:childTnLst>
                                </p:cTn>
                              </p:par>
                              <p:par>
                                <p:cTn id="141" presetID="32" presetClass="emph" presetSubtype="0" fill="hold" nodeType="withEffect">
                                  <p:stCondLst>
                                    <p:cond delay="3000"/>
                                  </p:stCondLst>
                                  <p:childTnLst>
                                    <p:animRot by="120000">
                                      <p:cBhvr>
                                        <p:cTn id="142" dur="100" fill="hold">
                                          <p:stCondLst>
                                            <p:cond delay="0"/>
                                          </p:stCondLst>
                                        </p:cTn>
                                        <p:tgtEl>
                                          <p:spTgt spid="29"/>
                                        </p:tgtEl>
                                        <p:attrNameLst>
                                          <p:attrName>r</p:attrName>
                                        </p:attrNameLst>
                                      </p:cBhvr>
                                    </p:animRot>
                                    <p:animRot by="-240000">
                                      <p:cBhvr>
                                        <p:cTn id="143" dur="200" fill="hold">
                                          <p:stCondLst>
                                            <p:cond delay="200"/>
                                          </p:stCondLst>
                                        </p:cTn>
                                        <p:tgtEl>
                                          <p:spTgt spid="29"/>
                                        </p:tgtEl>
                                        <p:attrNameLst>
                                          <p:attrName>r</p:attrName>
                                        </p:attrNameLst>
                                      </p:cBhvr>
                                    </p:animRot>
                                    <p:animRot by="240000">
                                      <p:cBhvr>
                                        <p:cTn id="144" dur="200" fill="hold">
                                          <p:stCondLst>
                                            <p:cond delay="400"/>
                                          </p:stCondLst>
                                        </p:cTn>
                                        <p:tgtEl>
                                          <p:spTgt spid="29"/>
                                        </p:tgtEl>
                                        <p:attrNameLst>
                                          <p:attrName>r</p:attrName>
                                        </p:attrNameLst>
                                      </p:cBhvr>
                                    </p:animRot>
                                    <p:animRot by="-240000">
                                      <p:cBhvr>
                                        <p:cTn id="145" dur="200" fill="hold">
                                          <p:stCondLst>
                                            <p:cond delay="600"/>
                                          </p:stCondLst>
                                        </p:cTn>
                                        <p:tgtEl>
                                          <p:spTgt spid="29"/>
                                        </p:tgtEl>
                                        <p:attrNameLst>
                                          <p:attrName>r</p:attrName>
                                        </p:attrNameLst>
                                      </p:cBhvr>
                                    </p:animRot>
                                    <p:animRot by="120000">
                                      <p:cBhvr>
                                        <p:cTn id="146" dur="200" fill="hold">
                                          <p:stCondLst>
                                            <p:cond delay="800"/>
                                          </p:stCondLst>
                                        </p:cTn>
                                        <p:tgtEl>
                                          <p:spTgt spid="2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p:bldP spid="67" grpId="0" animBg="1"/>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0"/>
            <a:ext cx="6552730"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PRODUCT OVERVIEW</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8496" y="3717032"/>
            <a:ext cx="12203671" cy="314096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3073251" y="1268760"/>
            <a:ext cx="6120680" cy="3682533"/>
            <a:chOff x="3022028" y="1587732"/>
            <a:chExt cx="6120680" cy="3682533"/>
          </a:xfrm>
        </p:grpSpPr>
        <p:pic>
          <p:nvPicPr>
            <p:cNvPr id="1026" name="Picture 2" descr="C:\Users\Administrator\Desktop\ppt展示模板-8.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2028" y="1587732"/>
              <a:ext cx="6120680" cy="368253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3937348" y="2060861"/>
              <a:ext cx="4320480" cy="2376251"/>
            </a:xfrm>
            <a:prstGeom prst="rect">
              <a:avLst/>
            </a:prstGeom>
            <a:blipFill rotWithShape="1">
              <a:blip r:embed="rId2">
                <a:extLst>
                  <a:ext uri="{BEBA8EAE-BF5A-486C-A8C5-ECC9F3942E4B}">
                    <a14:imgProps xmlns:a14="http://schemas.microsoft.com/office/drawing/2010/main">
                      <a14:imgLayer r:embed="rId3">
                        <a14:imgEffect>
                          <a14:brightnessContrast bright="22000"/>
                        </a14:imgEffect>
                      </a14:imgLayer>
                    </a14:imgProps>
                  </a:ext>
                </a:extLst>
              </a:blip>
              <a:srcRect/>
              <a:stretch>
                <a:fillRect l="-2911" t="-6812" r="-2911" b="-6812"/>
              </a:stretch>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Oval 4"/>
          <p:cNvSpPr/>
          <p:nvPr/>
        </p:nvSpPr>
        <p:spPr>
          <a:xfrm>
            <a:off x="1708371" y="2598797"/>
            <a:ext cx="956733" cy="96096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95000"/>
                </a:schemeClr>
              </a:solidFill>
            </a:endParaRPr>
          </a:p>
        </p:txBody>
      </p:sp>
      <p:grpSp>
        <p:nvGrpSpPr>
          <p:cNvPr id="41" name="Group 20"/>
          <p:cNvGrpSpPr/>
          <p:nvPr/>
        </p:nvGrpSpPr>
        <p:grpSpPr>
          <a:xfrm>
            <a:off x="1932606" y="2806741"/>
            <a:ext cx="535763" cy="539089"/>
            <a:chOff x="7971783" y="2080670"/>
            <a:chExt cx="401822" cy="404317"/>
          </a:xfrm>
          <a:solidFill>
            <a:schemeClr val="bg1"/>
          </a:solidFill>
        </p:grpSpPr>
        <p:sp>
          <p:nvSpPr>
            <p:cNvPr id="44" name="Freeform 42"/>
            <p:cNvSpPr>
              <a:spLocks noEditPoints="1"/>
            </p:cNvSpPr>
            <p:nvPr/>
          </p:nvSpPr>
          <p:spPr bwMode="auto">
            <a:xfrm>
              <a:off x="7971783" y="2080670"/>
              <a:ext cx="401822" cy="404317"/>
            </a:xfrm>
            <a:custGeom>
              <a:avLst/>
              <a:gdLst>
                <a:gd name="T0" fmla="*/ 60 w 121"/>
                <a:gd name="T1" fmla="*/ 0 h 121"/>
                <a:gd name="T2" fmla="*/ 0 w 121"/>
                <a:gd name="T3" fmla="*/ 61 h 121"/>
                <a:gd name="T4" fmla="*/ 60 w 121"/>
                <a:gd name="T5" fmla="*/ 121 h 121"/>
                <a:gd name="T6" fmla="*/ 121 w 121"/>
                <a:gd name="T7" fmla="*/ 61 h 121"/>
                <a:gd name="T8" fmla="*/ 60 w 121"/>
                <a:gd name="T9" fmla="*/ 0 h 121"/>
                <a:gd name="T10" fmla="*/ 60 w 121"/>
                <a:gd name="T11" fmla="*/ 111 h 121"/>
                <a:gd name="T12" fmla="*/ 10 w 121"/>
                <a:gd name="T13" fmla="*/ 61 h 121"/>
                <a:gd name="T14" fmla="*/ 60 w 121"/>
                <a:gd name="T15" fmla="*/ 10 h 121"/>
                <a:gd name="T16" fmla="*/ 111 w 121"/>
                <a:gd name="T17" fmla="*/ 61 h 121"/>
                <a:gd name="T18" fmla="*/ 60 w 121"/>
                <a:gd name="T19" fmla="*/ 11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en-US">
                <a:solidFill>
                  <a:schemeClr val="tx2">
                    <a:lumMod val="50000"/>
                  </a:schemeClr>
                </a:solidFill>
                <a:latin typeface="+mn-lt"/>
                <a:cs typeface="+mn-cs"/>
              </a:endParaRPr>
            </a:p>
          </p:txBody>
        </p:sp>
        <p:sp>
          <p:nvSpPr>
            <p:cNvPr id="45" name="Freeform 43"/>
            <p:cNvSpPr/>
            <p:nvPr/>
          </p:nvSpPr>
          <p:spPr bwMode="auto">
            <a:xfrm>
              <a:off x="8079103" y="2178006"/>
              <a:ext cx="139764" cy="199662"/>
            </a:xfrm>
            <a:custGeom>
              <a:avLst/>
              <a:gdLst>
                <a:gd name="T0" fmla="*/ 42 w 42"/>
                <a:gd name="T1" fmla="*/ 60 h 60"/>
                <a:gd name="T2" fmla="*/ 42 w 42"/>
                <a:gd name="T3" fmla="*/ 0 h 60"/>
                <a:gd name="T4" fmla="*/ 0 w 42"/>
                <a:gd name="T5" fmla="*/ 42 h 60"/>
                <a:gd name="T6" fmla="*/ 42 w 42"/>
                <a:gd name="T7" fmla="*/ 60 h 60"/>
              </a:gdLst>
              <a:ahLst/>
              <a:cxnLst>
                <a:cxn ang="0">
                  <a:pos x="T0" y="T1"/>
                </a:cxn>
                <a:cxn ang="0">
                  <a:pos x="T2" y="T3"/>
                </a:cxn>
                <a:cxn ang="0">
                  <a:pos x="T4" y="T5"/>
                </a:cxn>
                <a:cxn ang="0">
                  <a:pos x="T6" y="T7"/>
                </a:cxn>
              </a:cxnLst>
              <a:rect l="0" t="0" r="r" b="b"/>
              <a:pathLst>
                <a:path w="42" h="60">
                  <a:moveTo>
                    <a:pt x="42" y="60"/>
                  </a:moveTo>
                  <a:cubicBezTo>
                    <a:pt x="42" y="0"/>
                    <a:pt x="42" y="0"/>
                    <a:pt x="42" y="0"/>
                  </a:cubicBezTo>
                  <a:cubicBezTo>
                    <a:pt x="0" y="42"/>
                    <a:pt x="0" y="42"/>
                    <a:pt x="0" y="42"/>
                  </a:cubicBezTo>
                  <a:cubicBezTo>
                    <a:pt x="29" y="42"/>
                    <a:pt x="42" y="60"/>
                    <a:pt x="42"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en-US">
                <a:solidFill>
                  <a:schemeClr val="tx2">
                    <a:lumMod val="50000"/>
                  </a:schemeClr>
                </a:solidFill>
                <a:latin typeface="+mn-lt"/>
                <a:cs typeface="+mn-cs"/>
              </a:endParaRPr>
            </a:p>
          </p:txBody>
        </p:sp>
      </p:grpSp>
      <p:sp>
        <p:nvSpPr>
          <p:cNvPr id="46" name="矩形 45"/>
          <p:cNvSpPr/>
          <p:nvPr/>
        </p:nvSpPr>
        <p:spPr>
          <a:xfrm>
            <a:off x="1410854" y="3861048"/>
            <a:ext cx="1551767" cy="430879"/>
          </a:xfrm>
          <a:prstGeom prst="rect">
            <a:avLst/>
          </a:prstGeom>
        </p:spPr>
        <p:txBody>
          <a:bodyPr wrap="square" lIns="91431" tIns="45716" rIns="91431" bIns="45716">
            <a:spAutoFit/>
          </a:bodyPr>
          <a:lstStyle/>
          <a:p>
            <a:pPr algn="ctr"/>
            <a:r>
              <a:rPr lang="zh-CN" altLang="en-US" sz="2200" b="1" dirty="0">
                <a:solidFill>
                  <a:schemeClr val="bg1"/>
                </a:solidFill>
                <a:latin typeface="微软雅黑" panose="020B0503020204020204" pitchFamily="34" charset="-122"/>
                <a:ea typeface="微软雅黑" panose="020B0503020204020204" pitchFamily="34" charset="-122"/>
              </a:rPr>
              <a:t>添加标题</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47" name="矩形 47"/>
          <p:cNvSpPr>
            <a:spLocks noChangeArrowheads="1"/>
          </p:cNvSpPr>
          <p:nvPr/>
        </p:nvSpPr>
        <p:spPr bwMode="auto">
          <a:xfrm>
            <a:off x="1201043" y="4281432"/>
            <a:ext cx="1971389" cy="86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altLang="en-US" sz="1400" dirty="0" smtClean="0">
                <a:solidFill>
                  <a:schemeClr val="bg1"/>
                </a:solidFill>
                <a:sym typeface="微软雅黑" panose="020B0503020204020204" pitchFamily="34" charset="-122"/>
              </a:rPr>
              <a:t>在此</a:t>
            </a:r>
            <a:r>
              <a:rPr lang="zh-CN" altLang="en-US" sz="1400" dirty="0">
                <a:solidFill>
                  <a:schemeClr val="bg1"/>
                </a:solidFill>
                <a:sym typeface="微软雅黑" panose="020B0503020204020204" pitchFamily="34" charset="-122"/>
              </a:rPr>
              <a:t>录入上述图表的描述说明，在此录入上述图表的描述说明。</a:t>
            </a:r>
            <a:endParaRPr lang="zh-CN" altLang="en-US" sz="1400" dirty="0">
              <a:solidFill>
                <a:schemeClr val="bg1"/>
              </a:solidFill>
              <a:sym typeface="微软雅黑" panose="020B0503020204020204" pitchFamily="34" charset="-122"/>
            </a:endParaRPr>
          </a:p>
        </p:txBody>
      </p:sp>
      <p:sp>
        <p:nvSpPr>
          <p:cNvPr id="48" name="Oval 14"/>
          <p:cNvSpPr/>
          <p:nvPr/>
        </p:nvSpPr>
        <p:spPr>
          <a:xfrm>
            <a:off x="9604194" y="2612049"/>
            <a:ext cx="954617" cy="96096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95000"/>
                </a:schemeClr>
              </a:solidFill>
            </a:endParaRPr>
          </a:p>
        </p:txBody>
      </p:sp>
      <p:grpSp>
        <p:nvGrpSpPr>
          <p:cNvPr id="49" name="Group 54"/>
          <p:cNvGrpSpPr/>
          <p:nvPr/>
        </p:nvGrpSpPr>
        <p:grpSpPr>
          <a:xfrm>
            <a:off x="9887082" y="2880560"/>
            <a:ext cx="399325" cy="519123"/>
            <a:chOff x="6421904" y="4798576"/>
            <a:chExt cx="299494" cy="389342"/>
          </a:xfrm>
          <a:solidFill>
            <a:schemeClr val="bg1"/>
          </a:solidFill>
        </p:grpSpPr>
        <p:sp>
          <p:nvSpPr>
            <p:cNvPr id="50" name="Freeform 170"/>
            <p:cNvSpPr/>
            <p:nvPr/>
          </p:nvSpPr>
          <p:spPr bwMode="auto">
            <a:xfrm>
              <a:off x="6421904" y="4910886"/>
              <a:ext cx="299494" cy="277032"/>
            </a:xfrm>
            <a:custGeom>
              <a:avLst/>
              <a:gdLst>
                <a:gd name="T0" fmla="*/ 45 w 90"/>
                <a:gd name="T1" fmla="*/ 83 h 83"/>
                <a:gd name="T2" fmla="*/ 90 w 90"/>
                <a:gd name="T3" fmla="*/ 0 h 83"/>
                <a:gd name="T4" fmla="*/ 0 w 90"/>
                <a:gd name="T5" fmla="*/ 0 h 83"/>
                <a:gd name="T6" fmla="*/ 45 w 90"/>
                <a:gd name="T7" fmla="*/ 83 h 83"/>
              </a:gdLst>
              <a:ahLst/>
              <a:cxnLst>
                <a:cxn ang="0">
                  <a:pos x="T0" y="T1"/>
                </a:cxn>
                <a:cxn ang="0">
                  <a:pos x="T2" y="T3"/>
                </a:cxn>
                <a:cxn ang="0">
                  <a:pos x="T4" y="T5"/>
                </a:cxn>
                <a:cxn ang="0">
                  <a:pos x="T6" y="T7"/>
                </a:cxn>
              </a:cxnLst>
              <a:rect l="0" t="0" r="r" b="b"/>
              <a:pathLst>
                <a:path w="90" h="83">
                  <a:moveTo>
                    <a:pt x="45" y="83"/>
                  </a:moveTo>
                  <a:cubicBezTo>
                    <a:pt x="90" y="59"/>
                    <a:pt x="90" y="0"/>
                    <a:pt x="90" y="0"/>
                  </a:cubicBezTo>
                  <a:cubicBezTo>
                    <a:pt x="0" y="0"/>
                    <a:pt x="0" y="0"/>
                    <a:pt x="0" y="0"/>
                  </a:cubicBezTo>
                  <a:cubicBezTo>
                    <a:pt x="0" y="0"/>
                    <a:pt x="0" y="59"/>
                    <a:pt x="4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en-US">
                <a:solidFill>
                  <a:schemeClr val="tx2">
                    <a:lumMod val="50000"/>
                  </a:schemeClr>
                </a:solidFill>
                <a:latin typeface="+mn-lt"/>
                <a:cs typeface="+mn-cs"/>
              </a:endParaRPr>
            </a:p>
          </p:txBody>
        </p:sp>
        <p:sp>
          <p:nvSpPr>
            <p:cNvPr id="51" name="Freeform 171"/>
            <p:cNvSpPr/>
            <p:nvPr/>
          </p:nvSpPr>
          <p:spPr bwMode="auto">
            <a:xfrm>
              <a:off x="6421904" y="4798576"/>
              <a:ext cx="299494" cy="94840"/>
            </a:xfrm>
            <a:custGeom>
              <a:avLst/>
              <a:gdLst>
                <a:gd name="T0" fmla="*/ 84 w 90"/>
                <a:gd name="T1" fmla="*/ 0 h 29"/>
                <a:gd name="T2" fmla="*/ 68 w 90"/>
                <a:gd name="T3" fmla="*/ 16 h 29"/>
                <a:gd name="T4" fmla="*/ 52 w 90"/>
                <a:gd name="T5" fmla="*/ 0 h 29"/>
                <a:gd name="T6" fmla="*/ 39 w 90"/>
                <a:gd name="T7" fmla="*/ 0 h 29"/>
                <a:gd name="T8" fmla="*/ 23 w 90"/>
                <a:gd name="T9" fmla="*/ 16 h 29"/>
                <a:gd name="T10" fmla="*/ 7 w 90"/>
                <a:gd name="T11" fmla="*/ 0 h 29"/>
                <a:gd name="T12" fmla="*/ 0 w 90"/>
                <a:gd name="T13" fmla="*/ 0 h 29"/>
                <a:gd name="T14" fmla="*/ 0 w 90"/>
                <a:gd name="T15" fmla="*/ 29 h 29"/>
                <a:gd name="T16" fmla="*/ 90 w 90"/>
                <a:gd name="T17" fmla="*/ 29 h 29"/>
                <a:gd name="T18" fmla="*/ 90 w 90"/>
                <a:gd name="T19" fmla="*/ 0 h 29"/>
                <a:gd name="T20" fmla="*/ 84 w 90"/>
                <a:gd name="T2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en-US">
                <a:solidFill>
                  <a:schemeClr val="tx2">
                    <a:lumMod val="50000"/>
                  </a:schemeClr>
                </a:solidFill>
                <a:latin typeface="+mn-lt"/>
                <a:cs typeface="+mn-cs"/>
              </a:endParaRPr>
            </a:p>
          </p:txBody>
        </p:sp>
      </p:grpSp>
      <p:sp>
        <p:nvSpPr>
          <p:cNvPr id="52" name="矩形 51"/>
          <p:cNvSpPr/>
          <p:nvPr/>
        </p:nvSpPr>
        <p:spPr>
          <a:xfrm>
            <a:off x="9304561" y="3874300"/>
            <a:ext cx="1551767" cy="430879"/>
          </a:xfrm>
          <a:prstGeom prst="rect">
            <a:avLst/>
          </a:prstGeom>
        </p:spPr>
        <p:txBody>
          <a:bodyPr wrap="square" lIns="91431" tIns="45716" rIns="91431" bIns="45716">
            <a:spAutoFit/>
          </a:bodyPr>
          <a:lstStyle/>
          <a:p>
            <a:pPr algn="ctr"/>
            <a:r>
              <a:rPr lang="zh-CN" altLang="en-US" sz="2200" b="1" dirty="0">
                <a:solidFill>
                  <a:schemeClr val="bg1"/>
                </a:solidFill>
                <a:latin typeface="微软雅黑" panose="020B0503020204020204" pitchFamily="34" charset="-122"/>
                <a:ea typeface="微软雅黑" panose="020B0503020204020204" pitchFamily="34" charset="-122"/>
              </a:rPr>
              <a:t>添加标题</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53" name="矩形 47"/>
          <p:cNvSpPr>
            <a:spLocks noChangeArrowheads="1"/>
          </p:cNvSpPr>
          <p:nvPr/>
        </p:nvSpPr>
        <p:spPr bwMode="auto">
          <a:xfrm>
            <a:off x="9094750" y="4294684"/>
            <a:ext cx="1971389" cy="86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altLang="en-US" sz="1400" dirty="0" smtClean="0">
                <a:solidFill>
                  <a:schemeClr val="bg1"/>
                </a:solidFill>
                <a:sym typeface="微软雅黑" panose="020B0503020204020204" pitchFamily="34" charset="-122"/>
              </a:rPr>
              <a:t>在此</a:t>
            </a:r>
            <a:r>
              <a:rPr lang="zh-CN" altLang="en-US" sz="1400" dirty="0">
                <a:solidFill>
                  <a:schemeClr val="bg1"/>
                </a:solidFill>
                <a:sym typeface="微软雅黑" panose="020B0503020204020204" pitchFamily="34" charset="-122"/>
              </a:rPr>
              <a:t>录入上述图表的描述说明，在此录入上述图表的描述说明。</a:t>
            </a:r>
            <a:endParaRPr lang="zh-CN" altLang="en-US" sz="1400" dirty="0">
              <a:solidFill>
                <a:schemeClr val="bg1"/>
              </a:solidFill>
              <a:sym typeface="微软雅黑" panose="020B0503020204020204" pitchFamily="34" charset="-122"/>
            </a:endParaRPr>
          </a:p>
        </p:txBody>
      </p:sp>
      <p:sp>
        <p:nvSpPr>
          <p:cNvPr id="54" name="标题 11"/>
          <p:cNvSpPr txBox="1"/>
          <p:nvPr/>
        </p:nvSpPr>
        <p:spPr>
          <a:xfrm>
            <a:off x="1849115" y="5441419"/>
            <a:ext cx="8421910" cy="79665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a:solidFill>
                  <a:schemeClr val="bg1"/>
                </a:solidFill>
                <a:latin typeface="微软雅黑" panose="020B0503020204020204" pitchFamily="34" charset="-122"/>
                <a:ea typeface="微软雅黑" panose="020B0503020204020204" pitchFamily="34" charset="-122"/>
              </a:rPr>
              <a:t>请在此处输入详细的文字介绍信息和简介，表达图表的含义</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请在此处输入详细的文字介绍信息和简介，表达图表的含义</a:t>
            </a:r>
            <a:r>
              <a:rPr lang="zh-CN" altLang="en-US" sz="1400" dirty="0" smtClean="0">
                <a:solidFill>
                  <a:schemeClr val="bg1"/>
                </a:solidFill>
                <a:latin typeface="微软雅黑" panose="020B0503020204020204" pitchFamily="34" charset="-122"/>
                <a:ea typeface="微软雅黑" panose="020B0503020204020204" pitchFamily="34" charset="-122"/>
              </a:rPr>
              <a:t>。请</a:t>
            </a:r>
            <a:r>
              <a:rPr lang="zh-CN" altLang="en-US" sz="1400" dirty="0">
                <a:solidFill>
                  <a:schemeClr val="bg1"/>
                </a:solidFill>
                <a:latin typeface="微软雅黑" panose="020B0503020204020204" pitchFamily="34" charset="-122"/>
                <a:ea typeface="微软雅黑" panose="020B0503020204020204" pitchFamily="34" charset="-122"/>
              </a:rPr>
              <a:t>在此处输入详细的文字介绍信息和简介，表达图表的</a:t>
            </a:r>
            <a:r>
              <a:rPr lang="zh-CN" altLang="en-US" sz="1400" dirty="0" smtClean="0">
                <a:solidFill>
                  <a:schemeClr val="bg1"/>
                </a:solidFill>
                <a:latin typeface="微软雅黑" panose="020B0503020204020204" pitchFamily="34" charset="-122"/>
                <a:ea typeface="微软雅黑" panose="020B0503020204020204" pitchFamily="34" charset="-122"/>
              </a:rPr>
              <a:t>含义</a:t>
            </a:r>
            <a:r>
              <a:rPr lang="zh-CN" altLang="en-US" sz="1400" dirty="0">
                <a:solidFill>
                  <a:schemeClr val="bg1"/>
                </a:solidFill>
                <a:latin typeface="微软雅黑" panose="020B0503020204020204" pitchFamily="34" charset="-122"/>
                <a:ea typeface="微软雅黑" panose="020B0503020204020204" pitchFamily="34" charset="-122"/>
              </a:rPr>
              <a:t>请在此处输入详细的文字介绍信息和简介，表达图表的含义</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请在此处输入详细的文字介绍信息和简介，表达图表的含义。</a:t>
            </a:r>
            <a:endParaRPr lang="zh-CN" altLang="en-US" sz="1400" dirty="0">
              <a:solidFill>
                <a:schemeClr val="bg1"/>
              </a:solidFill>
              <a:latin typeface="微软雅黑" panose="020B0503020204020204" pitchFamily="34" charset="-122"/>
              <a:ea typeface="微软雅黑" panose="020B0503020204020204" pitchFamily="34" charset="-122"/>
            </a:endParaRPr>
          </a:p>
          <a:p>
            <a:pPr algn="l"/>
            <a:endParaRPr lang="zh-CN" altLang="en-US" sz="1400" dirty="0">
              <a:solidFill>
                <a:schemeClr val="bg1"/>
              </a:solidFill>
              <a:latin typeface="微软雅黑" panose="020B0503020204020204" pitchFamily="34" charset="-122"/>
              <a:ea typeface="微软雅黑" panose="020B0503020204020204" pitchFamily="34" charset="-122"/>
            </a:endParaRPr>
          </a:p>
          <a:p>
            <a:pPr algn="l"/>
            <a:endParaRPr lang="zh-CN" altLang="en-US" sz="1400" dirty="0">
              <a:solidFill>
                <a:schemeClr val="bg1"/>
              </a:solidFill>
              <a:latin typeface="微软雅黑" panose="020B0503020204020204" pitchFamily="34" charset="-122"/>
              <a:ea typeface="微软雅黑" panose="020B0503020204020204" pitchFamily="34" charset="-122"/>
            </a:endParaRPr>
          </a:p>
          <a:p>
            <a:pPr algn="l"/>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5" name="标题 11"/>
          <p:cNvSpPr txBox="1"/>
          <p:nvPr/>
        </p:nvSpPr>
        <p:spPr>
          <a:xfrm>
            <a:off x="5225107" y="5059371"/>
            <a:ext cx="1728192" cy="28346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000" b="1" dirty="0" smtClean="0">
                <a:solidFill>
                  <a:schemeClr val="bg1"/>
                </a:solidFill>
                <a:latin typeface="微软雅黑" panose="020B0503020204020204" pitchFamily="34" charset="-122"/>
                <a:ea typeface="微软雅黑" panose="020B0503020204020204" pitchFamily="34" charset="-122"/>
              </a:rPr>
              <a:t>输入文字</a:t>
            </a:r>
            <a:r>
              <a:rPr lang="zh-CN" altLang="en-US" sz="2000" b="1" dirty="0">
                <a:solidFill>
                  <a:schemeClr val="bg1"/>
                </a:solidFill>
                <a:latin typeface="微软雅黑" panose="020B0503020204020204" pitchFamily="34" charset="-122"/>
                <a:ea typeface="微软雅黑" panose="020B0503020204020204" pitchFamily="34" charset="-122"/>
              </a:rPr>
              <a:t>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4"/>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400"/>
                                        <p:tgtEl>
                                          <p:spTgt spid="40"/>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250"/>
                                        <p:tgtEl>
                                          <p:spTgt spid="41"/>
                                        </p:tgtEl>
                                      </p:cBhvr>
                                    </p:animEffect>
                                  </p:childTnLst>
                                </p:cTn>
                              </p:par>
                              <p:par>
                                <p:cTn id="18" presetID="14" presetClass="entr" presetSubtype="10" fill="hold" grpId="0" nodeType="withEffect">
                                  <p:stCondLst>
                                    <p:cond delay="250"/>
                                  </p:stCondLst>
                                  <p:childTnLst>
                                    <p:set>
                                      <p:cBhvr>
                                        <p:cTn id="19" dur="1" fill="hold">
                                          <p:stCondLst>
                                            <p:cond delay="0"/>
                                          </p:stCondLst>
                                        </p:cTn>
                                        <p:tgtEl>
                                          <p:spTgt spid="46"/>
                                        </p:tgtEl>
                                        <p:attrNameLst>
                                          <p:attrName>style.visibility</p:attrName>
                                        </p:attrNameLst>
                                      </p:cBhvr>
                                      <p:to>
                                        <p:strVal val="visible"/>
                                      </p:to>
                                    </p:set>
                                    <p:animEffect transition="in" filter="randombar(horizontal)">
                                      <p:cBhvr>
                                        <p:cTn id="20" dur="400"/>
                                        <p:tgtEl>
                                          <p:spTgt spid="46"/>
                                        </p:tgtEl>
                                      </p:cBhvr>
                                    </p:animEffect>
                                  </p:childTnLst>
                                </p:cTn>
                              </p:par>
                              <p:par>
                                <p:cTn id="21" presetID="14" presetClass="entr" presetSubtype="10" fill="hold" grpId="0" nodeType="withEffect">
                                  <p:stCondLst>
                                    <p:cond delay="250"/>
                                  </p:stCondLst>
                                  <p:childTnLst>
                                    <p:set>
                                      <p:cBhvr>
                                        <p:cTn id="22" dur="1" fill="hold">
                                          <p:stCondLst>
                                            <p:cond delay="0"/>
                                          </p:stCondLst>
                                        </p:cTn>
                                        <p:tgtEl>
                                          <p:spTgt spid="47"/>
                                        </p:tgtEl>
                                        <p:attrNameLst>
                                          <p:attrName>style.visibility</p:attrName>
                                        </p:attrNameLst>
                                      </p:cBhvr>
                                      <p:to>
                                        <p:strVal val="visible"/>
                                      </p:to>
                                    </p:set>
                                    <p:animEffect transition="in" filter="randombar(horizontal)">
                                      <p:cBhvr>
                                        <p:cTn id="23" dur="400"/>
                                        <p:tgtEl>
                                          <p:spTgt spid="47"/>
                                        </p:tgtEl>
                                      </p:cBhvr>
                                    </p:animEffect>
                                  </p:childTnLst>
                                </p:cTn>
                              </p:par>
                            </p:childTnLst>
                          </p:cTn>
                        </p:par>
                        <p:par>
                          <p:cTn id="24" fill="hold">
                            <p:stCondLst>
                              <p:cond delay="2000"/>
                            </p:stCondLst>
                            <p:childTnLst>
                              <p:par>
                                <p:cTn id="25" presetID="21" presetClass="entr" presetSubtype="1" fill="hold" grpId="0"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wheel(1)">
                                      <p:cBhvr>
                                        <p:cTn id="27" dur="400"/>
                                        <p:tgtEl>
                                          <p:spTgt spid="48"/>
                                        </p:tgtEl>
                                      </p:cBhvr>
                                    </p:animEffect>
                                  </p:childTnLst>
                                </p:cTn>
                              </p:par>
                              <p:par>
                                <p:cTn id="28" presetID="10" presetClass="entr" presetSubtype="0"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250"/>
                                        <p:tgtEl>
                                          <p:spTgt spid="49"/>
                                        </p:tgtEl>
                                      </p:cBhvr>
                                    </p:animEffect>
                                  </p:childTnLst>
                                </p:cTn>
                              </p:par>
                              <p:par>
                                <p:cTn id="31" presetID="14" presetClass="entr" presetSubtype="10" fill="hold" grpId="0" nodeType="withEffect">
                                  <p:stCondLst>
                                    <p:cond delay="250"/>
                                  </p:stCondLst>
                                  <p:childTnLst>
                                    <p:set>
                                      <p:cBhvr>
                                        <p:cTn id="32" dur="1" fill="hold">
                                          <p:stCondLst>
                                            <p:cond delay="0"/>
                                          </p:stCondLst>
                                        </p:cTn>
                                        <p:tgtEl>
                                          <p:spTgt spid="52"/>
                                        </p:tgtEl>
                                        <p:attrNameLst>
                                          <p:attrName>style.visibility</p:attrName>
                                        </p:attrNameLst>
                                      </p:cBhvr>
                                      <p:to>
                                        <p:strVal val="visible"/>
                                      </p:to>
                                    </p:set>
                                    <p:animEffect transition="in" filter="randombar(horizontal)">
                                      <p:cBhvr>
                                        <p:cTn id="33" dur="400"/>
                                        <p:tgtEl>
                                          <p:spTgt spid="52"/>
                                        </p:tgtEl>
                                      </p:cBhvr>
                                    </p:animEffect>
                                  </p:childTnLst>
                                </p:cTn>
                              </p:par>
                              <p:par>
                                <p:cTn id="34" presetID="14" presetClass="entr" presetSubtype="10" fill="hold" grpId="0" nodeType="withEffect">
                                  <p:stCondLst>
                                    <p:cond delay="250"/>
                                  </p:stCondLst>
                                  <p:childTnLst>
                                    <p:set>
                                      <p:cBhvr>
                                        <p:cTn id="35" dur="1" fill="hold">
                                          <p:stCondLst>
                                            <p:cond delay="0"/>
                                          </p:stCondLst>
                                        </p:cTn>
                                        <p:tgtEl>
                                          <p:spTgt spid="53"/>
                                        </p:tgtEl>
                                        <p:attrNameLst>
                                          <p:attrName>style.visibility</p:attrName>
                                        </p:attrNameLst>
                                      </p:cBhvr>
                                      <p:to>
                                        <p:strVal val="visible"/>
                                      </p:to>
                                    </p:set>
                                    <p:animEffect transition="in" filter="randombar(horizontal)">
                                      <p:cBhvr>
                                        <p:cTn id="36" dur="400"/>
                                        <p:tgtEl>
                                          <p:spTgt spid="53"/>
                                        </p:tgtEl>
                                      </p:cBhvr>
                                    </p:animEffect>
                                  </p:childTnLst>
                                </p:cTn>
                              </p:par>
                              <p:par>
                                <p:cTn id="37" presetID="53" presetClass="entr" presetSubtype="16" fill="hold" grpId="0" nodeType="withEffect">
                                  <p:stCondLst>
                                    <p:cond delay="500"/>
                                  </p:stCondLst>
                                  <p:childTnLst>
                                    <p:set>
                                      <p:cBhvr>
                                        <p:cTn id="38" dur="1" fill="hold">
                                          <p:stCondLst>
                                            <p:cond delay="0"/>
                                          </p:stCondLst>
                                        </p:cTn>
                                        <p:tgtEl>
                                          <p:spTgt spid="54"/>
                                        </p:tgtEl>
                                        <p:attrNameLst>
                                          <p:attrName>style.visibility</p:attrName>
                                        </p:attrNameLst>
                                      </p:cBhvr>
                                      <p:to>
                                        <p:strVal val="visible"/>
                                      </p:to>
                                    </p:set>
                                    <p:anim calcmode="lin" valueType="num">
                                      <p:cBhvr>
                                        <p:cTn id="39" dur="500" fill="hold"/>
                                        <p:tgtEl>
                                          <p:spTgt spid="54"/>
                                        </p:tgtEl>
                                        <p:attrNameLst>
                                          <p:attrName>ppt_w</p:attrName>
                                        </p:attrNameLst>
                                      </p:cBhvr>
                                      <p:tavLst>
                                        <p:tav tm="0">
                                          <p:val>
                                            <p:fltVal val="0"/>
                                          </p:val>
                                        </p:tav>
                                        <p:tav tm="100000">
                                          <p:val>
                                            <p:strVal val="#ppt_w"/>
                                          </p:val>
                                        </p:tav>
                                      </p:tavLst>
                                    </p:anim>
                                    <p:anim calcmode="lin" valueType="num">
                                      <p:cBhvr>
                                        <p:cTn id="40" dur="500" fill="hold"/>
                                        <p:tgtEl>
                                          <p:spTgt spid="54"/>
                                        </p:tgtEl>
                                        <p:attrNameLst>
                                          <p:attrName>ppt_h</p:attrName>
                                        </p:attrNameLst>
                                      </p:cBhvr>
                                      <p:tavLst>
                                        <p:tav tm="0">
                                          <p:val>
                                            <p:fltVal val="0"/>
                                          </p:val>
                                        </p:tav>
                                        <p:tav tm="100000">
                                          <p:val>
                                            <p:strVal val="#ppt_h"/>
                                          </p:val>
                                        </p:tav>
                                      </p:tavLst>
                                    </p:anim>
                                    <p:animEffect transition="in" filter="fade">
                                      <p:cBhvr>
                                        <p:cTn id="41" dur="500"/>
                                        <p:tgtEl>
                                          <p:spTgt spid="54"/>
                                        </p:tgtEl>
                                      </p:cBhvr>
                                    </p:animEffect>
                                  </p:childTnLst>
                                </p:cTn>
                              </p:par>
                              <p:par>
                                <p:cTn id="42" presetID="53" presetClass="entr" presetSubtype="16" fill="hold" grpId="0" nodeType="withEffect">
                                  <p:stCondLst>
                                    <p:cond delay="500"/>
                                  </p:stCondLst>
                                  <p:childTnLst>
                                    <p:set>
                                      <p:cBhvr>
                                        <p:cTn id="43" dur="1" fill="hold">
                                          <p:stCondLst>
                                            <p:cond delay="0"/>
                                          </p:stCondLst>
                                        </p:cTn>
                                        <p:tgtEl>
                                          <p:spTgt spid="55"/>
                                        </p:tgtEl>
                                        <p:attrNameLst>
                                          <p:attrName>style.visibility</p:attrName>
                                        </p:attrNameLst>
                                      </p:cBhvr>
                                      <p:to>
                                        <p:strVal val="visible"/>
                                      </p:to>
                                    </p:set>
                                    <p:anim calcmode="lin" valueType="num">
                                      <p:cBhvr>
                                        <p:cTn id="44" dur="500" fill="hold"/>
                                        <p:tgtEl>
                                          <p:spTgt spid="55"/>
                                        </p:tgtEl>
                                        <p:attrNameLst>
                                          <p:attrName>ppt_w</p:attrName>
                                        </p:attrNameLst>
                                      </p:cBhvr>
                                      <p:tavLst>
                                        <p:tav tm="0">
                                          <p:val>
                                            <p:fltVal val="0"/>
                                          </p:val>
                                        </p:tav>
                                        <p:tav tm="100000">
                                          <p:val>
                                            <p:strVal val="#ppt_w"/>
                                          </p:val>
                                        </p:tav>
                                      </p:tavLst>
                                    </p:anim>
                                    <p:anim calcmode="lin" valueType="num">
                                      <p:cBhvr>
                                        <p:cTn id="45" dur="500" fill="hold"/>
                                        <p:tgtEl>
                                          <p:spTgt spid="55"/>
                                        </p:tgtEl>
                                        <p:attrNameLst>
                                          <p:attrName>ppt_h</p:attrName>
                                        </p:attrNameLst>
                                      </p:cBhvr>
                                      <p:tavLst>
                                        <p:tav tm="0">
                                          <p:val>
                                            <p:fltVal val="0"/>
                                          </p:val>
                                        </p:tav>
                                        <p:tav tm="100000">
                                          <p:val>
                                            <p:strVal val="#ppt_h"/>
                                          </p:val>
                                        </p:tav>
                                      </p:tavLst>
                                    </p:anim>
                                    <p:animEffect transition="in" filter="fad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6" grpId="0"/>
      <p:bldP spid="47" grpId="0"/>
      <p:bldP spid="48" grpId="0" animBg="1"/>
      <p:bldP spid="52" grpId="0"/>
      <p:bldP spid="53" grpId="0"/>
      <p:bldP spid="54" grpId="0"/>
      <p:bldP spid="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0"/>
            <a:ext cx="6552730"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TO SOLVE THE PROBLEM</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grpSp>
        <p:nvGrpSpPr>
          <p:cNvPr id="130" name="组合 129"/>
          <p:cNvGrpSpPr/>
          <p:nvPr/>
        </p:nvGrpSpPr>
        <p:grpSpPr>
          <a:xfrm>
            <a:off x="5268126" y="1274571"/>
            <a:ext cx="1123045" cy="1302732"/>
            <a:chOff x="5301679" y="1577352"/>
            <a:chExt cx="1123045" cy="1302732"/>
          </a:xfrm>
        </p:grpSpPr>
        <p:sp>
          <p:nvSpPr>
            <p:cNvPr id="131" name="六边形 130"/>
            <p:cNvSpPr/>
            <p:nvPr/>
          </p:nvSpPr>
          <p:spPr>
            <a:xfrm rot="5400000">
              <a:off x="5211836" y="1667195"/>
              <a:ext cx="1302732" cy="1123045"/>
            </a:xfrm>
            <a:prstGeom prst="hexag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sp>
          <p:nvSpPr>
            <p:cNvPr id="132" name="KSO_Shape"/>
            <p:cNvSpPr/>
            <p:nvPr/>
          </p:nvSpPr>
          <p:spPr bwMode="auto">
            <a:xfrm>
              <a:off x="5635344" y="2000361"/>
              <a:ext cx="455715" cy="455715"/>
            </a:xfrm>
            <a:custGeom>
              <a:avLst/>
              <a:gdLst>
                <a:gd name="T0" fmla="*/ 1159904 w 2208213"/>
                <a:gd name="T1" fmla="*/ 523327 h 2209801"/>
                <a:gd name="T2" fmla="*/ 1199134 w 2208213"/>
                <a:gd name="T3" fmla="*/ 565478 h 2209801"/>
                <a:gd name="T4" fmla="*/ 1206816 w 2208213"/>
                <a:gd name="T5" fmla="*/ 627336 h 2209801"/>
                <a:gd name="T6" fmla="*/ 1183496 w 2208213"/>
                <a:gd name="T7" fmla="*/ 668666 h 2209801"/>
                <a:gd name="T8" fmla="*/ 954421 w 2208213"/>
                <a:gd name="T9" fmla="*/ 947300 h 2209801"/>
                <a:gd name="T10" fmla="*/ 901747 w 2208213"/>
                <a:gd name="T11" fmla="*/ 1002588 h 2209801"/>
                <a:gd name="T12" fmla="*/ 871569 w 2208213"/>
                <a:gd name="T13" fmla="*/ 1378936 h 2209801"/>
                <a:gd name="T14" fmla="*/ 822461 w 2208213"/>
                <a:gd name="T15" fmla="*/ 1396179 h 2209801"/>
                <a:gd name="T16" fmla="*/ 784602 w 2208213"/>
                <a:gd name="T17" fmla="*/ 1361418 h 2209801"/>
                <a:gd name="T18" fmla="*/ 740982 w 2208213"/>
                <a:gd name="T19" fmla="*/ 986166 h 2209801"/>
                <a:gd name="T20" fmla="*/ 701476 w 2208213"/>
                <a:gd name="T21" fmla="*/ 923487 h 2209801"/>
                <a:gd name="T22" fmla="*/ 699830 w 2208213"/>
                <a:gd name="T23" fmla="*/ 851775 h 2209801"/>
                <a:gd name="T24" fmla="*/ 735769 w 2208213"/>
                <a:gd name="T25" fmla="*/ 788002 h 2209801"/>
                <a:gd name="T26" fmla="*/ 801886 w 2208213"/>
                <a:gd name="T27" fmla="*/ 751873 h 2209801"/>
                <a:gd name="T28" fmla="*/ 1066626 w 2208213"/>
                <a:gd name="T29" fmla="*/ 521138 h 2209801"/>
                <a:gd name="T30" fmla="*/ 533853 w 2208213"/>
                <a:gd name="T31" fmla="*/ 676984 h 2209801"/>
                <a:gd name="T32" fmla="*/ 283900 w 2208213"/>
                <a:gd name="T33" fmla="*/ 652063 h 2209801"/>
                <a:gd name="T34" fmla="*/ 235717 w 2208213"/>
                <a:gd name="T35" fmla="*/ 799950 h 2209801"/>
                <a:gd name="T36" fmla="*/ 219838 w 2208213"/>
                <a:gd name="T37" fmla="*/ 953315 h 2209801"/>
                <a:gd name="T38" fmla="*/ 235990 w 2208213"/>
                <a:gd name="T39" fmla="*/ 1107228 h 2209801"/>
                <a:gd name="T40" fmla="*/ 284722 w 2208213"/>
                <a:gd name="T41" fmla="*/ 1255389 h 2209801"/>
                <a:gd name="T42" fmla="*/ 365484 w 2208213"/>
                <a:gd name="T43" fmla="*/ 1392049 h 2209801"/>
                <a:gd name="T44" fmla="*/ 469517 w 2208213"/>
                <a:gd name="T45" fmla="*/ 1504060 h 2209801"/>
                <a:gd name="T46" fmla="*/ 671834 w 2208213"/>
                <a:gd name="T47" fmla="*/ 1628669 h 2209801"/>
                <a:gd name="T48" fmla="*/ 922061 w 2208213"/>
                <a:gd name="T49" fmla="*/ 1683442 h 2209801"/>
                <a:gd name="T50" fmla="*/ 1075099 w 2208213"/>
                <a:gd name="T51" fmla="*/ 1897058 h 2209801"/>
                <a:gd name="T52" fmla="*/ 829252 w 2208213"/>
                <a:gd name="T53" fmla="*/ 1897606 h 2209801"/>
                <a:gd name="T54" fmla="*/ 643088 w 2208213"/>
                <a:gd name="T55" fmla="*/ 1852966 h 2209801"/>
                <a:gd name="T56" fmla="*/ 484300 w 2208213"/>
                <a:gd name="T57" fmla="*/ 1782308 h 2209801"/>
                <a:gd name="T58" fmla="*/ 338654 w 2208213"/>
                <a:gd name="T59" fmla="*/ 1681799 h 2209801"/>
                <a:gd name="T60" fmla="*/ 196841 w 2208213"/>
                <a:gd name="T61" fmla="*/ 1533637 h 2209801"/>
                <a:gd name="T62" fmla="*/ 84047 w 2208213"/>
                <a:gd name="T63" fmla="*/ 1345217 h 2209801"/>
                <a:gd name="T64" fmla="*/ 18342 w 2208213"/>
                <a:gd name="T65" fmla="*/ 1140913 h 2209801"/>
                <a:gd name="T66" fmla="*/ 0 w 2208213"/>
                <a:gd name="T67" fmla="*/ 928667 h 2209801"/>
                <a:gd name="T68" fmla="*/ 29020 w 2208213"/>
                <a:gd name="T69" fmla="*/ 717516 h 2209801"/>
                <a:gd name="T70" fmla="*/ 105128 w 2208213"/>
                <a:gd name="T71" fmla="*/ 516225 h 2209801"/>
                <a:gd name="T72" fmla="*/ 210530 w 2208213"/>
                <a:gd name="T73" fmla="*/ 353822 h 2209801"/>
                <a:gd name="T74" fmla="*/ 1141446 w 2208213"/>
                <a:gd name="T75" fmla="*/ 18620 h 2209801"/>
                <a:gd name="T76" fmla="*/ 1322266 w 2208213"/>
                <a:gd name="T77" fmla="*/ 74481 h 2209801"/>
                <a:gd name="T78" fmla="*/ 1477059 w 2208213"/>
                <a:gd name="T79" fmla="*/ 157177 h 2209801"/>
                <a:gd name="T80" fmla="*/ 1614592 w 2208213"/>
                <a:gd name="T81" fmla="*/ 267528 h 2209801"/>
                <a:gd name="T82" fmla="*/ 1754042 w 2208213"/>
                <a:gd name="T83" fmla="*/ 437575 h 2209801"/>
                <a:gd name="T84" fmla="*/ 1849932 w 2208213"/>
                <a:gd name="T85" fmla="*/ 632539 h 2209801"/>
                <a:gd name="T86" fmla="*/ 1898425 w 2208213"/>
                <a:gd name="T87" fmla="*/ 840647 h 2209801"/>
                <a:gd name="T88" fmla="*/ 1899521 w 2208213"/>
                <a:gd name="T89" fmla="*/ 1053410 h 2209801"/>
                <a:gd name="T90" fmla="*/ 1853220 w 2208213"/>
                <a:gd name="T91" fmla="*/ 1262339 h 2209801"/>
                <a:gd name="T92" fmla="*/ 1761440 w 2208213"/>
                <a:gd name="T93" fmla="*/ 1455113 h 2209801"/>
                <a:gd name="T94" fmla="*/ 1536237 w 2208213"/>
                <a:gd name="T95" fmla="*/ 1393502 h 2209801"/>
                <a:gd name="T96" fmla="*/ 1625825 w 2208213"/>
                <a:gd name="T97" fmla="*/ 1239886 h 2209801"/>
                <a:gd name="T98" fmla="*/ 1671304 w 2208213"/>
                <a:gd name="T99" fmla="*/ 1090925 h 2209801"/>
                <a:gd name="T100" fmla="*/ 1684455 w 2208213"/>
                <a:gd name="T101" fmla="*/ 937034 h 2209801"/>
                <a:gd name="T102" fmla="*/ 1665003 w 2208213"/>
                <a:gd name="T103" fmla="*/ 783965 h 2209801"/>
                <a:gd name="T104" fmla="*/ 1613770 w 2208213"/>
                <a:gd name="T105" fmla="*/ 636646 h 2209801"/>
                <a:gd name="T106" fmla="*/ 1529935 w 2208213"/>
                <a:gd name="T107" fmla="*/ 501102 h 2209801"/>
                <a:gd name="T108" fmla="*/ 1425004 w 2208213"/>
                <a:gd name="T109" fmla="*/ 392393 h 2209801"/>
                <a:gd name="T110" fmla="*/ 1313773 w 2208213"/>
                <a:gd name="T111" fmla="*/ 315174 h 2209801"/>
                <a:gd name="T112" fmla="*/ 1191035 w 2208213"/>
                <a:gd name="T113" fmla="*/ 259314 h 2209801"/>
                <a:gd name="T114" fmla="*/ 996790 w 2208213"/>
                <a:gd name="T115" fmla="*/ 220977 h 2209801"/>
                <a:gd name="T116" fmla="*/ 817613 w 2208213"/>
                <a:gd name="T117" fmla="*/ 53670 h 220980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208213" h="2209801">
                  <a:moveTo>
                    <a:pt x="1288552" y="590550"/>
                  </a:moveTo>
                  <a:lnTo>
                    <a:pt x="1298410" y="590868"/>
                  </a:lnTo>
                  <a:lnTo>
                    <a:pt x="1307950" y="592138"/>
                  </a:lnTo>
                  <a:lnTo>
                    <a:pt x="1313039" y="593408"/>
                  </a:lnTo>
                  <a:lnTo>
                    <a:pt x="1317809" y="594678"/>
                  </a:lnTo>
                  <a:lnTo>
                    <a:pt x="1322579" y="596265"/>
                  </a:lnTo>
                  <a:lnTo>
                    <a:pt x="1326713" y="598170"/>
                  </a:lnTo>
                  <a:lnTo>
                    <a:pt x="1331483" y="600075"/>
                  </a:lnTo>
                  <a:lnTo>
                    <a:pt x="1335935" y="601980"/>
                  </a:lnTo>
                  <a:lnTo>
                    <a:pt x="1340705" y="604520"/>
                  </a:lnTo>
                  <a:lnTo>
                    <a:pt x="1344522" y="607060"/>
                  </a:lnTo>
                  <a:lnTo>
                    <a:pt x="1348974" y="610235"/>
                  </a:lnTo>
                  <a:lnTo>
                    <a:pt x="1352790" y="613410"/>
                  </a:lnTo>
                  <a:lnTo>
                    <a:pt x="1356924" y="616585"/>
                  </a:lnTo>
                  <a:lnTo>
                    <a:pt x="1360740" y="620078"/>
                  </a:lnTo>
                  <a:lnTo>
                    <a:pt x="1371870" y="631190"/>
                  </a:lnTo>
                  <a:lnTo>
                    <a:pt x="1375368" y="635000"/>
                  </a:lnTo>
                  <a:lnTo>
                    <a:pt x="1378867" y="639128"/>
                  </a:lnTo>
                  <a:lnTo>
                    <a:pt x="1382047" y="642938"/>
                  </a:lnTo>
                  <a:lnTo>
                    <a:pt x="1384909" y="647383"/>
                  </a:lnTo>
                  <a:lnTo>
                    <a:pt x="1387453" y="651510"/>
                  </a:lnTo>
                  <a:lnTo>
                    <a:pt x="1389997" y="655955"/>
                  </a:lnTo>
                  <a:lnTo>
                    <a:pt x="1392223" y="660718"/>
                  </a:lnTo>
                  <a:lnTo>
                    <a:pt x="1394131" y="664845"/>
                  </a:lnTo>
                  <a:lnTo>
                    <a:pt x="1395721" y="669608"/>
                  </a:lnTo>
                  <a:lnTo>
                    <a:pt x="1397311" y="674370"/>
                  </a:lnTo>
                  <a:lnTo>
                    <a:pt x="1398901" y="679133"/>
                  </a:lnTo>
                  <a:lnTo>
                    <a:pt x="1399855" y="683895"/>
                  </a:lnTo>
                  <a:lnTo>
                    <a:pt x="1401445" y="693738"/>
                  </a:lnTo>
                  <a:lnTo>
                    <a:pt x="1401763" y="703580"/>
                  </a:lnTo>
                  <a:lnTo>
                    <a:pt x="1401445" y="713105"/>
                  </a:lnTo>
                  <a:lnTo>
                    <a:pt x="1399855" y="722948"/>
                  </a:lnTo>
                  <a:lnTo>
                    <a:pt x="1398901" y="727710"/>
                  </a:lnTo>
                  <a:lnTo>
                    <a:pt x="1397311" y="732155"/>
                  </a:lnTo>
                  <a:lnTo>
                    <a:pt x="1395721" y="736918"/>
                  </a:lnTo>
                  <a:lnTo>
                    <a:pt x="1394131" y="741680"/>
                  </a:lnTo>
                  <a:lnTo>
                    <a:pt x="1392223" y="746443"/>
                  </a:lnTo>
                  <a:lnTo>
                    <a:pt x="1389997" y="750888"/>
                  </a:lnTo>
                  <a:lnTo>
                    <a:pt x="1387453" y="755015"/>
                  </a:lnTo>
                  <a:lnTo>
                    <a:pt x="1384909" y="759460"/>
                  </a:lnTo>
                  <a:lnTo>
                    <a:pt x="1382047" y="763905"/>
                  </a:lnTo>
                  <a:lnTo>
                    <a:pt x="1378867" y="767715"/>
                  </a:lnTo>
                  <a:lnTo>
                    <a:pt x="1375368" y="771525"/>
                  </a:lnTo>
                  <a:lnTo>
                    <a:pt x="1371870" y="775653"/>
                  </a:lnTo>
                  <a:lnTo>
                    <a:pt x="1123823" y="1022668"/>
                  </a:lnTo>
                  <a:lnTo>
                    <a:pt x="1123823" y="1030605"/>
                  </a:lnTo>
                  <a:lnTo>
                    <a:pt x="1123505" y="1038543"/>
                  </a:lnTo>
                  <a:lnTo>
                    <a:pt x="1122551" y="1046480"/>
                  </a:lnTo>
                  <a:lnTo>
                    <a:pt x="1121279" y="1053783"/>
                  </a:lnTo>
                  <a:lnTo>
                    <a:pt x="1120007" y="1061720"/>
                  </a:lnTo>
                  <a:lnTo>
                    <a:pt x="1117781" y="1069340"/>
                  </a:lnTo>
                  <a:lnTo>
                    <a:pt x="1115555" y="1076643"/>
                  </a:lnTo>
                  <a:lnTo>
                    <a:pt x="1112693" y="1084263"/>
                  </a:lnTo>
                  <a:lnTo>
                    <a:pt x="1109513" y="1091565"/>
                  </a:lnTo>
                  <a:lnTo>
                    <a:pt x="1106333" y="1098868"/>
                  </a:lnTo>
                  <a:lnTo>
                    <a:pt x="1102517" y="1105853"/>
                  </a:lnTo>
                  <a:lnTo>
                    <a:pt x="1098064" y="1112520"/>
                  </a:lnTo>
                  <a:lnTo>
                    <a:pt x="1093930" y="1119188"/>
                  </a:lnTo>
                  <a:lnTo>
                    <a:pt x="1088842" y="1125855"/>
                  </a:lnTo>
                  <a:lnTo>
                    <a:pt x="1083118" y="1132205"/>
                  </a:lnTo>
                  <a:lnTo>
                    <a:pt x="1077712" y="1138238"/>
                  </a:lnTo>
                  <a:lnTo>
                    <a:pt x="1071352" y="1143953"/>
                  </a:lnTo>
                  <a:lnTo>
                    <a:pt x="1064992" y="1149033"/>
                  </a:lnTo>
                  <a:lnTo>
                    <a:pt x="1058631" y="1154113"/>
                  </a:lnTo>
                  <a:lnTo>
                    <a:pt x="1051953" y="1158558"/>
                  </a:lnTo>
                  <a:lnTo>
                    <a:pt x="1045275" y="1163003"/>
                  </a:lnTo>
                  <a:lnTo>
                    <a:pt x="1038279" y="1166813"/>
                  </a:lnTo>
                  <a:lnTo>
                    <a:pt x="1031283" y="1169988"/>
                  </a:lnTo>
                  <a:lnTo>
                    <a:pt x="1023650" y="1173163"/>
                  </a:lnTo>
                  <a:lnTo>
                    <a:pt x="1023650" y="1562101"/>
                  </a:lnTo>
                  <a:lnTo>
                    <a:pt x="1023650" y="1567816"/>
                  </a:lnTo>
                  <a:lnTo>
                    <a:pt x="1022378" y="1573848"/>
                  </a:lnTo>
                  <a:lnTo>
                    <a:pt x="1021424" y="1579246"/>
                  </a:lnTo>
                  <a:lnTo>
                    <a:pt x="1019198" y="1584961"/>
                  </a:lnTo>
                  <a:lnTo>
                    <a:pt x="1016654" y="1590041"/>
                  </a:lnTo>
                  <a:lnTo>
                    <a:pt x="1013792" y="1594803"/>
                  </a:lnTo>
                  <a:lnTo>
                    <a:pt x="1010294" y="1599566"/>
                  </a:lnTo>
                  <a:lnTo>
                    <a:pt x="1006796" y="1603376"/>
                  </a:lnTo>
                  <a:lnTo>
                    <a:pt x="1002344" y="1607186"/>
                  </a:lnTo>
                  <a:lnTo>
                    <a:pt x="997892" y="1610361"/>
                  </a:lnTo>
                  <a:lnTo>
                    <a:pt x="993439" y="1613536"/>
                  </a:lnTo>
                  <a:lnTo>
                    <a:pt x="988033" y="1616076"/>
                  </a:lnTo>
                  <a:lnTo>
                    <a:pt x="982627" y="1617981"/>
                  </a:lnTo>
                  <a:lnTo>
                    <a:pt x="977221" y="1619568"/>
                  </a:lnTo>
                  <a:lnTo>
                    <a:pt x="971179" y="1620203"/>
                  </a:lnTo>
                  <a:lnTo>
                    <a:pt x="965455" y="1620838"/>
                  </a:lnTo>
                  <a:lnTo>
                    <a:pt x="959413" y="1620203"/>
                  </a:lnTo>
                  <a:lnTo>
                    <a:pt x="953370" y="1619568"/>
                  </a:lnTo>
                  <a:lnTo>
                    <a:pt x="947964" y="1617981"/>
                  </a:lnTo>
                  <a:lnTo>
                    <a:pt x="942558" y="1616076"/>
                  </a:lnTo>
                  <a:lnTo>
                    <a:pt x="937470" y="1613536"/>
                  </a:lnTo>
                  <a:lnTo>
                    <a:pt x="932700" y="1610361"/>
                  </a:lnTo>
                  <a:lnTo>
                    <a:pt x="927930" y="1607186"/>
                  </a:lnTo>
                  <a:lnTo>
                    <a:pt x="923795" y="1603376"/>
                  </a:lnTo>
                  <a:lnTo>
                    <a:pt x="919979" y="1599566"/>
                  </a:lnTo>
                  <a:lnTo>
                    <a:pt x="916799" y="1594803"/>
                  </a:lnTo>
                  <a:lnTo>
                    <a:pt x="913619" y="1590041"/>
                  </a:lnTo>
                  <a:lnTo>
                    <a:pt x="911393" y="1584961"/>
                  </a:lnTo>
                  <a:lnTo>
                    <a:pt x="909485" y="1579246"/>
                  </a:lnTo>
                  <a:lnTo>
                    <a:pt x="907895" y="1573848"/>
                  </a:lnTo>
                  <a:lnTo>
                    <a:pt x="906941" y="1567816"/>
                  </a:lnTo>
                  <a:lnTo>
                    <a:pt x="906623" y="1562101"/>
                  </a:lnTo>
                  <a:lnTo>
                    <a:pt x="906623" y="1173163"/>
                  </a:lnTo>
                  <a:lnTo>
                    <a:pt x="899627" y="1169988"/>
                  </a:lnTo>
                  <a:lnTo>
                    <a:pt x="892313" y="1166813"/>
                  </a:lnTo>
                  <a:lnTo>
                    <a:pt x="885316" y="1163003"/>
                  </a:lnTo>
                  <a:lnTo>
                    <a:pt x="878638" y="1158558"/>
                  </a:lnTo>
                  <a:lnTo>
                    <a:pt x="871960" y="1154113"/>
                  </a:lnTo>
                  <a:lnTo>
                    <a:pt x="865282" y="1149033"/>
                  </a:lnTo>
                  <a:lnTo>
                    <a:pt x="858922" y="1143953"/>
                  </a:lnTo>
                  <a:lnTo>
                    <a:pt x="852879" y="1138238"/>
                  </a:lnTo>
                  <a:lnTo>
                    <a:pt x="847473" y="1132205"/>
                  </a:lnTo>
                  <a:lnTo>
                    <a:pt x="842385" y="1125855"/>
                  </a:lnTo>
                  <a:lnTo>
                    <a:pt x="837297" y="1119505"/>
                  </a:lnTo>
                  <a:lnTo>
                    <a:pt x="832845" y="1113473"/>
                  </a:lnTo>
                  <a:lnTo>
                    <a:pt x="828393" y="1106488"/>
                  </a:lnTo>
                  <a:lnTo>
                    <a:pt x="824577" y="1099503"/>
                  </a:lnTo>
                  <a:lnTo>
                    <a:pt x="821397" y="1092835"/>
                  </a:lnTo>
                  <a:lnTo>
                    <a:pt x="818216" y="1085850"/>
                  </a:lnTo>
                  <a:lnTo>
                    <a:pt x="815354" y="1078230"/>
                  </a:lnTo>
                  <a:lnTo>
                    <a:pt x="813128" y="1071245"/>
                  </a:lnTo>
                  <a:lnTo>
                    <a:pt x="811220" y="1063625"/>
                  </a:lnTo>
                  <a:lnTo>
                    <a:pt x="809630" y="1056323"/>
                  </a:lnTo>
                  <a:lnTo>
                    <a:pt x="808040" y="1048703"/>
                  </a:lnTo>
                  <a:lnTo>
                    <a:pt x="807086" y="1041400"/>
                  </a:lnTo>
                  <a:lnTo>
                    <a:pt x="806768" y="1033463"/>
                  </a:lnTo>
                  <a:lnTo>
                    <a:pt x="806450" y="1025843"/>
                  </a:lnTo>
                  <a:lnTo>
                    <a:pt x="806768" y="1018540"/>
                  </a:lnTo>
                  <a:lnTo>
                    <a:pt x="807086" y="1010920"/>
                  </a:lnTo>
                  <a:lnTo>
                    <a:pt x="808040" y="1002983"/>
                  </a:lnTo>
                  <a:lnTo>
                    <a:pt x="809630" y="995680"/>
                  </a:lnTo>
                  <a:lnTo>
                    <a:pt x="811220" y="988060"/>
                  </a:lnTo>
                  <a:lnTo>
                    <a:pt x="813128" y="981075"/>
                  </a:lnTo>
                  <a:lnTo>
                    <a:pt x="815354" y="973455"/>
                  </a:lnTo>
                  <a:lnTo>
                    <a:pt x="818216" y="966470"/>
                  </a:lnTo>
                  <a:lnTo>
                    <a:pt x="821397" y="959485"/>
                  </a:lnTo>
                  <a:lnTo>
                    <a:pt x="824577" y="952183"/>
                  </a:lnTo>
                  <a:lnTo>
                    <a:pt x="828393" y="945515"/>
                  </a:lnTo>
                  <a:lnTo>
                    <a:pt x="832845" y="938848"/>
                  </a:lnTo>
                  <a:lnTo>
                    <a:pt x="837297" y="932180"/>
                  </a:lnTo>
                  <a:lnTo>
                    <a:pt x="842385" y="925830"/>
                  </a:lnTo>
                  <a:lnTo>
                    <a:pt x="847473" y="920115"/>
                  </a:lnTo>
                  <a:lnTo>
                    <a:pt x="852879" y="914083"/>
                  </a:lnTo>
                  <a:lnTo>
                    <a:pt x="859240" y="908368"/>
                  </a:lnTo>
                  <a:lnTo>
                    <a:pt x="865282" y="902653"/>
                  </a:lnTo>
                  <a:lnTo>
                    <a:pt x="871960" y="897890"/>
                  </a:lnTo>
                  <a:lnTo>
                    <a:pt x="878638" y="893445"/>
                  </a:lnTo>
                  <a:lnTo>
                    <a:pt x="885316" y="889000"/>
                  </a:lnTo>
                  <a:lnTo>
                    <a:pt x="892313" y="885508"/>
                  </a:lnTo>
                  <a:lnTo>
                    <a:pt x="899627" y="882015"/>
                  </a:lnTo>
                  <a:lnTo>
                    <a:pt x="906941" y="878840"/>
                  </a:lnTo>
                  <a:lnTo>
                    <a:pt x="914573" y="875983"/>
                  </a:lnTo>
                  <a:lnTo>
                    <a:pt x="921887" y="873760"/>
                  </a:lnTo>
                  <a:lnTo>
                    <a:pt x="929520" y="872173"/>
                  </a:lnTo>
                  <a:lnTo>
                    <a:pt x="936834" y="870585"/>
                  </a:lnTo>
                  <a:lnTo>
                    <a:pt x="944784" y="869315"/>
                  </a:lnTo>
                  <a:lnTo>
                    <a:pt x="952734" y="868363"/>
                  </a:lnTo>
                  <a:lnTo>
                    <a:pt x="960685" y="868045"/>
                  </a:lnTo>
                  <a:lnTo>
                    <a:pt x="967999" y="867728"/>
                  </a:lnTo>
                  <a:lnTo>
                    <a:pt x="1216364" y="620078"/>
                  </a:lnTo>
                  <a:lnTo>
                    <a:pt x="1219862" y="616585"/>
                  </a:lnTo>
                  <a:lnTo>
                    <a:pt x="1223996" y="613410"/>
                  </a:lnTo>
                  <a:lnTo>
                    <a:pt x="1228130" y="610235"/>
                  </a:lnTo>
                  <a:lnTo>
                    <a:pt x="1232264" y="607060"/>
                  </a:lnTo>
                  <a:lnTo>
                    <a:pt x="1236398" y="604520"/>
                  </a:lnTo>
                  <a:lnTo>
                    <a:pt x="1240851" y="601980"/>
                  </a:lnTo>
                  <a:lnTo>
                    <a:pt x="1245621" y="599758"/>
                  </a:lnTo>
                  <a:lnTo>
                    <a:pt x="1250073" y="597535"/>
                  </a:lnTo>
                  <a:lnTo>
                    <a:pt x="1254843" y="596265"/>
                  </a:lnTo>
                  <a:lnTo>
                    <a:pt x="1259295" y="594678"/>
                  </a:lnTo>
                  <a:lnTo>
                    <a:pt x="1264065" y="593408"/>
                  </a:lnTo>
                  <a:lnTo>
                    <a:pt x="1268835" y="592138"/>
                  </a:lnTo>
                  <a:lnTo>
                    <a:pt x="1278694" y="590868"/>
                  </a:lnTo>
                  <a:lnTo>
                    <a:pt x="1288552" y="590550"/>
                  </a:lnTo>
                  <a:close/>
                  <a:moveTo>
                    <a:pt x="799395" y="26988"/>
                  </a:moveTo>
                  <a:lnTo>
                    <a:pt x="618825" y="785302"/>
                  </a:lnTo>
                  <a:lnTo>
                    <a:pt x="426196" y="592785"/>
                  </a:lnTo>
                  <a:lnTo>
                    <a:pt x="414454" y="608987"/>
                  </a:lnTo>
                  <a:lnTo>
                    <a:pt x="403030" y="625189"/>
                  </a:lnTo>
                  <a:lnTo>
                    <a:pt x="392240" y="641708"/>
                  </a:lnTo>
                  <a:lnTo>
                    <a:pt x="381450" y="658228"/>
                  </a:lnTo>
                  <a:lnTo>
                    <a:pt x="371295" y="674748"/>
                  </a:lnTo>
                  <a:lnTo>
                    <a:pt x="361775" y="691585"/>
                  </a:lnTo>
                  <a:lnTo>
                    <a:pt x="352254" y="709058"/>
                  </a:lnTo>
                  <a:lnTo>
                    <a:pt x="343369" y="726213"/>
                  </a:lnTo>
                  <a:lnTo>
                    <a:pt x="336387" y="741144"/>
                  </a:lnTo>
                  <a:lnTo>
                    <a:pt x="329088" y="756393"/>
                  </a:lnTo>
                  <a:lnTo>
                    <a:pt x="322741" y="771642"/>
                  </a:lnTo>
                  <a:lnTo>
                    <a:pt x="316711" y="786573"/>
                  </a:lnTo>
                  <a:lnTo>
                    <a:pt x="310365" y="801822"/>
                  </a:lnTo>
                  <a:lnTo>
                    <a:pt x="304652" y="817706"/>
                  </a:lnTo>
                  <a:lnTo>
                    <a:pt x="299257" y="832955"/>
                  </a:lnTo>
                  <a:lnTo>
                    <a:pt x="294180" y="848839"/>
                  </a:lnTo>
                  <a:lnTo>
                    <a:pt x="289420" y="864723"/>
                  </a:lnTo>
                  <a:lnTo>
                    <a:pt x="284977" y="880290"/>
                  </a:lnTo>
                  <a:lnTo>
                    <a:pt x="280851" y="896174"/>
                  </a:lnTo>
                  <a:lnTo>
                    <a:pt x="276726" y="912376"/>
                  </a:lnTo>
                  <a:lnTo>
                    <a:pt x="273235" y="927942"/>
                  </a:lnTo>
                  <a:lnTo>
                    <a:pt x="270062" y="944144"/>
                  </a:lnTo>
                  <a:lnTo>
                    <a:pt x="267523" y="960346"/>
                  </a:lnTo>
                  <a:lnTo>
                    <a:pt x="264667" y="976548"/>
                  </a:lnTo>
                  <a:lnTo>
                    <a:pt x="262128" y="992433"/>
                  </a:lnTo>
                  <a:lnTo>
                    <a:pt x="260224" y="1008634"/>
                  </a:lnTo>
                  <a:lnTo>
                    <a:pt x="258637" y="1024836"/>
                  </a:lnTo>
                  <a:lnTo>
                    <a:pt x="257050" y="1041038"/>
                  </a:lnTo>
                  <a:lnTo>
                    <a:pt x="256098" y="1057240"/>
                  </a:lnTo>
                  <a:lnTo>
                    <a:pt x="255464" y="1073760"/>
                  </a:lnTo>
                  <a:lnTo>
                    <a:pt x="254829" y="1089962"/>
                  </a:lnTo>
                  <a:lnTo>
                    <a:pt x="254829" y="1105846"/>
                  </a:lnTo>
                  <a:lnTo>
                    <a:pt x="254829" y="1122683"/>
                  </a:lnTo>
                  <a:lnTo>
                    <a:pt x="255464" y="1138568"/>
                  </a:lnTo>
                  <a:lnTo>
                    <a:pt x="256416" y="1155087"/>
                  </a:lnTo>
                  <a:lnTo>
                    <a:pt x="257050" y="1171289"/>
                  </a:lnTo>
                  <a:lnTo>
                    <a:pt x="258637" y="1187491"/>
                  </a:lnTo>
                  <a:lnTo>
                    <a:pt x="260224" y="1203693"/>
                  </a:lnTo>
                  <a:lnTo>
                    <a:pt x="262128" y="1219895"/>
                  </a:lnTo>
                  <a:lnTo>
                    <a:pt x="264667" y="1236097"/>
                  </a:lnTo>
                  <a:lnTo>
                    <a:pt x="267523" y="1251981"/>
                  </a:lnTo>
                  <a:lnTo>
                    <a:pt x="270379" y="1268183"/>
                  </a:lnTo>
                  <a:lnTo>
                    <a:pt x="273552" y="1284385"/>
                  </a:lnTo>
                  <a:lnTo>
                    <a:pt x="277361" y="1300269"/>
                  </a:lnTo>
                  <a:lnTo>
                    <a:pt x="281169" y="1316153"/>
                  </a:lnTo>
                  <a:lnTo>
                    <a:pt x="284977" y="1332038"/>
                  </a:lnTo>
                  <a:lnTo>
                    <a:pt x="289737" y="1347922"/>
                  </a:lnTo>
                  <a:lnTo>
                    <a:pt x="294497" y="1363488"/>
                  </a:lnTo>
                  <a:lnTo>
                    <a:pt x="299575" y="1379373"/>
                  </a:lnTo>
                  <a:lnTo>
                    <a:pt x="305287" y="1394622"/>
                  </a:lnTo>
                  <a:lnTo>
                    <a:pt x="310682" y="1410188"/>
                  </a:lnTo>
                  <a:lnTo>
                    <a:pt x="317029" y="1425437"/>
                  </a:lnTo>
                  <a:lnTo>
                    <a:pt x="323376" y="1440686"/>
                  </a:lnTo>
                  <a:lnTo>
                    <a:pt x="330040" y="1456252"/>
                  </a:lnTo>
                  <a:lnTo>
                    <a:pt x="337022" y="1471184"/>
                  </a:lnTo>
                  <a:lnTo>
                    <a:pt x="344003" y="1486115"/>
                  </a:lnTo>
                  <a:lnTo>
                    <a:pt x="351620" y="1501046"/>
                  </a:lnTo>
                  <a:lnTo>
                    <a:pt x="359553" y="1515660"/>
                  </a:lnTo>
                  <a:lnTo>
                    <a:pt x="367804" y="1530273"/>
                  </a:lnTo>
                  <a:lnTo>
                    <a:pt x="376373" y="1544887"/>
                  </a:lnTo>
                  <a:lnTo>
                    <a:pt x="384941" y="1558865"/>
                  </a:lnTo>
                  <a:lnTo>
                    <a:pt x="394461" y="1573161"/>
                  </a:lnTo>
                  <a:lnTo>
                    <a:pt x="403982" y="1587139"/>
                  </a:lnTo>
                  <a:lnTo>
                    <a:pt x="413819" y="1601117"/>
                  </a:lnTo>
                  <a:lnTo>
                    <a:pt x="423657" y="1614777"/>
                  </a:lnTo>
                  <a:lnTo>
                    <a:pt x="434130" y="1628120"/>
                  </a:lnTo>
                  <a:lnTo>
                    <a:pt x="444919" y="1641780"/>
                  </a:lnTo>
                  <a:lnTo>
                    <a:pt x="455709" y="1655123"/>
                  </a:lnTo>
                  <a:lnTo>
                    <a:pt x="466816" y="1668148"/>
                  </a:lnTo>
                  <a:lnTo>
                    <a:pt x="478558" y="1680856"/>
                  </a:lnTo>
                  <a:lnTo>
                    <a:pt x="490300" y="1693563"/>
                  </a:lnTo>
                  <a:lnTo>
                    <a:pt x="502676" y="1706270"/>
                  </a:lnTo>
                  <a:lnTo>
                    <a:pt x="512832" y="1716119"/>
                  </a:lnTo>
                  <a:lnTo>
                    <a:pt x="522987" y="1725967"/>
                  </a:lnTo>
                  <a:lnTo>
                    <a:pt x="533776" y="1735497"/>
                  </a:lnTo>
                  <a:lnTo>
                    <a:pt x="544249" y="1744710"/>
                  </a:lnTo>
                  <a:lnTo>
                    <a:pt x="555039" y="1753923"/>
                  </a:lnTo>
                  <a:lnTo>
                    <a:pt x="565511" y="1762818"/>
                  </a:lnTo>
                  <a:lnTo>
                    <a:pt x="587725" y="1780291"/>
                  </a:lnTo>
                  <a:lnTo>
                    <a:pt x="609939" y="1796811"/>
                  </a:lnTo>
                  <a:lnTo>
                    <a:pt x="633106" y="1812695"/>
                  </a:lnTo>
                  <a:lnTo>
                    <a:pt x="656589" y="1827626"/>
                  </a:lnTo>
                  <a:lnTo>
                    <a:pt x="680073" y="1841604"/>
                  </a:lnTo>
                  <a:lnTo>
                    <a:pt x="704509" y="1854629"/>
                  </a:lnTo>
                  <a:lnTo>
                    <a:pt x="728944" y="1867337"/>
                  </a:lnTo>
                  <a:lnTo>
                    <a:pt x="753697" y="1878774"/>
                  </a:lnTo>
                  <a:lnTo>
                    <a:pt x="778768" y="1889257"/>
                  </a:lnTo>
                  <a:lnTo>
                    <a:pt x="804155" y="1899741"/>
                  </a:lnTo>
                  <a:lnTo>
                    <a:pt x="829543" y="1908636"/>
                  </a:lnTo>
                  <a:lnTo>
                    <a:pt x="855566" y="1916896"/>
                  </a:lnTo>
                  <a:lnTo>
                    <a:pt x="881906" y="1923885"/>
                  </a:lnTo>
                  <a:lnTo>
                    <a:pt x="908245" y="1930556"/>
                  </a:lnTo>
                  <a:lnTo>
                    <a:pt x="934585" y="1936592"/>
                  </a:lnTo>
                  <a:lnTo>
                    <a:pt x="961242" y="1941357"/>
                  </a:lnTo>
                  <a:lnTo>
                    <a:pt x="988217" y="1945805"/>
                  </a:lnTo>
                  <a:lnTo>
                    <a:pt x="1014874" y="1948982"/>
                  </a:lnTo>
                  <a:lnTo>
                    <a:pt x="1042165" y="1951206"/>
                  </a:lnTo>
                  <a:lnTo>
                    <a:pt x="1068823" y="1952794"/>
                  </a:lnTo>
                  <a:lnTo>
                    <a:pt x="1095797" y="1953112"/>
                  </a:lnTo>
                  <a:lnTo>
                    <a:pt x="1123089" y="1953112"/>
                  </a:lnTo>
                  <a:lnTo>
                    <a:pt x="1150063" y="1951841"/>
                  </a:lnTo>
                  <a:lnTo>
                    <a:pt x="1177355" y="1950253"/>
                  </a:lnTo>
                  <a:lnTo>
                    <a:pt x="1204012" y="1947711"/>
                  </a:lnTo>
                  <a:lnTo>
                    <a:pt x="1231304" y="1944217"/>
                  </a:lnTo>
                  <a:lnTo>
                    <a:pt x="1257961" y="1939451"/>
                  </a:lnTo>
                  <a:lnTo>
                    <a:pt x="1284618" y="1934368"/>
                  </a:lnTo>
                  <a:lnTo>
                    <a:pt x="1311275" y="1928015"/>
                  </a:lnTo>
                  <a:lnTo>
                    <a:pt x="1258913" y="2147853"/>
                  </a:lnTo>
                  <a:lnTo>
                    <a:pt x="1246219" y="2200588"/>
                  </a:lnTo>
                  <a:lnTo>
                    <a:pt x="1220514" y="2203130"/>
                  </a:lnTo>
                  <a:lnTo>
                    <a:pt x="1195126" y="2205989"/>
                  </a:lnTo>
                  <a:lnTo>
                    <a:pt x="1169104" y="2207895"/>
                  </a:lnTo>
                  <a:lnTo>
                    <a:pt x="1143082" y="2209166"/>
                  </a:lnTo>
                  <a:lnTo>
                    <a:pt x="1117694" y="2209801"/>
                  </a:lnTo>
                  <a:lnTo>
                    <a:pt x="1091672" y="2209801"/>
                  </a:lnTo>
                  <a:lnTo>
                    <a:pt x="1065649" y="2209483"/>
                  </a:lnTo>
                  <a:lnTo>
                    <a:pt x="1039627" y="2208530"/>
                  </a:lnTo>
                  <a:lnTo>
                    <a:pt x="1013287" y="2206307"/>
                  </a:lnTo>
                  <a:lnTo>
                    <a:pt x="987265" y="2204083"/>
                  </a:lnTo>
                  <a:lnTo>
                    <a:pt x="961242" y="2201224"/>
                  </a:lnTo>
                  <a:lnTo>
                    <a:pt x="935537" y="2197411"/>
                  </a:lnTo>
                  <a:lnTo>
                    <a:pt x="909832" y="2193282"/>
                  </a:lnTo>
                  <a:lnTo>
                    <a:pt x="883810" y="2188199"/>
                  </a:lnTo>
                  <a:lnTo>
                    <a:pt x="857787" y="2182798"/>
                  </a:lnTo>
                  <a:lnTo>
                    <a:pt x="832400" y="2176762"/>
                  </a:lnTo>
                  <a:lnTo>
                    <a:pt x="832717" y="2174856"/>
                  </a:lnTo>
                  <a:lnTo>
                    <a:pt x="814946" y="2170091"/>
                  </a:lnTo>
                  <a:lnTo>
                    <a:pt x="797808" y="2165325"/>
                  </a:lnTo>
                  <a:lnTo>
                    <a:pt x="780037" y="2160242"/>
                  </a:lnTo>
                  <a:lnTo>
                    <a:pt x="762583" y="2154842"/>
                  </a:lnTo>
                  <a:lnTo>
                    <a:pt x="745446" y="2149441"/>
                  </a:lnTo>
                  <a:lnTo>
                    <a:pt x="727992" y="2143087"/>
                  </a:lnTo>
                  <a:lnTo>
                    <a:pt x="710856" y="2136734"/>
                  </a:lnTo>
                  <a:lnTo>
                    <a:pt x="693719" y="2130380"/>
                  </a:lnTo>
                  <a:lnTo>
                    <a:pt x="676900" y="2123391"/>
                  </a:lnTo>
                  <a:lnTo>
                    <a:pt x="660080" y="2116084"/>
                  </a:lnTo>
                  <a:lnTo>
                    <a:pt x="642943" y="2108777"/>
                  </a:lnTo>
                  <a:lnTo>
                    <a:pt x="626441" y="2100835"/>
                  </a:lnTo>
                  <a:lnTo>
                    <a:pt x="609939" y="2092893"/>
                  </a:lnTo>
                  <a:lnTo>
                    <a:pt x="593437" y="2084633"/>
                  </a:lnTo>
                  <a:lnTo>
                    <a:pt x="577253" y="2076056"/>
                  </a:lnTo>
                  <a:lnTo>
                    <a:pt x="561385" y="2067478"/>
                  </a:lnTo>
                  <a:lnTo>
                    <a:pt x="545201" y="2057948"/>
                  </a:lnTo>
                  <a:lnTo>
                    <a:pt x="529016" y="2048417"/>
                  </a:lnTo>
                  <a:lnTo>
                    <a:pt x="513149" y="2038887"/>
                  </a:lnTo>
                  <a:lnTo>
                    <a:pt x="497916" y="2028721"/>
                  </a:lnTo>
                  <a:lnTo>
                    <a:pt x="482049" y="2018555"/>
                  </a:lnTo>
                  <a:lnTo>
                    <a:pt x="466816" y="2007754"/>
                  </a:lnTo>
                  <a:lnTo>
                    <a:pt x="451901" y="1996952"/>
                  </a:lnTo>
                  <a:lnTo>
                    <a:pt x="436668" y="1985833"/>
                  </a:lnTo>
                  <a:lnTo>
                    <a:pt x="422070" y="1974397"/>
                  </a:lnTo>
                  <a:lnTo>
                    <a:pt x="407155" y="1962642"/>
                  </a:lnTo>
                  <a:lnTo>
                    <a:pt x="392557" y="1950888"/>
                  </a:lnTo>
                  <a:lnTo>
                    <a:pt x="378277" y="1938498"/>
                  </a:lnTo>
                  <a:lnTo>
                    <a:pt x="364313" y="1926109"/>
                  </a:lnTo>
                  <a:lnTo>
                    <a:pt x="350033" y="1913083"/>
                  </a:lnTo>
                  <a:lnTo>
                    <a:pt x="336387" y="1900058"/>
                  </a:lnTo>
                  <a:lnTo>
                    <a:pt x="322424" y="1886716"/>
                  </a:lnTo>
                  <a:lnTo>
                    <a:pt x="305604" y="1869243"/>
                  </a:lnTo>
                  <a:lnTo>
                    <a:pt x="289420" y="1852088"/>
                  </a:lnTo>
                  <a:lnTo>
                    <a:pt x="273235" y="1833980"/>
                  </a:lnTo>
                  <a:lnTo>
                    <a:pt x="258002" y="1815554"/>
                  </a:lnTo>
                  <a:lnTo>
                    <a:pt x="242452" y="1797446"/>
                  </a:lnTo>
                  <a:lnTo>
                    <a:pt x="228172" y="1779020"/>
                  </a:lnTo>
                  <a:lnTo>
                    <a:pt x="213891" y="1760277"/>
                  </a:lnTo>
                  <a:lnTo>
                    <a:pt x="200245" y="1741216"/>
                  </a:lnTo>
                  <a:lnTo>
                    <a:pt x="187234" y="1721837"/>
                  </a:lnTo>
                  <a:lnTo>
                    <a:pt x="174223" y="1702141"/>
                  </a:lnTo>
                  <a:lnTo>
                    <a:pt x="161846" y="1682444"/>
                  </a:lnTo>
                  <a:lnTo>
                    <a:pt x="150105" y="1662748"/>
                  </a:lnTo>
                  <a:lnTo>
                    <a:pt x="138363" y="1642734"/>
                  </a:lnTo>
                  <a:lnTo>
                    <a:pt x="127573" y="1622402"/>
                  </a:lnTo>
                  <a:lnTo>
                    <a:pt x="117101" y="1602388"/>
                  </a:lnTo>
                  <a:lnTo>
                    <a:pt x="106946" y="1581420"/>
                  </a:lnTo>
                  <a:lnTo>
                    <a:pt x="97425" y="1560453"/>
                  </a:lnTo>
                  <a:lnTo>
                    <a:pt x="87905" y="1539486"/>
                  </a:lnTo>
                  <a:lnTo>
                    <a:pt x="79336" y="1518836"/>
                  </a:lnTo>
                  <a:lnTo>
                    <a:pt x="71085" y="1497551"/>
                  </a:lnTo>
                  <a:lnTo>
                    <a:pt x="63152" y="1476267"/>
                  </a:lnTo>
                  <a:lnTo>
                    <a:pt x="56170" y="1454664"/>
                  </a:lnTo>
                  <a:lnTo>
                    <a:pt x="49189" y="1432744"/>
                  </a:lnTo>
                  <a:lnTo>
                    <a:pt x="42842" y="1411141"/>
                  </a:lnTo>
                  <a:lnTo>
                    <a:pt x="36495" y="1389539"/>
                  </a:lnTo>
                  <a:lnTo>
                    <a:pt x="31100" y="1367618"/>
                  </a:lnTo>
                  <a:lnTo>
                    <a:pt x="25705" y="1345380"/>
                  </a:lnTo>
                  <a:lnTo>
                    <a:pt x="21262" y="1323460"/>
                  </a:lnTo>
                  <a:lnTo>
                    <a:pt x="17137" y="1301222"/>
                  </a:lnTo>
                  <a:lnTo>
                    <a:pt x="13328" y="1278984"/>
                  </a:lnTo>
                  <a:lnTo>
                    <a:pt x="10155" y="1256746"/>
                  </a:lnTo>
                  <a:lnTo>
                    <a:pt x="7299" y="1234508"/>
                  </a:lnTo>
                  <a:lnTo>
                    <a:pt x="5077" y="1211953"/>
                  </a:lnTo>
                  <a:lnTo>
                    <a:pt x="2856" y="1189397"/>
                  </a:lnTo>
                  <a:lnTo>
                    <a:pt x="1587" y="1167159"/>
                  </a:lnTo>
                  <a:lnTo>
                    <a:pt x="317" y="1144604"/>
                  </a:lnTo>
                  <a:lnTo>
                    <a:pt x="0" y="1122048"/>
                  </a:lnTo>
                  <a:lnTo>
                    <a:pt x="0" y="1099810"/>
                  </a:lnTo>
                  <a:lnTo>
                    <a:pt x="0" y="1077254"/>
                  </a:lnTo>
                  <a:lnTo>
                    <a:pt x="635" y="1054699"/>
                  </a:lnTo>
                  <a:lnTo>
                    <a:pt x="2221" y="1032461"/>
                  </a:lnTo>
                  <a:lnTo>
                    <a:pt x="3808" y="1009905"/>
                  </a:lnTo>
                  <a:lnTo>
                    <a:pt x="5712" y="987350"/>
                  </a:lnTo>
                  <a:lnTo>
                    <a:pt x="8568" y="965429"/>
                  </a:lnTo>
                  <a:lnTo>
                    <a:pt x="11742" y="942874"/>
                  </a:lnTo>
                  <a:lnTo>
                    <a:pt x="14915" y="920636"/>
                  </a:lnTo>
                  <a:lnTo>
                    <a:pt x="19041" y="898398"/>
                  </a:lnTo>
                  <a:lnTo>
                    <a:pt x="23484" y="876478"/>
                  </a:lnTo>
                  <a:lnTo>
                    <a:pt x="28244" y="854240"/>
                  </a:lnTo>
                  <a:lnTo>
                    <a:pt x="33639" y="832319"/>
                  </a:lnTo>
                  <a:lnTo>
                    <a:pt x="39351" y="810717"/>
                  </a:lnTo>
                  <a:lnTo>
                    <a:pt x="45380" y="788479"/>
                  </a:lnTo>
                  <a:lnTo>
                    <a:pt x="52045" y="766876"/>
                  </a:lnTo>
                  <a:lnTo>
                    <a:pt x="59344" y="745591"/>
                  </a:lnTo>
                  <a:lnTo>
                    <a:pt x="66643" y="723989"/>
                  </a:lnTo>
                  <a:lnTo>
                    <a:pt x="74894" y="702704"/>
                  </a:lnTo>
                  <a:lnTo>
                    <a:pt x="83145" y="681737"/>
                  </a:lnTo>
                  <a:lnTo>
                    <a:pt x="92348" y="660452"/>
                  </a:lnTo>
                  <a:lnTo>
                    <a:pt x="101868" y="639802"/>
                  </a:lnTo>
                  <a:lnTo>
                    <a:pt x="111706" y="619153"/>
                  </a:lnTo>
                  <a:lnTo>
                    <a:pt x="121861" y="598821"/>
                  </a:lnTo>
                  <a:lnTo>
                    <a:pt x="132333" y="578171"/>
                  </a:lnTo>
                  <a:lnTo>
                    <a:pt x="143758" y="558157"/>
                  </a:lnTo>
                  <a:lnTo>
                    <a:pt x="155182" y="538143"/>
                  </a:lnTo>
                  <a:lnTo>
                    <a:pt x="165337" y="521623"/>
                  </a:lnTo>
                  <a:lnTo>
                    <a:pt x="175810" y="505422"/>
                  </a:lnTo>
                  <a:lnTo>
                    <a:pt x="186282" y="489220"/>
                  </a:lnTo>
                  <a:lnTo>
                    <a:pt x="197389" y="473018"/>
                  </a:lnTo>
                  <a:lnTo>
                    <a:pt x="208814" y="457451"/>
                  </a:lnTo>
                  <a:lnTo>
                    <a:pt x="220238" y="441567"/>
                  </a:lnTo>
                  <a:lnTo>
                    <a:pt x="231980" y="425683"/>
                  </a:lnTo>
                  <a:lnTo>
                    <a:pt x="244039" y="410434"/>
                  </a:lnTo>
                  <a:lnTo>
                    <a:pt x="41255" y="207115"/>
                  </a:lnTo>
                  <a:lnTo>
                    <a:pt x="799395" y="26988"/>
                  </a:lnTo>
                  <a:close/>
                  <a:moveTo>
                    <a:pt x="1115113" y="0"/>
                  </a:moveTo>
                  <a:lnTo>
                    <a:pt x="1141155" y="953"/>
                  </a:lnTo>
                  <a:lnTo>
                    <a:pt x="1167196" y="1906"/>
                  </a:lnTo>
                  <a:lnTo>
                    <a:pt x="1193555" y="3494"/>
                  </a:lnTo>
                  <a:lnTo>
                    <a:pt x="1219596" y="6035"/>
                  </a:lnTo>
                  <a:lnTo>
                    <a:pt x="1245320" y="9212"/>
                  </a:lnTo>
                  <a:lnTo>
                    <a:pt x="1271044" y="12706"/>
                  </a:lnTo>
                  <a:lnTo>
                    <a:pt x="1297085" y="17152"/>
                  </a:lnTo>
                  <a:lnTo>
                    <a:pt x="1323126" y="21599"/>
                  </a:lnTo>
                  <a:lnTo>
                    <a:pt x="1348532" y="27317"/>
                  </a:lnTo>
                  <a:lnTo>
                    <a:pt x="1374574" y="33670"/>
                  </a:lnTo>
                  <a:lnTo>
                    <a:pt x="1392676" y="38434"/>
                  </a:lnTo>
                  <a:lnTo>
                    <a:pt x="1410460" y="42881"/>
                  </a:lnTo>
                  <a:lnTo>
                    <a:pt x="1428244" y="48599"/>
                  </a:lnTo>
                  <a:lnTo>
                    <a:pt x="1445711" y="53999"/>
                  </a:lnTo>
                  <a:lnTo>
                    <a:pt x="1463495" y="60034"/>
                  </a:lnTo>
                  <a:lnTo>
                    <a:pt x="1480962" y="66387"/>
                  </a:lnTo>
                  <a:lnTo>
                    <a:pt x="1498746" y="72422"/>
                  </a:lnTo>
                  <a:lnTo>
                    <a:pt x="1515578" y="79092"/>
                  </a:lnTo>
                  <a:lnTo>
                    <a:pt x="1532727" y="86398"/>
                  </a:lnTo>
                  <a:lnTo>
                    <a:pt x="1549876" y="93703"/>
                  </a:lnTo>
                  <a:lnTo>
                    <a:pt x="1566708" y="101327"/>
                  </a:lnTo>
                  <a:lnTo>
                    <a:pt x="1583222" y="109585"/>
                  </a:lnTo>
                  <a:lnTo>
                    <a:pt x="1600053" y="117526"/>
                  </a:lnTo>
                  <a:lnTo>
                    <a:pt x="1616250" y="126103"/>
                  </a:lnTo>
                  <a:lnTo>
                    <a:pt x="1632764" y="134679"/>
                  </a:lnTo>
                  <a:lnTo>
                    <a:pt x="1648960" y="143890"/>
                  </a:lnTo>
                  <a:lnTo>
                    <a:pt x="1665157" y="152784"/>
                  </a:lnTo>
                  <a:lnTo>
                    <a:pt x="1681035" y="162631"/>
                  </a:lnTo>
                  <a:lnTo>
                    <a:pt x="1696597" y="172478"/>
                  </a:lnTo>
                  <a:lnTo>
                    <a:pt x="1712158" y="182325"/>
                  </a:lnTo>
                  <a:lnTo>
                    <a:pt x="1727402" y="193124"/>
                  </a:lnTo>
                  <a:lnTo>
                    <a:pt x="1742645" y="203606"/>
                  </a:lnTo>
                  <a:lnTo>
                    <a:pt x="1757572" y="214406"/>
                  </a:lnTo>
                  <a:lnTo>
                    <a:pt x="1772498" y="225206"/>
                  </a:lnTo>
                  <a:lnTo>
                    <a:pt x="1787106" y="236641"/>
                  </a:lnTo>
                  <a:lnTo>
                    <a:pt x="1801715" y="248711"/>
                  </a:lnTo>
                  <a:lnTo>
                    <a:pt x="1816323" y="260464"/>
                  </a:lnTo>
                  <a:lnTo>
                    <a:pt x="1830614" y="272534"/>
                  </a:lnTo>
                  <a:lnTo>
                    <a:pt x="1844270" y="284922"/>
                  </a:lnTo>
                  <a:lnTo>
                    <a:pt x="1857926" y="297310"/>
                  </a:lnTo>
                  <a:lnTo>
                    <a:pt x="1871582" y="310333"/>
                  </a:lnTo>
                  <a:lnTo>
                    <a:pt x="1884920" y="323356"/>
                  </a:lnTo>
                  <a:lnTo>
                    <a:pt x="1901751" y="340826"/>
                  </a:lnTo>
                  <a:lnTo>
                    <a:pt x="1918265" y="358296"/>
                  </a:lnTo>
                  <a:lnTo>
                    <a:pt x="1934144" y="376084"/>
                  </a:lnTo>
                  <a:lnTo>
                    <a:pt x="1949706" y="394190"/>
                  </a:lnTo>
                  <a:lnTo>
                    <a:pt x="1964632" y="412295"/>
                  </a:lnTo>
                  <a:lnTo>
                    <a:pt x="1979240" y="431036"/>
                  </a:lnTo>
                  <a:lnTo>
                    <a:pt x="1993531" y="449776"/>
                  </a:lnTo>
                  <a:lnTo>
                    <a:pt x="2007187" y="468835"/>
                  </a:lnTo>
                  <a:lnTo>
                    <a:pt x="2020525" y="487893"/>
                  </a:lnTo>
                  <a:lnTo>
                    <a:pt x="2033228" y="507587"/>
                  </a:lnTo>
                  <a:lnTo>
                    <a:pt x="2045931" y="527280"/>
                  </a:lnTo>
                  <a:lnTo>
                    <a:pt x="2057682" y="546974"/>
                  </a:lnTo>
                  <a:lnTo>
                    <a:pt x="2069114" y="567303"/>
                  </a:lnTo>
                  <a:lnTo>
                    <a:pt x="2080230" y="587314"/>
                  </a:lnTo>
                  <a:lnTo>
                    <a:pt x="2090710" y="607643"/>
                  </a:lnTo>
                  <a:lnTo>
                    <a:pt x="2100555" y="628607"/>
                  </a:lnTo>
                  <a:lnTo>
                    <a:pt x="2110399" y="648936"/>
                  </a:lnTo>
                  <a:lnTo>
                    <a:pt x="2119609" y="670218"/>
                  </a:lnTo>
                  <a:lnTo>
                    <a:pt x="2128184" y="691182"/>
                  </a:lnTo>
                  <a:lnTo>
                    <a:pt x="2136441" y="712464"/>
                  </a:lnTo>
                  <a:lnTo>
                    <a:pt x="2144380" y="733745"/>
                  </a:lnTo>
                  <a:lnTo>
                    <a:pt x="2151684" y="755345"/>
                  </a:lnTo>
                  <a:lnTo>
                    <a:pt x="2158354" y="776627"/>
                  </a:lnTo>
                  <a:lnTo>
                    <a:pt x="2165023" y="798544"/>
                  </a:lnTo>
                  <a:lnTo>
                    <a:pt x="2171057" y="820461"/>
                  </a:lnTo>
                  <a:lnTo>
                    <a:pt x="2176455" y="842378"/>
                  </a:lnTo>
                  <a:lnTo>
                    <a:pt x="2181537" y="863977"/>
                  </a:lnTo>
                  <a:lnTo>
                    <a:pt x="2186300" y="886530"/>
                  </a:lnTo>
                  <a:lnTo>
                    <a:pt x="2190429" y="908447"/>
                  </a:lnTo>
                  <a:lnTo>
                    <a:pt x="2194240" y="930681"/>
                  </a:lnTo>
                  <a:lnTo>
                    <a:pt x="2197416" y="952916"/>
                  </a:lnTo>
                  <a:lnTo>
                    <a:pt x="2200591" y="975151"/>
                  </a:lnTo>
                  <a:lnTo>
                    <a:pt x="2202814" y="997703"/>
                  </a:lnTo>
                  <a:lnTo>
                    <a:pt x="2204402" y="1019938"/>
                  </a:lnTo>
                  <a:lnTo>
                    <a:pt x="2205990" y="1042490"/>
                  </a:lnTo>
                  <a:lnTo>
                    <a:pt x="2207260" y="1065043"/>
                  </a:lnTo>
                  <a:lnTo>
                    <a:pt x="2207578" y="1087277"/>
                  </a:lnTo>
                  <a:lnTo>
                    <a:pt x="2208213" y="1109830"/>
                  </a:lnTo>
                  <a:lnTo>
                    <a:pt x="2207578" y="1132382"/>
                  </a:lnTo>
                  <a:lnTo>
                    <a:pt x="2206943" y="1154617"/>
                  </a:lnTo>
                  <a:lnTo>
                    <a:pt x="2205673" y="1177169"/>
                  </a:lnTo>
                  <a:lnTo>
                    <a:pt x="2203767" y="1199721"/>
                  </a:lnTo>
                  <a:lnTo>
                    <a:pt x="2201862" y="1221956"/>
                  </a:lnTo>
                  <a:lnTo>
                    <a:pt x="2199003" y="1244508"/>
                  </a:lnTo>
                  <a:lnTo>
                    <a:pt x="2195828" y="1267061"/>
                  </a:lnTo>
                  <a:lnTo>
                    <a:pt x="2192652" y="1288978"/>
                  </a:lnTo>
                  <a:lnTo>
                    <a:pt x="2188841" y="1310895"/>
                  </a:lnTo>
                  <a:lnTo>
                    <a:pt x="2184077" y="1333447"/>
                  </a:lnTo>
                  <a:lnTo>
                    <a:pt x="2179314" y="1355047"/>
                  </a:lnTo>
                  <a:lnTo>
                    <a:pt x="2173915" y="1377281"/>
                  </a:lnTo>
                  <a:lnTo>
                    <a:pt x="2168198" y="1399198"/>
                  </a:lnTo>
                  <a:lnTo>
                    <a:pt x="2162165" y="1420798"/>
                  </a:lnTo>
                  <a:lnTo>
                    <a:pt x="2155178" y="1442397"/>
                  </a:lnTo>
                  <a:lnTo>
                    <a:pt x="2148191" y="1464314"/>
                  </a:lnTo>
                  <a:lnTo>
                    <a:pt x="2140887" y="1485596"/>
                  </a:lnTo>
                  <a:lnTo>
                    <a:pt x="2132630" y="1506878"/>
                  </a:lnTo>
                  <a:lnTo>
                    <a:pt x="2124055" y="1527842"/>
                  </a:lnTo>
                  <a:lnTo>
                    <a:pt x="2115163" y="1548806"/>
                  </a:lnTo>
                  <a:lnTo>
                    <a:pt x="2105636" y="1569770"/>
                  </a:lnTo>
                  <a:lnTo>
                    <a:pt x="2095791" y="1590735"/>
                  </a:lnTo>
                  <a:lnTo>
                    <a:pt x="2085628" y="1611063"/>
                  </a:lnTo>
                  <a:lnTo>
                    <a:pt x="2075148" y="1631710"/>
                  </a:lnTo>
                  <a:lnTo>
                    <a:pt x="2063716" y="1651721"/>
                  </a:lnTo>
                  <a:lnTo>
                    <a:pt x="2052283" y="1671732"/>
                  </a:lnTo>
                  <a:lnTo>
                    <a:pt x="2041803" y="1687932"/>
                  </a:lnTo>
                  <a:lnTo>
                    <a:pt x="2031640" y="1704449"/>
                  </a:lnTo>
                  <a:lnTo>
                    <a:pt x="2021160" y="1720649"/>
                  </a:lnTo>
                  <a:lnTo>
                    <a:pt x="2010045" y="1736848"/>
                  </a:lnTo>
                  <a:lnTo>
                    <a:pt x="1998930" y="1752413"/>
                  </a:lnTo>
                  <a:lnTo>
                    <a:pt x="1987180" y="1768295"/>
                  </a:lnTo>
                  <a:lnTo>
                    <a:pt x="1975429" y="1783541"/>
                  </a:lnTo>
                  <a:lnTo>
                    <a:pt x="1963044" y="1798788"/>
                  </a:lnTo>
                  <a:lnTo>
                    <a:pt x="2166293" y="2002394"/>
                  </a:lnTo>
                  <a:lnTo>
                    <a:pt x="1407602" y="2182813"/>
                  </a:lnTo>
                  <a:lnTo>
                    <a:pt x="1588303" y="1424292"/>
                  </a:lnTo>
                  <a:lnTo>
                    <a:pt x="1780755" y="1616463"/>
                  </a:lnTo>
                  <a:lnTo>
                    <a:pt x="1792823" y="1600899"/>
                  </a:lnTo>
                  <a:lnTo>
                    <a:pt x="1804255" y="1584699"/>
                  </a:lnTo>
                  <a:lnTo>
                    <a:pt x="1815053" y="1568182"/>
                  </a:lnTo>
                  <a:lnTo>
                    <a:pt x="1825851" y="1551665"/>
                  </a:lnTo>
                  <a:lnTo>
                    <a:pt x="1836013" y="1534830"/>
                  </a:lnTo>
                  <a:lnTo>
                    <a:pt x="1845540" y="1517678"/>
                  </a:lnTo>
                  <a:lnTo>
                    <a:pt x="1855068" y="1500525"/>
                  </a:lnTo>
                  <a:lnTo>
                    <a:pt x="1863960" y="1483055"/>
                  </a:lnTo>
                  <a:lnTo>
                    <a:pt x="1870946" y="1468126"/>
                  </a:lnTo>
                  <a:lnTo>
                    <a:pt x="1878251" y="1453197"/>
                  </a:lnTo>
                  <a:lnTo>
                    <a:pt x="1884602" y="1438268"/>
                  </a:lnTo>
                  <a:lnTo>
                    <a:pt x="1891271" y="1422704"/>
                  </a:lnTo>
                  <a:lnTo>
                    <a:pt x="1896988" y="1407457"/>
                  </a:lnTo>
                  <a:lnTo>
                    <a:pt x="1902704" y="1392210"/>
                  </a:lnTo>
                  <a:lnTo>
                    <a:pt x="1908103" y="1376328"/>
                  </a:lnTo>
                  <a:lnTo>
                    <a:pt x="1913184" y="1360764"/>
                  </a:lnTo>
                  <a:lnTo>
                    <a:pt x="1917948" y="1344882"/>
                  </a:lnTo>
                  <a:lnTo>
                    <a:pt x="1922712" y="1329000"/>
                  </a:lnTo>
                  <a:lnTo>
                    <a:pt x="1926522" y="1313436"/>
                  </a:lnTo>
                  <a:lnTo>
                    <a:pt x="1930651" y="1297554"/>
                  </a:lnTo>
                  <a:lnTo>
                    <a:pt x="1934144" y="1281354"/>
                  </a:lnTo>
                  <a:lnTo>
                    <a:pt x="1937320" y="1265473"/>
                  </a:lnTo>
                  <a:lnTo>
                    <a:pt x="1940496" y="1249591"/>
                  </a:lnTo>
                  <a:lnTo>
                    <a:pt x="1942719" y="1233391"/>
                  </a:lnTo>
                  <a:lnTo>
                    <a:pt x="1944942" y="1217191"/>
                  </a:lnTo>
                  <a:lnTo>
                    <a:pt x="1947165" y="1200992"/>
                  </a:lnTo>
                  <a:lnTo>
                    <a:pt x="1949070" y="1184475"/>
                  </a:lnTo>
                  <a:lnTo>
                    <a:pt x="1950341" y="1168593"/>
                  </a:lnTo>
                  <a:lnTo>
                    <a:pt x="1951293" y="1152393"/>
                  </a:lnTo>
                  <a:lnTo>
                    <a:pt x="1952246" y="1135876"/>
                  </a:lnTo>
                  <a:lnTo>
                    <a:pt x="1952564" y="1119676"/>
                  </a:lnTo>
                  <a:lnTo>
                    <a:pt x="1952564" y="1103477"/>
                  </a:lnTo>
                  <a:lnTo>
                    <a:pt x="1952564" y="1086960"/>
                  </a:lnTo>
                  <a:lnTo>
                    <a:pt x="1952246" y="1070760"/>
                  </a:lnTo>
                  <a:lnTo>
                    <a:pt x="1951293" y="1054560"/>
                  </a:lnTo>
                  <a:lnTo>
                    <a:pt x="1950341" y="1038043"/>
                  </a:lnTo>
                  <a:lnTo>
                    <a:pt x="1948753" y="1021844"/>
                  </a:lnTo>
                  <a:lnTo>
                    <a:pt x="1947165" y="1005962"/>
                  </a:lnTo>
                  <a:lnTo>
                    <a:pt x="1944942" y="989762"/>
                  </a:lnTo>
                  <a:lnTo>
                    <a:pt x="1942719" y="973563"/>
                  </a:lnTo>
                  <a:lnTo>
                    <a:pt x="1939861" y="957363"/>
                  </a:lnTo>
                  <a:lnTo>
                    <a:pt x="1937320" y="941163"/>
                  </a:lnTo>
                  <a:lnTo>
                    <a:pt x="1933509" y="925599"/>
                  </a:lnTo>
                  <a:lnTo>
                    <a:pt x="1930016" y="909400"/>
                  </a:lnTo>
                  <a:lnTo>
                    <a:pt x="1926522" y="893518"/>
                  </a:lnTo>
                  <a:lnTo>
                    <a:pt x="1922394" y="877318"/>
                  </a:lnTo>
                  <a:lnTo>
                    <a:pt x="1917948" y="861754"/>
                  </a:lnTo>
                  <a:lnTo>
                    <a:pt x="1912867" y="845872"/>
                  </a:lnTo>
                  <a:lnTo>
                    <a:pt x="1907785" y="830625"/>
                  </a:lnTo>
                  <a:lnTo>
                    <a:pt x="1902704" y="814743"/>
                  </a:lnTo>
                  <a:lnTo>
                    <a:pt x="1896670" y="799497"/>
                  </a:lnTo>
                  <a:lnTo>
                    <a:pt x="1890636" y="784250"/>
                  </a:lnTo>
                  <a:lnTo>
                    <a:pt x="1883967" y="768686"/>
                  </a:lnTo>
                  <a:lnTo>
                    <a:pt x="1877298" y="753757"/>
                  </a:lnTo>
                  <a:lnTo>
                    <a:pt x="1870629" y="738510"/>
                  </a:lnTo>
                  <a:lnTo>
                    <a:pt x="1863325" y="723899"/>
                  </a:lnTo>
                  <a:lnTo>
                    <a:pt x="1855703" y="708970"/>
                  </a:lnTo>
                  <a:lnTo>
                    <a:pt x="1847763" y="694358"/>
                  </a:lnTo>
                  <a:lnTo>
                    <a:pt x="1839506" y="679747"/>
                  </a:lnTo>
                  <a:lnTo>
                    <a:pt x="1830932" y="665135"/>
                  </a:lnTo>
                  <a:lnTo>
                    <a:pt x="1822357" y="650524"/>
                  </a:lnTo>
                  <a:lnTo>
                    <a:pt x="1813147" y="636548"/>
                  </a:lnTo>
                  <a:lnTo>
                    <a:pt x="1803620" y="622572"/>
                  </a:lnTo>
                  <a:lnTo>
                    <a:pt x="1793775" y="608913"/>
                  </a:lnTo>
                  <a:lnTo>
                    <a:pt x="1783613" y="595255"/>
                  </a:lnTo>
                  <a:lnTo>
                    <a:pt x="1773450" y="581279"/>
                  </a:lnTo>
                  <a:lnTo>
                    <a:pt x="1762653" y="567938"/>
                  </a:lnTo>
                  <a:lnTo>
                    <a:pt x="1751855" y="554915"/>
                  </a:lnTo>
                  <a:lnTo>
                    <a:pt x="1740422" y="541892"/>
                  </a:lnTo>
                  <a:lnTo>
                    <a:pt x="1728672" y="528868"/>
                  </a:lnTo>
                  <a:lnTo>
                    <a:pt x="1716604" y="516481"/>
                  </a:lnTo>
                  <a:lnTo>
                    <a:pt x="1704536" y="503775"/>
                  </a:lnTo>
                  <a:lnTo>
                    <a:pt x="1694374" y="493611"/>
                  </a:lnTo>
                  <a:lnTo>
                    <a:pt x="1683576" y="483764"/>
                  </a:lnTo>
                  <a:lnTo>
                    <a:pt x="1673414" y="473917"/>
                  </a:lnTo>
                  <a:lnTo>
                    <a:pt x="1662298" y="464388"/>
                  </a:lnTo>
                  <a:lnTo>
                    <a:pt x="1651818" y="455176"/>
                  </a:lnTo>
                  <a:lnTo>
                    <a:pt x="1640703" y="445965"/>
                  </a:lnTo>
                  <a:lnTo>
                    <a:pt x="1629270" y="437071"/>
                  </a:lnTo>
                  <a:lnTo>
                    <a:pt x="1618155" y="428177"/>
                  </a:lnTo>
                  <a:lnTo>
                    <a:pt x="1607040" y="419918"/>
                  </a:lnTo>
                  <a:lnTo>
                    <a:pt x="1594972" y="411342"/>
                  </a:lnTo>
                  <a:lnTo>
                    <a:pt x="1583539" y="403401"/>
                  </a:lnTo>
                  <a:lnTo>
                    <a:pt x="1571789" y="395460"/>
                  </a:lnTo>
                  <a:lnTo>
                    <a:pt x="1559721" y="387519"/>
                  </a:lnTo>
                  <a:lnTo>
                    <a:pt x="1547971" y="380213"/>
                  </a:lnTo>
                  <a:lnTo>
                    <a:pt x="1535585" y="372590"/>
                  </a:lnTo>
                  <a:lnTo>
                    <a:pt x="1522882" y="365602"/>
                  </a:lnTo>
                  <a:lnTo>
                    <a:pt x="1510814" y="358296"/>
                  </a:lnTo>
                  <a:lnTo>
                    <a:pt x="1498111" y="351626"/>
                  </a:lnTo>
                  <a:lnTo>
                    <a:pt x="1485726" y="345591"/>
                  </a:lnTo>
                  <a:lnTo>
                    <a:pt x="1472705" y="339238"/>
                  </a:lnTo>
                  <a:lnTo>
                    <a:pt x="1460002" y="332885"/>
                  </a:lnTo>
                  <a:lnTo>
                    <a:pt x="1446981" y="326850"/>
                  </a:lnTo>
                  <a:lnTo>
                    <a:pt x="1433961" y="321450"/>
                  </a:lnTo>
                  <a:lnTo>
                    <a:pt x="1420622" y="316051"/>
                  </a:lnTo>
                  <a:lnTo>
                    <a:pt x="1407284" y="310651"/>
                  </a:lnTo>
                  <a:lnTo>
                    <a:pt x="1394263" y="305568"/>
                  </a:lnTo>
                  <a:lnTo>
                    <a:pt x="1380608" y="300804"/>
                  </a:lnTo>
                  <a:lnTo>
                    <a:pt x="1367269" y="296674"/>
                  </a:lnTo>
                  <a:lnTo>
                    <a:pt x="1353614" y="292228"/>
                  </a:lnTo>
                  <a:lnTo>
                    <a:pt x="1339958" y="288416"/>
                  </a:lnTo>
                  <a:lnTo>
                    <a:pt x="1326302" y="284287"/>
                  </a:lnTo>
                  <a:lnTo>
                    <a:pt x="1312329" y="280793"/>
                  </a:lnTo>
                  <a:lnTo>
                    <a:pt x="1286287" y="274440"/>
                  </a:lnTo>
                  <a:lnTo>
                    <a:pt x="1259928" y="269358"/>
                  </a:lnTo>
                  <a:lnTo>
                    <a:pt x="1234205" y="264593"/>
                  </a:lnTo>
                  <a:lnTo>
                    <a:pt x="1207528" y="261099"/>
                  </a:lnTo>
                  <a:lnTo>
                    <a:pt x="1181169" y="258558"/>
                  </a:lnTo>
                  <a:lnTo>
                    <a:pt x="1155446" y="256334"/>
                  </a:lnTo>
                  <a:lnTo>
                    <a:pt x="1129087" y="255381"/>
                  </a:lnTo>
                  <a:lnTo>
                    <a:pt x="1102410" y="254746"/>
                  </a:lnTo>
                  <a:lnTo>
                    <a:pt x="1076687" y="255699"/>
                  </a:lnTo>
                  <a:lnTo>
                    <a:pt x="1050328" y="256970"/>
                  </a:lnTo>
                  <a:lnTo>
                    <a:pt x="1024286" y="258875"/>
                  </a:lnTo>
                  <a:lnTo>
                    <a:pt x="998245" y="261417"/>
                  </a:lnTo>
                  <a:lnTo>
                    <a:pt x="972204" y="265546"/>
                  </a:lnTo>
                  <a:lnTo>
                    <a:pt x="946798" y="269993"/>
                  </a:lnTo>
                  <a:lnTo>
                    <a:pt x="921074" y="275075"/>
                  </a:lnTo>
                  <a:lnTo>
                    <a:pt x="895350" y="280793"/>
                  </a:lnTo>
                  <a:lnTo>
                    <a:pt x="947750" y="62257"/>
                  </a:lnTo>
                  <a:lnTo>
                    <a:pt x="960453" y="9847"/>
                  </a:lnTo>
                  <a:lnTo>
                    <a:pt x="986177" y="6670"/>
                  </a:lnTo>
                  <a:lnTo>
                    <a:pt x="1011583" y="4129"/>
                  </a:lnTo>
                  <a:lnTo>
                    <a:pt x="1037625" y="2541"/>
                  </a:lnTo>
                  <a:lnTo>
                    <a:pt x="1063666" y="953"/>
                  </a:lnTo>
                  <a:lnTo>
                    <a:pt x="1089072" y="635"/>
                  </a:lnTo>
                  <a:lnTo>
                    <a:pt x="1115113"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133" name="组合 132"/>
          <p:cNvGrpSpPr/>
          <p:nvPr/>
        </p:nvGrpSpPr>
        <p:grpSpPr>
          <a:xfrm>
            <a:off x="5868543" y="2347404"/>
            <a:ext cx="1123045" cy="1302732"/>
            <a:chOff x="5902096" y="2650185"/>
            <a:chExt cx="1123045" cy="1302732"/>
          </a:xfrm>
        </p:grpSpPr>
        <p:sp>
          <p:nvSpPr>
            <p:cNvPr id="134" name="六边形 133"/>
            <p:cNvSpPr/>
            <p:nvPr/>
          </p:nvSpPr>
          <p:spPr>
            <a:xfrm rot="5400000">
              <a:off x="5812253" y="2740028"/>
              <a:ext cx="1302732" cy="1123045"/>
            </a:xfrm>
            <a:prstGeom prst="hexag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sp>
          <p:nvSpPr>
            <p:cNvPr id="135" name="KSO_Shape"/>
            <p:cNvSpPr>
              <a:spLocks noChangeArrowheads="1"/>
            </p:cNvSpPr>
            <p:nvPr/>
          </p:nvSpPr>
          <p:spPr bwMode="auto">
            <a:xfrm>
              <a:off x="6218596" y="3069394"/>
              <a:ext cx="490046" cy="460643"/>
            </a:xfrm>
            <a:custGeom>
              <a:avLst/>
              <a:gdLst>
                <a:gd name="T0" fmla="*/ 186557 w 1993900"/>
                <a:gd name="T1" fmla="*/ 1472016 h 1873250"/>
                <a:gd name="T2" fmla="*/ 1296550 w 1993900"/>
                <a:gd name="T3" fmla="*/ 576666 h 1873250"/>
                <a:gd name="T4" fmla="*/ 1153710 w 1993900"/>
                <a:gd name="T5" fmla="*/ 1135821 h 1873250"/>
                <a:gd name="T6" fmla="*/ 1097106 w 1993900"/>
                <a:gd name="T7" fmla="*/ 797974 h 1873250"/>
                <a:gd name="T8" fmla="*/ 1032144 w 1993900"/>
                <a:gd name="T9" fmla="*/ 704592 h 1873250"/>
                <a:gd name="T10" fmla="*/ 1078871 w 1993900"/>
                <a:gd name="T11" fmla="*/ 694343 h 1873250"/>
                <a:gd name="T12" fmla="*/ 1116861 w 1993900"/>
                <a:gd name="T13" fmla="*/ 676502 h 1873250"/>
                <a:gd name="T14" fmla="*/ 1146872 w 1993900"/>
                <a:gd name="T15" fmla="*/ 652207 h 1873250"/>
                <a:gd name="T16" fmla="*/ 1168526 w 1993900"/>
                <a:gd name="T17" fmla="*/ 620700 h 1873250"/>
                <a:gd name="T18" fmla="*/ 1184861 w 1993900"/>
                <a:gd name="T19" fmla="*/ 576666 h 1873250"/>
                <a:gd name="T20" fmla="*/ 568770 w 1993900"/>
                <a:gd name="T21" fmla="*/ 1239833 h 1873250"/>
                <a:gd name="T22" fmla="*/ 673241 w 1993900"/>
                <a:gd name="T23" fmla="*/ 791901 h 1873250"/>
                <a:gd name="T24" fmla="*/ 568770 w 1993900"/>
                <a:gd name="T25" fmla="*/ 802909 h 1873250"/>
                <a:gd name="T26" fmla="*/ 609419 w 1993900"/>
                <a:gd name="T27" fmla="*/ 698519 h 1873250"/>
                <a:gd name="T28" fmla="*/ 650068 w 1993900"/>
                <a:gd name="T29" fmla="*/ 682954 h 1873250"/>
                <a:gd name="T30" fmla="*/ 682739 w 1993900"/>
                <a:gd name="T31" fmla="*/ 660938 h 1873250"/>
                <a:gd name="T32" fmla="*/ 707052 w 1993900"/>
                <a:gd name="T33" fmla="*/ 632088 h 1873250"/>
                <a:gd name="T34" fmla="*/ 724147 w 1993900"/>
                <a:gd name="T35" fmla="*/ 596405 h 1873250"/>
                <a:gd name="T36" fmla="*/ 214659 w 1993900"/>
                <a:gd name="T37" fmla="*/ 266708 h 1873250"/>
                <a:gd name="T38" fmla="*/ 171803 w 1993900"/>
                <a:gd name="T39" fmla="*/ 295920 h 1873250"/>
                <a:gd name="T40" fmla="*/ 151323 w 1993900"/>
                <a:gd name="T41" fmla="*/ 344102 h 1873250"/>
                <a:gd name="T42" fmla="*/ 158150 w 1993900"/>
                <a:gd name="T43" fmla="*/ 1583935 h 1873250"/>
                <a:gd name="T44" fmla="*/ 190766 w 1993900"/>
                <a:gd name="T45" fmla="*/ 1623770 h 1873250"/>
                <a:gd name="T46" fmla="*/ 241586 w 1993900"/>
                <a:gd name="T47" fmla="*/ 1639325 h 1873250"/>
                <a:gd name="T48" fmla="*/ 1706270 w 1993900"/>
                <a:gd name="T49" fmla="*/ 1627944 h 1873250"/>
                <a:gd name="T50" fmla="*/ 1743058 w 1993900"/>
                <a:gd name="T51" fmla="*/ 1591902 h 1873250"/>
                <a:gd name="T52" fmla="*/ 1754056 w 1993900"/>
                <a:gd name="T53" fmla="*/ 353207 h 1873250"/>
                <a:gd name="T54" fmla="*/ 1738127 w 1993900"/>
                <a:gd name="T55" fmla="*/ 302749 h 1873250"/>
                <a:gd name="T56" fmla="*/ 1698306 w 1993900"/>
                <a:gd name="T57" fmla="*/ 269743 h 1873250"/>
                <a:gd name="T58" fmla="*/ 1541294 w 1993900"/>
                <a:gd name="T59" fmla="*/ 323995 h 1873250"/>
                <a:gd name="T60" fmla="*/ 334125 w 1993900"/>
                <a:gd name="T61" fmla="*/ 262534 h 1873250"/>
                <a:gd name="T62" fmla="*/ 1334979 w 1993900"/>
                <a:gd name="T63" fmla="*/ 206006 h 1873250"/>
                <a:gd name="T64" fmla="*/ 1663414 w 1993900"/>
                <a:gd name="T65" fmla="*/ 111160 h 1873250"/>
                <a:gd name="T66" fmla="*/ 1735094 w 1993900"/>
                <a:gd name="T67" fmla="*/ 122162 h 1873250"/>
                <a:gd name="T68" fmla="*/ 1798429 w 1993900"/>
                <a:gd name="T69" fmla="*/ 152513 h 1873250"/>
                <a:gd name="T70" fmla="*/ 1849629 w 1993900"/>
                <a:gd name="T71" fmla="*/ 199557 h 1873250"/>
                <a:gd name="T72" fmla="*/ 1886037 w 1993900"/>
                <a:gd name="T73" fmla="*/ 259120 h 1873250"/>
                <a:gd name="T74" fmla="*/ 1903862 w 1993900"/>
                <a:gd name="T75" fmla="*/ 328927 h 1873250"/>
                <a:gd name="T76" fmla="*/ 1902346 w 1993900"/>
                <a:gd name="T77" fmla="*/ 1585453 h 1873250"/>
                <a:gd name="T78" fmla="*/ 1881107 w 1993900"/>
                <a:gd name="T79" fmla="*/ 1653362 h 1873250"/>
                <a:gd name="T80" fmla="*/ 1842044 w 1993900"/>
                <a:gd name="T81" fmla="*/ 1711029 h 1873250"/>
                <a:gd name="T82" fmla="*/ 1788568 w 1993900"/>
                <a:gd name="T83" fmla="*/ 1755417 h 1873250"/>
                <a:gd name="T84" fmla="*/ 1723716 w 1993900"/>
                <a:gd name="T85" fmla="*/ 1782733 h 1873250"/>
                <a:gd name="T86" fmla="*/ 241586 w 1993900"/>
                <a:gd name="T87" fmla="*/ 1790700 h 1873250"/>
                <a:gd name="T88" fmla="*/ 169906 w 1993900"/>
                <a:gd name="T89" fmla="*/ 1779698 h 1873250"/>
                <a:gd name="T90" fmla="*/ 106191 w 1993900"/>
                <a:gd name="T91" fmla="*/ 1748968 h 1873250"/>
                <a:gd name="T92" fmla="*/ 54992 w 1993900"/>
                <a:gd name="T93" fmla="*/ 1702303 h 1873250"/>
                <a:gd name="T94" fmla="*/ 18963 w 1993900"/>
                <a:gd name="T95" fmla="*/ 1642740 h 1873250"/>
                <a:gd name="T96" fmla="*/ 1138 w 1993900"/>
                <a:gd name="T97" fmla="*/ 1573312 h 1873250"/>
                <a:gd name="T98" fmla="*/ 2655 w 1993900"/>
                <a:gd name="T99" fmla="*/ 316408 h 1873250"/>
                <a:gd name="T100" fmla="*/ 23514 w 1993900"/>
                <a:gd name="T101" fmla="*/ 248497 h 1873250"/>
                <a:gd name="T102" fmla="*/ 62577 w 1993900"/>
                <a:gd name="T103" fmla="*/ 190451 h 1873250"/>
                <a:gd name="T104" fmla="*/ 116432 w 1993900"/>
                <a:gd name="T105" fmla="*/ 146064 h 1873250"/>
                <a:gd name="T106" fmla="*/ 181284 w 1993900"/>
                <a:gd name="T107" fmla="*/ 118748 h 1873250"/>
                <a:gd name="T108" fmla="*/ 363706 w 1993900"/>
                <a:gd name="T109" fmla="*/ 111160 h 187325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993900" h="1873250">
                  <a:moveTo>
                    <a:pt x="195263" y="1631950"/>
                  </a:moveTo>
                  <a:lnTo>
                    <a:pt x="1766888" y="1631950"/>
                  </a:lnTo>
                  <a:lnTo>
                    <a:pt x="1766888" y="1663700"/>
                  </a:lnTo>
                  <a:lnTo>
                    <a:pt x="195263" y="1663700"/>
                  </a:lnTo>
                  <a:lnTo>
                    <a:pt x="195263" y="1631950"/>
                  </a:lnTo>
                  <a:close/>
                  <a:moveTo>
                    <a:pt x="195263" y="1539875"/>
                  </a:moveTo>
                  <a:lnTo>
                    <a:pt x="1766888" y="1539875"/>
                  </a:lnTo>
                  <a:lnTo>
                    <a:pt x="1766888" y="1570038"/>
                  </a:lnTo>
                  <a:lnTo>
                    <a:pt x="195263" y="1570038"/>
                  </a:lnTo>
                  <a:lnTo>
                    <a:pt x="195263" y="1539875"/>
                  </a:lnTo>
                  <a:close/>
                  <a:moveTo>
                    <a:pt x="1240155" y="603250"/>
                  </a:moveTo>
                  <a:lnTo>
                    <a:pt x="1357056" y="603250"/>
                  </a:lnTo>
                  <a:lnTo>
                    <a:pt x="1357056" y="1188182"/>
                  </a:lnTo>
                  <a:lnTo>
                    <a:pt x="1493838" y="1188182"/>
                  </a:lnTo>
                  <a:lnTo>
                    <a:pt x="1493838" y="1296988"/>
                  </a:lnTo>
                  <a:lnTo>
                    <a:pt x="1071563" y="1296988"/>
                  </a:lnTo>
                  <a:lnTo>
                    <a:pt x="1071563" y="1188182"/>
                  </a:lnTo>
                  <a:lnTo>
                    <a:pt x="1207550" y="1188182"/>
                  </a:lnTo>
                  <a:lnTo>
                    <a:pt x="1207550" y="820068"/>
                  </a:lnTo>
                  <a:lnTo>
                    <a:pt x="1201586" y="822053"/>
                  </a:lnTo>
                  <a:lnTo>
                    <a:pt x="1194826" y="824833"/>
                  </a:lnTo>
                  <a:lnTo>
                    <a:pt x="1180909" y="828407"/>
                  </a:lnTo>
                  <a:lnTo>
                    <a:pt x="1165402" y="831981"/>
                  </a:lnTo>
                  <a:lnTo>
                    <a:pt x="1148304" y="834760"/>
                  </a:lnTo>
                  <a:lnTo>
                    <a:pt x="1130809" y="837143"/>
                  </a:lnTo>
                  <a:lnTo>
                    <a:pt x="1111723" y="838732"/>
                  </a:lnTo>
                  <a:lnTo>
                    <a:pt x="1091842" y="839526"/>
                  </a:lnTo>
                  <a:lnTo>
                    <a:pt x="1071563" y="839923"/>
                  </a:lnTo>
                  <a:lnTo>
                    <a:pt x="1071563" y="738265"/>
                  </a:lnTo>
                  <a:lnTo>
                    <a:pt x="1080311" y="737073"/>
                  </a:lnTo>
                  <a:lnTo>
                    <a:pt x="1089456" y="735882"/>
                  </a:lnTo>
                  <a:lnTo>
                    <a:pt x="1097806" y="734294"/>
                  </a:lnTo>
                  <a:lnTo>
                    <a:pt x="1106156" y="732705"/>
                  </a:lnTo>
                  <a:lnTo>
                    <a:pt x="1114109" y="730720"/>
                  </a:lnTo>
                  <a:lnTo>
                    <a:pt x="1121664" y="728734"/>
                  </a:lnTo>
                  <a:lnTo>
                    <a:pt x="1129218" y="726352"/>
                  </a:lnTo>
                  <a:lnTo>
                    <a:pt x="1136376" y="723969"/>
                  </a:lnTo>
                  <a:lnTo>
                    <a:pt x="1143931" y="720792"/>
                  </a:lnTo>
                  <a:lnTo>
                    <a:pt x="1150690" y="718012"/>
                  </a:lnTo>
                  <a:lnTo>
                    <a:pt x="1156654" y="714438"/>
                  </a:lnTo>
                  <a:lnTo>
                    <a:pt x="1163016" y="711262"/>
                  </a:lnTo>
                  <a:lnTo>
                    <a:pt x="1168981" y="707688"/>
                  </a:lnTo>
                  <a:lnTo>
                    <a:pt x="1174945" y="704114"/>
                  </a:lnTo>
                  <a:lnTo>
                    <a:pt x="1180512" y="699746"/>
                  </a:lnTo>
                  <a:lnTo>
                    <a:pt x="1186079" y="695775"/>
                  </a:lnTo>
                  <a:lnTo>
                    <a:pt x="1191248" y="691407"/>
                  </a:lnTo>
                  <a:lnTo>
                    <a:pt x="1195621" y="686641"/>
                  </a:lnTo>
                  <a:lnTo>
                    <a:pt x="1200393" y="682273"/>
                  </a:lnTo>
                  <a:lnTo>
                    <a:pt x="1204767" y="677111"/>
                  </a:lnTo>
                  <a:lnTo>
                    <a:pt x="1208743" y="671551"/>
                  </a:lnTo>
                  <a:lnTo>
                    <a:pt x="1213117" y="666389"/>
                  </a:lnTo>
                  <a:lnTo>
                    <a:pt x="1216298" y="661227"/>
                  </a:lnTo>
                  <a:lnTo>
                    <a:pt x="1220274" y="655270"/>
                  </a:lnTo>
                  <a:lnTo>
                    <a:pt x="1223057" y="649314"/>
                  </a:lnTo>
                  <a:lnTo>
                    <a:pt x="1226636" y="643357"/>
                  </a:lnTo>
                  <a:lnTo>
                    <a:pt x="1229022" y="637003"/>
                  </a:lnTo>
                  <a:lnTo>
                    <a:pt x="1231407" y="630650"/>
                  </a:lnTo>
                  <a:lnTo>
                    <a:pt x="1234191" y="623899"/>
                  </a:lnTo>
                  <a:lnTo>
                    <a:pt x="1236179" y="617148"/>
                  </a:lnTo>
                  <a:lnTo>
                    <a:pt x="1240155" y="603250"/>
                  </a:lnTo>
                  <a:close/>
                  <a:moveTo>
                    <a:pt x="763507" y="603250"/>
                  </a:moveTo>
                  <a:lnTo>
                    <a:pt x="880806" y="603250"/>
                  </a:lnTo>
                  <a:lnTo>
                    <a:pt x="880806" y="1188182"/>
                  </a:lnTo>
                  <a:lnTo>
                    <a:pt x="1017588" y="1188182"/>
                  </a:lnTo>
                  <a:lnTo>
                    <a:pt x="1017588" y="1296988"/>
                  </a:lnTo>
                  <a:lnTo>
                    <a:pt x="595313" y="1296988"/>
                  </a:lnTo>
                  <a:lnTo>
                    <a:pt x="595313" y="1188182"/>
                  </a:lnTo>
                  <a:lnTo>
                    <a:pt x="731300" y="1188182"/>
                  </a:lnTo>
                  <a:lnTo>
                    <a:pt x="731300" y="820068"/>
                  </a:lnTo>
                  <a:lnTo>
                    <a:pt x="725336" y="822053"/>
                  </a:lnTo>
                  <a:lnTo>
                    <a:pt x="718576" y="824833"/>
                  </a:lnTo>
                  <a:lnTo>
                    <a:pt x="704659" y="828407"/>
                  </a:lnTo>
                  <a:lnTo>
                    <a:pt x="688754" y="831981"/>
                  </a:lnTo>
                  <a:lnTo>
                    <a:pt x="672054" y="834760"/>
                  </a:lnTo>
                  <a:lnTo>
                    <a:pt x="654161" y="837143"/>
                  </a:lnTo>
                  <a:lnTo>
                    <a:pt x="635473" y="838732"/>
                  </a:lnTo>
                  <a:lnTo>
                    <a:pt x="615592" y="839526"/>
                  </a:lnTo>
                  <a:lnTo>
                    <a:pt x="595313" y="839923"/>
                  </a:lnTo>
                  <a:lnTo>
                    <a:pt x="595313" y="738265"/>
                  </a:lnTo>
                  <a:lnTo>
                    <a:pt x="604061" y="737073"/>
                  </a:lnTo>
                  <a:lnTo>
                    <a:pt x="612809" y="735882"/>
                  </a:lnTo>
                  <a:lnTo>
                    <a:pt x="621159" y="734294"/>
                  </a:lnTo>
                  <a:lnTo>
                    <a:pt x="629906" y="732705"/>
                  </a:lnTo>
                  <a:lnTo>
                    <a:pt x="637859" y="730720"/>
                  </a:lnTo>
                  <a:lnTo>
                    <a:pt x="645414" y="728734"/>
                  </a:lnTo>
                  <a:lnTo>
                    <a:pt x="652968" y="726352"/>
                  </a:lnTo>
                  <a:lnTo>
                    <a:pt x="660126" y="723969"/>
                  </a:lnTo>
                  <a:lnTo>
                    <a:pt x="667283" y="720792"/>
                  </a:lnTo>
                  <a:lnTo>
                    <a:pt x="674042" y="718012"/>
                  </a:lnTo>
                  <a:lnTo>
                    <a:pt x="680404" y="714438"/>
                  </a:lnTo>
                  <a:lnTo>
                    <a:pt x="686766" y="711262"/>
                  </a:lnTo>
                  <a:lnTo>
                    <a:pt x="692731" y="707688"/>
                  </a:lnTo>
                  <a:lnTo>
                    <a:pt x="698695" y="704114"/>
                  </a:lnTo>
                  <a:lnTo>
                    <a:pt x="704262" y="699746"/>
                  </a:lnTo>
                  <a:lnTo>
                    <a:pt x="709431" y="695775"/>
                  </a:lnTo>
                  <a:lnTo>
                    <a:pt x="714600" y="691407"/>
                  </a:lnTo>
                  <a:lnTo>
                    <a:pt x="719371" y="686641"/>
                  </a:lnTo>
                  <a:lnTo>
                    <a:pt x="724143" y="682273"/>
                  </a:lnTo>
                  <a:lnTo>
                    <a:pt x="728119" y="677111"/>
                  </a:lnTo>
                  <a:lnTo>
                    <a:pt x="732493" y="671551"/>
                  </a:lnTo>
                  <a:lnTo>
                    <a:pt x="736469" y="666389"/>
                  </a:lnTo>
                  <a:lnTo>
                    <a:pt x="740048" y="661227"/>
                  </a:lnTo>
                  <a:lnTo>
                    <a:pt x="744024" y="655270"/>
                  </a:lnTo>
                  <a:lnTo>
                    <a:pt x="746807" y="649314"/>
                  </a:lnTo>
                  <a:lnTo>
                    <a:pt x="749988" y="643357"/>
                  </a:lnTo>
                  <a:lnTo>
                    <a:pt x="752772" y="637003"/>
                  </a:lnTo>
                  <a:lnTo>
                    <a:pt x="755157" y="630650"/>
                  </a:lnTo>
                  <a:lnTo>
                    <a:pt x="757941" y="623899"/>
                  </a:lnTo>
                  <a:lnTo>
                    <a:pt x="759929" y="617148"/>
                  </a:lnTo>
                  <a:lnTo>
                    <a:pt x="763507" y="603250"/>
                  </a:lnTo>
                  <a:close/>
                  <a:moveTo>
                    <a:pt x="252860" y="274637"/>
                  </a:moveTo>
                  <a:lnTo>
                    <a:pt x="243333" y="275431"/>
                  </a:lnTo>
                  <a:lnTo>
                    <a:pt x="233806" y="276622"/>
                  </a:lnTo>
                  <a:lnTo>
                    <a:pt x="224676" y="279003"/>
                  </a:lnTo>
                  <a:lnTo>
                    <a:pt x="216340" y="282178"/>
                  </a:lnTo>
                  <a:lnTo>
                    <a:pt x="207607" y="286147"/>
                  </a:lnTo>
                  <a:lnTo>
                    <a:pt x="199668" y="290909"/>
                  </a:lnTo>
                  <a:lnTo>
                    <a:pt x="192523" y="296465"/>
                  </a:lnTo>
                  <a:lnTo>
                    <a:pt x="185774" y="302815"/>
                  </a:lnTo>
                  <a:lnTo>
                    <a:pt x="179820" y="309562"/>
                  </a:lnTo>
                  <a:lnTo>
                    <a:pt x="174263" y="316706"/>
                  </a:lnTo>
                  <a:lnTo>
                    <a:pt x="169499" y="324644"/>
                  </a:lnTo>
                  <a:lnTo>
                    <a:pt x="165530" y="332581"/>
                  </a:lnTo>
                  <a:lnTo>
                    <a:pt x="162354" y="341312"/>
                  </a:lnTo>
                  <a:lnTo>
                    <a:pt x="159972" y="350837"/>
                  </a:lnTo>
                  <a:lnTo>
                    <a:pt x="158385" y="359965"/>
                  </a:lnTo>
                  <a:lnTo>
                    <a:pt x="157988" y="369490"/>
                  </a:lnTo>
                  <a:lnTo>
                    <a:pt x="157988" y="1619647"/>
                  </a:lnTo>
                  <a:lnTo>
                    <a:pt x="158385" y="1629569"/>
                  </a:lnTo>
                  <a:lnTo>
                    <a:pt x="159972" y="1639094"/>
                  </a:lnTo>
                  <a:lnTo>
                    <a:pt x="162354" y="1647825"/>
                  </a:lnTo>
                  <a:lnTo>
                    <a:pt x="165530" y="1656953"/>
                  </a:lnTo>
                  <a:lnTo>
                    <a:pt x="169499" y="1665288"/>
                  </a:lnTo>
                  <a:lnTo>
                    <a:pt x="174263" y="1672828"/>
                  </a:lnTo>
                  <a:lnTo>
                    <a:pt x="179820" y="1679972"/>
                  </a:lnTo>
                  <a:lnTo>
                    <a:pt x="185774" y="1686719"/>
                  </a:lnTo>
                  <a:lnTo>
                    <a:pt x="192523" y="1693069"/>
                  </a:lnTo>
                  <a:lnTo>
                    <a:pt x="199668" y="1698625"/>
                  </a:lnTo>
                  <a:lnTo>
                    <a:pt x="207607" y="1702991"/>
                  </a:lnTo>
                  <a:lnTo>
                    <a:pt x="216340" y="1707356"/>
                  </a:lnTo>
                  <a:lnTo>
                    <a:pt x="224676" y="1710531"/>
                  </a:lnTo>
                  <a:lnTo>
                    <a:pt x="233806" y="1712913"/>
                  </a:lnTo>
                  <a:lnTo>
                    <a:pt x="243333" y="1714103"/>
                  </a:lnTo>
                  <a:lnTo>
                    <a:pt x="252860" y="1714897"/>
                  </a:lnTo>
                  <a:lnTo>
                    <a:pt x="1741040" y="1714897"/>
                  </a:lnTo>
                  <a:lnTo>
                    <a:pt x="1750567" y="1714103"/>
                  </a:lnTo>
                  <a:lnTo>
                    <a:pt x="1759697" y="1712913"/>
                  </a:lnTo>
                  <a:lnTo>
                    <a:pt x="1769224" y="1710531"/>
                  </a:lnTo>
                  <a:lnTo>
                    <a:pt x="1777560" y="1707356"/>
                  </a:lnTo>
                  <a:lnTo>
                    <a:pt x="1785896" y="1702991"/>
                  </a:lnTo>
                  <a:lnTo>
                    <a:pt x="1794232" y="1698625"/>
                  </a:lnTo>
                  <a:lnTo>
                    <a:pt x="1801377" y="1693069"/>
                  </a:lnTo>
                  <a:lnTo>
                    <a:pt x="1808126" y="1686719"/>
                  </a:lnTo>
                  <a:lnTo>
                    <a:pt x="1813683" y="1679972"/>
                  </a:lnTo>
                  <a:lnTo>
                    <a:pt x="1819240" y="1672828"/>
                  </a:lnTo>
                  <a:lnTo>
                    <a:pt x="1824401" y="1665288"/>
                  </a:lnTo>
                  <a:lnTo>
                    <a:pt x="1828370" y="1656953"/>
                  </a:lnTo>
                  <a:lnTo>
                    <a:pt x="1831546" y="1647825"/>
                  </a:lnTo>
                  <a:lnTo>
                    <a:pt x="1833531" y="1639094"/>
                  </a:lnTo>
                  <a:lnTo>
                    <a:pt x="1835516" y="1629569"/>
                  </a:lnTo>
                  <a:lnTo>
                    <a:pt x="1835912" y="1619647"/>
                  </a:lnTo>
                  <a:lnTo>
                    <a:pt x="1835912" y="369490"/>
                  </a:lnTo>
                  <a:lnTo>
                    <a:pt x="1835516" y="359965"/>
                  </a:lnTo>
                  <a:lnTo>
                    <a:pt x="1833531" y="350837"/>
                  </a:lnTo>
                  <a:lnTo>
                    <a:pt x="1831546" y="341312"/>
                  </a:lnTo>
                  <a:lnTo>
                    <a:pt x="1828370" y="332581"/>
                  </a:lnTo>
                  <a:lnTo>
                    <a:pt x="1824401" y="324644"/>
                  </a:lnTo>
                  <a:lnTo>
                    <a:pt x="1819240" y="316706"/>
                  </a:lnTo>
                  <a:lnTo>
                    <a:pt x="1813683" y="309562"/>
                  </a:lnTo>
                  <a:lnTo>
                    <a:pt x="1808126" y="302815"/>
                  </a:lnTo>
                  <a:lnTo>
                    <a:pt x="1801377" y="296465"/>
                  </a:lnTo>
                  <a:lnTo>
                    <a:pt x="1794232" y="290909"/>
                  </a:lnTo>
                  <a:lnTo>
                    <a:pt x="1785896" y="286147"/>
                  </a:lnTo>
                  <a:lnTo>
                    <a:pt x="1777560" y="282178"/>
                  </a:lnTo>
                  <a:lnTo>
                    <a:pt x="1769224" y="279003"/>
                  </a:lnTo>
                  <a:lnTo>
                    <a:pt x="1759697" y="276622"/>
                  </a:lnTo>
                  <a:lnTo>
                    <a:pt x="1750567" y="275431"/>
                  </a:lnTo>
                  <a:lnTo>
                    <a:pt x="1741040" y="274637"/>
                  </a:lnTo>
                  <a:lnTo>
                    <a:pt x="1613221" y="274637"/>
                  </a:lnTo>
                  <a:lnTo>
                    <a:pt x="1613221" y="338931"/>
                  </a:lnTo>
                  <a:lnTo>
                    <a:pt x="1366316" y="338931"/>
                  </a:lnTo>
                  <a:lnTo>
                    <a:pt x="1366316" y="274637"/>
                  </a:lnTo>
                  <a:lnTo>
                    <a:pt x="596622" y="274637"/>
                  </a:lnTo>
                  <a:lnTo>
                    <a:pt x="596622" y="338931"/>
                  </a:lnTo>
                  <a:lnTo>
                    <a:pt x="349717" y="338931"/>
                  </a:lnTo>
                  <a:lnTo>
                    <a:pt x="349717" y="274637"/>
                  </a:lnTo>
                  <a:lnTo>
                    <a:pt x="252860" y="274637"/>
                  </a:lnTo>
                  <a:close/>
                  <a:moveTo>
                    <a:pt x="442207" y="0"/>
                  </a:moveTo>
                  <a:lnTo>
                    <a:pt x="565660" y="0"/>
                  </a:lnTo>
                  <a:lnTo>
                    <a:pt x="565660" y="116284"/>
                  </a:lnTo>
                  <a:lnTo>
                    <a:pt x="1397278" y="116284"/>
                  </a:lnTo>
                  <a:lnTo>
                    <a:pt x="1397278" y="215503"/>
                  </a:lnTo>
                  <a:lnTo>
                    <a:pt x="1397278" y="307975"/>
                  </a:lnTo>
                  <a:lnTo>
                    <a:pt x="1461188" y="307975"/>
                  </a:lnTo>
                  <a:lnTo>
                    <a:pt x="1461188" y="0"/>
                  </a:lnTo>
                  <a:lnTo>
                    <a:pt x="1551296" y="0"/>
                  </a:lnTo>
                  <a:lnTo>
                    <a:pt x="1551296" y="116284"/>
                  </a:lnTo>
                  <a:lnTo>
                    <a:pt x="1741040" y="116284"/>
                  </a:lnTo>
                  <a:lnTo>
                    <a:pt x="1754140" y="116681"/>
                  </a:lnTo>
                  <a:lnTo>
                    <a:pt x="1766446" y="117475"/>
                  </a:lnTo>
                  <a:lnTo>
                    <a:pt x="1779148" y="119062"/>
                  </a:lnTo>
                  <a:lnTo>
                    <a:pt x="1791851" y="121840"/>
                  </a:lnTo>
                  <a:lnTo>
                    <a:pt x="1804156" y="124222"/>
                  </a:lnTo>
                  <a:lnTo>
                    <a:pt x="1816065" y="127794"/>
                  </a:lnTo>
                  <a:lnTo>
                    <a:pt x="1827973" y="131762"/>
                  </a:lnTo>
                  <a:lnTo>
                    <a:pt x="1839088" y="136525"/>
                  </a:lnTo>
                  <a:lnTo>
                    <a:pt x="1850600" y="141684"/>
                  </a:lnTo>
                  <a:lnTo>
                    <a:pt x="1861318" y="147240"/>
                  </a:lnTo>
                  <a:lnTo>
                    <a:pt x="1872035" y="152797"/>
                  </a:lnTo>
                  <a:lnTo>
                    <a:pt x="1882356" y="159544"/>
                  </a:lnTo>
                  <a:lnTo>
                    <a:pt x="1892280" y="167084"/>
                  </a:lnTo>
                  <a:lnTo>
                    <a:pt x="1901807" y="174228"/>
                  </a:lnTo>
                  <a:lnTo>
                    <a:pt x="1911334" y="182165"/>
                  </a:lnTo>
                  <a:lnTo>
                    <a:pt x="1919670" y="190500"/>
                  </a:lnTo>
                  <a:lnTo>
                    <a:pt x="1928006" y="199231"/>
                  </a:lnTo>
                  <a:lnTo>
                    <a:pt x="1935945" y="208756"/>
                  </a:lnTo>
                  <a:lnTo>
                    <a:pt x="1943884" y="218281"/>
                  </a:lnTo>
                  <a:lnTo>
                    <a:pt x="1951029" y="228203"/>
                  </a:lnTo>
                  <a:lnTo>
                    <a:pt x="1957380" y="238125"/>
                  </a:lnTo>
                  <a:lnTo>
                    <a:pt x="1963732" y="249237"/>
                  </a:lnTo>
                  <a:lnTo>
                    <a:pt x="1968892" y="259953"/>
                  </a:lnTo>
                  <a:lnTo>
                    <a:pt x="1974052" y="271065"/>
                  </a:lnTo>
                  <a:lnTo>
                    <a:pt x="1978816" y="282575"/>
                  </a:lnTo>
                  <a:lnTo>
                    <a:pt x="1982389" y="294084"/>
                  </a:lnTo>
                  <a:lnTo>
                    <a:pt x="1985961" y="306387"/>
                  </a:lnTo>
                  <a:lnTo>
                    <a:pt x="1988740" y="318690"/>
                  </a:lnTo>
                  <a:lnTo>
                    <a:pt x="1991122" y="330994"/>
                  </a:lnTo>
                  <a:lnTo>
                    <a:pt x="1992709" y="344090"/>
                  </a:lnTo>
                  <a:lnTo>
                    <a:pt x="1993503" y="356790"/>
                  </a:lnTo>
                  <a:lnTo>
                    <a:pt x="1993900" y="369490"/>
                  </a:lnTo>
                  <a:lnTo>
                    <a:pt x="1993900" y="1619647"/>
                  </a:lnTo>
                  <a:lnTo>
                    <a:pt x="1993503" y="1632744"/>
                  </a:lnTo>
                  <a:lnTo>
                    <a:pt x="1992709" y="1645841"/>
                  </a:lnTo>
                  <a:lnTo>
                    <a:pt x="1991122" y="1658541"/>
                  </a:lnTo>
                  <a:lnTo>
                    <a:pt x="1988740" y="1670844"/>
                  </a:lnTo>
                  <a:lnTo>
                    <a:pt x="1985961" y="1682750"/>
                  </a:lnTo>
                  <a:lnTo>
                    <a:pt x="1982389" y="1695053"/>
                  </a:lnTo>
                  <a:lnTo>
                    <a:pt x="1978816" y="1706960"/>
                  </a:lnTo>
                  <a:lnTo>
                    <a:pt x="1974052" y="1718469"/>
                  </a:lnTo>
                  <a:lnTo>
                    <a:pt x="1968892" y="1729581"/>
                  </a:lnTo>
                  <a:lnTo>
                    <a:pt x="1963732" y="1740694"/>
                  </a:lnTo>
                  <a:lnTo>
                    <a:pt x="1957380" y="1751410"/>
                  </a:lnTo>
                  <a:lnTo>
                    <a:pt x="1951029" y="1761331"/>
                  </a:lnTo>
                  <a:lnTo>
                    <a:pt x="1943884" y="1771650"/>
                  </a:lnTo>
                  <a:lnTo>
                    <a:pt x="1935945" y="1780778"/>
                  </a:lnTo>
                  <a:lnTo>
                    <a:pt x="1928006" y="1789906"/>
                  </a:lnTo>
                  <a:lnTo>
                    <a:pt x="1919670" y="1799035"/>
                  </a:lnTo>
                  <a:lnTo>
                    <a:pt x="1911334" y="1807369"/>
                  </a:lnTo>
                  <a:lnTo>
                    <a:pt x="1901807" y="1815306"/>
                  </a:lnTo>
                  <a:lnTo>
                    <a:pt x="1892280" y="1822847"/>
                  </a:lnTo>
                  <a:lnTo>
                    <a:pt x="1882356" y="1829594"/>
                  </a:lnTo>
                  <a:lnTo>
                    <a:pt x="1872035" y="1836341"/>
                  </a:lnTo>
                  <a:lnTo>
                    <a:pt x="1861318" y="1842294"/>
                  </a:lnTo>
                  <a:lnTo>
                    <a:pt x="1850600" y="1848247"/>
                  </a:lnTo>
                  <a:lnTo>
                    <a:pt x="1839088" y="1853406"/>
                  </a:lnTo>
                  <a:lnTo>
                    <a:pt x="1827973" y="1857375"/>
                  </a:lnTo>
                  <a:lnTo>
                    <a:pt x="1816065" y="1861741"/>
                  </a:lnTo>
                  <a:lnTo>
                    <a:pt x="1804156" y="1864916"/>
                  </a:lnTo>
                  <a:lnTo>
                    <a:pt x="1791851" y="1868091"/>
                  </a:lnTo>
                  <a:lnTo>
                    <a:pt x="1779148" y="1870075"/>
                  </a:lnTo>
                  <a:lnTo>
                    <a:pt x="1766446" y="1871663"/>
                  </a:lnTo>
                  <a:lnTo>
                    <a:pt x="1754140" y="1872456"/>
                  </a:lnTo>
                  <a:lnTo>
                    <a:pt x="1741040" y="1873250"/>
                  </a:lnTo>
                  <a:lnTo>
                    <a:pt x="252860" y="1873250"/>
                  </a:lnTo>
                  <a:lnTo>
                    <a:pt x="239760" y="1872456"/>
                  </a:lnTo>
                  <a:lnTo>
                    <a:pt x="227058" y="1871663"/>
                  </a:lnTo>
                  <a:lnTo>
                    <a:pt x="214355" y="1870075"/>
                  </a:lnTo>
                  <a:lnTo>
                    <a:pt x="201653" y="1868091"/>
                  </a:lnTo>
                  <a:lnTo>
                    <a:pt x="189744" y="1864916"/>
                  </a:lnTo>
                  <a:lnTo>
                    <a:pt x="177835" y="1861741"/>
                  </a:lnTo>
                  <a:lnTo>
                    <a:pt x="165927" y="1857375"/>
                  </a:lnTo>
                  <a:lnTo>
                    <a:pt x="154018" y="1853406"/>
                  </a:lnTo>
                  <a:lnTo>
                    <a:pt x="143300" y="1848247"/>
                  </a:lnTo>
                  <a:lnTo>
                    <a:pt x="132186" y="1842294"/>
                  </a:lnTo>
                  <a:lnTo>
                    <a:pt x="121865" y="1836341"/>
                  </a:lnTo>
                  <a:lnTo>
                    <a:pt x="111147" y="1829594"/>
                  </a:lnTo>
                  <a:lnTo>
                    <a:pt x="101620" y="1822847"/>
                  </a:lnTo>
                  <a:lnTo>
                    <a:pt x="91696" y="1815306"/>
                  </a:lnTo>
                  <a:lnTo>
                    <a:pt x="82566" y="1807369"/>
                  </a:lnTo>
                  <a:lnTo>
                    <a:pt x="74230" y="1799035"/>
                  </a:lnTo>
                  <a:lnTo>
                    <a:pt x="65497" y="1789906"/>
                  </a:lnTo>
                  <a:lnTo>
                    <a:pt x="57558" y="1780778"/>
                  </a:lnTo>
                  <a:lnTo>
                    <a:pt x="50016" y="1771650"/>
                  </a:lnTo>
                  <a:lnTo>
                    <a:pt x="42871" y="1761331"/>
                  </a:lnTo>
                  <a:lnTo>
                    <a:pt x="36520" y="1751410"/>
                  </a:lnTo>
                  <a:lnTo>
                    <a:pt x="30168" y="1740694"/>
                  </a:lnTo>
                  <a:lnTo>
                    <a:pt x="24611" y="1729581"/>
                  </a:lnTo>
                  <a:lnTo>
                    <a:pt x="19848" y="1718469"/>
                  </a:lnTo>
                  <a:lnTo>
                    <a:pt x="15084" y="1706960"/>
                  </a:lnTo>
                  <a:lnTo>
                    <a:pt x="11115" y="1695053"/>
                  </a:lnTo>
                  <a:lnTo>
                    <a:pt x="7939" y="1682750"/>
                  </a:lnTo>
                  <a:lnTo>
                    <a:pt x="4763" y="1670844"/>
                  </a:lnTo>
                  <a:lnTo>
                    <a:pt x="2779" y="1658541"/>
                  </a:lnTo>
                  <a:lnTo>
                    <a:pt x="1191" y="1645841"/>
                  </a:lnTo>
                  <a:lnTo>
                    <a:pt x="0" y="1632744"/>
                  </a:lnTo>
                  <a:lnTo>
                    <a:pt x="0" y="1619647"/>
                  </a:lnTo>
                  <a:lnTo>
                    <a:pt x="0" y="369490"/>
                  </a:lnTo>
                  <a:lnTo>
                    <a:pt x="0" y="356790"/>
                  </a:lnTo>
                  <a:lnTo>
                    <a:pt x="1191" y="344090"/>
                  </a:lnTo>
                  <a:lnTo>
                    <a:pt x="2779" y="330994"/>
                  </a:lnTo>
                  <a:lnTo>
                    <a:pt x="4763" y="318690"/>
                  </a:lnTo>
                  <a:lnTo>
                    <a:pt x="7939" y="306387"/>
                  </a:lnTo>
                  <a:lnTo>
                    <a:pt x="11115" y="294084"/>
                  </a:lnTo>
                  <a:lnTo>
                    <a:pt x="15084" y="282575"/>
                  </a:lnTo>
                  <a:lnTo>
                    <a:pt x="19848" y="271065"/>
                  </a:lnTo>
                  <a:lnTo>
                    <a:pt x="24611" y="259953"/>
                  </a:lnTo>
                  <a:lnTo>
                    <a:pt x="30168" y="249237"/>
                  </a:lnTo>
                  <a:lnTo>
                    <a:pt x="36520" y="238125"/>
                  </a:lnTo>
                  <a:lnTo>
                    <a:pt x="42871" y="228203"/>
                  </a:lnTo>
                  <a:lnTo>
                    <a:pt x="50016" y="218281"/>
                  </a:lnTo>
                  <a:lnTo>
                    <a:pt x="57558" y="208756"/>
                  </a:lnTo>
                  <a:lnTo>
                    <a:pt x="65497" y="199231"/>
                  </a:lnTo>
                  <a:lnTo>
                    <a:pt x="74230" y="190500"/>
                  </a:lnTo>
                  <a:lnTo>
                    <a:pt x="82566" y="182165"/>
                  </a:lnTo>
                  <a:lnTo>
                    <a:pt x="91696" y="174228"/>
                  </a:lnTo>
                  <a:lnTo>
                    <a:pt x="101620" y="167084"/>
                  </a:lnTo>
                  <a:lnTo>
                    <a:pt x="111147" y="159544"/>
                  </a:lnTo>
                  <a:lnTo>
                    <a:pt x="121865" y="152797"/>
                  </a:lnTo>
                  <a:lnTo>
                    <a:pt x="132186" y="147240"/>
                  </a:lnTo>
                  <a:lnTo>
                    <a:pt x="143300" y="141684"/>
                  </a:lnTo>
                  <a:lnTo>
                    <a:pt x="154018" y="136525"/>
                  </a:lnTo>
                  <a:lnTo>
                    <a:pt x="165927" y="131762"/>
                  </a:lnTo>
                  <a:lnTo>
                    <a:pt x="177835" y="127794"/>
                  </a:lnTo>
                  <a:lnTo>
                    <a:pt x="189744" y="124222"/>
                  </a:lnTo>
                  <a:lnTo>
                    <a:pt x="201653" y="121840"/>
                  </a:lnTo>
                  <a:lnTo>
                    <a:pt x="214355" y="119062"/>
                  </a:lnTo>
                  <a:lnTo>
                    <a:pt x="227058" y="117475"/>
                  </a:lnTo>
                  <a:lnTo>
                    <a:pt x="239760" y="116681"/>
                  </a:lnTo>
                  <a:lnTo>
                    <a:pt x="252860" y="116284"/>
                  </a:lnTo>
                  <a:lnTo>
                    <a:pt x="380679" y="116284"/>
                  </a:lnTo>
                  <a:lnTo>
                    <a:pt x="380679" y="215503"/>
                  </a:lnTo>
                  <a:lnTo>
                    <a:pt x="380679" y="307975"/>
                  </a:lnTo>
                  <a:lnTo>
                    <a:pt x="442207" y="307975"/>
                  </a:lnTo>
                  <a:lnTo>
                    <a:pt x="442207"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136" name="组合 135"/>
          <p:cNvGrpSpPr/>
          <p:nvPr/>
        </p:nvGrpSpPr>
        <p:grpSpPr>
          <a:xfrm>
            <a:off x="5268126" y="3421235"/>
            <a:ext cx="1123045" cy="1302732"/>
            <a:chOff x="5301679" y="3724016"/>
            <a:chExt cx="1123045" cy="1302732"/>
          </a:xfrm>
        </p:grpSpPr>
        <p:sp>
          <p:nvSpPr>
            <p:cNvPr id="137" name="六边形 136"/>
            <p:cNvSpPr/>
            <p:nvPr/>
          </p:nvSpPr>
          <p:spPr>
            <a:xfrm rot="5400000">
              <a:off x="5211836" y="3813859"/>
              <a:ext cx="1302732" cy="1123045"/>
            </a:xfrm>
            <a:prstGeom prst="hexag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sp>
          <p:nvSpPr>
            <p:cNvPr id="138" name="KSO_Shape"/>
            <p:cNvSpPr/>
            <p:nvPr/>
          </p:nvSpPr>
          <p:spPr bwMode="auto">
            <a:xfrm>
              <a:off x="5622788" y="4143426"/>
              <a:ext cx="480825" cy="453578"/>
            </a:xfrm>
            <a:custGeom>
              <a:avLst/>
              <a:gdLst>
                <a:gd name="T0" fmla="*/ 186247 w 2959101"/>
                <a:gd name="T1" fmla="*/ 1226349 h 2789237"/>
                <a:gd name="T2" fmla="*/ 230689 w 2959101"/>
                <a:gd name="T3" fmla="*/ 1237612 h 2789237"/>
                <a:gd name="T4" fmla="*/ 288413 w 2959101"/>
                <a:gd name="T5" fmla="*/ 1242988 h 2789237"/>
                <a:gd name="T6" fmla="*/ 479719 w 2959101"/>
                <a:gd name="T7" fmla="*/ 1671247 h 2789237"/>
                <a:gd name="T8" fmla="*/ 447792 w 2959101"/>
                <a:gd name="T9" fmla="*/ 1667919 h 2789237"/>
                <a:gd name="T10" fmla="*/ 425571 w 2959101"/>
                <a:gd name="T11" fmla="*/ 1655632 h 2789237"/>
                <a:gd name="T12" fmla="*/ 406415 w 2959101"/>
                <a:gd name="T13" fmla="*/ 1632337 h 2789237"/>
                <a:gd name="T14" fmla="*/ 1684037 w 2959101"/>
                <a:gd name="T15" fmla="*/ 1235155 h 2789237"/>
                <a:gd name="T16" fmla="*/ 1739462 w 2959101"/>
                <a:gd name="T17" fmla="*/ 1231059 h 2789237"/>
                <a:gd name="T18" fmla="*/ 1778540 w 2959101"/>
                <a:gd name="T19" fmla="*/ 1219540 h 2789237"/>
                <a:gd name="T20" fmla="*/ 1816086 w 2959101"/>
                <a:gd name="T21" fmla="*/ 1198804 h 2789237"/>
                <a:gd name="T22" fmla="*/ 1573698 w 2959101"/>
                <a:gd name="T23" fmla="*/ 1645505 h 2789237"/>
                <a:gd name="T24" fmla="*/ 1560927 w 2959101"/>
                <a:gd name="T25" fmla="*/ 1659840 h 2789237"/>
                <a:gd name="T26" fmla="*/ 1547390 w 2959101"/>
                <a:gd name="T27" fmla="*/ 1666496 h 2789237"/>
                <a:gd name="T28" fmla="*/ 1509589 w 2959101"/>
                <a:gd name="T29" fmla="*/ 1671104 h 2789237"/>
                <a:gd name="T30" fmla="*/ 1044479 w 2959101"/>
                <a:gd name="T31" fmla="*/ 1465033 h 2789237"/>
                <a:gd name="T32" fmla="*/ 653055 w 2959101"/>
                <a:gd name="T33" fmla="*/ 989868 h 2789237"/>
                <a:gd name="T34" fmla="*/ 262244 w 2959101"/>
                <a:gd name="T35" fmla="*/ 1208432 h 2789237"/>
                <a:gd name="T36" fmla="*/ 203201 w 2959101"/>
                <a:gd name="T37" fmla="*/ 1197683 h 2789237"/>
                <a:gd name="T38" fmla="*/ 151059 w 2959101"/>
                <a:gd name="T39" fmla="*/ 1173369 h 2789237"/>
                <a:gd name="T40" fmla="*/ 106841 w 2959101"/>
                <a:gd name="T41" fmla="*/ 1139075 h 2789237"/>
                <a:gd name="T42" fmla="*/ 72846 w 2959101"/>
                <a:gd name="T43" fmla="*/ 1097359 h 2789237"/>
                <a:gd name="T44" fmla="*/ 49586 w 2959101"/>
                <a:gd name="T45" fmla="*/ 1051547 h 2789237"/>
                <a:gd name="T46" fmla="*/ 39874 w 2959101"/>
                <a:gd name="T47" fmla="*/ 1004712 h 2789237"/>
                <a:gd name="T48" fmla="*/ 44474 w 2959101"/>
                <a:gd name="T49" fmla="*/ 953782 h 2789237"/>
                <a:gd name="T50" fmla="*/ 156427 w 2959101"/>
                <a:gd name="T51" fmla="*/ 723445 h 2789237"/>
                <a:gd name="T52" fmla="*/ 1881769 w 2959101"/>
                <a:gd name="T53" fmla="*/ 891877 h 2789237"/>
                <a:gd name="T54" fmla="*/ 1894788 w 2959101"/>
                <a:gd name="T55" fmla="*/ 923328 h 2789237"/>
                <a:gd name="T56" fmla="*/ 1902958 w 2959101"/>
                <a:gd name="T57" fmla="*/ 957080 h 2789237"/>
                <a:gd name="T58" fmla="*/ 1904745 w 2959101"/>
                <a:gd name="T59" fmla="*/ 994156 h 2789237"/>
                <a:gd name="T60" fmla="*/ 1893767 w 2959101"/>
                <a:gd name="T61" fmla="*/ 1047342 h 2789237"/>
                <a:gd name="T62" fmla="*/ 1869771 w 2959101"/>
                <a:gd name="T63" fmla="*/ 1095413 h 2789237"/>
                <a:gd name="T64" fmla="*/ 1834797 w 2959101"/>
                <a:gd name="T65" fmla="*/ 1136069 h 2789237"/>
                <a:gd name="T66" fmla="*/ 1792164 w 2959101"/>
                <a:gd name="T67" fmla="*/ 1167520 h 2789237"/>
                <a:gd name="T68" fmla="*/ 1744425 w 2959101"/>
                <a:gd name="T69" fmla="*/ 1188999 h 2789237"/>
                <a:gd name="T70" fmla="*/ 1694645 w 2959101"/>
                <a:gd name="T71" fmla="*/ 1198460 h 2789237"/>
                <a:gd name="T72" fmla="*/ 1531517 w 2959101"/>
                <a:gd name="T73" fmla="*/ 727463 h 2789237"/>
                <a:gd name="T74" fmla="*/ 1310612 w 2959101"/>
                <a:gd name="T75" fmla="*/ 512 h 2789237"/>
                <a:gd name="T76" fmla="*/ 1333869 w 2959101"/>
                <a:gd name="T77" fmla="*/ 7934 h 2789237"/>
                <a:gd name="T78" fmla="*/ 1352526 w 2959101"/>
                <a:gd name="T79" fmla="*/ 26874 h 2789237"/>
                <a:gd name="T80" fmla="*/ 1493861 w 2959101"/>
                <a:gd name="T81" fmla="*/ 264384 h 2789237"/>
                <a:gd name="T82" fmla="*/ 892487 w 2959101"/>
                <a:gd name="T83" fmla="*/ 95976 h 2789237"/>
                <a:gd name="T84" fmla="*/ 832682 w 2959101"/>
                <a:gd name="T85" fmla="*/ 21499 h 2789237"/>
                <a:gd name="T86" fmla="*/ 658932 w 2959101"/>
                <a:gd name="T87" fmla="*/ 0 h 2789237"/>
                <a:gd name="T88" fmla="*/ 706710 w 2959101"/>
                <a:gd name="T89" fmla="*/ 3069 h 2789237"/>
                <a:gd name="T90" fmla="*/ 746568 w 2959101"/>
                <a:gd name="T91" fmla="*/ 12022 h 2789237"/>
                <a:gd name="T92" fmla="*/ 779783 w 2959101"/>
                <a:gd name="T93" fmla="*/ 26347 h 2789237"/>
                <a:gd name="T94" fmla="*/ 807888 w 2959101"/>
                <a:gd name="T95" fmla="*/ 45788 h 2789237"/>
                <a:gd name="T96" fmla="*/ 831905 w 2959101"/>
                <a:gd name="T97" fmla="*/ 69578 h 2789237"/>
                <a:gd name="T98" fmla="*/ 862565 w 2959101"/>
                <a:gd name="T99" fmla="*/ 112553 h 2789237"/>
                <a:gd name="T100" fmla="*/ 861798 w 2959101"/>
                <a:gd name="T101" fmla="*/ 328704 h 2789237"/>
                <a:gd name="T102" fmla="*/ 501800 w 2959101"/>
                <a:gd name="T103" fmla="*/ 83903 h 2789237"/>
                <a:gd name="T104" fmla="*/ 531183 w 2959101"/>
                <a:gd name="T105" fmla="*/ 43998 h 2789237"/>
                <a:gd name="T106" fmla="*/ 566697 w 2959101"/>
                <a:gd name="T107" fmla="*/ 17394 h 2789237"/>
                <a:gd name="T108" fmla="*/ 612431 w 2959101"/>
                <a:gd name="T109" fmla="*/ 3325 h 2789237"/>
                <a:gd name="T110" fmla="*/ 658932 w 2959101"/>
                <a:gd name="T111" fmla="*/ 0 h 278923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59101" h="2789237">
                  <a:moveTo>
                    <a:pt x="230188" y="1878012"/>
                  </a:moveTo>
                  <a:lnTo>
                    <a:pt x="253199" y="1889137"/>
                  </a:lnTo>
                  <a:lnTo>
                    <a:pt x="265102" y="1894302"/>
                  </a:lnTo>
                  <a:lnTo>
                    <a:pt x="277004" y="1898673"/>
                  </a:lnTo>
                  <a:lnTo>
                    <a:pt x="289303" y="1903440"/>
                  </a:lnTo>
                  <a:lnTo>
                    <a:pt x="301999" y="1907414"/>
                  </a:lnTo>
                  <a:lnTo>
                    <a:pt x="315092" y="1911387"/>
                  </a:lnTo>
                  <a:lnTo>
                    <a:pt x="328978" y="1914963"/>
                  </a:lnTo>
                  <a:lnTo>
                    <a:pt x="343657" y="1918538"/>
                  </a:lnTo>
                  <a:lnTo>
                    <a:pt x="358337" y="1920922"/>
                  </a:lnTo>
                  <a:lnTo>
                    <a:pt x="374207" y="1923704"/>
                  </a:lnTo>
                  <a:lnTo>
                    <a:pt x="391267" y="1925690"/>
                  </a:lnTo>
                  <a:lnTo>
                    <a:pt x="408724" y="1927279"/>
                  </a:lnTo>
                  <a:lnTo>
                    <a:pt x="427767" y="1928471"/>
                  </a:lnTo>
                  <a:lnTo>
                    <a:pt x="448001" y="1929266"/>
                  </a:lnTo>
                  <a:lnTo>
                    <a:pt x="469029" y="1929266"/>
                  </a:lnTo>
                  <a:lnTo>
                    <a:pt x="1446213" y="1929266"/>
                  </a:lnTo>
                  <a:lnTo>
                    <a:pt x="1293069" y="2273739"/>
                  </a:lnTo>
                  <a:lnTo>
                    <a:pt x="1446213" y="2593975"/>
                  </a:lnTo>
                  <a:lnTo>
                    <a:pt x="745164" y="2593975"/>
                  </a:lnTo>
                  <a:lnTo>
                    <a:pt x="733261" y="2593975"/>
                  </a:lnTo>
                  <a:lnTo>
                    <a:pt x="722946" y="2593181"/>
                  </a:lnTo>
                  <a:lnTo>
                    <a:pt x="713424" y="2591989"/>
                  </a:lnTo>
                  <a:lnTo>
                    <a:pt x="703902" y="2590399"/>
                  </a:lnTo>
                  <a:lnTo>
                    <a:pt x="695571" y="2588810"/>
                  </a:lnTo>
                  <a:lnTo>
                    <a:pt x="688032" y="2586029"/>
                  </a:lnTo>
                  <a:lnTo>
                    <a:pt x="680891" y="2582850"/>
                  </a:lnTo>
                  <a:lnTo>
                    <a:pt x="673750" y="2578877"/>
                  </a:lnTo>
                  <a:lnTo>
                    <a:pt x="667402" y="2574507"/>
                  </a:lnTo>
                  <a:lnTo>
                    <a:pt x="661054" y="2569739"/>
                  </a:lnTo>
                  <a:lnTo>
                    <a:pt x="655103" y="2564177"/>
                  </a:lnTo>
                  <a:lnTo>
                    <a:pt x="649151" y="2557422"/>
                  </a:lnTo>
                  <a:lnTo>
                    <a:pt x="643200" y="2550668"/>
                  </a:lnTo>
                  <a:lnTo>
                    <a:pt x="637646" y="2542324"/>
                  </a:lnTo>
                  <a:lnTo>
                    <a:pt x="631298" y="2533583"/>
                  </a:lnTo>
                  <a:lnTo>
                    <a:pt x="625347" y="2523650"/>
                  </a:lnTo>
                  <a:lnTo>
                    <a:pt x="230188" y="1878012"/>
                  </a:lnTo>
                  <a:close/>
                  <a:moveTo>
                    <a:pt x="1932679" y="1738312"/>
                  </a:moveTo>
                  <a:lnTo>
                    <a:pt x="1932679" y="1917109"/>
                  </a:lnTo>
                  <a:lnTo>
                    <a:pt x="2615872" y="1917109"/>
                  </a:lnTo>
                  <a:lnTo>
                    <a:pt x="2636106" y="1916711"/>
                  </a:lnTo>
                  <a:lnTo>
                    <a:pt x="2654356" y="1915917"/>
                  </a:lnTo>
                  <a:lnTo>
                    <a:pt x="2671416" y="1914725"/>
                  </a:lnTo>
                  <a:lnTo>
                    <a:pt x="2687286" y="1912738"/>
                  </a:lnTo>
                  <a:lnTo>
                    <a:pt x="2701965" y="1910751"/>
                  </a:lnTo>
                  <a:lnTo>
                    <a:pt x="2715851" y="1907970"/>
                  </a:lnTo>
                  <a:lnTo>
                    <a:pt x="2728547" y="1904791"/>
                  </a:lnTo>
                  <a:lnTo>
                    <a:pt x="2740449" y="1901216"/>
                  </a:lnTo>
                  <a:lnTo>
                    <a:pt x="2751955" y="1897640"/>
                  </a:lnTo>
                  <a:lnTo>
                    <a:pt x="2762667" y="1892872"/>
                  </a:lnTo>
                  <a:lnTo>
                    <a:pt x="2772982" y="1888104"/>
                  </a:lnTo>
                  <a:lnTo>
                    <a:pt x="2782901" y="1883336"/>
                  </a:lnTo>
                  <a:lnTo>
                    <a:pt x="2792423" y="1878171"/>
                  </a:lnTo>
                  <a:lnTo>
                    <a:pt x="2802341" y="1872608"/>
                  </a:lnTo>
                  <a:lnTo>
                    <a:pt x="2820988" y="1860688"/>
                  </a:lnTo>
                  <a:lnTo>
                    <a:pt x="2473441" y="2504355"/>
                  </a:lnTo>
                  <a:lnTo>
                    <a:pt x="2465506" y="2519056"/>
                  </a:lnTo>
                  <a:lnTo>
                    <a:pt x="2458364" y="2532168"/>
                  </a:lnTo>
                  <a:lnTo>
                    <a:pt x="2451223" y="2544088"/>
                  </a:lnTo>
                  <a:lnTo>
                    <a:pt x="2444478" y="2554021"/>
                  </a:lnTo>
                  <a:lnTo>
                    <a:pt x="2438130" y="2562365"/>
                  </a:lnTo>
                  <a:lnTo>
                    <a:pt x="2434956" y="2566338"/>
                  </a:lnTo>
                  <a:lnTo>
                    <a:pt x="2431386" y="2569914"/>
                  </a:lnTo>
                  <a:lnTo>
                    <a:pt x="2428212" y="2573092"/>
                  </a:lnTo>
                  <a:lnTo>
                    <a:pt x="2424641" y="2576271"/>
                  </a:lnTo>
                  <a:lnTo>
                    <a:pt x="2420674" y="2578655"/>
                  </a:lnTo>
                  <a:lnTo>
                    <a:pt x="2416706" y="2581039"/>
                  </a:lnTo>
                  <a:lnTo>
                    <a:pt x="2412342" y="2583025"/>
                  </a:lnTo>
                  <a:lnTo>
                    <a:pt x="2407978" y="2585012"/>
                  </a:lnTo>
                  <a:lnTo>
                    <a:pt x="2403614" y="2586601"/>
                  </a:lnTo>
                  <a:lnTo>
                    <a:pt x="2398059" y="2587793"/>
                  </a:lnTo>
                  <a:lnTo>
                    <a:pt x="2387347" y="2590575"/>
                  </a:lnTo>
                  <a:lnTo>
                    <a:pt x="2375048" y="2591767"/>
                  </a:lnTo>
                  <a:lnTo>
                    <a:pt x="2361162" y="2593356"/>
                  </a:lnTo>
                  <a:lnTo>
                    <a:pt x="2344896" y="2593753"/>
                  </a:lnTo>
                  <a:lnTo>
                    <a:pt x="2326645" y="2594151"/>
                  </a:lnTo>
                  <a:lnTo>
                    <a:pt x="2306411" y="2594151"/>
                  </a:lnTo>
                  <a:lnTo>
                    <a:pt x="1958864" y="2594151"/>
                  </a:lnTo>
                  <a:lnTo>
                    <a:pt x="1958864" y="2789237"/>
                  </a:lnTo>
                  <a:lnTo>
                    <a:pt x="1622425" y="2273907"/>
                  </a:lnTo>
                  <a:lnTo>
                    <a:pt x="1932679" y="1738312"/>
                  </a:lnTo>
                  <a:close/>
                  <a:moveTo>
                    <a:pt x="0" y="995362"/>
                  </a:moveTo>
                  <a:lnTo>
                    <a:pt x="674158" y="995362"/>
                  </a:lnTo>
                  <a:lnTo>
                    <a:pt x="950888" y="1437085"/>
                  </a:lnTo>
                  <a:lnTo>
                    <a:pt x="1014413" y="1536394"/>
                  </a:lnTo>
                  <a:lnTo>
                    <a:pt x="950888" y="1504615"/>
                  </a:lnTo>
                  <a:lnTo>
                    <a:pt x="840911" y="1449797"/>
                  </a:lnTo>
                  <a:lnTo>
                    <a:pt x="608251" y="1876425"/>
                  </a:lnTo>
                  <a:lnTo>
                    <a:pt x="426411" y="1876425"/>
                  </a:lnTo>
                  <a:lnTo>
                    <a:pt x="407353" y="1875631"/>
                  </a:lnTo>
                  <a:lnTo>
                    <a:pt x="388296" y="1874439"/>
                  </a:lnTo>
                  <a:lnTo>
                    <a:pt x="369635" y="1871658"/>
                  </a:lnTo>
                  <a:lnTo>
                    <a:pt x="350975" y="1868083"/>
                  </a:lnTo>
                  <a:lnTo>
                    <a:pt x="333506" y="1864111"/>
                  </a:lnTo>
                  <a:lnTo>
                    <a:pt x="315639" y="1858947"/>
                  </a:lnTo>
                  <a:lnTo>
                    <a:pt x="298567" y="1852988"/>
                  </a:lnTo>
                  <a:lnTo>
                    <a:pt x="281892" y="1845838"/>
                  </a:lnTo>
                  <a:lnTo>
                    <a:pt x="265614" y="1838291"/>
                  </a:lnTo>
                  <a:lnTo>
                    <a:pt x="249732" y="1829949"/>
                  </a:lnTo>
                  <a:lnTo>
                    <a:pt x="234645" y="1821210"/>
                  </a:lnTo>
                  <a:lnTo>
                    <a:pt x="219955" y="1811676"/>
                  </a:lnTo>
                  <a:lnTo>
                    <a:pt x="205662" y="1801745"/>
                  </a:lnTo>
                  <a:lnTo>
                    <a:pt x="192163" y="1791020"/>
                  </a:lnTo>
                  <a:lnTo>
                    <a:pt x="179061" y="1779500"/>
                  </a:lnTo>
                  <a:lnTo>
                    <a:pt x="165959" y="1767981"/>
                  </a:lnTo>
                  <a:lnTo>
                    <a:pt x="154445" y="1755666"/>
                  </a:lnTo>
                  <a:lnTo>
                    <a:pt x="142931" y="1743352"/>
                  </a:lnTo>
                  <a:lnTo>
                    <a:pt x="132211" y="1730243"/>
                  </a:lnTo>
                  <a:lnTo>
                    <a:pt x="122285" y="1716738"/>
                  </a:lnTo>
                  <a:lnTo>
                    <a:pt x="113154" y="1703232"/>
                  </a:lnTo>
                  <a:lnTo>
                    <a:pt x="104419" y="1689328"/>
                  </a:lnTo>
                  <a:lnTo>
                    <a:pt x="96479" y="1675425"/>
                  </a:lnTo>
                  <a:lnTo>
                    <a:pt x="89332" y="1661125"/>
                  </a:lnTo>
                  <a:lnTo>
                    <a:pt x="82979" y="1646824"/>
                  </a:lnTo>
                  <a:lnTo>
                    <a:pt x="77024" y="1632127"/>
                  </a:lnTo>
                  <a:lnTo>
                    <a:pt x="72657" y="1617826"/>
                  </a:lnTo>
                  <a:lnTo>
                    <a:pt x="68289" y="1602732"/>
                  </a:lnTo>
                  <a:lnTo>
                    <a:pt x="65510" y="1588431"/>
                  </a:lnTo>
                  <a:lnTo>
                    <a:pt x="63128" y="1574131"/>
                  </a:lnTo>
                  <a:lnTo>
                    <a:pt x="61937" y="1559433"/>
                  </a:lnTo>
                  <a:lnTo>
                    <a:pt x="61540" y="1545133"/>
                  </a:lnTo>
                  <a:lnTo>
                    <a:pt x="61937" y="1528846"/>
                  </a:lnTo>
                  <a:lnTo>
                    <a:pt x="63128" y="1512560"/>
                  </a:lnTo>
                  <a:lnTo>
                    <a:pt x="65907" y="1496273"/>
                  </a:lnTo>
                  <a:lnTo>
                    <a:pt x="69083" y="1480384"/>
                  </a:lnTo>
                  <a:lnTo>
                    <a:pt x="73848" y="1465289"/>
                  </a:lnTo>
                  <a:lnTo>
                    <a:pt x="79009" y="1449400"/>
                  </a:lnTo>
                  <a:lnTo>
                    <a:pt x="85362" y="1433908"/>
                  </a:lnTo>
                  <a:lnTo>
                    <a:pt x="92508" y="1418813"/>
                  </a:lnTo>
                  <a:lnTo>
                    <a:pt x="242983" y="1122874"/>
                  </a:lnTo>
                  <a:lnTo>
                    <a:pt x="0" y="995362"/>
                  </a:lnTo>
                  <a:close/>
                  <a:moveTo>
                    <a:pt x="2574057" y="833437"/>
                  </a:moveTo>
                  <a:lnTo>
                    <a:pt x="2912705" y="1366837"/>
                  </a:lnTo>
                  <a:lnTo>
                    <a:pt x="2917861" y="1375172"/>
                  </a:lnTo>
                  <a:lnTo>
                    <a:pt x="2923016" y="1384300"/>
                  </a:lnTo>
                  <a:lnTo>
                    <a:pt x="2927378" y="1393428"/>
                  </a:lnTo>
                  <a:lnTo>
                    <a:pt x="2931740" y="1402953"/>
                  </a:lnTo>
                  <a:lnTo>
                    <a:pt x="2936102" y="1412478"/>
                  </a:lnTo>
                  <a:lnTo>
                    <a:pt x="2940067" y="1422797"/>
                  </a:lnTo>
                  <a:lnTo>
                    <a:pt x="2943239" y="1433116"/>
                  </a:lnTo>
                  <a:lnTo>
                    <a:pt x="2946808" y="1443434"/>
                  </a:lnTo>
                  <a:lnTo>
                    <a:pt x="2949188" y="1453753"/>
                  </a:lnTo>
                  <a:lnTo>
                    <a:pt x="2951963" y="1464469"/>
                  </a:lnTo>
                  <a:lnTo>
                    <a:pt x="2954343" y="1474788"/>
                  </a:lnTo>
                  <a:lnTo>
                    <a:pt x="2955929" y="1485503"/>
                  </a:lnTo>
                  <a:lnTo>
                    <a:pt x="2957118" y="1495822"/>
                  </a:lnTo>
                  <a:lnTo>
                    <a:pt x="2958308" y="1505744"/>
                  </a:lnTo>
                  <a:lnTo>
                    <a:pt x="2958705" y="1516063"/>
                  </a:lnTo>
                  <a:lnTo>
                    <a:pt x="2959101" y="1525588"/>
                  </a:lnTo>
                  <a:lnTo>
                    <a:pt x="2958705" y="1543050"/>
                  </a:lnTo>
                  <a:lnTo>
                    <a:pt x="2956722" y="1560116"/>
                  </a:lnTo>
                  <a:lnTo>
                    <a:pt x="2954739" y="1576784"/>
                  </a:lnTo>
                  <a:lnTo>
                    <a:pt x="2951170" y="1593453"/>
                  </a:lnTo>
                  <a:lnTo>
                    <a:pt x="2946808" y="1609725"/>
                  </a:lnTo>
                  <a:lnTo>
                    <a:pt x="2941653" y="1625600"/>
                  </a:lnTo>
                  <a:lnTo>
                    <a:pt x="2935705" y="1641475"/>
                  </a:lnTo>
                  <a:lnTo>
                    <a:pt x="2928964" y="1656556"/>
                  </a:lnTo>
                  <a:lnTo>
                    <a:pt x="2921429" y="1671638"/>
                  </a:lnTo>
                  <a:lnTo>
                    <a:pt x="2913102" y="1685925"/>
                  </a:lnTo>
                  <a:lnTo>
                    <a:pt x="2904378" y="1700213"/>
                  </a:lnTo>
                  <a:lnTo>
                    <a:pt x="2894464" y="1713706"/>
                  </a:lnTo>
                  <a:lnTo>
                    <a:pt x="2884154" y="1726803"/>
                  </a:lnTo>
                  <a:lnTo>
                    <a:pt x="2873448" y="1739106"/>
                  </a:lnTo>
                  <a:lnTo>
                    <a:pt x="2862344" y="1751410"/>
                  </a:lnTo>
                  <a:lnTo>
                    <a:pt x="2850052" y="1763316"/>
                  </a:lnTo>
                  <a:lnTo>
                    <a:pt x="2837759" y="1774031"/>
                  </a:lnTo>
                  <a:lnTo>
                    <a:pt x="2825069" y="1784747"/>
                  </a:lnTo>
                  <a:lnTo>
                    <a:pt x="2811983" y="1794272"/>
                  </a:lnTo>
                  <a:lnTo>
                    <a:pt x="2797708" y="1803797"/>
                  </a:lnTo>
                  <a:lnTo>
                    <a:pt x="2783829" y="1812131"/>
                  </a:lnTo>
                  <a:lnTo>
                    <a:pt x="2769950" y="1820466"/>
                  </a:lnTo>
                  <a:lnTo>
                    <a:pt x="2754881" y="1827610"/>
                  </a:lnTo>
                  <a:lnTo>
                    <a:pt x="2740209" y="1834753"/>
                  </a:lnTo>
                  <a:lnTo>
                    <a:pt x="2725140" y="1840310"/>
                  </a:lnTo>
                  <a:lnTo>
                    <a:pt x="2709675" y="1845469"/>
                  </a:lnTo>
                  <a:lnTo>
                    <a:pt x="2694606" y="1849835"/>
                  </a:lnTo>
                  <a:lnTo>
                    <a:pt x="2679141" y="1853803"/>
                  </a:lnTo>
                  <a:lnTo>
                    <a:pt x="2663279" y="1856978"/>
                  </a:lnTo>
                  <a:lnTo>
                    <a:pt x="2648211" y="1858566"/>
                  </a:lnTo>
                  <a:lnTo>
                    <a:pt x="2632349" y="1860153"/>
                  </a:lnTo>
                  <a:lnTo>
                    <a:pt x="2616487" y="1860550"/>
                  </a:lnTo>
                  <a:lnTo>
                    <a:pt x="2418215" y="1860550"/>
                  </a:lnTo>
                  <a:lnTo>
                    <a:pt x="2078376" y="1290637"/>
                  </a:lnTo>
                  <a:lnTo>
                    <a:pt x="2008188" y="1171972"/>
                  </a:lnTo>
                  <a:lnTo>
                    <a:pt x="2378957" y="1129109"/>
                  </a:lnTo>
                  <a:lnTo>
                    <a:pt x="2574057" y="833437"/>
                  </a:lnTo>
                  <a:close/>
                  <a:moveTo>
                    <a:pt x="1239838" y="0"/>
                  </a:moveTo>
                  <a:lnTo>
                    <a:pt x="2017953" y="0"/>
                  </a:lnTo>
                  <a:lnTo>
                    <a:pt x="2027084" y="397"/>
                  </a:lnTo>
                  <a:lnTo>
                    <a:pt x="2035818" y="794"/>
                  </a:lnTo>
                  <a:lnTo>
                    <a:pt x="2044155" y="1986"/>
                  </a:lnTo>
                  <a:lnTo>
                    <a:pt x="2051697" y="3178"/>
                  </a:lnTo>
                  <a:lnTo>
                    <a:pt x="2058843" y="5561"/>
                  </a:lnTo>
                  <a:lnTo>
                    <a:pt x="2065195" y="8739"/>
                  </a:lnTo>
                  <a:lnTo>
                    <a:pt x="2071944" y="12314"/>
                  </a:lnTo>
                  <a:lnTo>
                    <a:pt x="2077899" y="16684"/>
                  </a:lnTo>
                  <a:lnTo>
                    <a:pt x="2083854" y="21451"/>
                  </a:lnTo>
                  <a:lnTo>
                    <a:pt x="2089015" y="27013"/>
                  </a:lnTo>
                  <a:lnTo>
                    <a:pt x="2094970" y="34163"/>
                  </a:lnTo>
                  <a:lnTo>
                    <a:pt x="2100925" y="41711"/>
                  </a:lnTo>
                  <a:lnTo>
                    <a:pt x="2106880" y="50053"/>
                  </a:lnTo>
                  <a:lnTo>
                    <a:pt x="2112835" y="59587"/>
                  </a:lnTo>
                  <a:lnTo>
                    <a:pt x="2119584" y="69518"/>
                  </a:lnTo>
                  <a:lnTo>
                    <a:pt x="2126730" y="81435"/>
                  </a:lnTo>
                  <a:lnTo>
                    <a:pt x="2320465" y="410355"/>
                  </a:lnTo>
                  <a:lnTo>
                    <a:pt x="2530476" y="296742"/>
                  </a:lnTo>
                  <a:lnTo>
                    <a:pt x="2219230" y="850900"/>
                  </a:lnTo>
                  <a:lnTo>
                    <a:pt x="1584035" y="850900"/>
                  </a:lnTo>
                  <a:lnTo>
                    <a:pt x="1749979" y="743246"/>
                  </a:lnTo>
                  <a:lnTo>
                    <a:pt x="1386330" y="148967"/>
                  </a:lnTo>
                  <a:lnTo>
                    <a:pt x="1337499" y="76668"/>
                  </a:lnTo>
                  <a:lnTo>
                    <a:pt x="1327177" y="64354"/>
                  </a:lnTo>
                  <a:lnTo>
                    <a:pt x="1316061" y="52834"/>
                  </a:lnTo>
                  <a:lnTo>
                    <a:pt x="1304945" y="42902"/>
                  </a:lnTo>
                  <a:lnTo>
                    <a:pt x="1293433" y="33369"/>
                  </a:lnTo>
                  <a:lnTo>
                    <a:pt x="1281126" y="23835"/>
                  </a:lnTo>
                  <a:lnTo>
                    <a:pt x="1268422" y="15492"/>
                  </a:lnTo>
                  <a:lnTo>
                    <a:pt x="1254527" y="7945"/>
                  </a:lnTo>
                  <a:lnTo>
                    <a:pt x="1239838" y="0"/>
                  </a:lnTo>
                  <a:close/>
                  <a:moveTo>
                    <a:pt x="1023541" y="0"/>
                  </a:moveTo>
                  <a:lnTo>
                    <a:pt x="1039416" y="397"/>
                  </a:lnTo>
                  <a:lnTo>
                    <a:pt x="1054895" y="794"/>
                  </a:lnTo>
                  <a:lnTo>
                    <a:pt x="1069579" y="1588"/>
                  </a:lnTo>
                  <a:lnTo>
                    <a:pt x="1084263" y="2779"/>
                  </a:lnTo>
                  <a:lnTo>
                    <a:pt x="1097757" y="4764"/>
                  </a:lnTo>
                  <a:lnTo>
                    <a:pt x="1110854" y="6749"/>
                  </a:lnTo>
                  <a:lnTo>
                    <a:pt x="1123951" y="9132"/>
                  </a:lnTo>
                  <a:lnTo>
                    <a:pt x="1136254" y="12308"/>
                  </a:lnTo>
                  <a:lnTo>
                    <a:pt x="1148160" y="15087"/>
                  </a:lnTo>
                  <a:lnTo>
                    <a:pt x="1159670" y="18660"/>
                  </a:lnTo>
                  <a:lnTo>
                    <a:pt x="1170385" y="22234"/>
                  </a:lnTo>
                  <a:lnTo>
                    <a:pt x="1181498" y="26601"/>
                  </a:lnTo>
                  <a:lnTo>
                    <a:pt x="1191420" y="30968"/>
                  </a:lnTo>
                  <a:lnTo>
                    <a:pt x="1201738" y="35733"/>
                  </a:lnTo>
                  <a:lnTo>
                    <a:pt x="1211263" y="40894"/>
                  </a:lnTo>
                  <a:lnTo>
                    <a:pt x="1220391" y="46453"/>
                  </a:lnTo>
                  <a:lnTo>
                    <a:pt x="1229520" y="52011"/>
                  </a:lnTo>
                  <a:lnTo>
                    <a:pt x="1238251" y="57967"/>
                  </a:lnTo>
                  <a:lnTo>
                    <a:pt x="1246585" y="64319"/>
                  </a:lnTo>
                  <a:lnTo>
                    <a:pt x="1254920" y="71069"/>
                  </a:lnTo>
                  <a:lnTo>
                    <a:pt x="1262857" y="77818"/>
                  </a:lnTo>
                  <a:lnTo>
                    <a:pt x="1270398" y="85362"/>
                  </a:lnTo>
                  <a:lnTo>
                    <a:pt x="1277938" y="92906"/>
                  </a:lnTo>
                  <a:lnTo>
                    <a:pt x="1285082" y="100052"/>
                  </a:lnTo>
                  <a:lnTo>
                    <a:pt x="1292226" y="107993"/>
                  </a:lnTo>
                  <a:lnTo>
                    <a:pt x="1299370" y="116331"/>
                  </a:lnTo>
                  <a:lnTo>
                    <a:pt x="1312863" y="133800"/>
                  </a:lnTo>
                  <a:lnTo>
                    <a:pt x="1325960" y="152064"/>
                  </a:lnTo>
                  <a:lnTo>
                    <a:pt x="1338660" y="171121"/>
                  </a:lnTo>
                  <a:lnTo>
                    <a:pt x="1339851" y="174695"/>
                  </a:lnTo>
                  <a:lnTo>
                    <a:pt x="1341835" y="178268"/>
                  </a:lnTo>
                  <a:lnTo>
                    <a:pt x="1343423" y="181047"/>
                  </a:lnTo>
                  <a:lnTo>
                    <a:pt x="1345010" y="183826"/>
                  </a:lnTo>
                  <a:lnTo>
                    <a:pt x="1435101" y="335096"/>
                  </a:lnTo>
                  <a:lnTo>
                    <a:pt x="1338660" y="510188"/>
                  </a:lnTo>
                  <a:lnTo>
                    <a:pt x="1069579" y="995363"/>
                  </a:lnTo>
                  <a:lnTo>
                    <a:pt x="835820" y="696397"/>
                  </a:lnTo>
                  <a:lnTo>
                    <a:pt x="481013" y="681706"/>
                  </a:lnTo>
                  <a:lnTo>
                    <a:pt x="771129" y="144917"/>
                  </a:lnTo>
                  <a:lnTo>
                    <a:pt x="779463" y="130227"/>
                  </a:lnTo>
                  <a:lnTo>
                    <a:pt x="788194" y="115934"/>
                  </a:lnTo>
                  <a:lnTo>
                    <a:pt x="796926" y="102832"/>
                  </a:lnTo>
                  <a:lnTo>
                    <a:pt x="806451" y="90524"/>
                  </a:lnTo>
                  <a:lnTo>
                    <a:pt x="815579" y="78613"/>
                  </a:lnTo>
                  <a:lnTo>
                    <a:pt x="825104" y="68290"/>
                  </a:lnTo>
                  <a:lnTo>
                    <a:pt x="835026" y="57967"/>
                  </a:lnTo>
                  <a:lnTo>
                    <a:pt x="845741" y="49232"/>
                  </a:lnTo>
                  <a:lnTo>
                    <a:pt x="856854" y="40894"/>
                  </a:lnTo>
                  <a:lnTo>
                    <a:pt x="867966" y="33748"/>
                  </a:lnTo>
                  <a:lnTo>
                    <a:pt x="880269" y="26998"/>
                  </a:lnTo>
                  <a:lnTo>
                    <a:pt x="892970" y="21440"/>
                  </a:lnTo>
                  <a:lnTo>
                    <a:pt x="906066" y="15881"/>
                  </a:lnTo>
                  <a:lnTo>
                    <a:pt x="920751" y="11514"/>
                  </a:lnTo>
                  <a:lnTo>
                    <a:pt x="935435" y="8338"/>
                  </a:lnTo>
                  <a:lnTo>
                    <a:pt x="951310" y="5161"/>
                  </a:lnTo>
                  <a:lnTo>
                    <a:pt x="959248" y="3970"/>
                  </a:lnTo>
                  <a:lnTo>
                    <a:pt x="967582" y="2779"/>
                  </a:lnTo>
                  <a:lnTo>
                    <a:pt x="985441" y="1191"/>
                  </a:lnTo>
                  <a:lnTo>
                    <a:pt x="1004491" y="397"/>
                  </a:lnTo>
                  <a:lnTo>
                    <a:pt x="1023541"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grpSp>
      <p:cxnSp>
        <p:nvCxnSpPr>
          <p:cNvPr id="139" name="直接连接符 138"/>
          <p:cNvCxnSpPr/>
          <p:nvPr/>
        </p:nvCxnSpPr>
        <p:spPr>
          <a:xfrm>
            <a:off x="1713403" y="1925437"/>
            <a:ext cx="3311090" cy="0"/>
          </a:xfrm>
          <a:prstGeom prst="line">
            <a:avLst/>
          </a:prstGeom>
          <a:ln w="952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0" name="组合 139"/>
          <p:cNvGrpSpPr/>
          <p:nvPr/>
        </p:nvGrpSpPr>
        <p:grpSpPr>
          <a:xfrm>
            <a:off x="6533560" y="1490595"/>
            <a:ext cx="4100531" cy="1541836"/>
            <a:chOff x="6567113" y="1793376"/>
            <a:chExt cx="4100531" cy="1541836"/>
          </a:xfrm>
        </p:grpSpPr>
        <p:sp>
          <p:nvSpPr>
            <p:cNvPr id="141" name="文本框 69"/>
            <p:cNvSpPr txBox="1"/>
            <p:nvPr/>
          </p:nvSpPr>
          <p:spPr>
            <a:xfrm>
              <a:off x="6567113" y="1810921"/>
              <a:ext cx="916058" cy="830997"/>
            </a:xfrm>
            <a:prstGeom prst="rect">
              <a:avLst/>
            </a:prstGeom>
            <a:noFill/>
          </p:spPr>
          <p:txBody>
            <a:bodyPr wrap="square" rtlCol="0">
              <a:spAutoFit/>
            </a:bodyPr>
            <a:lstStyle/>
            <a:p>
              <a:pPr algn="ctr"/>
              <a:r>
                <a:rPr lang="en-US" altLang="zh-CN" sz="4800" dirty="0" smtClean="0">
                  <a:solidFill>
                    <a:schemeClr val="tx1">
                      <a:lumMod val="75000"/>
                      <a:lumOff val="25000"/>
                    </a:schemeClr>
                  </a:solidFill>
                  <a:latin typeface="Impact MT Std" pitchFamily="34" charset="0"/>
                  <a:ea typeface="微软雅黑" panose="020B0503020204020204" pitchFamily="34" charset="-122"/>
                </a:rPr>
                <a:t>01</a:t>
              </a:r>
              <a:endParaRPr lang="en-US" altLang="zh-CN" sz="4800" dirty="0" smtClean="0">
                <a:solidFill>
                  <a:schemeClr val="tx1">
                    <a:lumMod val="75000"/>
                    <a:lumOff val="25000"/>
                  </a:schemeClr>
                </a:solidFill>
                <a:latin typeface="Impact MT Std" pitchFamily="34" charset="0"/>
                <a:ea typeface="微软雅黑" panose="020B0503020204020204" pitchFamily="34" charset="-122"/>
              </a:endParaRPr>
            </a:p>
          </p:txBody>
        </p:sp>
        <p:grpSp>
          <p:nvGrpSpPr>
            <p:cNvPr id="142" name="组合 141"/>
            <p:cNvGrpSpPr/>
            <p:nvPr/>
          </p:nvGrpSpPr>
          <p:grpSpPr>
            <a:xfrm>
              <a:off x="7395055" y="1793376"/>
              <a:ext cx="3272589" cy="1541836"/>
              <a:chOff x="6968290" y="1689104"/>
              <a:chExt cx="3272589" cy="1541836"/>
            </a:xfrm>
          </p:grpSpPr>
          <p:sp>
            <p:nvSpPr>
              <p:cNvPr id="143" name="文本框 9"/>
              <p:cNvSpPr txBox="1"/>
              <p:nvPr/>
            </p:nvSpPr>
            <p:spPr>
              <a:xfrm>
                <a:off x="6968290" y="1689104"/>
                <a:ext cx="2329313" cy="369332"/>
              </a:xfrm>
              <a:prstGeom prst="rect">
                <a:avLst/>
              </a:prstGeom>
              <a:noFill/>
            </p:spPr>
            <p:txBody>
              <a:bodyPr wrap="square" rtlCol="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输入标题</a:t>
                </a:r>
                <a:endPar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4" name="文本框 11"/>
              <p:cNvSpPr txBox="1"/>
              <p:nvPr/>
            </p:nvSpPr>
            <p:spPr>
              <a:xfrm>
                <a:off x="6968290" y="2029520"/>
                <a:ext cx="3272589" cy="1201420"/>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在此输入详细介绍，以表达项目工作的详细资料和文字信息。在此输入详细介绍，以表达项目工作的详细资料和文字信息。</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亮亮图文旗舰店  https://liangliangtuwen.tmall.com</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cxnSp>
        <p:nvCxnSpPr>
          <p:cNvPr id="145" name="直接连接符 144"/>
          <p:cNvCxnSpPr/>
          <p:nvPr/>
        </p:nvCxnSpPr>
        <p:spPr>
          <a:xfrm>
            <a:off x="7236376" y="2980860"/>
            <a:ext cx="3311090" cy="0"/>
          </a:xfrm>
          <a:prstGeom prst="line">
            <a:avLst/>
          </a:prstGeom>
          <a:ln w="952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6" name="组合 145"/>
          <p:cNvGrpSpPr/>
          <p:nvPr/>
        </p:nvGrpSpPr>
        <p:grpSpPr>
          <a:xfrm>
            <a:off x="1490804" y="2520193"/>
            <a:ext cx="4188647" cy="1386579"/>
            <a:chOff x="1524357" y="2822974"/>
            <a:chExt cx="4188647" cy="1386579"/>
          </a:xfrm>
        </p:grpSpPr>
        <p:sp>
          <p:nvSpPr>
            <p:cNvPr id="147" name="文本框 75"/>
            <p:cNvSpPr txBox="1"/>
            <p:nvPr/>
          </p:nvSpPr>
          <p:spPr>
            <a:xfrm>
              <a:off x="4796946" y="2868142"/>
              <a:ext cx="916058" cy="830997"/>
            </a:xfrm>
            <a:prstGeom prst="rect">
              <a:avLst/>
            </a:prstGeom>
            <a:noFill/>
          </p:spPr>
          <p:txBody>
            <a:bodyPr wrap="square" rtlCol="0">
              <a:spAutoFit/>
            </a:bodyPr>
            <a:lstStyle/>
            <a:p>
              <a:pPr algn="ctr"/>
              <a:r>
                <a:rPr lang="en-US" altLang="zh-CN" sz="4800" dirty="0" smtClean="0">
                  <a:solidFill>
                    <a:schemeClr val="tx1">
                      <a:lumMod val="75000"/>
                      <a:lumOff val="25000"/>
                    </a:schemeClr>
                  </a:solidFill>
                  <a:latin typeface="Impact MT Std" pitchFamily="34" charset="0"/>
                  <a:ea typeface="微软雅黑" panose="020B0503020204020204" pitchFamily="34" charset="-122"/>
                </a:rPr>
                <a:t>02</a:t>
              </a:r>
              <a:endParaRPr lang="en-US" altLang="zh-CN" sz="4800" dirty="0" smtClean="0">
                <a:solidFill>
                  <a:schemeClr val="tx1">
                    <a:lumMod val="75000"/>
                    <a:lumOff val="25000"/>
                  </a:schemeClr>
                </a:solidFill>
                <a:latin typeface="Impact MT Std" pitchFamily="34" charset="0"/>
                <a:ea typeface="微软雅黑" panose="020B0503020204020204" pitchFamily="34" charset="-122"/>
              </a:endParaRPr>
            </a:p>
          </p:txBody>
        </p:sp>
        <p:grpSp>
          <p:nvGrpSpPr>
            <p:cNvPr id="148" name="组合 147"/>
            <p:cNvGrpSpPr/>
            <p:nvPr/>
          </p:nvGrpSpPr>
          <p:grpSpPr>
            <a:xfrm>
              <a:off x="1524357" y="2822974"/>
              <a:ext cx="3272589" cy="1386579"/>
              <a:chOff x="6968290" y="1661481"/>
              <a:chExt cx="3272589" cy="1386579"/>
            </a:xfrm>
          </p:grpSpPr>
          <p:sp>
            <p:nvSpPr>
              <p:cNvPr id="149" name="文本框 77"/>
              <p:cNvSpPr txBox="1"/>
              <p:nvPr/>
            </p:nvSpPr>
            <p:spPr>
              <a:xfrm>
                <a:off x="7911566" y="1661481"/>
                <a:ext cx="2329313" cy="400110"/>
              </a:xfrm>
              <a:prstGeom prst="rect">
                <a:avLst/>
              </a:prstGeom>
              <a:noFill/>
            </p:spPr>
            <p:txBody>
              <a:bodyPr wrap="square" rtlCol="0">
                <a:spAutoFit/>
              </a:bodyPr>
              <a:lstStyle/>
              <a:p>
                <a:pPr algn="r"/>
                <a:r>
                  <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rPr>
                  <a:t>输入标题</a:t>
                </a:r>
                <a:endPar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0" name="文本框 80"/>
              <p:cNvSpPr txBox="1"/>
              <p:nvPr/>
            </p:nvSpPr>
            <p:spPr>
              <a:xfrm>
                <a:off x="6968290" y="2029520"/>
                <a:ext cx="3272589" cy="1018540"/>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由在此输入详细介绍，以表达项目工作的详细资料和文字信息。在此输入详细介绍，以表达项目工作的详细资料和文字信息。</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亮亮图文旗舰店  https://liangliangtuwen.tmall.com</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cxnSp>
        <p:nvCxnSpPr>
          <p:cNvPr id="151" name="直接连接符 150"/>
          <p:cNvCxnSpPr/>
          <p:nvPr/>
        </p:nvCxnSpPr>
        <p:spPr>
          <a:xfrm>
            <a:off x="1713403" y="4067434"/>
            <a:ext cx="3311090" cy="0"/>
          </a:xfrm>
          <a:prstGeom prst="line">
            <a:avLst/>
          </a:prstGeom>
          <a:ln w="952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52" name="组合 151"/>
          <p:cNvGrpSpPr/>
          <p:nvPr/>
        </p:nvGrpSpPr>
        <p:grpSpPr>
          <a:xfrm>
            <a:off x="6533560" y="3610765"/>
            <a:ext cx="4100531" cy="1212260"/>
            <a:chOff x="6567113" y="3913546"/>
            <a:chExt cx="4100531" cy="1212260"/>
          </a:xfrm>
        </p:grpSpPr>
        <p:sp>
          <p:nvSpPr>
            <p:cNvPr id="153" name="文本框 101"/>
            <p:cNvSpPr txBox="1"/>
            <p:nvPr/>
          </p:nvSpPr>
          <p:spPr>
            <a:xfrm>
              <a:off x="6567113" y="3971938"/>
              <a:ext cx="916058" cy="830997"/>
            </a:xfrm>
            <a:prstGeom prst="rect">
              <a:avLst/>
            </a:prstGeom>
            <a:noFill/>
          </p:spPr>
          <p:txBody>
            <a:bodyPr wrap="square" rtlCol="0">
              <a:spAutoFit/>
            </a:bodyPr>
            <a:lstStyle/>
            <a:p>
              <a:pPr algn="ctr"/>
              <a:r>
                <a:rPr lang="en-US" altLang="zh-CN" sz="4800" dirty="0" smtClean="0">
                  <a:solidFill>
                    <a:schemeClr val="tx1">
                      <a:lumMod val="75000"/>
                      <a:lumOff val="25000"/>
                    </a:schemeClr>
                  </a:solidFill>
                  <a:latin typeface="Impact MT Std" pitchFamily="34" charset="0"/>
                  <a:ea typeface="微软雅黑" panose="020B0503020204020204" pitchFamily="34" charset="-122"/>
                </a:rPr>
                <a:t>03</a:t>
              </a:r>
              <a:endParaRPr lang="en-US" altLang="zh-CN" sz="4800" dirty="0" smtClean="0">
                <a:solidFill>
                  <a:schemeClr val="tx1">
                    <a:lumMod val="75000"/>
                    <a:lumOff val="25000"/>
                  </a:schemeClr>
                </a:solidFill>
                <a:latin typeface="Impact MT Std" pitchFamily="34" charset="0"/>
                <a:ea typeface="微软雅黑" panose="020B0503020204020204" pitchFamily="34" charset="-122"/>
              </a:endParaRPr>
            </a:p>
          </p:txBody>
        </p:sp>
        <p:grpSp>
          <p:nvGrpSpPr>
            <p:cNvPr id="154" name="组合 153"/>
            <p:cNvGrpSpPr/>
            <p:nvPr/>
          </p:nvGrpSpPr>
          <p:grpSpPr>
            <a:xfrm>
              <a:off x="7395055" y="3913546"/>
              <a:ext cx="3272589" cy="1212260"/>
              <a:chOff x="6968290" y="1648257"/>
              <a:chExt cx="3272589" cy="1212260"/>
            </a:xfrm>
          </p:grpSpPr>
          <p:sp>
            <p:nvSpPr>
              <p:cNvPr id="155" name="文本框 103"/>
              <p:cNvSpPr txBox="1"/>
              <p:nvPr/>
            </p:nvSpPr>
            <p:spPr>
              <a:xfrm>
                <a:off x="6968290" y="1648257"/>
                <a:ext cx="2329313" cy="400110"/>
              </a:xfrm>
              <a:prstGeom prst="rect">
                <a:avLst/>
              </a:prstGeom>
              <a:noFill/>
            </p:spPr>
            <p:txBody>
              <a:bodyPr wrap="square" rtlCol="0">
                <a:spAutoFit/>
              </a:bodyPr>
              <a:lstStyle/>
              <a:p>
                <a:r>
                  <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rPr>
                  <a:t>输入标题</a:t>
                </a:r>
                <a:endPar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6" name="文本框 104"/>
              <p:cNvSpPr txBox="1"/>
              <p:nvPr/>
            </p:nvSpPr>
            <p:spPr>
              <a:xfrm>
                <a:off x="6968290" y="2029520"/>
                <a:ext cx="3272589" cy="830997"/>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在此输入详细介绍，以表达项目工作的详细资料和文字信息。在此输入详细介绍，以表达项目工作的详细资料和文字信息。</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cxnSp>
        <p:nvCxnSpPr>
          <p:cNvPr id="157" name="直接连接符 156"/>
          <p:cNvCxnSpPr/>
          <p:nvPr/>
        </p:nvCxnSpPr>
        <p:spPr>
          <a:xfrm>
            <a:off x="7236376" y="5140765"/>
            <a:ext cx="3311090" cy="0"/>
          </a:xfrm>
          <a:prstGeom prst="line">
            <a:avLst/>
          </a:prstGeom>
          <a:ln w="9525">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58" name="组合 157"/>
          <p:cNvGrpSpPr/>
          <p:nvPr/>
        </p:nvGrpSpPr>
        <p:grpSpPr>
          <a:xfrm>
            <a:off x="1503479" y="4802963"/>
            <a:ext cx="4188647" cy="1002301"/>
            <a:chOff x="1524357" y="2835043"/>
            <a:chExt cx="4188647" cy="1002301"/>
          </a:xfrm>
        </p:grpSpPr>
        <p:sp>
          <p:nvSpPr>
            <p:cNvPr id="159" name="文本框 75"/>
            <p:cNvSpPr txBox="1"/>
            <p:nvPr/>
          </p:nvSpPr>
          <p:spPr>
            <a:xfrm>
              <a:off x="4796946" y="2868142"/>
              <a:ext cx="916058" cy="830997"/>
            </a:xfrm>
            <a:prstGeom prst="rect">
              <a:avLst/>
            </a:prstGeom>
            <a:noFill/>
          </p:spPr>
          <p:txBody>
            <a:bodyPr wrap="square" rtlCol="0">
              <a:spAutoFit/>
            </a:bodyPr>
            <a:lstStyle/>
            <a:p>
              <a:pPr algn="ctr"/>
              <a:r>
                <a:rPr lang="en-US" altLang="zh-CN" sz="4800" dirty="0" smtClean="0">
                  <a:solidFill>
                    <a:schemeClr val="tx1">
                      <a:lumMod val="75000"/>
                      <a:lumOff val="25000"/>
                    </a:schemeClr>
                  </a:solidFill>
                  <a:latin typeface="Impact MT Std" pitchFamily="34" charset="0"/>
                  <a:ea typeface="微软雅黑" panose="020B0503020204020204" pitchFamily="34" charset="-122"/>
                </a:rPr>
                <a:t>04</a:t>
              </a:r>
              <a:endParaRPr lang="en-US" altLang="zh-CN" sz="4800" dirty="0" smtClean="0">
                <a:solidFill>
                  <a:schemeClr val="tx1">
                    <a:lumMod val="75000"/>
                    <a:lumOff val="25000"/>
                  </a:schemeClr>
                </a:solidFill>
                <a:latin typeface="Impact MT Std" pitchFamily="34" charset="0"/>
                <a:ea typeface="微软雅黑" panose="020B0503020204020204" pitchFamily="34" charset="-122"/>
              </a:endParaRPr>
            </a:p>
          </p:txBody>
        </p:sp>
        <p:grpSp>
          <p:nvGrpSpPr>
            <p:cNvPr id="160" name="组合 159"/>
            <p:cNvGrpSpPr/>
            <p:nvPr/>
          </p:nvGrpSpPr>
          <p:grpSpPr>
            <a:xfrm>
              <a:off x="1524357" y="2835043"/>
              <a:ext cx="3272589" cy="1002301"/>
              <a:chOff x="6968290" y="1673550"/>
              <a:chExt cx="3272589" cy="1002301"/>
            </a:xfrm>
          </p:grpSpPr>
          <p:sp>
            <p:nvSpPr>
              <p:cNvPr id="161" name="文本框 77"/>
              <p:cNvSpPr txBox="1"/>
              <p:nvPr/>
            </p:nvSpPr>
            <p:spPr>
              <a:xfrm>
                <a:off x="7911566" y="1673550"/>
                <a:ext cx="2329313" cy="400110"/>
              </a:xfrm>
              <a:prstGeom prst="rect">
                <a:avLst/>
              </a:prstGeom>
              <a:noFill/>
            </p:spPr>
            <p:txBody>
              <a:bodyPr wrap="square" rtlCol="0">
                <a:spAutoFit/>
              </a:bodyPr>
              <a:lstStyle/>
              <a:p>
                <a:pPr algn="r"/>
                <a:r>
                  <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rPr>
                  <a:t>输入标题</a:t>
                </a:r>
                <a:endPar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2" name="文本框 80"/>
              <p:cNvSpPr txBox="1"/>
              <p:nvPr/>
            </p:nvSpPr>
            <p:spPr>
              <a:xfrm>
                <a:off x="6968290" y="2029520"/>
                <a:ext cx="3272589" cy="646331"/>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由在此输入详细介绍，以表达项目工作的详细资料和文字信息。在此输入详细介绍，以表达项目工作的详细资料和文字信息。</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grpSp>
        <p:nvGrpSpPr>
          <p:cNvPr id="163" name="组合 162"/>
          <p:cNvGrpSpPr/>
          <p:nvPr/>
        </p:nvGrpSpPr>
        <p:grpSpPr>
          <a:xfrm>
            <a:off x="5853042" y="4494688"/>
            <a:ext cx="1123045" cy="1302732"/>
            <a:chOff x="5550606" y="4704901"/>
            <a:chExt cx="1123045" cy="1302732"/>
          </a:xfrm>
        </p:grpSpPr>
        <p:sp>
          <p:nvSpPr>
            <p:cNvPr id="164" name="六边形 163"/>
            <p:cNvSpPr/>
            <p:nvPr/>
          </p:nvSpPr>
          <p:spPr>
            <a:xfrm rot="5400000">
              <a:off x="5460763" y="4794744"/>
              <a:ext cx="1302732" cy="1123045"/>
            </a:xfrm>
            <a:prstGeom prst="hexag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65" name="组合 164"/>
            <p:cNvGrpSpPr/>
            <p:nvPr/>
          </p:nvGrpSpPr>
          <p:grpSpPr>
            <a:xfrm>
              <a:off x="5923329" y="5169661"/>
              <a:ext cx="348517" cy="446576"/>
              <a:chOff x="3095876" y="2479873"/>
              <a:chExt cx="366231" cy="470769"/>
            </a:xfrm>
          </p:grpSpPr>
          <p:sp>
            <p:nvSpPr>
              <p:cNvPr id="166" name="Freeform 108"/>
              <p:cNvSpPr/>
              <p:nvPr/>
            </p:nvSpPr>
            <p:spPr bwMode="auto">
              <a:xfrm flipH="1">
                <a:off x="3095876" y="2898027"/>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chemeClr val="bg1">
                      <a:lumMod val="50000"/>
                    </a:schemeClr>
                  </a:solidFill>
                  <a:latin typeface="Calibri" panose="020F0502020204030204"/>
                  <a:ea typeface="宋体" panose="02010600030101010101" pitchFamily="2" charset="-122"/>
                </a:endParaRPr>
              </a:p>
            </p:txBody>
          </p:sp>
          <p:sp>
            <p:nvSpPr>
              <p:cNvPr id="167" name="Freeform 109"/>
              <p:cNvSpPr>
                <a:spLocks noEditPoints="1"/>
              </p:cNvSpPr>
              <p:nvPr/>
            </p:nvSpPr>
            <p:spPr bwMode="auto">
              <a:xfrm flipH="1">
                <a:off x="3095876" y="2479873"/>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chemeClr val="bg1">
                      <a:lumMod val="50000"/>
                    </a:schemeClr>
                  </a:solidFill>
                  <a:latin typeface="Calibri" panose="020F0502020204030204"/>
                  <a:ea typeface="宋体" panose="02010600030101010101" pitchFamily="2" charset="-122"/>
                </a:endParaRPr>
              </a:p>
            </p:txBody>
          </p:sp>
          <p:sp>
            <p:nvSpPr>
              <p:cNvPr id="168" name="Rectangle 110"/>
              <p:cNvSpPr>
                <a:spLocks noChangeArrowheads="1"/>
              </p:cNvSpPr>
              <p:nvPr/>
            </p:nvSpPr>
            <p:spPr bwMode="auto">
              <a:xfrm flipH="1">
                <a:off x="3095876" y="2741565"/>
                <a:ext cx="51923" cy="51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chemeClr val="bg1">
                      <a:lumMod val="50000"/>
                    </a:schemeClr>
                  </a:solidFill>
                  <a:latin typeface="Calibri" panose="020F0502020204030204"/>
                  <a:ea typeface="宋体" panose="02010600030101010101" pitchFamily="2" charset="-122"/>
                </a:endParaRPr>
              </a:p>
            </p:txBody>
          </p:sp>
          <p:sp>
            <p:nvSpPr>
              <p:cNvPr id="169" name="Rectangle 111"/>
              <p:cNvSpPr>
                <a:spLocks noChangeArrowheads="1"/>
              </p:cNvSpPr>
              <p:nvPr/>
            </p:nvSpPr>
            <p:spPr bwMode="auto">
              <a:xfrm flipH="1">
                <a:off x="3095876" y="2819796"/>
                <a:ext cx="51923" cy="526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chemeClr val="bg1">
                      <a:lumMod val="50000"/>
                    </a:schemeClr>
                  </a:solidFill>
                  <a:latin typeface="Calibri" panose="020F0502020204030204"/>
                  <a:ea typeface="宋体" panose="02010600030101010101" pitchFamily="2" charset="-122"/>
                </a:endParaRPr>
              </a:p>
            </p:txBody>
          </p:sp>
        </p:grpSp>
      </p:gr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30"/>
                                        </p:tgtEl>
                                        <p:attrNameLst>
                                          <p:attrName>style.visibility</p:attrName>
                                        </p:attrNameLst>
                                      </p:cBhvr>
                                      <p:to>
                                        <p:strVal val="visible"/>
                                      </p:to>
                                    </p:set>
                                    <p:anim calcmode="lin" valueType="num">
                                      <p:cBhvr>
                                        <p:cTn id="7" dur="500" fill="hold"/>
                                        <p:tgtEl>
                                          <p:spTgt spid="130"/>
                                        </p:tgtEl>
                                        <p:attrNameLst>
                                          <p:attrName>ppt_w</p:attrName>
                                        </p:attrNameLst>
                                      </p:cBhvr>
                                      <p:tavLst>
                                        <p:tav tm="0">
                                          <p:val>
                                            <p:fltVal val="0"/>
                                          </p:val>
                                        </p:tav>
                                        <p:tav tm="100000">
                                          <p:val>
                                            <p:strVal val="#ppt_w"/>
                                          </p:val>
                                        </p:tav>
                                      </p:tavLst>
                                    </p:anim>
                                    <p:anim calcmode="lin" valueType="num">
                                      <p:cBhvr>
                                        <p:cTn id="8" dur="500" fill="hold"/>
                                        <p:tgtEl>
                                          <p:spTgt spid="130"/>
                                        </p:tgtEl>
                                        <p:attrNameLst>
                                          <p:attrName>ppt_h</p:attrName>
                                        </p:attrNameLst>
                                      </p:cBhvr>
                                      <p:tavLst>
                                        <p:tav tm="0">
                                          <p:val>
                                            <p:fltVal val="0"/>
                                          </p:val>
                                        </p:tav>
                                        <p:tav tm="100000">
                                          <p:val>
                                            <p:strVal val="#ppt_h"/>
                                          </p:val>
                                        </p:tav>
                                      </p:tavLst>
                                    </p:anim>
                                    <p:anim calcmode="lin" valueType="num">
                                      <p:cBhvr>
                                        <p:cTn id="9" dur="500" fill="hold"/>
                                        <p:tgtEl>
                                          <p:spTgt spid="130"/>
                                        </p:tgtEl>
                                        <p:attrNameLst>
                                          <p:attrName>style.rotation</p:attrName>
                                        </p:attrNameLst>
                                      </p:cBhvr>
                                      <p:tavLst>
                                        <p:tav tm="0">
                                          <p:val>
                                            <p:fltVal val="360"/>
                                          </p:val>
                                        </p:tav>
                                        <p:tav tm="100000">
                                          <p:val>
                                            <p:fltVal val="0"/>
                                          </p:val>
                                        </p:tav>
                                      </p:tavLst>
                                    </p:anim>
                                    <p:animEffect transition="in" filter="fade">
                                      <p:cBhvr>
                                        <p:cTn id="10" dur="500"/>
                                        <p:tgtEl>
                                          <p:spTgt spid="130"/>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139"/>
                                        </p:tgtEl>
                                        <p:attrNameLst>
                                          <p:attrName>style.visibility</p:attrName>
                                        </p:attrNameLst>
                                      </p:cBhvr>
                                      <p:to>
                                        <p:strVal val="visible"/>
                                      </p:to>
                                    </p:set>
                                    <p:animEffect transition="in" filter="wipe(right)">
                                      <p:cBhvr>
                                        <p:cTn id="14" dur="500"/>
                                        <p:tgtEl>
                                          <p:spTgt spid="139"/>
                                        </p:tgtEl>
                                      </p:cBhvr>
                                    </p:animEffect>
                                  </p:childTnLst>
                                </p:cTn>
                              </p:par>
                            </p:childTnLst>
                          </p:cTn>
                        </p:par>
                        <p:par>
                          <p:cTn id="15" fill="hold">
                            <p:stCondLst>
                              <p:cond delay="1000"/>
                            </p:stCondLst>
                            <p:childTnLst>
                              <p:par>
                                <p:cTn id="16" presetID="12" presetClass="entr" presetSubtype="8" fill="hold" nodeType="afterEffect">
                                  <p:stCondLst>
                                    <p:cond delay="0"/>
                                  </p:stCondLst>
                                  <p:childTnLst>
                                    <p:set>
                                      <p:cBhvr>
                                        <p:cTn id="17" dur="1" fill="hold">
                                          <p:stCondLst>
                                            <p:cond delay="0"/>
                                          </p:stCondLst>
                                        </p:cTn>
                                        <p:tgtEl>
                                          <p:spTgt spid="140"/>
                                        </p:tgtEl>
                                        <p:attrNameLst>
                                          <p:attrName>style.visibility</p:attrName>
                                        </p:attrNameLst>
                                      </p:cBhvr>
                                      <p:to>
                                        <p:strVal val="visible"/>
                                      </p:to>
                                    </p:set>
                                    <p:anim calcmode="lin" valueType="num">
                                      <p:cBhvr additive="base">
                                        <p:cTn id="18" dur="500"/>
                                        <p:tgtEl>
                                          <p:spTgt spid="140"/>
                                        </p:tgtEl>
                                        <p:attrNameLst>
                                          <p:attrName>ppt_x</p:attrName>
                                        </p:attrNameLst>
                                      </p:cBhvr>
                                      <p:tavLst>
                                        <p:tav tm="0">
                                          <p:val>
                                            <p:strVal val="#ppt_x-#ppt_w*1.125000"/>
                                          </p:val>
                                        </p:tav>
                                        <p:tav tm="100000">
                                          <p:val>
                                            <p:strVal val="#ppt_x"/>
                                          </p:val>
                                        </p:tav>
                                      </p:tavLst>
                                    </p:anim>
                                    <p:animEffect transition="in" filter="wipe(right)">
                                      <p:cBhvr>
                                        <p:cTn id="19" dur="500"/>
                                        <p:tgtEl>
                                          <p:spTgt spid="140"/>
                                        </p:tgtEl>
                                      </p:cBhvr>
                                    </p:animEffect>
                                  </p:childTnLst>
                                </p:cTn>
                              </p:par>
                            </p:childTnLst>
                          </p:cTn>
                        </p:par>
                        <p:par>
                          <p:cTn id="20" fill="hold">
                            <p:stCondLst>
                              <p:cond delay="1500"/>
                            </p:stCondLst>
                            <p:childTnLst>
                              <p:par>
                                <p:cTn id="21" presetID="49" presetClass="entr" presetSubtype="0" decel="100000" fill="hold" nodeType="afterEffect">
                                  <p:stCondLst>
                                    <p:cond delay="0"/>
                                  </p:stCondLst>
                                  <p:childTnLst>
                                    <p:set>
                                      <p:cBhvr>
                                        <p:cTn id="22" dur="1" fill="hold">
                                          <p:stCondLst>
                                            <p:cond delay="0"/>
                                          </p:stCondLst>
                                        </p:cTn>
                                        <p:tgtEl>
                                          <p:spTgt spid="133"/>
                                        </p:tgtEl>
                                        <p:attrNameLst>
                                          <p:attrName>style.visibility</p:attrName>
                                        </p:attrNameLst>
                                      </p:cBhvr>
                                      <p:to>
                                        <p:strVal val="visible"/>
                                      </p:to>
                                    </p:set>
                                    <p:anim calcmode="lin" valueType="num">
                                      <p:cBhvr>
                                        <p:cTn id="23" dur="500" fill="hold"/>
                                        <p:tgtEl>
                                          <p:spTgt spid="133"/>
                                        </p:tgtEl>
                                        <p:attrNameLst>
                                          <p:attrName>ppt_w</p:attrName>
                                        </p:attrNameLst>
                                      </p:cBhvr>
                                      <p:tavLst>
                                        <p:tav tm="0">
                                          <p:val>
                                            <p:fltVal val="0"/>
                                          </p:val>
                                        </p:tav>
                                        <p:tav tm="100000">
                                          <p:val>
                                            <p:strVal val="#ppt_w"/>
                                          </p:val>
                                        </p:tav>
                                      </p:tavLst>
                                    </p:anim>
                                    <p:anim calcmode="lin" valueType="num">
                                      <p:cBhvr>
                                        <p:cTn id="24" dur="500" fill="hold"/>
                                        <p:tgtEl>
                                          <p:spTgt spid="133"/>
                                        </p:tgtEl>
                                        <p:attrNameLst>
                                          <p:attrName>ppt_h</p:attrName>
                                        </p:attrNameLst>
                                      </p:cBhvr>
                                      <p:tavLst>
                                        <p:tav tm="0">
                                          <p:val>
                                            <p:fltVal val="0"/>
                                          </p:val>
                                        </p:tav>
                                        <p:tav tm="100000">
                                          <p:val>
                                            <p:strVal val="#ppt_h"/>
                                          </p:val>
                                        </p:tav>
                                      </p:tavLst>
                                    </p:anim>
                                    <p:anim calcmode="lin" valueType="num">
                                      <p:cBhvr>
                                        <p:cTn id="25" dur="500" fill="hold"/>
                                        <p:tgtEl>
                                          <p:spTgt spid="133"/>
                                        </p:tgtEl>
                                        <p:attrNameLst>
                                          <p:attrName>style.rotation</p:attrName>
                                        </p:attrNameLst>
                                      </p:cBhvr>
                                      <p:tavLst>
                                        <p:tav tm="0">
                                          <p:val>
                                            <p:fltVal val="360"/>
                                          </p:val>
                                        </p:tav>
                                        <p:tav tm="100000">
                                          <p:val>
                                            <p:fltVal val="0"/>
                                          </p:val>
                                        </p:tav>
                                      </p:tavLst>
                                    </p:anim>
                                    <p:animEffect transition="in" filter="fade">
                                      <p:cBhvr>
                                        <p:cTn id="26" dur="500"/>
                                        <p:tgtEl>
                                          <p:spTgt spid="133"/>
                                        </p:tgtEl>
                                      </p:cBhvr>
                                    </p:animEffec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145"/>
                                        </p:tgtEl>
                                        <p:attrNameLst>
                                          <p:attrName>style.visibility</p:attrName>
                                        </p:attrNameLst>
                                      </p:cBhvr>
                                      <p:to>
                                        <p:strVal val="visible"/>
                                      </p:to>
                                    </p:set>
                                    <p:animEffect transition="in" filter="wipe(left)">
                                      <p:cBhvr>
                                        <p:cTn id="30" dur="500"/>
                                        <p:tgtEl>
                                          <p:spTgt spid="145"/>
                                        </p:tgtEl>
                                      </p:cBhvr>
                                    </p:animEffect>
                                  </p:childTnLst>
                                </p:cTn>
                              </p:par>
                            </p:childTnLst>
                          </p:cTn>
                        </p:par>
                        <p:par>
                          <p:cTn id="31" fill="hold">
                            <p:stCondLst>
                              <p:cond delay="2500"/>
                            </p:stCondLst>
                            <p:childTnLst>
                              <p:par>
                                <p:cTn id="32" presetID="12" presetClass="entr" presetSubtype="2" fill="hold" nodeType="afterEffect">
                                  <p:stCondLst>
                                    <p:cond delay="0"/>
                                  </p:stCondLst>
                                  <p:childTnLst>
                                    <p:set>
                                      <p:cBhvr>
                                        <p:cTn id="33" dur="1" fill="hold">
                                          <p:stCondLst>
                                            <p:cond delay="0"/>
                                          </p:stCondLst>
                                        </p:cTn>
                                        <p:tgtEl>
                                          <p:spTgt spid="146"/>
                                        </p:tgtEl>
                                        <p:attrNameLst>
                                          <p:attrName>style.visibility</p:attrName>
                                        </p:attrNameLst>
                                      </p:cBhvr>
                                      <p:to>
                                        <p:strVal val="visible"/>
                                      </p:to>
                                    </p:set>
                                    <p:anim calcmode="lin" valueType="num">
                                      <p:cBhvr additive="base">
                                        <p:cTn id="34" dur="500"/>
                                        <p:tgtEl>
                                          <p:spTgt spid="146"/>
                                        </p:tgtEl>
                                        <p:attrNameLst>
                                          <p:attrName>ppt_x</p:attrName>
                                        </p:attrNameLst>
                                      </p:cBhvr>
                                      <p:tavLst>
                                        <p:tav tm="0">
                                          <p:val>
                                            <p:strVal val="#ppt_x+#ppt_w*1.125000"/>
                                          </p:val>
                                        </p:tav>
                                        <p:tav tm="100000">
                                          <p:val>
                                            <p:strVal val="#ppt_x"/>
                                          </p:val>
                                        </p:tav>
                                      </p:tavLst>
                                    </p:anim>
                                    <p:animEffect transition="in" filter="wipe(left)">
                                      <p:cBhvr>
                                        <p:cTn id="35" dur="500"/>
                                        <p:tgtEl>
                                          <p:spTgt spid="146"/>
                                        </p:tgtEl>
                                      </p:cBhvr>
                                    </p:animEffect>
                                  </p:childTnLst>
                                </p:cTn>
                              </p:par>
                            </p:childTnLst>
                          </p:cTn>
                        </p:par>
                        <p:par>
                          <p:cTn id="36" fill="hold">
                            <p:stCondLst>
                              <p:cond delay="3000"/>
                            </p:stCondLst>
                            <p:childTnLst>
                              <p:par>
                                <p:cTn id="37" presetID="49" presetClass="entr" presetSubtype="0" decel="100000" fill="hold" nodeType="afterEffect">
                                  <p:stCondLst>
                                    <p:cond delay="0"/>
                                  </p:stCondLst>
                                  <p:childTnLst>
                                    <p:set>
                                      <p:cBhvr>
                                        <p:cTn id="38" dur="1" fill="hold">
                                          <p:stCondLst>
                                            <p:cond delay="0"/>
                                          </p:stCondLst>
                                        </p:cTn>
                                        <p:tgtEl>
                                          <p:spTgt spid="136"/>
                                        </p:tgtEl>
                                        <p:attrNameLst>
                                          <p:attrName>style.visibility</p:attrName>
                                        </p:attrNameLst>
                                      </p:cBhvr>
                                      <p:to>
                                        <p:strVal val="visible"/>
                                      </p:to>
                                    </p:set>
                                    <p:anim calcmode="lin" valueType="num">
                                      <p:cBhvr>
                                        <p:cTn id="39" dur="500" fill="hold"/>
                                        <p:tgtEl>
                                          <p:spTgt spid="136"/>
                                        </p:tgtEl>
                                        <p:attrNameLst>
                                          <p:attrName>ppt_w</p:attrName>
                                        </p:attrNameLst>
                                      </p:cBhvr>
                                      <p:tavLst>
                                        <p:tav tm="0">
                                          <p:val>
                                            <p:fltVal val="0"/>
                                          </p:val>
                                        </p:tav>
                                        <p:tav tm="100000">
                                          <p:val>
                                            <p:strVal val="#ppt_w"/>
                                          </p:val>
                                        </p:tav>
                                      </p:tavLst>
                                    </p:anim>
                                    <p:anim calcmode="lin" valueType="num">
                                      <p:cBhvr>
                                        <p:cTn id="40" dur="500" fill="hold"/>
                                        <p:tgtEl>
                                          <p:spTgt spid="136"/>
                                        </p:tgtEl>
                                        <p:attrNameLst>
                                          <p:attrName>ppt_h</p:attrName>
                                        </p:attrNameLst>
                                      </p:cBhvr>
                                      <p:tavLst>
                                        <p:tav tm="0">
                                          <p:val>
                                            <p:fltVal val="0"/>
                                          </p:val>
                                        </p:tav>
                                        <p:tav tm="100000">
                                          <p:val>
                                            <p:strVal val="#ppt_h"/>
                                          </p:val>
                                        </p:tav>
                                      </p:tavLst>
                                    </p:anim>
                                    <p:anim calcmode="lin" valueType="num">
                                      <p:cBhvr>
                                        <p:cTn id="41" dur="500" fill="hold"/>
                                        <p:tgtEl>
                                          <p:spTgt spid="136"/>
                                        </p:tgtEl>
                                        <p:attrNameLst>
                                          <p:attrName>style.rotation</p:attrName>
                                        </p:attrNameLst>
                                      </p:cBhvr>
                                      <p:tavLst>
                                        <p:tav tm="0">
                                          <p:val>
                                            <p:fltVal val="360"/>
                                          </p:val>
                                        </p:tav>
                                        <p:tav tm="100000">
                                          <p:val>
                                            <p:fltVal val="0"/>
                                          </p:val>
                                        </p:tav>
                                      </p:tavLst>
                                    </p:anim>
                                    <p:animEffect transition="in" filter="fade">
                                      <p:cBhvr>
                                        <p:cTn id="42" dur="500"/>
                                        <p:tgtEl>
                                          <p:spTgt spid="136"/>
                                        </p:tgtEl>
                                      </p:cBhvr>
                                    </p:animEffect>
                                  </p:childTnLst>
                                </p:cTn>
                              </p:par>
                            </p:childTnLst>
                          </p:cTn>
                        </p:par>
                        <p:par>
                          <p:cTn id="43" fill="hold">
                            <p:stCondLst>
                              <p:cond delay="3500"/>
                            </p:stCondLst>
                            <p:childTnLst>
                              <p:par>
                                <p:cTn id="44" presetID="22" presetClass="entr" presetSubtype="2" fill="hold" nodeType="afterEffect">
                                  <p:stCondLst>
                                    <p:cond delay="0"/>
                                  </p:stCondLst>
                                  <p:childTnLst>
                                    <p:set>
                                      <p:cBhvr>
                                        <p:cTn id="45" dur="1" fill="hold">
                                          <p:stCondLst>
                                            <p:cond delay="0"/>
                                          </p:stCondLst>
                                        </p:cTn>
                                        <p:tgtEl>
                                          <p:spTgt spid="151"/>
                                        </p:tgtEl>
                                        <p:attrNameLst>
                                          <p:attrName>style.visibility</p:attrName>
                                        </p:attrNameLst>
                                      </p:cBhvr>
                                      <p:to>
                                        <p:strVal val="visible"/>
                                      </p:to>
                                    </p:set>
                                    <p:animEffect transition="in" filter="wipe(right)">
                                      <p:cBhvr>
                                        <p:cTn id="46" dur="500"/>
                                        <p:tgtEl>
                                          <p:spTgt spid="151"/>
                                        </p:tgtEl>
                                      </p:cBhvr>
                                    </p:animEffect>
                                  </p:childTnLst>
                                </p:cTn>
                              </p:par>
                            </p:childTnLst>
                          </p:cTn>
                        </p:par>
                        <p:par>
                          <p:cTn id="47" fill="hold">
                            <p:stCondLst>
                              <p:cond delay="4000"/>
                            </p:stCondLst>
                            <p:childTnLst>
                              <p:par>
                                <p:cTn id="48" presetID="12" presetClass="entr" presetSubtype="8" fill="hold" nodeType="afterEffect">
                                  <p:stCondLst>
                                    <p:cond delay="0"/>
                                  </p:stCondLst>
                                  <p:childTnLst>
                                    <p:set>
                                      <p:cBhvr>
                                        <p:cTn id="49" dur="1" fill="hold">
                                          <p:stCondLst>
                                            <p:cond delay="0"/>
                                          </p:stCondLst>
                                        </p:cTn>
                                        <p:tgtEl>
                                          <p:spTgt spid="152"/>
                                        </p:tgtEl>
                                        <p:attrNameLst>
                                          <p:attrName>style.visibility</p:attrName>
                                        </p:attrNameLst>
                                      </p:cBhvr>
                                      <p:to>
                                        <p:strVal val="visible"/>
                                      </p:to>
                                    </p:set>
                                    <p:anim calcmode="lin" valueType="num">
                                      <p:cBhvr additive="base">
                                        <p:cTn id="50" dur="500"/>
                                        <p:tgtEl>
                                          <p:spTgt spid="152"/>
                                        </p:tgtEl>
                                        <p:attrNameLst>
                                          <p:attrName>ppt_x</p:attrName>
                                        </p:attrNameLst>
                                      </p:cBhvr>
                                      <p:tavLst>
                                        <p:tav tm="0">
                                          <p:val>
                                            <p:strVal val="#ppt_x-#ppt_w*1.125000"/>
                                          </p:val>
                                        </p:tav>
                                        <p:tav tm="100000">
                                          <p:val>
                                            <p:strVal val="#ppt_x"/>
                                          </p:val>
                                        </p:tav>
                                      </p:tavLst>
                                    </p:anim>
                                    <p:animEffect transition="in" filter="wipe(right)">
                                      <p:cBhvr>
                                        <p:cTn id="51" dur="500"/>
                                        <p:tgtEl>
                                          <p:spTgt spid="152"/>
                                        </p:tgtEl>
                                      </p:cBhvr>
                                    </p:animEffect>
                                  </p:childTnLst>
                                </p:cTn>
                              </p:par>
                            </p:childTnLst>
                          </p:cTn>
                        </p:par>
                        <p:par>
                          <p:cTn id="52" fill="hold">
                            <p:stCondLst>
                              <p:cond delay="4500"/>
                            </p:stCondLst>
                            <p:childTnLst>
                              <p:par>
                                <p:cTn id="53" presetID="49" presetClass="entr" presetSubtype="0" decel="100000" fill="hold" nodeType="afterEffect">
                                  <p:stCondLst>
                                    <p:cond delay="0"/>
                                  </p:stCondLst>
                                  <p:childTnLst>
                                    <p:set>
                                      <p:cBhvr>
                                        <p:cTn id="54" dur="1" fill="hold">
                                          <p:stCondLst>
                                            <p:cond delay="0"/>
                                          </p:stCondLst>
                                        </p:cTn>
                                        <p:tgtEl>
                                          <p:spTgt spid="163"/>
                                        </p:tgtEl>
                                        <p:attrNameLst>
                                          <p:attrName>style.visibility</p:attrName>
                                        </p:attrNameLst>
                                      </p:cBhvr>
                                      <p:to>
                                        <p:strVal val="visible"/>
                                      </p:to>
                                    </p:set>
                                    <p:anim calcmode="lin" valueType="num">
                                      <p:cBhvr>
                                        <p:cTn id="55" dur="500" fill="hold"/>
                                        <p:tgtEl>
                                          <p:spTgt spid="163"/>
                                        </p:tgtEl>
                                        <p:attrNameLst>
                                          <p:attrName>ppt_w</p:attrName>
                                        </p:attrNameLst>
                                      </p:cBhvr>
                                      <p:tavLst>
                                        <p:tav tm="0">
                                          <p:val>
                                            <p:fltVal val="0"/>
                                          </p:val>
                                        </p:tav>
                                        <p:tav tm="100000">
                                          <p:val>
                                            <p:strVal val="#ppt_w"/>
                                          </p:val>
                                        </p:tav>
                                      </p:tavLst>
                                    </p:anim>
                                    <p:anim calcmode="lin" valueType="num">
                                      <p:cBhvr>
                                        <p:cTn id="56" dur="500" fill="hold"/>
                                        <p:tgtEl>
                                          <p:spTgt spid="163"/>
                                        </p:tgtEl>
                                        <p:attrNameLst>
                                          <p:attrName>ppt_h</p:attrName>
                                        </p:attrNameLst>
                                      </p:cBhvr>
                                      <p:tavLst>
                                        <p:tav tm="0">
                                          <p:val>
                                            <p:fltVal val="0"/>
                                          </p:val>
                                        </p:tav>
                                        <p:tav tm="100000">
                                          <p:val>
                                            <p:strVal val="#ppt_h"/>
                                          </p:val>
                                        </p:tav>
                                      </p:tavLst>
                                    </p:anim>
                                    <p:anim calcmode="lin" valueType="num">
                                      <p:cBhvr>
                                        <p:cTn id="57" dur="500" fill="hold"/>
                                        <p:tgtEl>
                                          <p:spTgt spid="163"/>
                                        </p:tgtEl>
                                        <p:attrNameLst>
                                          <p:attrName>style.rotation</p:attrName>
                                        </p:attrNameLst>
                                      </p:cBhvr>
                                      <p:tavLst>
                                        <p:tav tm="0">
                                          <p:val>
                                            <p:fltVal val="360"/>
                                          </p:val>
                                        </p:tav>
                                        <p:tav tm="100000">
                                          <p:val>
                                            <p:fltVal val="0"/>
                                          </p:val>
                                        </p:tav>
                                      </p:tavLst>
                                    </p:anim>
                                    <p:animEffect transition="in" filter="fade">
                                      <p:cBhvr>
                                        <p:cTn id="58" dur="500"/>
                                        <p:tgtEl>
                                          <p:spTgt spid="163"/>
                                        </p:tgtEl>
                                      </p:cBhvr>
                                    </p:animEffect>
                                  </p:childTnLst>
                                </p:cTn>
                              </p:par>
                            </p:childTnLst>
                          </p:cTn>
                        </p:par>
                        <p:par>
                          <p:cTn id="59" fill="hold">
                            <p:stCondLst>
                              <p:cond delay="5000"/>
                            </p:stCondLst>
                            <p:childTnLst>
                              <p:par>
                                <p:cTn id="60" presetID="22" presetClass="entr" presetSubtype="8" fill="hold" nodeType="afterEffect">
                                  <p:stCondLst>
                                    <p:cond delay="0"/>
                                  </p:stCondLst>
                                  <p:childTnLst>
                                    <p:set>
                                      <p:cBhvr>
                                        <p:cTn id="61" dur="1" fill="hold">
                                          <p:stCondLst>
                                            <p:cond delay="0"/>
                                          </p:stCondLst>
                                        </p:cTn>
                                        <p:tgtEl>
                                          <p:spTgt spid="157"/>
                                        </p:tgtEl>
                                        <p:attrNameLst>
                                          <p:attrName>style.visibility</p:attrName>
                                        </p:attrNameLst>
                                      </p:cBhvr>
                                      <p:to>
                                        <p:strVal val="visible"/>
                                      </p:to>
                                    </p:set>
                                    <p:animEffect transition="in" filter="wipe(left)">
                                      <p:cBhvr>
                                        <p:cTn id="62" dur="500"/>
                                        <p:tgtEl>
                                          <p:spTgt spid="157"/>
                                        </p:tgtEl>
                                      </p:cBhvr>
                                    </p:animEffect>
                                  </p:childTnLst>
                                </p:cTn>
                              </p:par>
                            </p:childTnLst>
                          </p:cTn>
                        </p:par>
                        <p:par>
                          <p:cTn id="63" fill="hold">
                            <p:stCondLst>
                              <p:cond delay="5500"/>
                            </p:stCondLst>
                            <p:childTnLst>
                              <p:par>
                                <p:cTn id="64" presetID="12" presetClass="entr" presetSubtype="2" fill="hold" nodeType="afterEffect">
                                  <p:stCondLst>
                                    <p:cond delay="0"/>
                                  </p:stCondLst>
                                  <p:childTnLst>
                                    <p:set>
                                      <p:cBhvr>
                                        <p:cTn id="65" dur="1" fill="hold">
                                          <p:stCondLst>
                                            <p:cond delay="0"/>
                                          </p:stCondLst>
                                        </p:cTn>
                                        <p:tgtEl>
                                          <p:spTgt spid="158"/>
                                        </p:tgtEl>
                                        <p:attrNameLst>
                                          <p:attrName>style.visibility</p:attrName>
                                        </p:attrNameLst>
                                      </p:cBhvr>
                                      <p:to>
                                        <p:strVal val="visible"/>
                                      </p:to>
                                    </p:set>
                                    <p:anim calcmode="lin" valueType="num">
                                      <p:cBhvr additive="base">
                                        <p:cTn id="66" dur="500"/>
                                        <p:tgtEl>
                                          <p:spTgt spid="158"/>
                                        </p:tgtEl>
                                        <p:attrNameLst>
                                          <p:attrName>ppt_x</p:attrName>
                                        </p:attrNameLst>
                                      </p:cBhvr>
                                      <p:tavLst>
                                        <p:tav tm="0">
                                          <p:val>
                                            <p:strVal val="#ppt_x+#ppt_w*1.125000"/>
                                          </p:val>
                                        </p:tav>
                                        <p:tav tm="100000">
                                          <p:val>
                                            <p:strVal val="#ppt_x"/>
                                          </p:val>
                                        </p:tav>
                                      </p:tavLst>
                                    </p:anim>
                                    <p:animEffect transition="in" filter="wipe(left)">
                                      <p:cBhvr>
                                        <p:cTn id="67"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0"/>
            <a:ext cx="6552730"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INDUSTRY OUTLOOK</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cxnSp>
        <p:nvCxnSpPr>
          <p:cNvPr id="30" name="直接连接符 29"/>
          <p:cNvCxnSpPr/>
          <p:nvPr/>
        </p:nvCxnSpPr>
        <p:spPr>
          <a:xfrm>
            <a:off x="6050563" y="682286"/>
            <a:ext cx="0" cy="1948415"/>
          </a:xfrm>
          <a:prstGeom prst="line">
            <a:avLst/>
          </a:prstGeom>
          <a:ln w="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1" name="文本框 18"/>
          <p:cNvSpPr txBox="1"/>
          <p:nvPr/>
        </p:nvSpPr>
        <p:spPr>
          <a:xfrm>
            <a:off x="2057901" y="2210791"/>
            <a:ext cx="1961652" cy="1061829"/>
          </a:xfrm>
          <a:prstGeom prst="rect">
            <a:avLst/>
          </a:prstGeom>
          <a:noFill/>
          <a:ln>
            <a:noFill/>
          </a:ln>
        </p:spPr>
        <p:txBody>
          <a:bodyPr wrap="square" rtlCol="0">
            <a:spAutoFit/>
          </a:bodyPr>
          <a:lstStyle/>
          <a:p>
            <a:pPr algn="r">
              <a:lnSpc>
                <a:spcPct val="150000"/>
              </a:lnSpc>
            </a:pPr>
            <a:r>
              <a:rPr lang="zh-CN" altLang="en-US" sz="1400" dirty="0" smtClean="0">
                <a:solidFill>
                  <a:srgbClr val="2C3637"/>
                </a:solidFill>
                <a:latin typeface="微软雅黑" panose="020B0503020204020204" pitchFamily="34" charset="-122"/>
                <a:ea typeface="微软雅黑" panose="020B0503020204020204" pitchFamily="34" charset="-122"/>
              </a:rPr>
              <a:t>点击输入简要文字内容，文字内容需概括精炼文字内容</a:t>
            </a:r>
            <a:r>
              <a:rPr lang="en-US" altLang="zh-CN" sz="1400" dirty="0" smtClean="0">
                <a:solidFill>
                  <a:srgbClr val="2C3637"/>
                </a:solidFill>
                <a:latin typeface="微软雅黑" panose="020B0503020204020204" pitchFamily="34" charset="-122"/>
                <a:ea typeface="微软雅黑" panose="020B0503020204020204" pitchFamily="34" charset="-122"/>
              </a:rPr>
              <a:t>……</a:t>
            </a:r>
            <a:endParaRPr lang="zh-CN" altLang="en-US" sz="1400" b="1" dirty="0">
              <a:solidFill>
                <a:srgbClr val="2C3637"/>
              </a:solidFill>
              <a:latin typeface="微软雅黑" panose="020B0503020204020204" pitchFamily="34" charset="-122"/>
              <a:ea typeface="微软雅黑" panose="020B0503020204020204" pitchFamily="34" charset="-122"/>
            </a:endParaRPr>
          </a:p>
        </p:txBody>
      </p:sp>
      <p:sp>
        <p:nvSpPr>
          <p:cNvPr id="32" name="文本框 19"/>
          <p:cNvSpPr txBox="1"/>
          <p:nvPr/>
        </p:nvSpPr>
        <p:spPr>
          <a:xfrm>
            <a:off x="2353171" y="3807331"/>
            <a:ext cx="2026422" cy="1061829"/>
          </a:xfrm>
          <a:prstGeom prst="rect">
            <a:avLst/>
          </a:prstGeom>
          <a:noFill/>
          <a:ln>
            <a:noFill/>
          </a:ln>
        </p:spPr>
        <p:txBody>
          <a:bodyPr wrap="square" rtlCol="0">
            <a:spAutoFit/>
          </a:bodyPr>
          <a:lstStyle/>
          <a:p>
            <a:pPr algn="r">
              <a:lnSpc>
                <a:spcPct val="150000"/>
              </a:lnSpc>
            </a:pPr>
            <a:r>
              <a:rPr lang="zh-CN" altLang="en-US" sz="1400" dirty="0" smtClean="0">
                <a:solidFill>
                  <a:srgbClr val="2C3637"/>
                </a:solidFill>
                <a:latin typeface="微软雅黑" panose="020B0503020204020204" pitchFamily="34" charset="-122"/>
                <a:ea typeface="微软雅黑" panose="020B0503020204020204" pitchFamily="34" charset="-122"/>
              </a:rPr>
              <a:t>点击输入简要文字内容，文字内容需概括精炼文字内容</a:t>
            </a:r>
            <a:r>
              <a:rPr lang="en-US" altLang="zh-CN" sz="1400" dirty="0" smtClean="0">
                <a:solidFill>
                  <a:srgbClr val="2C3637"/>
                </a:solidFill>
                <a:latin typeface="微软雅黑" panose="020B0503020204020204" pitchFamily="34" charset="-122"/>
                <a:ea typeface="微软雅黑" panose="020B0503020204020204" pitchFamily="34" charset="-122"/>
              </a:rPr>
              <a:t>……</a:t>
            </a:r>
            <a:endParaRPr lang="zh-CN" altLang="en-US" sz="1400" b="1" dirty="0">
              <a:solidFill>
                <a:srgbClr val="2C3637"/>
              </a:solidFill>
              <a:latin typeface="微软雅黑" panose="020B0503020204020204" pitchFamily="34" charset="-122"/>
              <a:ea typeface="微软雅黑" panose="020B0503020204020204" pitchFamily="34" charset="-122"/>
            </a:endParaRPr>
          </a:p>
        </p:txBody>
      </p:sp>
      <p:sp>
        <p:nvSpPr>
          <p:cNvPr id="33" name="文本框 20"/>
          <p:cNvSpPr txBox="1"/>
          <p:nvPr/>
        </p:nvSpPr>
        <p:spPr>
          <a:xfrm>
            <a:off x="7815581" y="1647091"/>
            <a:ext cx="2242446" cy="1061829"/>
          </a:xfrm>
          <a:prstGeom prst="rect">
            <a:avLst/>
          </a:prstGeom>
          <a:noFill/>
          <a:ln>
            <a:noFill/>
          </a:ln>
        </p:spPr>
        <p:txBody>
          <a:bodyPr wrap="square" rtlCol="0">
            <a:spAutoFit/>
          </a:bodyPr>
          <a:lstStyle/>
          <a:p>
            <a:pPr>
              <a:lnSpc>
                <a:spcPct val="150000"/>
              </a:lnSpc>
            </a:pPr>
            <a:r>
              <a:rPr lang="zh-CN" altLang="en-US" sz="1400" dirty="0" smtClean="0">
                <a:solidFill>
                  <a:srgbClr val="2C3637"/>
                </a:solidFill>
                <a:latin typeface="微软雅黑" panose="020B0503020204020204" pitchFamily="34" charset="-122"/>
                <a:ea typeface="微软雅黑" panose="020B0503020204020204" pitchFamily="34" charset="-122"/>
              </a:rPr>
              <a:t>点击输入简要文字内容，文字内容需概括精炼文字内容</a:t>
            </a:r>
            <a:r>
              <a:rPr lang="en-US" altLang="zh-CN" sz="1400" dirty="0" smtClean="0">
                <a:solidFill>
                  <a:srgbClr val="2C3637"/>
                </a:solidFill>
                <a:latin typeface="微软雅黑" panose="020B0503020204020204" pitchFamily="34" charset="-122"/>
                <a:ea typeface="微软雅黑" panose="020B0503020204020204" pitchFamily="34" charset="-122"/>
              </a:rPr>
              <a:t>……</a:t>
            </a:r>
            <a:endParaRPr lang="zh-CN" altLang="en-US" sz="1400" b="1" dirty="0">
              <a:solidFill>
                <a:srgbClr val="2C3637"/>
              </a:solidFill>
              <a:latin typeface="微软雅黑" panose="020B0503020204020204" pitchFamily="34" charset="-122"/>
              <a:ea typeface="微软雅黑" panose="020B0503020204020204" pitchFamily="34" charset="-122"/>
            </a:endParaRPr>
          </a:p>
        </p:txBody>
      </p:sp>
      <p:sp>
        <p:nvSpPr>
          <p:cNvPr id="34" name="文本框 21"/>
          <p:cNvSpPr txBox="1"/>
          <p:nvPr/>
        </p:nvSpPr>
        <p:spPr>
          <a:xfrm>
            <a:off x="8031605" y="3519299"/>
            <a:ext cx="2026422" cy="1061829"/>
          </a:xfrm>
          <a:prstGeom prst="rect">
            <a:avLst/>
          </a:prstGeom>
          <a:noFill/>
          <a:ln>
            <a:noFill/>
          </a:ln>
        </p:spPr>
        <p:txBody>
          <a:bodyPr wrap="square" rtlCol="0">
            <a:spAutoFit/>
          </a:bodyPr>
          <a:lstStyle/>
          <a:p>
            <a:pPr>
              <a:lnSpc>
                <a:spcPct val="150000"/>
              </a:lnSpc>
            </a:pPr>
            <a:r>
              <a:rPr lang="zh-CN" altLang="en-US" sz="1400" dirty="0" smtClean="0">
                <a:solidFill>
                  <a:srgbClr val="2C3637"/>
                </a:solidFill>
                <a:latin typeface="微软雅黑" panose="020B0503020204020204" pitchFamily="34" charset="-122"/>
                <a:ea typeface="微软雅黑" panose="020B0503020204020204" pitchFamily="34" charset="-122"/>
              </a:rPr>
              <a:t>点击输入简要文字内容，文字内容需概括精炼文字内容</a:t>
            </a:r>
            <a:r>
              <a:rPr lang="en-US" altLang="zh-CN" sz="1400" dirty="0" smtClean="0">
                <a:solidFill>
                  <a:srgbClr val="2C3637"/>
                </a:solidFill>
                <a:latin typeface="微软雅黑" panose="020B0503020204020204" pitchFamily="34" charset="-122"/>
                <a:ea typeface="微软雅黑" panose="020B0503020204020204" pitchFamily="34" charset="-122"/>
              </a:rPr>
              <a:t>……</a:t>
            </a:r>
            <a:endParaRPr lang="zh-CN" altLang="en-US" sz="1400" b="1" dirty="0">
              <a:solidFill>
                <a:srgbClr val="2C3637"/>
              </a:solidFill>
              <a:latin typeface="微软雅黑" panose="020B0503020204020204" pitchFamily="34" charset="-122"/>
              <a:ea typeface="微软雅黑" panose="020B0503020204020204" pitchFamily="34" charset="-122"/>
            </a:endParaRPr>
          </a:p>
        </p:txBody>
      </p:sp>
      <p:grpSp>
        <p:nvGrpSpPr>
          <p:cNvPr id="35" name="组合 34"/>
          <p:cNvGrpSpPr/>
          <p:nvPr/>
        </p:nvGrpSpPr>
        <p:grpSpPr>
          <a:xfrm>
            <a:off x="4660794" y="1753221"/>
            <a:ext cx="2779537" cy="2779537"/>
            <a:chOff x="3325860" y="1074902"/>
            <a:chExt cx="2531533" cy="2531533"/>
          </a:xfrm>
        </p:grpSpPr>
        <p:sp>
          <p:nvSpPr>
            <p:cNvPr id="36" name="椭圆 35"/>
            <p:cNvSpPr/>
            <p:nvPr/>
          </p:nvSpPr>
          <p:spPr>
            <a:xfrm>
              <a:off x="3325860" y="1074902"/>
              <a:ext cx="2531533" cy="25315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7" name="Freeform 627"/>
            <p:cNvSpPr>
              <a:spLocks noEditPoints="1"/>
            </p:cNvSpPr>
            <p:nvPr/>
          </p:nvSpPr>
          <p:spPr bwMode="auto">
            <a:xfrm>
              <a:off x="4240957" y="1423611"/>
              <a:ext cx="627326" cy="780333"/>
            </a:xfrm>
            <a:custGeom>
              <a:avLst/>
              <a:gdLst>
                <a:gd name="T0" fmla="*/ 7 w 123"/>
                <a:gd name="T1" fmla="*/ 0 h 153"/>
                <a:gd name="T2" fmla="*/ 116 w 123"/>
                <a:gd name="T3" fmla="*/ 0 h 153"/>
                <a:gd name="T4" fmla="*/ 123 w 123"/>
                <a:gd name="T5" fmla="*/ 0 h 153"/>
                <a:gd name="T6" fmla="*/ 123 w 123"/>
                <a:gd name="T7" fmla="*/ 4 h 153"/>
                <a:gd name="T8" fmla="*/ 123 w 123"/>
                <a:gd name="T9" fmla="*/ 146 h 153"/>
                <a:gd name="T10" fmla="*/ 123 w 123"/>
                <a:gd name="T11" fmla="*/ 153 h 153"/>
                <a:gd name="T12" fmla="*/ 116 w 123"/>
                <a:gd name="T13" fmla="*/ 153 h 153"/>
                <a:gd name="T14" fmla="*/ 38 w 123"/>
                <a:gd name="T15" fmla="*/ 153 h 153"/>
                <a:gd name="T16" fmla="*/ 38 w 123"/>
                <a:gd name="T17" fmla="*/ 153 h 153"/>
                <a:gd name="T18" fmla="*/ 36 w 123"/>
                <a:gd name="T19" fmla="*/ 153 h 153"/>
                <a:gd name="T20" fmla="*/ 3 w 123"/>
                <a:gd name="T21" fmla="*/ 127 h 153"/>
                <a:gd name="T22" fmla="*/ 0 w 123"/>
                <a:gd name="T23" fmla="*/ 127 h 153"/>
                <a:gd name="T24" fmla="*/ 0 w 123"/>
                <a:gd name="T25" fmla="*/ 123 h 153"/>
                <a:gd name="T26" fmla="*/ 0 w 123"/>
                <a:gd name="T27" fmla="*/ 4 h 153"/>
                <a:gd name="T28" fmla="*/ 0 w 123"/>
                <a:gd name="T29" fmla="*/ 0 h 153"/>
                <a:gd name="T30" fmla="*/ 7 w 123"/>
                <a:gd name="T31" fmla="*/ 0 h 153"/>
                <a:gd name="T32" fmla="*/ 7 w 123"/>
                <a:gd name="T33" fmla="*/ 0 h 153"/>
                <a:gd name="T34" fmla="*/ 12 w 123"/>
                <a:gd name="T35" fmla="*/ 115 h 153"/>
                <a:gd name="T36" fmla="*/ 33 w 123"/>
                <a:gd name="T37" fmla="*/ 108 h 153"/>
                <a:gd name="T38" fmla="*/ 36 w 123"/>
                <a:gd name="T39" fmla="*/ 108 h 153"/>
                <a:gd name="T40" fmla="*/ 36 w 123"/>
                <a:gd name="T41" fmla="*/ 111 h 153"/>
                <a:gd name="T42" fmla="*/ 45 w 123"/>
                <a:gd name="T43" fmla="*/ 141 h 153"/>
                <a:gd name="T44" fmla="*/ 112 w 123"/>
                <a:gd name="T45" fmla="*/ 141 h 153"/>
                <a:gd name="T46" fmla="*/ 112 w 123"/>
                <a:gd name="T47" fmla="*/ 11 h 153"/>
                <a:gd name="T48" fmla="*/ 12 w 123"/>
                <a:gd name="T49" fmla="*/ 11 h 153"/>
                <a:gd name="T50" fmla="*/ 12 w 123"/>
                <a:gd name="T51" fmla="*/ 115 h 153"/>
                <a:gd name="T52" fmla="*/ 12 w 123"/>
                <a:gd name="T53" fmla="*/ 115 h 153"/>
                <a:gd name="T54" fmla="*/ 38 w 123"/>
                <a:gd name="T55" fmla="*/ 139 h 153"/>
                <a:gd name="T56" fmla="*/ 31 w 123"/>
                <a:gd name="T57" fmla="*/ 115 h 153"/>
                <a:gd name="T58" fmla="*/ 15 w 123"/>
                <a:gd name="T59" fmla="*/ 123 h 153"/>
                <a:gd name="T60" fmla="*/ 38 w 123"/>
                <a:gd name="T61" fmla="*/ 139 h 153"/>
                <a:gd name="T62" fmla="*/ 38 w 123"/>
                <a:gd name="T63" fmla="*/ 139 h 153"/>
                <a:gd name="T64" fmla="*/ 29 w 123"/>
                <a:gd name="T65" fmla="*/ 82 h 153"/>
                <a:gd name="T66" fmla="*/ 29 w 123"/>
                <a:gd name="T67" fmla="*/ 87 h 153"/>
                <a:gd name="T68" fmla="*/ 95 w 123"/>
                <a:gd name="T69" fmla="*/ 87 h 153"/>
                <a:gd name="T70" fmla="*/ 95 w 123"/>
                <a:gd name="T71" fmla="*/ 82 h 153"/>
                <a:gd name="T72" fmla="*/ 29 w 123"/>
                <a:gd name="T73" fmla="*/ 82 h 153"/>
                <a:gd name="T74" fmla="*/ 29 w 123"/>
                <a:gd name="T75" fmla="*/ 82 h 153"/>
                <a:gd name="T76" fmla="*/ 29 w 123"/>
                <a:gd name="T77" fmla="*/ 66 h 153"/>
                <a:gd name="T78" fmla="*/ 29 w 123"/>
                <a:gd name="T79" fmla="*/ 71 h 153"/>
                <a:gd name="T80" fmla="*/ 95 w 123"/>
                <a:gd name="T81" fmla="*/ 71 h 153"/>
                <a:gd name="T82" fmla="*/ 95 w 123"/>
                <a:gd name="T83" fmla="*/ 66 h 153"/>
                <a:gd name="T84" fmla="*/ 29 w 123"/>
                <a:gd name="T85" fmla="*/ 66 h 153"/>
                <a:gd name="T86" fmla="*/ 29 w 123"/>
                <a:gd name="T87" fmla="*/ 66 h 153"/>
                <a:gd name="T88" fmla="*/ 29 w 123"/>
                <a:gd name="T89" fmla="*/ 49 h 153"/>
                <a:gd name="T90" fmla="*/ 29 w 123"/>
                <a:gd name="T91" fmla="*/ 54 h 153"/>
                <a:gd name="T92" fmla="*/ 95 w 123"/>
                <a:gd name="T93" fmla="*/ 54 h 153"/>
                <a:gd name="T94" fmla="*/ 95 w 123"/>
                <a:gd name="T95" fmla="*/ 49 h 153"/>
                <a:gd name="T96" fmla="*/ 29 w 123"/>
                <a:gd name="T97" fmla="*/ 49 h 153"/>
                <a:gd name="T98" fmla="*/ 29 w 123"/>
                <a:gd name="T99" fmla="*/ 49 h 153"/>
                <a:gd name="T100" fmla="*/ 29 w 123"/>
                <a:gd name="T101" fmla="*/ 33 h 153"/>
                <a:gd name="T102" fmla="*/ 29 w 123"/>
                <a:gd name="T103" fmla="*/ 37 h 153"/>
                <a:gd name="T104" fmla="*/ 95 w 123"/>
                <a:gd name="T105" fmla="*/ 37 h 153"/>
                <a:gd name="T106" fmla="*/ 95 w 123"/>
                <a:gd name="T107" fmla="*/ 33 h 153"/>
                <a:gd name="T108" fmla="*/ 29 w 123"/>
                <a:gd name="T109" fmla="*/ 3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3" h="153">
                  <a:moveTo>
                    <a:pt x="7" y="0"/>
                  </a:moveTo>
                  <a:lnTo>
                    <a:pt x="116" y="0"/>
                  </a:lnTo>
                  <a:lnTo>
                    <a:pt x="123" y="0"/>
                  </a:lnTo>
                  <a:lnTo>
                    <a:pt x="123" y="4"/>
                  </a:lnTo>
                  <a:lnTo>
                    <a:pt x="123" y="146"/>
                  </a:lnTo>
                  <a:lnTo>
                    <a:pt x="123" y="153"/>
                  </a:lnTo>
                  <a:lnTo>
                    <a:pt x="116" y="153"/>
                  </a:lnTo>
                  <a:lnTo>
                    <a:pt x="38" y="153"/>
                  </a:lnTo>
                  <a:lnTo>
                    <a:pt x="38" y="153"/>
                  </a:lnTo>
                  <a:lnTo>
                    <a:pt x="36" y="153"/>
                  </a:lnTo>
                  <a:lnTo>
                    <a:pt x="3" y="127"/>
                  </a:lnTo>
                  <a:lnTo>
                    <a:pt x="0" y="127"/>
                  </a:lnTo>
                  <a:lnTo>
                    <a:pt x="0" y="123"/>
                  </a:lnTo>
                  <a:lnTo>
                    <a:pt x="0" y="4"/>
                  </a:lnTo>
                  <a:lnTo>
                    <a:pt x="0" y="0"/>
                  </a:lnTo>
                  <a:lnTo>
                    <a:pt x="7" y="0"/>
                  </a:lnTo>
                  <a:lnTo>
                    <a:pt x="7" y="0"/>
                  </a:lnTo>
                  <a:close/>
                  <a:moveTo>
                    <a:pt x="12" y="115"/>
                  </a:moveTo>
                  <a:lnTo>
                    <a:pt x="33" y="108"/>
                  </a:lnTo>
                  <a:lnTo>
                    <a:pt x="36" y="108"/>
                  </a:lnTo>
                  <a:lnTo>
                    <a:pt x="36" y="111"/>
                  </a:lnTo>
                  <a:lnTo>
                    <a:pt x="45" y="141"/>
                  </a:lnTo>
                  <a:lnTo>
                    <a:pt x="112" y="141"/>
                  </a:lnTo>
                  <a:lnTo>
                    <a:pt x="112" y="11"/>
                  </a:lnTo>
                  <a:lnTo>
                    <a:pt x="12" y="11"/>
                  </a:lnTo>
                  <a:lnTo>
                    <a:pt x="12" y="115"/>
                  </a:lnTo>
                  <a:lnTo>
                    <a:pt x="12" y="115"/>
                  </a:lnTo>
                  <a:close/>
                  <a:moveTo>
                    <a:pt x="38" y="139"/>
                  </a:moveTo>
                  <a:lnTo>
                    <a:pt x="31" y="115"/>
                  </a:lnTo>
                  <a:lnTo>
                    <a:pt x="15" y="123"/>
                  </a:lnTo>
                  <a:lnTo>
                    <a:pt x="38" y="139"/>
                  </a:lnTo>
                  <a:lnTo>
                    <a:pt x="38" y="139"/>
                  </a:lnTo>
                  <a:close/>
                  <a:moveTo>
                    <a:pt x="29" y="82"/>
                  </a:moveTo>
                  <a:lnTo>
                    <a:pt x="29" y="87"/>
                  </a:lnTo>
                  <a:lnTo>
                    <a:pt x="95" y="87"/>
                  </a:lnTo>
                  <a:lnTo>
                    <a:pt x="95" y="82"/>
                  </a:lnTo>
                  <a:lnTo>
                    <a:pt x="29" y="82"/>
                  </a:lnTo>
                  <a:lnTo>
                    <a:pt x="29" y="82"/>
                  </a:lnTo>
                  <a:close/>
                  <a:moveTo>
                    <a:pt x="29" y="66"/>
                  </a:moveTo>
                  <a:lnTo>
                    <a:pt x="29" y="71"/>
                  </a:lnTo>
                  <a:lnTo>
                    <a:pt x="95" y="71"/>
                  </a:lnTo>
                  <a:lnTo>
                    <a:pt x="95" y="66"/>
                  </a:lnTo>
                  <a:lnTo>
                    <a:pt x="29" y="66"/>
                  </a:lnTo>
                  <a:lnTo>
                    <a:pt x="29" y="66"/>
                  </a:lnTo>
                  <a:close/>
                  <a:moveTo>
                    <a:pt x="29" y="49"/>
                  </a:moveTo>
                  <a:lnTo>
                    <a:pt x="29" y="54"/>
                  </a:lnTo>
                  <a:lnTo>
                    <a:pt x="95" y="54"/>
                  </a:lnTo>
                  <a:lnTo>
                    <a:pt x="95" y="49"/>
                  </a:lnTo>
                  <a:lnTo>
                    <a:pt x="29" y="49"/>
                  </a:lnTo>
                  <a:lnTo>
                    <a:pt x="29" y="49"/>
                  </a:lnTo>
                  <a:close/>
                  <a:moveTo>
                    <a:pt x="29" y="33"/>
                  </a:moveTo>
                  <a:lnTo>
                    <a:pt x="29" y="37"/>
                  </a:lnTo>
                  <a:lnTo>
                    <a:pt x="95" y="37"/>
                  </a:lnTo>
                  <a:lnTo>
                    <a:pt x="95" y="33"/>
                  </a:lnTo>
                  <a:lnTo>
                    <a:pt x="29" y="33"/>
                  </a:lnTo>
                  <a:close/>
                </a:path>
              </a:pathLst>
            </a:custGeom>
            <a:solidFill>
              <a:schemeClr val="bg1"/>
            </a:solidFill>
            <a:ln>
              <a:noFill/>
            </a:ln>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sp>
          <p:nvSpPr>
            <p:cNvPr id="38" name="文本框 23"/>
            <p:cNvSpPr txBox="1"/>
            <p:nvPr/>
          </p:nvSpPr>
          <p:spPr>
            <a:xfrm>
              <a:off x="3505189" y="2198316"/>
              <a:ext cx="2172875" cy="1046799"/>
            </a:xfrm>
            <a:prstGeom prst="rect">
              <a:avLst/>
            </a:prstGeom>
            <a:noFill/>
          </p:spPr>
          <p:txBody>
            <a:bodyPr wrap="square" rtlCol="0">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1200" dirty="0" smtClean="0">
                  <a:solidFill>
                    <a:schemeClr val="bg1"/>
                  </a:solidFill>
                  <a:latin typeface="微软雅黑" panose="020B0503020204020204" pitchFamily="34" charset="-122"/>
                  <a:ea typeface="微软雅黑" panose="020B0503020204020204" pitchFamily="34" charset="-122"/>
                </a:rPr>
                <a:t>在此输入详细文字介绍，在此输入详细文字介绍</a:t>
              </a:r>
              <a:endParaRPr lang="zh-CN" altLang="en-US" sz="1200" dirty="0" smtClean="0">
                <a:solidFill>
                  <a:schemeClr val="bg1"/>
                </a:solidFill>
                <a:latin typeface="微软雅黑" panose="020B0503020204020204" pitchFamily="34" charset="-122"/>
                <a:ea typeface="微软雅黑" panose="020B0503020204020204" pitchFamily="34" charset="-122"/>
              </a:endParaRPr>
            </a:p>
            <a:p>
              <a:pPr algn="ctr"/>
              <a:r>
                <a:rPr lang="zh-CN" altLang="en-US" sz="1200" dirty="0" smtClean="0">
                  <a:solidFill>
                    <a:schemeClr val="bg1"/>
                  </a:solidFill>
                  <a:latin typeface="微软雅黑" panose="020B0503020204020204" pitchFamily="34" charset="-122"/>
                  <a:ea typeface="微软雅黑" panose="020B0503020204020204" pitchFamily="34" charset="-122"/>
                </a:rPr>
                <a:t>在此输入详细文字介绍</a:t>
              </a:r>
              <a:endParaRPr lang="zh-CN" altLang="en-US" sz="1200" dirty="0" smtClean="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078343" y="2019448"/>
            <a:ext cx="939800" cy="939800"/>
            <a:chOff x="2386060" y="1495059"/>
            <a:chExt cx="939800" cy="939800"/>
          </a:xfrm>
        </p:grpSpPr>
        <p:sp>
          <p:nvSpPr>
            <p:cNvPr id="40" name="椭圆 39"/>
            <p:cNvSpPr/>
            <p:nvPr/>
          </p:nvSpPr>
          <p:spPr>
            <a:xfrm>
              <a:off x="2386060" y="1495059"/>
              <a:ext cx="939800" cy="939800"/>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1" name="Freeform 1986"/>
            <p:cNvSpPr/>
            <p:nvPr/>
          </p:nvSpPr>
          <p:spPr bwMode="auto">
            <a:xfrm>
              <a:off x="2680513" y="1730231"/>
              <a:ext cx="366922" cy="346817"/>
            </a:xfrm>
            <a:custGeom>
              <a:avLst/>
              <a:gdLst>
                <a:gd name="T0" fmla="*/ 164 w 165"/>
                <a:gd name="T1" fmla="*/ 131 h 156"/>
                <a:gd name="T2" fmla="*/ 145 w 165"/>
                <a:gd name="T3" fmla="*/ 119 h 156"/>
                <a:gd name="T4" fmla="*/ 119 w 165"/>
                <a:gd name="T5" fmla="*/ 108 h 156"/>
                <a:gd name="T6" fmla="*/ 112 w 165"/>
                <a:gd name="T7" fmla="*/ 106 h 156"/>
                <a:gd name="T8" fmla="*/ 105 w 165"/>
                <a:gd name="T9" fmla="*/ 94 h 156"/>
                <a:gd name="T10" fmla="*/ 101 w 165"/>
                <a:gd name="T11" fmla="*/ 94 h 156"/>
                <a:gd name="T12" fmla="*/ 105 w 165"/>
                <a:gd name="T13" fmla="*/ 85 h 156"/>
                <a:gd name="T14" fmla="*/ 107 w 165"/>
                <a:gd name="T15" fmla="*/ 74 h 156"/>
                <a:gd name="T16" fmla="*/ 112 w 165"/>
                <a:gd name="T17" fmla="*/ 70 h 156"/>
                <a:gd name="T18" fmla="*/ 114 w 165"/>
                <a:gd name="T19" fmla="*/ 63 h 156"/>
                <a:gd name="T20" fmla="*/ 114 w 165"/>
                <a:gd name="T21" fmla="*/ 51 h 156"/>
                <a:gd name="T22" fmla="*/ 112 w 165"/>
                <a:gd name="T23" fmla="*/ 46 h 156"/>
                <a:gd name="T24" fmla="*/ 113 w 165"/>
                <a:gd name="T25" fmla="*/ 30 h 156"/>
                <a:gd name="T26" fmla="*/ 111 w 165"/>
                <a:gd name="T27" fmla="*/ 19 h 156"/>
                <a:gd name="T28" fmla="*/ 107 w 165"/>
                <a:gd name="T29" fmla="*/ 12 h 156"/>
                <a:gd name="T30" fmla="*/ 102 w 165"/>
                <a:gd name="T31" fmla="*/ 11 h 156"/>
                <a:gd name="T32" fmla="*/ 99 w 165"/>
                <a:gd name="T33" fmla="*/ 8 h 156"/>
                <a:gd name="T34" fmla="*/ 64 w 165"/>
                <a:gd name="T35" fmla="*/ 9 h 156"/>
                <a:gd name="T36" fmla="*/ 51 w 165"/>
                <a:gd name="T37" fmla="*/ 46 h 156"/>
                <a:gd name="T38" fmla="*/ 49 w 165"/>
                <a:gd name="T39" fmla="*/ 53 h 156"/>
                <a:gd name="T40" fmla="*/ 54 w 165"/>
                <a:gd name="T41" fmla="*/ 72 h 156"/>
                <a:gd name="T42" fmla="*/ 58 w 165"/>
                <a:gd name="T43" fmla="*/ 73 h 156"/>
                <a:gd name="T44" fmla="*/ 59 w 165"/>
                <a:gd name="T45" fmla="*/ 86 h 156"/>
                <a:gd name="T46" fmla="*/ 63 w 165"/>
                <a:gd name="T47" fmla="*/ 94 h 156"/>
                <a:gd name="T48" fmla="*/ 60 w 165"/>
                <a:gd name="T49" fmla="*/ 94 h 156"/>
                <a:gd name="T50" fmla="*/ 53 w 165"/>
                <a:gd name="T51" fmla="*/ 106 h 156"/>
                <a:gd name="T52" fmla="*/ 46 w 165"/>
                <a:gd name="T53" fmla="*/ 108 h 156"/>
                <a:gd name="T54" fmla="*/ 20 w 165"/>
                <a:gd name="T55" fmla="*/ 119 h 156"/>
                <a:gd name="T56" fmla="*/ 1 w 165"/>
                <a:gd name="T57" fmla="*/ 131 h 156"/>
                <a:gd name="T58" fmla="*/ 0 w 165"/>
                <a:gd name="T59" fmla="*/ 156 h 156"/>
                <a:gd name="T60" fmla="*/ 72 w 165"/>
                <a:gd name="T61" fmla="*/ 156 h 156"/>
                <a:gd name="T62" fmla="*/ 78 w 165"/>
                <a:gd name="T63" fmla="*/ 120 h 156"/>
                <a:gd name="T64" fmla="*/ 73 w 165"/>
                <a:gd name="T65" fmla="*/ 111 h 156"/>
                <a:gd name="T66" fmla="*/ 83 w 165"/>
                <a:gd name="T67" fmla="*/ 106 h 156"/>
                <a:gd name="T68" fmla="*/ 92 w 165"/>
                <a:gd name="T69" fmla="*/ 111 h 156"/>
                <a:gd name="T70" fmla="*/ 87 w 165"/>
                <a:gd name="T71" fmla="*/ 120 h 156"/>
                <a:gd name="T72" fmla="*/ 96 w 165"/>
                <a:gd name="T73" fmla="*/ 156 h 156"/>
                <a:gd name="T74" fmla="*/ 164 w 165"/>
                <a:gd name="T75" fmla="*/ 156 h 156"/>
                <a:gd name="T76" fmla="*/ 164 w 165"/>
                <a:gd name="T77" fmla="*/ 13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5" h="156">
                  <a:moveTo>
                    <a:pt x="164" y="131"/>
                  </a:moveTo>
                  <a:cubicBezTo>
                    <a:pt x="161" y="123"/>
                    <a:pt x="152" y="122"/>
                    <a:pt x="145" y="119"/>
                  </a:cubicBezTo>
                  <a:cubicBezTo>
                    <a:pt x="137" y="115"/>
                    <a:pt x="127" y="111"/>
                    <a:pt x="119" y="108"/>
                  </a:cubicBezTo>
                  <a:cubicBezTo>
                    <a:pt x="117" y="107"/>
                    <a:pt x="114" y="107"/>
                    <a:pt x="112" y="106"/>
                  </a:cubicBezTo>
                  <a:cubicBezTo>
                    <a:pt x="109" y="104"/>
                    <a:pt x="107" y="98"/>
                    <a:pt x="105" y="94"/>
                  </a:cubicBezTo>
                  <a:cubicBezTo>
                    <a:pt x="104" y="94"/>
                    <a:pt x="102" y="94"/>
                    <a:pt x="101" y="94"/>
                  </a:cubicBezTo>
                  <a:cubicBezTo>
                    <a:pt x="101" y="89"/>
                    <a:pt x="104" y="89"/>
                    <a:pt x="105" y="85"/>
                  </a:cubicBezTo>
                  <a:cubicBezTo>
                    <a:pt x="106" y="81"/>
                    <a:pt x="105" y="77"/>
                    <a:pt x="107" y="74"/>
                  </a:cubicBezTo>
                  <a:cubicBezTo>
                    <a:pt x="108" y="72"/>
                    <a:pt x="111" y="72"/>
                    <a:pt x="112" y="70"/>
                  </a:cubicBezTo>
                  <a:cubicBezTo>
                    <a:pt x="113" y="68"/>
                    <a:pt x="114" y="65"/>
                    <a:pt x="114" y="63"/>
                  </a:cubicBezTo>
                  <a:cubicBezTo>
                    <a:pt x="115" y="60"/>
                    <a:pt x="116" y="55"/>
                    <a:pt x="114" y="51"/>
                  </a:cubicBezTo>
                  <a:cubicBezTo>
                    <a:pt x="113" y="49"/>
                    <a:pt x="112" y="49"/>
                    <a:pt x="112" y="46"/>
                  </a:cubicBezTo>
                  <a:cubicBezTo>
                    <a:pt x="111" y="43"/>
                    <a:pt x="113" y="33"/>
                    <a:pt x="113" y="30"/>
                  </a:cubicBezTo>
                  <a:cubicBezTo>
                    <a:pt x="113" y="25"/>
                    <a:pt x="113" y="24"/>
                    <a:pt x="111" y="19"/>
                  </a:cubicBezTo>
                  <a:cubicBezTo>
                    <a:pt x="111" y="19"/>
                    <a:pt x="110" y="14"/>
                    <a:pt x="107" y="12"/>
                  </a:cubicBezTo>
                  <a:cubicBezTo>
                    <a:pt x="102" y="11"/>
                    <a:pt x="102" y="11"/>
                    <a:pt x="102" y="11"/>
                  </a:cubicBezTo>
                  <a:cubicBezTo>
                    <a:pt x="99" y="8"/>
                    <a:pt x="99" y="8"/>
                    <a:pt x="99" y="8"/>
                  </a:cubicBezTo>
                  <a:cubicBezTo>
                    <a:pt x="86" y="0"/>
                    <a:pt x="71" y="6"/>
                    <a:pt x="64" y="9"/>
                  </a:cubicBezTo>
                  <a:cubicBezTo>
                    <a:pt x="53" y="12"/>
                    <a:pt x="46" y="23"/>
                    <a:pt x="51" y="46"/>
                  </a:cubicBezTo>
                  <a:cubicBezTo>
                    <a:pt x="52" y="49"/>
                    <a:pt x="49" y="51"/>
                    <a:pt x="49" y="53"/>
                  </a:cubicBezTo>
                  <a:cubicBezTo>
                    <a:pt x="50" y="58"/>
                    <a:pt x="50" y="69"/>
                    <a:pt x="54" y="72"/>
                  </a:cubicBezTo>
                  <a:cubicBezTo>
                    <a:pt x="54" y="72"/>
                    <a:pt x="58" y="73"/>
                    <a:pt x="58" y="73"/>
                  </a:cubicBezTo>
                  <a:cubicBezTo>
                    <a:pt x="58" y="77"/>
                    <a:pt x="58" y="82"/>
                    <a:pt x="59" y="86"/>
                  </a:cubicBezTo>
                  <a:cubicBezTo>
                    <a:pt x="60" y="89"/>
                    <a:pt x="63" y="89"/>
                    <a:pt x="63" y="94"/>
                  </a:cubicBezTo>
                  <a:cubicBezTo>
                    <a:pt x="60" y="94"/>
                    <a:pt x="60" y="94"/>
                    <a:pt x="60" y="94"/>
                  </a:cubicBezTo>
                  <a:cubicBezTo>
                    <a:pt x="58" y="98"/>
                    <a:pt x="56" y="104"/>
                    <a:pt x="53" y="106"/>
                  </a:cubicBezTo>
                  <a:cubicBezTo>
                    <a:pt x="51" y="107"/>
                    <a:pt x="48" y="107"/>
                    <a:pt x="46" y="108"/>
                  </a:cubicBezTo>
                  <a:cubicBezTo>
                    <a:pt x="38" y="111"/>
                    <a:pt x="28" y="115"/>
                    <a:pt x="20" y="119"/>
                  </a:cubicBezTo>
                  <a:cubicBezTo>
                    <a:pt x="13" y="122"/>
                    <a:pt x="4" y="123"/>
                    <a:pt x="1" y="131"/>
                  </a:cubicBezTo>
                  <a:cubicBezTo>
                    <a:pt x="1" y="136"/>
                    <a:pt x="0" y="149"/>
                    <a:pt x="0" y="156"/>
                  </a:cubicBezTo>
                  <a:cubicBezTo>
                    <a:pt x="72" y="156"/>
                    <a:pt x="72" y="156"/>
                    <a:pt x="72" y="156"/>
                  </a:cubicBezTo>
                  <a:cubicBezTo>
                    <a:pt x="78" y="120"/>
                    <a:pt x="78" y="120"/>
                    <a:pt x="78" y="120"/>
                  </a:cubicBezTo>
                  <a:cubicBezTo>
                    <a:pt x="73" y="111"/>
                    <a:pt x="73" y="111"/>
                    <a:pt x="73" y="111"/>
                  </a:cubicBezTo>
                  <a:cubicBezTo>
                    <a:pt x="83" y="106"/>
                    <a:pt x="83" y="106"/>
                    <a:pt x="83" y="106"/>
                  </a:cubicBezTo>
                  <a:cubicBezTo>
                    <a:pt x="92" y="111"/>
                    <a:pt x="92" y="111"/>
                    <a:pt x="92" y="111"/>
                  </a:cubicBezTo>
                  <a:cubicBezTo>
                    <a:pt x="87" y="120"/>
                    <a:pt x="87" y="120"/>
                    <a:pt x="87" y="120"/>
                  </a:cubicBezTo>
                  <a:cubicBezTo>
                    <a:pt x="96" y="156"/>
                    <a:pt x="96" y="156"/>
                    <a:pt x="96" y="156"/>
                  </a:cubicBezTo>
                  <a:cubicBezTo>
                    <a:pt x="164" y="156"/>
                    <a:pt x="164" y="156"/>
                    <a:pt x="164" y="156"/>
                  </a:cubicBezTo>
                  <a:cubicBezTo>
                    <a:pt x="165" y="149"/>
                    <a:pt x="164" y="136"/>
                    <a:pt x="164" y="131"/>
                  </a:cubicBezTo>
                  <a:close/>
                </a:path>
              </a:pathLst>
            </a:custGeom>
            <a:solidFill>
              <a:schemeClr val="bg1"/>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grpSp>
        <p:nvGrpSpPr>
          <p:cNvPr id="44" name="组合 43"/>
          <p:cNvGrpSpPr/>
          <p:nvPr/>
        </p:nvGrpSpPr>
        <p:grpSpPr>
          <a:xfrm>
            <a:off x="6773534" y="1740891"/>
            <a:ext cx="939800" cy="939800"/>
            <a:chOff x="5454052" y="1074902"/>
            <a:chExt cx="939800" cy="939800"/>
          </a:xfrm>
        </p:grpSpPr>
        <p:sp>
          <p:nvSpPr>
            <p:cNvPr id="45" name="椭圆 44"/>
            <p:cNvSpPr/>
            <p:nvPr/>
          </p:nvSpPr>
          <p:spPr>
            <a:xfrm>
              <a:off x="5454052" y="1074902"/>
              <a:ext cx="939800" cy="939800"/>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46" name="组合 45"/>
            <p:cNvGrpSpPr/>
            <p:nvPr/>
          </p:nvGrpSpPr>
          <p:grpSpPr>
            <a:xfrm>
              <a:off x="5729640" y="1309909"/>
              <a:ext cx="411300" cy="441104"/>
              <a:chOff x="5995987" y="547688"/>
              <a:chExt cx="219075" cy="234950"/>
            </a:xfrm>
            <a:solidFill>
              <a:schemeClr val="bg1"/>
            </a:solidFill>
          </p:grpSpPr>
          <p:sp>
            <p:nvSpPr>
              <p:cNvPr id="47" name="Freeform 1590"/>
              <p:cNvSpPr>
                <a:spLocks noEditPoints="1"/>
              </p:cNvSpPr>
              <p:nvPr/>
            </p:nvSpPr>
            <p:spPr bwMode="auto">
              <a:xfrm>
                <a:off x="5995987" y="547688"/>
                <a:ext cx="168275" cy="168275"/>
              </a:xfrm>
              <a:custGeom>
                <a:avLst/>
                <a:gdLst>
                  <a:gd name="T0" fmla="*/ 114 w 120"/>
                  <a:gd name="T1" fmla="*/ 70 h 120"/>
                  <a:gd name="T2" fmla="*/ 120 w 120"/>
                  <a:gd name="T3" fmla="*/ 64 h 120"/>
                  <a:gd name="T4" fmla="*/ 120 w 120"/>
                  <a:gd name="T5" fmla="*/ 56 h 120"/>
                  <a:gd name="T6" fmla="*/ 114 w 120"/>
                  <a:gd name="T7" fmla="*/ 50 h 120"/>
                  <a:gd name="T8" fmla="*/ 110 w 120"/>
                  <a:gd name="T9" fmla="*/ 50 h 120"/>
                  <a:gd name="T10" fmla="*/ 102 w 120"/>
                  <a:gd name="T11" fmla="*/ 45 h 120"/>
                  <a:gd name="T12" fmla="*/ 102 w 120"/>
                  <a:gd name="T13" fmla="*/ 32 h 120"/>
                  <a:gd name="T14" fmla="*/ 105 w 120"/>
                  <a:gd name="T15" fmla="*/ 29 h 120"/>
                  <a:gd name="T16" fmla="*/ 105 w 120"/>
                  <a:gd name="T17" fmla="*/ 20 h 120"/>
                  <a:gd name="T18" fmla="*/ 100 w 120"/>
                  <a:gd name="T19" fmla="*/ 15 h 120"/>
                  <a:gd name="T20" fmla="*/ 91 w 120"/>
                  <a:gd name="T21" fmla="*/ 15 h 120"/>
                  <a:gd name="T22" fmla="*/ 88 w 120"/>
                  <a:gd name="T23" fmla="*/ 18 h 120"/>
                  <a:gd name="T24" fmla="*/ 79 w 120"/>
                  <a:gd name="T25" fmla="*/ 20 h 120"/>
                  <a:gd name="T26" fmla="*/ 70 w 120"/>
                  <a:gd name="T27" fmla="*/ 10 h 120"/>
                  <a:gd name="T28" fmla="*/ 70 w 120"/>
                  <a:gd name="T29" fmla="*/ 6 h 120"/>
                  <a:gd name="T30" fmla="*/ 64 w 120"/>
                  <a:gd name="T31" fmla="*/ 0 h 120"/>
                  <a:gd name="T32" fmla="*/ 56 w 120"/>
                  <a:gd name="T33" fmla="*/ 0 h 120"/>
                  <a:gd name="T34" fmla="*/ 50 w 120"/>
                  <a:gd name="T35" fmla="*/ 6 h 120"/>
                  <a:gd name="T36" fmla="*/ 50 w 120"/>
                  <a:gd name="T37" fmla="*/ 10 h 120"/>
                  <a:gd name="T38" fmla="*/ 45 w 120"/>
                  <a:gd name="T39" fmla="*/ 18 h 120"/>
                  <a:gd name="T40" fmla="*/ 32 w 120"/>
                  <a:gd name="T41" fmla="*/ 18 h 120"/>
                  <a:gd name="T42" fmla="*/ 29 w 120"/>
                  <a:gd name="T43" fmla="*/ 15 h 120"/>
                  <a:gd name="T44" fmla="*/ 20 w 120"/>
                  <a:gd name="T45" fmla="*/ 15 h 120"/>
                  <a:gd name="T46" fmla="*/ 15 w 120"/>
                  <a:gd name="T47" fmla="*/ 20 h 120"/>
                  <a:gd name="T48" fmla="*/ 15 w 120"/>
                  <a:gd name="T49" fmla="*/ 29 h 120"/>
                  <a:gd name="T50" fmla="*/ 18 w 120"/>
                  <a:gd name="T51" fmla="*/ 32 h 120"/>
                  <a:gd name="T52" fmla="*/ 20 w 120"/>
                  <a:gd name="T53" fmla="*/ 41 h 120"/>
                  <a:gd name="T54" fmla="*/ 10 w 120"/>
                  <a:gd name="T55" fmla="*/ 50 h 120"/>
                  <a:gd name="T56" fmla="*/ 6 w 120"/>
                  <a:gd name="T57" fmla="*/ 50 h 120"/>
                  <a:gd name="T58" fmla="*/ 0 w 120"/>
                  <a:gd name="T59" fmla="*/ 56 h 120"/>
                  <a:gd name="T60" fmla="*/ 0 w 120"/>
                  <a:gd name="T61" fmla="*/ 64 h 120"/>
                  <a:gd name="T62" fmla="*/ 6 w 120"/>
                  <a:gd name="T63" fmla="*/ 70 h 120"/>
                  <a:gd name="T64" fmla="*/ 10 w 120"/>
                  <a:gd name="T65" fmla="*/ 70 h 120"/>
                  <a:gd name="T66" fmla="*/ 18 w 120"/>
                  <a:gd name="T67" fmla="*/ 75 h 120"/>
                  <a:gd name="T68" fmla="*/ 18 w 120"/>
                  <a:gd name="T69" fmla="*/ 88 h 120"/>
                  <a:gd name="T70" fmla="*/ 15 w 120"/>
                  <a:gd name="T71" fmla="*/ 91 h 120"/>
                  <a:gd name="T72" fmla="*/ 15 w 120"/>
                  <a:gd name="T73" fmla="*/ 100 h 120"/>
                  <a:gd name="T74" fmla="*/ 20 w 120"/>
                  <a:gd name="T75" fmla="*/ 105 h 120"/>
                  <a:gd name="T76" fmla="*/ 29 w 120"/>
                  <a:gd name="T77" fmla="*/ 105 h 120"/>
                  <a:gd name="T78" fmla="*/ 32 w 120"/>
                  <a:gd name="T79" fmla="*/ 102 h 120"/>
                  <a:gd name="T80" fmla="*/ 41 w 120"/>
                  <a:gd name="T81" fmla="*/ 100 h 120"/>
                  <a:gd name="T82" fmla="*/ 50 w 120"/>
                  <a:gd name="T83" fmla="*/ 110 h 120"/>
                  <a:gd name="T84" fmla="*/ 50 w 120"/>
                  <a:gd name="T85" fmla="*/ 114 h 120"/>
                  <a:gd name="T86" fmla="*/ 56 w 120"/>
                  <a:gd name="T87" fmla="*/ 120 h 120"/>
                  <a:gd name="T88" fmla="*/ 64 w 120"/>
                  <a:gd name="T89" fmla="*/ 120 h 120"/>
                  <a:gd name="T90" fmla="*/ 70 w 120"/>
                  <a:gd name="T91" fmla="*/ 114 h 120"/>
                  <a:gd name="T92" fmla="*/ 70 w 120"/>
                  <a:gd name="T93" fmla="*/ 110 h 120"/>
                  <a:gd name="T94" fmla="*/ 75 w 120"/>
                  <a:gd name="T95" fmla="*/ 102 h 120"/>
                  <a:gd name="T96" fmla="*/ 88 w 120"/>
                  <a:gd name="T97" fmla="*/ 102 h 120"/>
                  <a:gd name="T98" fmla="*/ 91 w 120"/>
                  <a:gd name="T99" fmla="*/ 105 h 120"/>
                  <a:gd name="T100" fmla="*/ 100 w 120"/>
                  <a:gd name="T101" fmla="*/ 105 h 120"/>
                  <a:gd name="T102" fmla="*/ 105 w 120"/>
                  <a:gd name="T103" fmla="*/ 100 h 120"/>
                  <a:gd name="T104" fmla="*/ 105 w 120"/>
                  <a:gd name="T105" fmla="*/ 91 h 120"/>
                  <a:gd name="T106" fmla="*/ 102 w 120"/>
                  <a:gd name="T107" fmla="*/ 88 h 120"/>
                  <a:gd name="T108" fmla="*/ 100 w 120"/>
                  <a:gd name="T109" fmla="*/ 79 h 120"/>
                  <a:gd name="T110" fmla="*/ 110 w 120"/>
                  <a:gd name="T111" fmla="*/ 70 h 120"/>
                  <a:gd name="T112" fmla="*/ 114 w 120"/>
                  <a:gd name="T113" fmla="*/ 70 h 120"/>
                  <a:gd name="T114" fmla="*/ 60 w 120"/>
                  <a:gd name="T115" fmla="*/ 86 h 120"/>
                  <a:gd name="T116" fmla="*/ 34 w 120"/>
                  <a:gd name="T117" fmla="*/ 60 h 120"/>
                  <a:gd name="T118" fmla="*/ 60 w 120"/>
                  <a:gd name="T119" fmla="*/ 34 h 120"/>
                  <a:gd name="T120" fmla="*/ 86 w 120"/>
                  <a:gd name="T121" fmla="*/ 60 h 120"/>
                  <a:gd name="T122" fmla="*/ 60 w 120"/>
                  <a:gd name="T123" fmla="*/ 8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0" h="120">
                    <a:moveTo>
                      <a:pt x="114" y="70"/>
                    </a:moveTo>
                    <a:cubicBezTo>
                      <a:pt x="117" y="70"/>
                      <a:pt x="120" y="67"/>
                      <a:pt x="120" y="64"/>
                    </a:cubicBezTo>
                    <a:cubicBezTo>
                      <a:pt x="120" y="56"/>
                      <a:pt x="120" y="56"/>
                      <a:pt x="120" y="56"/>
                    </a:cubicBezTo>
                    <a:cubicBezTo>
                      <a:pt x="120" y="53"/>
                      <a:pt x="117" y="50"/>
                      <a:pt x="114" y="50"/>
                    </a:cubicBezTo>
                    <a:cubicBezTo>
                      <a:pt x="110" y="50"/>
                      <a:pt x="110" y="50"/>
                      <a:pt x="110" y="50"/>
                    </a:cubicBezTo>
                    <a:cubicBezTo>
                      <a:pt x="107" y="50"/>
                      <a:pt x="103" y="48"/>
                      <a:pt x="102" y="45"/>
                    </a:cubicBezTo>
                    <a:cubicBezTo>
                      <a:pt x="101" y="42"/>
                      <a:pt x="100" y="34"/>
                      <a:pt x="102" y="32"/>
                    </a:cubicBezTo>
                    <a:cubicBezTo>
                      <a:pt x="105" y="29"/>
                      <a:pt x="105" y="29"/>
                      <a:pt x="105" y="29"/>
                    </a:cubicBezTo>
                    <a:cubicBezTo>
                      <a:pt x="108" y="27"/>
                      <a:pt x="108" y="23"/>
                      <a:pt x="105" y="20"/>
                    </a:cubicBezTo>
                    <a:cubicBezTo>
                      <a:pt x="100" y="15"/>
                      <a:pt x="100" y="15"/>
                      <a:pt x="100" y="15"/>
                    </a:cubicBezTo>
                    <a:cubicBezTo>
                      <a:pt x="97" y="12"/>
                      <a:pt x="93" y="12"/>
                      <a:pt x="91" y="15"/>
                    </a:cubicBezTo>
                    <a:cubicBezTo>
                      <a:pt x="88" y="18"/>
                      <a:pt x="88" y="18"/>
                      <a:pt x="88" y="18"/>
                    </a:cubicBezTo>
                    <a:cubicBezTo>
                      <a:pt x="86" y="20"/>
                      <a:pt x="82" y="21"/>
                      <a:pt x="79" y="20"/>
                    </a:cubicBezTo>
                    <a:cubicBezTo>
                      <a:pt x="77" y="18"/>
                      <a:pt x="70" y="13"/>
                      <a:pt x="70" y="10"/>
                    </a:cubicBezTo>
                    <a:cubicBezTo>
                      <a:pt x="70" y="6"/>
                      <a:pt x="70" y="6"/>
                      <a:pt x="70" y="6"/>
                    </a:cubicBezTo>
                    <a:cubicBezTo>
                      <a:pt x="70" y="3"/>
                      <a:pt x="67" y="0"/>
                      <a:pt x="64" y="0"/>
                    </a:cubicBezTo>
                    <a:cubicBezTo>
                      <a:pt x="56" y="0"/>
                      <a:pt x="56" y="0"/>
                      <a:pt x="56" y="0"/>
                    </a:cubicBezTo>
                    <a:cubicBezTo>
                      <a:pt x="53" y="0"/>
                      <a:pt x="50" y="3"/>
                      <a:pt x="50" y="6"/>
                    </a:cubicBezTo>
                    <a:cubicBezTo>
                      <a:pt x="50" y="10"/>
                      <a:pt x="50" y="10"/>
                      <a:pt x="50" y="10"/>
                    </a:cubicBezTo>
                    <a:cubicBezTo>
                      <a:pt x="50" y="13"/>
                      <a:pt x="48" y="17"/>
                      <a:pt x="45" y="18"/>
                    </a:cubicBezTo>
                    <a:cubicBezTo>
                      <a:pt x="42" y="19"/>
                      <a:pt x="34" y="20"/>
                      <a:pt x="32" y="18"/>
                    </a:cubicBezTo>
                    <a:cubicBezTo>
                      <a:pt x="29" y="15"/>
                      <a:pt x="29" y="15"/>
                      <a:pt x="29" y="15"/>
                    </a:cubicBezTo>
                    <a:cubicBezTo>
                      <a:pt x="27" y="12"/>
                      <a:pt x="23" y="12"/>
                      <a:pt x="20" y="15"/>
                    </a:cubicBezTo>
                    <a:cubicBezTo>
                      <a:pt x="15" y="20"/>
                      <a:pt x="15" y="20"/>
                      <a:pt x="15" y="20"/>
                    </a:cubicBezTo>
                    <a:cubicBezTo>
                      <a:pt x="12" y="23"/>
                      <a:pt x="12" y="27"/>
                      <a:pt x="15" y="29"/>
                    </a:cubicBezTo>
                    <a:cubicBezTo>
                      <a:pt x="18" y="32"/>
                      <a:pt x="18" y="32"/>
                      <a:pt x="18" y="32"/>
                    </a:cubicBezTo>
                    <a:cubicBezTo>
                      <a:pt x="20" y="34"/>
                      <a:pt x="21" y="38"/>
                      <a:pt x="20" y="41"/>
                    </a:cubicBezTo>
                    <a:cubicBezTo>
                      <a:pt x="18" y="43"/>
                      <a:pt x="13" y="50"/>
                      <a:pt x="10" y="50"/>
                    </a:cubicBezTo>
                    <a:cubicBezTo>
                      <a:pt x="6" y="50"/>
                      <a:pt x="6" y="50"/>
                      <a:pt x="6" y="50"/>
                    </a:cubicBezTo>
                    <a:cubicBezTo>
                      <a:pt x="3" y="50"/>
                      <a:pt x="0" y="53"/>
                      <a:pt x="0" y="56"/>
                    </a:cubicBezTo>
                    <a:cubicBezTo>
                      <a:pt x="0" y="64"/>
                      <a:pt x="0" y="64"/>
                      <a:pt x="0" y="64"/>
                    </a:cubicBezTo>
                    <a:cubicBezTo>
                      <a:pt x="0" y="67"/>
                      <a:pt x="3" y="70"/>
                      <a:pt x="6" y="70"/>
                    </a:cubicBezTo>
                    <a:cubicBezTo>
                      <a:pt x="10" y="70"/>
                      <a:pt x="10" y="70"/>
                      <a:pt x="10" y="70"/>
                    </a:cubicBezTo>
                    <a:cubicBezTo>
                      <a:pt x="13" y="70"/>
                      <a:pt x="17" y="72"/>
                      <a:pt x="18" y="75"/>
                    </a:cubicBezTo>
                    <a:cubicBezTo>
                      <a:pt x="19" y="78"/>
                      <a:pt x="20" y="86"/>
                      <a:pt x="18" y="88"/>
                    </a:cubicBezTo>
                    <a:cubicBezTo>
                      <a:pt x="15" y="91"/>
                      <a:pt x="15" y="91"/>
                      <a:pt x="15" y="91"/>
                    </a:cubicBezTo>
                    <a:cubicBezTo>
                      <a:pt x="12" y="93"/>
                      <a:pt x="12" y="97"/>
                      <a:pt x="15" y="100"/>
                    </a:cubicBezTo>
                    <a:cubicBezTo>
                      <a:pt x="20" y="105"/>
                      <a:pt x="20" y="105"/>
                      <a:pt x="20" y="105"/>
                    </a:cubicBezTo>
                    <a:cubicBezTo>
                      <a:pt x="23" y="108"/>
                      <a:pt x="27" y="108"/>
                      <a:pt x="29" y="105"/>
                    </a:cubicBezTo>
                    <a:cubicBezTo>
                      <a:pt x="32" y="102"/>
                      <a:pt x="32" y="102"/>
                      <a:pt x="32" y="102"/>
                    </a:cubicBezTo>
                    <a:cubicBezTo>
                      <a:pt x="34" y="100"/>
                      <a:pt x="38" y="99"/>
                      <a:pt x="41" y="100"/>
                    </a:cubicBezTo>
                    <a:cubicBezTo>
                      <a:pt x="43" y="102"/>
                      <a:pt x="50" y="107"/>
                      <a:pt x="50" y="110"/>
                    </a:cubicBezTo>
                    <a:cubicBezTo>
                      <a:pt x="50" y="114"/>
                      <a:pt x="50" y="114"/>
                      <a:pt x="50" y="114"/>
                    </a:cubicBezTo>
                    <a:cubicBezTo>
                      <a:pt x="50" y="117"/>
                      <a:pt x="53" y="120"/>
                      <a:pt x="56" y="120"/>
                    </a:cubicBezTo>
                    <a:cubicBezTo>
                      <a:pt x="64" y="120"/>
                      <a:pt x="64" y="120"/>
                      <a:pt x="64" y="120"/>
                    </a:cubicBezTo>
                    <a:cubicBezTo>
                      <a:pt x="67" y="120"/>
                      <a:pt x="70" y="117"/>
                      <a:pt x="70" y="114"/>
                    </a:cubicBezTo>
                    <a:cubicBezTo>
                      <a:pt x="70" y="110"/>
                      <a:pt x="70" y="110"/>
                      <a:pt x="70" y="110"/>
                    </a:cubicBezTo>
                    <a:cubicBezTo>
                      <a:pt x="70" y="107"/>
                      <a:pt x="72" y="103"/>
                      <a:pt x="75" y="102"/>
                    </a:cubicBezTo>
                    <a:cubicBezTo>
                      <a:pt x="78" y="101"/>
                      <a:pt x="86" y="100"/>
                      <a:pt x="88" y="102"/>
                    </a:cubicBezTo>
                    <a:cubicBezTo>
                      <a:pt x="91" y="105"/>
                      <a:pt x="91" y="105"/>
                      <a:pt x="91" y="105"/>
                    </a:cubicBezTo>
                    <a:cubicBezTo>
                      <a:pt x="93" y="108"/>
                      <a:pt x="97" y="108"/>
                      <a:pt x="100" y="105"/>
                    </a:cubicBezTo>
                    <a:cubicBezTo>
                      <a:pt x="105" y="100"/>
                      <a:pt x="105" y="100"/>
                      <a:pt x="105" y="100"/>
                    </a:cubicBezTo>
                    <a:cubicBezTo>
                      <a:pt x="108" y="97"/>
                      <a:pt x="108" y="93"/>
                      <a:pt x="105" y="91"/>
                    </a:cubicBezTo>
                    <a:cubicBezTo>
                      <a:pt x="102" y="88"/>
                      <a:pt x="102" y="88"/>
                      <a:pt x="102" y="88"/>
                    </a:cubicBezTo>
                    <a:cubicBezTo>
                      <a:pt x="100" y="86"/>
                      <a:pt x="99" y="82"/>
                      <a:pt x="100" y="79"/>
                    </a:cubicBezTo>
                    <a:cubicBezTo>
                      <a:pt x="102" y="77"/>
                      <a:pt x="107" y="70"/>
                      <a:pt x="110" y="70"/>
                    </a:cubicBezTo>
                    <a:lnTo>
                      <a:pt x="114" y="70"/>
                    </a:lnTo>
                    <a:close/>
                    <a:moveTo>
                      <a:pt x="60" y="86"/>
                    </a:moveTo>
                    <a:cubicBezTo>
                      <a:pt x="46" y="86"/>
                      <a:pt x="34" y="74"/>
                      <a:pt x="34" y="60"/>
                    </a:cubicBezTo>
                    <a:cubicBezTo>
                      <a:pt x="34" y="46"/>
                      <a:pt x="46" y="34"/>
                      <a:pt x="60" y="34"/>
                    </a:cubicBezTo>
                    <a:cubicBezTo>
                      <a:pt x="74" y="34"/>
                      <a:pt x="86" y="46"/>
                      <a:pt x="86" y="60"/>
                    </a:cubicBezTo>
                    <a:cubicBezTo>
                      <a:pt x="86" y="74"/>
                      <a:pt x="74" y="86"/>
                      <a:pt x="60" y="8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8" name="Freeform 1591"/>
              <p:cNvSpPr>
                <a:spLocks noEditPoints="1"/>
              </p:cNvSpPr>
              <p:nvPr/>
            </p:nvSpPr>
            <p:spPr bwMode="auto">
              <a:xfrm>
                <a:off x="6130925" y="698500"/>
                <a:ext cx="84137" cy="84138"/>
              </a:xfrm>
              <a:custGeom>
                <a:avLst/>
                <a:gdLst>
                  <a:gd name="T0" fmla="*/ 57 w 60"/>
                  <a:gd name="T1" fmla="*/ 35 h 60"/>
                  <a:gd name="T2" fmla="*/ 60 w 60"/>
                  <a:gd name="T3" fmla="*/ 32 h 60"/>
                  <a:gd name="T4" fmla="*/ 60 w 60"/>
                  <a:gd name="T5" fmla="*/ 28 h 60"/>
                  <a:gd name="T6" fmla="*/ 57 w 60"/>
                  <a:gd name="T7" fmla="*/ 25 h 60"/>
                  <a:gd name="T8" fmla="*/ 55 w 60"/>
                  <a:gd name="T9" fmla="*/ 25 h 60"/>
                  <a:gd name="T10" fmla="*/ 51 w 60"/>
                  <a:gd name="T11" fmla="*/ 23 h 60"/>
                  <a:gd name="T12" fmla="*/ 51 w 60"/>
                  <a:gd name="T13" fmla="*/ 16 h 60"/>
                  <a:gd name="T14" fmla="*/ 53 w 60"/>
                  <a:gd name="T15" fmla="*/ 14 h 60"/>
                  <a:gd name="T16" fmla="*/ 53 w 60"/>
                  <a:gd name="T17" fmla="*/ 10 h 60"/>
                  <a:gd name="T18" fmla="*/ 50 w 60"/>
                  <a:gd name="T19" fmla="*/ 7 h 60"/>
                  <a:gd name="T20" fmla="*/ 46 w 60"/>
                  <a:gd name="T21" fmla="*/ 7 h 60"/>
                  <a:gd name="T22" fmla="*/ 44 w 60"/>
                  <a:gd name="T23" fmla="*/ 9 h 60"/>
                  <a:gd name="T24" fmla="*/ 40 w 60"/>
                  <a:gd name="T25" fmla="*/ 10 h 60"/>
                  <a:gd name="T26" fmla="*/ 35 w 60"/>
                  <a:gd name="T27" fmla="*/ 5 h 60"/>
                  <a:gd name="T28" fmla="*/ 35 w 60"/>
                  <a:gd name="T29" fmla="*/ 3 h 60"/>
                  <a:gd name="T30" fmla="*/ 32 w 60"/>
                  <a:gd name="T31" fmla="*/ 0 h 60"/>
                  <a:gd name="T32" fmla="*/ 28 w 60"/>
                  <a:gd name="T33" fmla="*/ 0 h 60"/>
                  <a:gd name="T34" fmla="*/ 25 w 60"/>
                  <a:gd name="T35" fmla="*/ 3 h 60"/>
                  <a:gd name="T36" fmla="*/ 25 w 60"/>
                  <a:gd name="T37" fmla="*/ 5 h 60"/>
                  <a:gd name="T38" fmla="*/ 23 w 60"/>
                  <a:gd name="T39" fmla="*/ 9 h 60"/>
                  <a:gd name="T40" fmla="*/ 16 w 60"/>
                  <a:gd name="T41" fmla="*/ 9 h 60"/>
                  <a:gd name="T42" fmla="*/ 14 w 60"/>
                  <a:gd name="T43" fmla="*/ 7 h 60"/>
                  <a:gd name="T44" fmla="*/ 10 w 60"/>
                  <a:gd name="T45" fmla="*/ 7 h 60"/>
                  <a:gd name="T46" fmla="*/ 7 w 60"/>
                  <a:gd name="T47" fmla="*/ 10 h 60"/>
                  <a:gd name="T48" fmla="*/ 7 w 60"/>
                  <a:gd name="T49" fmla="*/ 14 h 60"/>
                  <a:gd name="T50" fmla="*/ 9 w 60"/>
                  <a:gd name="T51" fmla="*/ 16 h 60"/>
                  <a:gd name="T52" fmla="*/ 10 w 60"/>
                  <a:gd name="T53" fmla="*/ 20 h 60"/>
                  <a:gd name="T54" fmla="*/ 5 w 60"/>
                  <a:gd name="T55" fmla="*/ 25 h 60"/>
                  <a:gd name="T56" fmla="*/ 3 w 60"/>
                  <a:gd name="T57" fmla="*/ 25 h 60"/>
                  <a:gd name="T58" fmla="*/ 0 w 60"/>
                  <a:gd name="T59" fmla="*/ 28 h 60"/>
                  <a:gd name="T60" fmla="*/ 0 w 60"/>
                  <a:gd name="T61" fmla="*/ 32 h 60"/>
                  <a:gd name="T62" fmla="*/ 3 w 60"/>
                  <a:gd name="T63" fmla="*/ 35 h 60"/>
                  <a:gd name="T64" fmla="*/ 5 w 60"/>
                  <a:gd name="T65" fmla="*/ 35 h 60"/>
                  <a:gd name="T66" fmla="*/ 9 w 60"/>
                  <a:gd name="T67" fmla="*/ 37 h 60"/>
                  <a:gd name="T68" fmla="*/ 9 w 60"/>
                  <a:gd name="T69" fmla="*/ 44 h 60"/>
                  <a:gd name="T70" fmla="*/ 7 w 60"/>
                  <a:gd name="T71" fmla="*/ 46 h 60"/>
                  <a:gd name="T72" fmla="*/ 7 w 60"/>
                  <a:gd name="T73" fmla="*/ 50 h 60"/>
                  <a:gd name="T74" fmla="*/ 10 w 60"/>
                  <a:gd name="T75" fmla="*/ 53 h 60"/>
                  <a:gd name="T76" fmla="*/ 14 w 60"/>
                  <a:gd name="T77" fmla="*/ 53 h 60"/>
                  <a:gd name="T78" fmla="*/ 16 w 60"/>
                  <a:gd name="T79" fmla="*/ 51 h 60"/>
                  <a:gd name="T80" fmla="*/ 20 w 60"/>
                  <a:gd name="T81" fmla="*/ 50 h 60"/>
                  <a:gd name="T82" fmla="*/ 25 w 60"/>
                  <a:gd name="T83" fmla="*/ 55 h 60"/>
                  <a:gd name="T84" fmla="*/ 25 w 60"/>
                  <a:gd name="T85" fmla="*/ 57 h 60"/>
                  <a:gd name="T86" fmla="*/ 28 w 60"/>
                  <a:gd name="T87" fmla="*/ 60 h 60"/>
                  <a:gd name="T88" fmla="*/ 32 w 60"/>
                  <a:gd name="T89" fmla="*/ 60 h 60"/>
                  <a:gd name="T90" fmla="*/ 35 w 60"/>
                  <a:gd name="T91" fmla="*/ 57 h 60"/>
                  <a:gd name="T92" fmla="*/ 35 w 60"/>
                  <a:gd name="T93" fmla="*/ 55 h 60"/>
                  <a:gd name="T94" fmla="*/ 37 w 60"/>
                  <a:gd name="T95" fmla="*/ 51 h 60"/>
                  <a:gd name="T96" fmla="*/ 44 w 60"/>
                  <a:gd name="T97" fmla="*/ 51 h 60"/>
                  <a:gd name="T98" fmla="*/ 46 w 60"/>
                  <a:gd name="T99" fmla="*/ 53 h 60"/>
                  <a:gd name="T100" fmla="*/ 50 w 60"/>
                  <a:gd name="T101" fmla="*/ 53 h 60"/>
                  <a:gd name="T102" fmla="*/ 53 w 60"/>
                  <a:gd name="T103" fmla="*/ 50 h 60"/>
                  <a:gd name="T104" fmla="*/ 53 w 60"/>
                  <a:gd name="T105" fmla="*/ 46 h 60"/>
                  <a:gd name="T106" fmla="*/ 51 w 60"/>
                  <a:gd name="T107" fmla="*/ 44 h 60"/>
                  <a:gd name="T108" fmla="*/ 50 w 60"/>
                  <a:gd name="T109" fmla="*/ 40 h 60"/>
                  <a:gd name="T110" fmla="*/ 55 w 60"/>
                  <a:gd name="T111" fmla="*/ 35 h 60"/>
                  <a:gd name="T112" fmla="*/ 57 w 60"/>
                  <a:gd name="T113" fmla="*/ 35 h 60"/>
                  <a:gd name="T114" fmla="*/ 40 w 60"/>
                  <a:gd name="T115" fmla="*/ 30 h 60"/>
                  <a:gd name="T116" fmla="*/ 30 w 60"/>
                  <a:gd name="T117" fmla="*/ 40 h 60"/>
                  <a:gd name="T118" fmla="*/ 20 w 60"/>
                  <a:gd name="T119" fmla="*/ 30 h 60"/>
                  <a:gd name="T120" fmla="*/ 30 w 60"/>
                  <a:gd name="T121" fmla="*/ 20 h 60"/>
                  <a:gd name="T122" fmla="*/ 40 w 60"/>
                  <a:gd name="T123"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 h="60">
                    <a:moveTo>
                      <a:pt x="57" y="35"/>
                    </a:moveTo>
                    <a:cubicBezTo>
                      <a:pt x="59" y="35"/>
                      <a:pt x="60" y="34"/>
                      <a:pt x="60" y="32"/>
                    </a:cubicBezTo>
                    <a:cubicBezTo>
                      <a:pt x="60" y="28"/>
                      <a:pt x="60" y="28"/>
                      <a:pt x="60" y="28"/>
                    </a:cubicBezTo>
                    <a:cubicBezTo>
                      <a:pt x="60" y="26"/>
                      <a:pt x="59" y="25"/>
                      <a:pt x="57" y="25"/>
                    </a:cubicBezTo>
                    <a:cubicBezTo>
                      <a:pt x="55" y="25"/>
                      <a:pt x="55" y="25"/>
                      <a:pt x="55" y="25"/>
                    </a:cubicBezTo>
                    <a:cubicBezTo>
                      <a:pt x="53" y="25"/>
                      <a:pt x="52" y="24"/>
                      <a:pt x="51" y="23"/>
                    </a:cubicBezTo>
                    <a:cubicBezTo>
                      <a:pt x="51" y="21"/>
                      <a:pt x="50" y="17"/>
                      <a:pt x="51" y="16"/>
                    </a:cubicBezTo>
                    <a:cubicBezTo>
                      <a:pt x="53" y="14"/>
                      <a:pt x="53" y="14"/>
                      <a:pt x="53" y="14"/>
                    </a:cubicBezTo>
                    <a:cubicBezTo>
                      <a:pt x="54" y="13"/>
                      <a:pt x="54" y="11"/>
                      <a:pt x="53" y="10"/>
                    </a:cubicBezTo>
                    <a:cubicBezTo>
                      <a:pt x="50" y="7"/>
                      <a:pt x="50" y="7"/>
                      <a:pt x="50" y="7"/>
                    </a:cubicBezTo>
                    <a:cubicBezTo>
                      <a:pt x="49" y="6"/>
                      <a:pt x="47" y="6"/>
                      <a:pt x="46" y="7"/>
                    </a:cubicBezTo>
                    <a:cubicBezTo>
                      <a:pt x="44" y="9"/>
                      <a:pt x="44" y="9"/>
                      <a:pt x="44" y="9"/>
                    </a:cubicBezTo>
                    <a:cubicBezTo>
                      <a:pt x="43" y="10"/>
                      <a:pt x="41" y="10"/>
                      <a:pt x="40" y="10"/>
                    </a:cubicBezTo>
                    <a:cubicBezTo>
                      <a:pt x="39" y="9"/>
                      <a:pt x="35" y="7"/>
                      <a:pt x="35" y="5"/>
                    </a:cubicBezTo>
                    <a:cubicBezTo>
                      <a:pt x="35" y="3"/>
                      <a:pt x="35" y="3"/>
                      <a:pt x="35" y="3"/>
                    </a:cubicBezTo>
                    <a:cubicBezTo>
                      <a:pt x="35" y="1"/>
                      <a:pt x="34" y="0"/>
                      <a:pt x="32" y="0"/>
                    </a:cubicBezTo>
                    <a:cubicBezTo>
                      <a:pt x="28" y="0"/>
                      <a:pt x="28" y="0"/>
                      <a:pt x="28" y="0"/>
                    </a:cubicBezTo>
                    <a:cubicBezTo>
                      <a:pt x="26" y="0"/>
                      <a:pt x="25" y="1"/>
                      <a:pt x="25" y="3"/>
                    </a:cubicBezTo>
                    <a:cubicBezTo>
                      <a:pt x="25" y="5"/>
                      <a:pt x="25" y="5"/>
                      <a:pt x="25" y="5"/>
                    </a:cubicBezTo>
                    <a:cubicBezTo>
                      <a:pt x="25" y="7"/>
                      <a:pt x="24" y="8"/>
                      <a:pt x="23" y="9"/>
                    </a:cubicBezTo>
                    <a:cubicBezTo>
                      <a:pt x="21" y="9"/>
                      <a:pt x="17" y="10"/>
                      <a:pt x="16" y="9"/>
                    </a:cubicBezTo>
                    <a:cubicBezTo>
                      <a:pt x="14" y="7"/>
                      <a:pt x="14" y="7"/>
                      <a:pt x="14" y="7"/>
                    </a:cubicBezTo>
                    <a:cubicBezTo>
                      <a:pt x="13" y="6"/>
                      <a:pt x="11" y="6"/>
                      <a:pt x="10" y="7"/>
                    </a:cubicBezTo>
                    <a:cubicBezTo>
                      <a:pt x="7" y="10"/>
                      <a:pt x="7" y="10"/>
                      <a:pt x="7" y="10"/>
                    </a:cubicBezTo>
                    <a:cubicBezTo>
                      <a:pt x="6" y="11"/>
                      <a:pt x="6" y="13"/>
                      <a:pt x="7" y="14"/>
                    </a:cubicBezTo>
                    <a:cubicBezTo>
                      <a:pt x="9" y="16"/>
                      <a:pt x="9" y="16"/>
                      <a:pt x="9" y="16"/>
                    </a:cubicBezTo>
                    <a:cubicBezTo>
                      <a:pt x="10" y="17"/>
                      <a:pt x="10" y="19"/>
                      <a:pt x="10" y="20"/>
                    </a:cubicBezTo>
                    <a:cubicBezTo>
                      <a:pt x="9" y="21"/>
                      <a:pt x="7" y="25"/>
                      <a:pt x="5" y="25"/>
                    </a:cubicBezTo>
                    <a:cubicBezTo>
                      <a:pt x="3" y="25"/>
                      <a:pt x="3" y="25"/>
                      <a:pt x="3" y="25"/>
                    </a:cubicBezTo>
                    <a:cubicBezTo>
                      <a:pt x="1" y="25"/>
                      <a:pt x="0" y="26"/>
                      <a:pt x="0" y="28"/>
                    </a:cubicBezTo>
                    <a:cubicBezTo>
                      <a:pt x="0" y="32"/>
                      <a:pt x="0" y="32"/>
                      <a:pt x="0" y="32"/>
                    </a:cubicBezTo>
                    <a:cubicBezTo>
                      <a:pt x="0" y="34"/>
                      <a:pt x="1" y="35"/>
                      <a:pt x="3" y="35"/>
                    </a:cubicBezTo>
                    <a:cubicBezTo>
                      <a:pt x="5" y="35"/>
                      <a:pt x="5" y="35"/>
                      <a:pt x="5" y="35"/>
                    </a:cubicBezTo>
                    <a:cubicBezTo>
                      <a:pt x="7" y="35"/>
                      <a:pt x="8" y="36"/>
                      <a:pt x="9" y="37"/>
                    </a:cubicBezTo>
                    <a:cubicBezTo>
                      <a:pt x="9" y="39"/>
                      <a:pt x="10" y="43"/>
                      <a:pt x="9" y="44"/>
                    </a:cubicBezTo>
                    <a:cubicBezTo>
                      <a:pt x="7" y="46"/>
                      <a:pt x="7" y="46"/>
                      <a:pt x="7" y="46"/>
                    </a:cubicBezTo>
                    <a:cubicBezTo>
                      <a:pt x="6" y="47"/>
                      <a:pt x="6" y="49"/>
                      <a:pt x="7" y="50"/>
                    </a:cubicBezTo>
                    <a:cubicBezTo>
                      <a:pt x="10" y="53"/>
                      <a:pt x="10" y="53"/>
                      <a:pt x="10" y="53"/>
                    </a:cubicBezTo>
                    <a:cubicBezTo>
                      <a:pt x="11" y="54"/>
                      <a:pt x="13" y="54"/>
                      <a:pt x="14" y="53"/>
                    </a:cubicBezTo>
                    <a:cubicBezTo>
                      <a:pt x="16" y="51"/>
                      <a:pt x="16" y="51"/>
                      <a:pt x="16" y="51"/>
                    </a:cubicBezTo>
                    <a:cubicBezTo>
                      <a:pt x="17" y="50"/>
                      <a:pt x="19" y="50"/>
                      <a:pt x="20" y="50"/>
                    </a:cubicBezTo>
                    <a:cubicBezTo>
                      <a:pt x="21" y="51"/>
                      <a:pt x="25" y="53"/>
                      <a:pt x="25" y="55"/>
                    </a:cubicBezTo>
                    <a:cubicBezTo>
                      <a:pt x="25" y="57"/>
                      <a:pt x="25" y="57"/>
                      <a:pt x="25" y="57"/>
                    </a:cubicBezTo>
                    <a:cubicBezTo>
                      <a:pt x="25" y="59"/>
                      <a:pt x="26" y="60"/>
                      <a:pt x="28" y="60"/>
                    </a:cubicBezTo>
                    <a:cubicBezTo>
                      <a:pt x="32" y="60"/>
                      <a:pt x="32" y="60"/>
                      <a:pt x="32" y="60"/>
                    </a:cubicBezTo>
                    <a:cubicBezTo>
                      <a:pt x="34" y="60"/>
                      <a:pt x="35" y="59"/>
                      <a:pt x="35" y="57"/>
                    </a:cubicBezTo>
                    <a:cubicBezTo>
                      <a:pt x="35" y="55"/>
                      <a:pt x="35" y="55"/>
                      <a:pt x="35" y="55"/>
                    </a:cubicBezTo>
                    <a:cubicBezTo>
                      <a:pt x="35" y="53"/>
                      <a:pt x="36" y="52"/>
                      <a:pt x="37" y="51"/>
                    </a:cubicBezTo>
                    <a:cubicBezTo>
                      <a:pt x="39" y="51"/>
                      <a:pt x="43" y="50"/>
                      <a:pt x="44" y="51"/>
                    </a:cubicBezTo>
                    <a:cubicBezTo>
                      <a:pt x="46" y="53"/>
                      <a:pt x="46" y="53"/>
                      <a:pt x="46" y="53"/>
                    </a:cubicBezTo>
                    <a:cubicBezTo>
                      <a:pt x="47" y="54"/>
                      <a:pt x="49" y="54"/>
                      <a:pt x="50" y="53"/>
                    </a:cubicBezTo>
                    <a:cubicBezTo>
                      <a:pt x="53" y="50"/>
                      <a:pt x="53" y="50"/>
                      <a:pt x="53" y="50"/>
                    </a:cubicBezTo>
                    <a:cubicBezTo>
                      <a:pt x="54" y="49"/>
                      <a:pt x="54" y="47"/>
                      <a:pt x="53" y="46"/>
                    </a:cubicBezTo>
                    <a:cubicBezTo>
                      <a:pt x="51" y="44"/>
                      <a:pt x="51" y="44"/>
                      <a:pt x="51" y="44"/>
                    </a:cubicBezTo>
                    <a:cubicBezTo>
                      <a:pt x="50" y="43"/>
                      <a:pt x="50" y="41"/>
                      <a:pt x="50" y="40"/>
                    </a:cubicBezTo>
                    <a:cubicBezTo>
                      <a:pt x="51" y="39"/>
                      <a:pt x="53" y="35"/>
                      <a:pt x="55" y="35"/>
                    </a:cubicBezTo>
                    <a:lnTo>
                      <a:pt x="57" y="35"/>
                    </a:lnTo>
                    <a:close/>
                    <a:moveTo>
                      <a:pt x="40" y="30"/>
                    </a:moveTo>
                    <a:cubicBezTo>
                      <a:pt x="40" y="36"/>
                      <a:pt x="36" y="40"/>
                      <a:pt x="30" y="40"/>
                    </a:cubicBezTo>
                    <a:cubicBezTo>
                      <a:pt x="24" y="40"/>
                      <a:pt x="20" y="36"/>
                      <a:pt x="20" y="30"/>
                    </a:cubicBezTo>
                    <a:cubicBezTo>
                      <a:pt x="20" y="24"/>
                      <a:pt x="24" y="20"/>
                      <a:pt x="30" y="20"/>
                    </a:cubicBezTo>
                    <a:cubicBezTo>
                      <a:pt x="36" y="20"/>
                      <a:pt x="40" y="24"/>
                      <a:pt x="40"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grpSp>
      <p:grpSp>
        <p:nvGrpSpPr>
          <p:cNvPr id="49" name="组合 48"/>
          <p:cNvGrpSpPr/>
          <p:nvPr/>
        </p:nvGrpSpPr>
        <p:grpSpPr>
          <a:xfrm>
            <a:off x="4369395" y="3749975"/>
            <a:ext cx="939800" cy="939800"/>
            <a:chOff x="3080330" y="2789142"/>
            <a:chExt cx="939800" cy="939800"/>
          </a:xfrm>
        </p:grpSpPr>
        <p:sp>
          <p:nvSpPr>
            <p:cNvPr id="50" name="椭圆 49"/>
            <p:cNvSpPr/>
            <p:nvPr/>
          </p:nvSpPr>
          <p:spPr>
            <a:xfrm>
              <a:off x="3080330" y="2789142"/>
              <a:ext cx="939800" cy="939800"/>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51" name="组合 50"/>
            <p:cNvGrpSpPr/>
            <p:nvPr/>
          </p:nvGrpSpPr>
          <p:grpSpPr>
            <a:xfrm>
              <a:off x="3294687" y="3010257"/>
              <a:ext cx="497794" cy="491067"/>
              <a:chOff x="8123237" y="3667126"/>
              <a:chExt cx="234950" cy="231775"/>
            </a:xfrm>
            <a:solidFill>
              <a:schemeClr val="bg1"/>
            </a:solidFill>
          </p:grpSpPr>
          <p:sp>
            <p:nvSpPr>
              <p:cNvPr id="52" name="Freeform 1086"/>
              <p:cNvSpPr>
                <a:spLocks noEditPoints="1"/>
              </p:cNvSpPr>
              <p:nvPr/>
            </p:nvSpPr>
            <p:spPr bwMode="auto">
              <a:xfrm>
                <a:off x="8123237" y="3667126"/>
                <a:ext cx="234950" cy="231775"/>
              </a:xfrm>
              <a:custGeom>
                <a:avLst/>
                <a:gdLst>
                  <a:gd name="T0" fmla="*/ 50 w 100"/>
                  <a:gd name="T1" fmla="*/ 0 h 99"/>
                  <a:gd name="T2" fmla="*/ 0 w 100"/>
                  <a:gd name="T3" fmla="*/ 49 h 99"/>
                  <a:gd name="T4" fmla="*/ 50 w 100"/>
                  <a:gd name="T5" fmla="*/ 99 h 99"/>
                  <a:gd name="T6" fmla="*/ 100 w 100"/>
                  <a:gd name="T7" fmla="*/ 49 h 99"/>
                  <a:gd name="T8" fmla="*/ 50 w 100"/>
                  <a:gd name="T9" fmla="*/ 0 h 99"/>
                  <a:gd name="T10" fmla="*/ 50 w 100"/>
                  <a:gd name="T11" fmla="*/ 95 h 99"/>
                  <a:gd name="T12" fmla="*/ 4 w 100"/>
                  <a:gd name="T13" fmla="*/ 49 h 99"/>
                  <a:gd name="T14" fmla="*/ 50 w 100"/>
                  <a:gd name="T15" fmla="*/ 4 h 99"/>
                  <a:gd name="T16" fmla="*/ 96 w 100"/>
                  <a:gd name="T17" fmla="*/ 49 h 99"/>
                  <a:gd name="T18" fmla="*/ 50 w 100"/>
                  <a:gd name="T19" fmla="*/ 9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99">
                    <a:moveTo>
                      <a:pt x="50" y="0"/>
                    </a:moveTo>
                    <a:cubicBezTo>
                      <a:pt x="23" y="0"/>
                      <a:pt x="0" y="22"/>
                      <a:pt x="0" y="49"/>
                    </a:cubicBezTo>
                    <a:cubicBezTo>
                      <a:pt x="0" y="77"/>
                      <a:pt x="23" y="99"/>
                      <a:pt x="50" y="99"/>
                    </a:cubicBezTo>
                    <a:cubicBezTo>
                      <a:pt x="77" y="99"/>
                      <a:pt x="100" y="77"/>
                      <a:pt x="100" y="49"/>
                    </a:cubicBezTo>
                    <a:cubicBezTo>
                      <a:pt x="100" y="22"/>
                      <a:pt x="77" y="0"/>
                      <a:pt x="50" y="0"/>
                    </a:cubicBezTo>
                    <a:close/>
                    <a:moveTo>
                      <a:pt x="50" y="95"/>
                    </a:moveTo>
                    <a:cubicBezTo>
                      <a:pt x="25" y="95"/>
                      <a:pt x="4" y="75"/>
                      <a:pt x="4" y="49"/>
                    </a:cubicBezTo>
                    <a:cubicBezTo>
                      <a:pt x="4" y="24"/>
                      <a:pt x="25" y="4"/>
                      <a:pt x="50" y="4"/>
                    </a:cubicBezTo>
                    <a:cubicBezTo>
                      <a:pt x="75" y="4"/>
                      <a:pt x="96" y="24"/>
                      <a:pt x="96" y="49"/>
                    </a:cubicBezTo>
                    <a:cubicBezTo>
                      <a:pt x="96" y="75"/>
                      <a:pt x="75" y="95"/>
                      <a:pt x="50"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3" name="Freeform 1087"/>
              <p:cNvSpPr>
                <a:spLocks noEditPoints="1"/>
              </p:cNvSpPr>
              <p:nvPr/>
            </p:nvSpPr>
            <p:spPr bwMode="auto">
              <a:xfrm>
                <a:off x="8147050" y="3687763"/>
                <a:ext cx="188912" cy="188913"/>
              </a:xfrm>
              <a:custGeom>
                <a:avLst/>
                <a:gdLst>
                  <a:gd name="T0" fmla="*/ 40 w 80"/>
                  <a:gd name="T1" fmla="*/ 0 h 80"/>
                  <a:gd name="T2" fmla="*/ 0 w 80"/>
                  <a:gd name="T3" fmla="*/ 40 h 80"/>
                  <a:gd name="T4" fmla="*/ 40 w 80"/>
                  <a:gd name="T5" fmla="*/ 80 h 80"/>
                  <a:gd name="T6" fmla="*/ 80 w 80"/>
                  <a:gd name="T7" fmla="*/ 40 h 80"/>
                  <a:gd name="T8" fmla="*/ 40 w 80"/>
                  <a:gd name="T9" fmla="*/ 0 h 80"/>
                  <a:gd name="T10" fmla="*/ 55 w 80"/>
                  <a:gd name="T11" fmla="*/ 40 h 80"/>
                  <a:gd name="T12" fmla="*/ 55 w 80"/>
                  <a:gd name="T13" fmla="*/ 46 h 80"/>
                  <a:gd name="T14" fmla="*/ 43 w 80"/>
                  <a:gd name="T15" fmla="*/ 46 h 80"/>
                  <a:gd name="T16" fmla="*/ 43 w 80"/>
                  <a:gd name="T17" fmla="*/ 49 h 80"/>
                  <a:gd name="T18" fmla="*/ 55 w 80"/>
                  <a:gd name="T19" fmla="*/ 49 h 80"/>
                  <a:gd name="T20" fmla="*/ 55 w 80"/>
                  <a:gd name="T21" fmla="*/ 55 h 80"/>
                  <a:gd name="T22" fmla="*/ 43 w 80"/>
                  <a:gd name="T23" fmla="*/ 55 h 80"/>
                  <a:gd name="T24" fmla="*/ 43 w 80"/>
                  <a:gd name="T25" fmla="*/ 64 h 80"/>
                  <a:gd name="T26" fmla="*/ 37 w 80"/>
                  <a:gd name="T27" fmla="*/ 64 h 80"/>
                  <a:gd name="T28" fmla="*/ 37 w 80"/>
                  <a:gd name="T29" fmla="*/ 55 h 80"/>
                  <a:gd name="T30" fmla="*/ 25 w 80"/>
                  <a:gd name="T31" fmla="*/ 55 h 80"/>
                  <a:gd name="T32" fmla="*/ 25 w 80"/>
                  <a:gd name="T33" fmla="*/ 49 h 80"/>
                  <a:gd name="T34" fmla="*/ 37 w 80"/>
                  <a:gd name="T35" fmla="*/ 49 h 80"/>
                  <a:gd name="T36" fmla="*/ 37 w 80"/>
                  <a:gd name="T37" fmla="*/ 46 h 80"/>
                  <a:gd name="T38" fmla="*/ 25 w 80"/>
                  <a:gd name="T39" fmla="*/ 46 h 80"/>
                  <a:gd name="T40" fmla="*/ 25 w 80"/>
                  <a:gd name="T41" fmla="*/ 40 h 80"/>
                  <a:gd name="T42" fmla="*/ 34 w 80"/>
                  <a:gd name="T43" fmla="*/ 40 h 80"/>
                  <a:gd name="T44" fmla="*/ 23 w 80"/>
                  <a:gd name="T45" fmla="*/ 19 h 80"/>
                  <a:gd name="T46" fmla="*/ 30 w 80"/>
                  <a:gd name="T47" fmla="*/ 19 h 80"/>
                  <a:gd name="T48" fmla="*/ 38 w 80"/>
                  <a:gd name="T49" fmla="*/ 35 h 80"/>
                  <a:gd name="T50" fmla="*/ 40 w 80"/>
                  <a:gd name="T51" fmla="*/ 38 h 80"/>
                  <a:gd name="T52" fmla="*/ 42 w 80"/>
                  <a:gd name="T53" fmla="*/ 34 h 80"/>
                  <a:gd name="T54" fmla="*/ 50 w 80"/>
                  <a:gd name="T55" fmla="*/ 19 h 80"/>
                  <a:gd name="T56" fmla="*/ 57 w 80"/>
                  <a:gd name="T57" fmla="*/ 19 h 80"/>
                  <a:gd name="T58" fmla="*/ 46 w 80"/>
                  <a:gd name="T59" fmla="*/ 40 h 80"/>
                  <a:gd name="T60" fmla="*/ 55 w 80"/>
                  <a:gd name="T61"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0" h="80">
                    <a:moveTo>
                      <a:pt x="40" y="0"/>
                    </a:moveTo>
                    <a:cubicBezTo>
                      <a:pt x="18" y="0"/>
                      <a:pt x="0" y="18"/>
                      <a:pt x="0" y="40"/>
                    </a:cubicBezTo>
                    <a:cubicBezTo>
                      <a:pt x="0" y="62"/>
                      <a:pt x="18" y="80"/>
                      <a:pt x="40" y="80"/>
                    </a:cubicBezTo>
                    <a:cubicBezTo>
                      <a:pt x="62" y="80"/>
                      <a:pt x="80" y="62"/>
                      <a:pt x="80" y="40"/>
                    </a:cubicBezTo>
                    <a:cubicBezTo>
                      <a:pt x="80" y="18"/>
                      <a:pt x="62" y="0"/>
                      <a:pt x="40" y="0"/>
                    </a:cubicBezTo>
                    <a:close/>
                    <a:moveTo>
                      <a:pt x="55" y="40"/>
                    </a:moveTo>
                    <a:cubicBezTo>
                      <a:pt x="55" y="46"/>
                      <a:pt x="55" y="46"/>
                      <a:pt x="55" y="46"/>
                    </a:cubicBezTo>
                    <a:cubicBezTo>
                      <a:pt x="43" y="46"/>
                      <a:pt x="43" y="46"/>
                      <a:pt x="43" y="46"/>
                    </a:cubicBezTo>
                    <a:cubicBezTo>
                      <a:pt x="43" y="49"/>
                      <a:pt x="43" y="49"/>
                      <a:pt x="43" y="49"/>
                    </a:cubicBezTo>
                    <a:cubicBezTo>
                      <a:pt x="55" y="49"/>
                      <a:pt x="55" y="49"/>
                      <a:pt x="55" y="49"/>
                    </a:cubicBezTo>
                    <a:cubicBezTo>
                      <a:pt x="55" y="55"/>
                      <a:pt x="55" y="55"/>
                      <a:pt x="55" y="55"/>
                    </a:cubicBezTo>
                    <a:cubicBezTo>
                      <a:pt x="43" y="55"/>
                      <a:pt x="43" y="55"/>
                      <a:pt x="43" y="55"/>
                    </a:cubicBezTo>
                    <a:cubicBezTo>
                      <a:pt x="43" y="64"/>
                      <a:pt x="43" y="64"/>
                      <a:pt x="43" y="64"/>
                    </a:cubicBezTo>
                    <a:cubicBezTo>
                      <a:pt x="37" y="64"/>
                      <a:pt x="37" y="64"/>
                      <a:pt x="37" y="64"/>
                    </a:cubicBezTo>
                    <a:cubicBezTo>
                      <a:pt x="37" y="55"/>
                      <a:pt x="37" y="55"/>
                      <a:pt x="37" y="55"/>
                    </a:cubicBezTo>
                    <a:cubicBezTo>
                      <a:pt x="25" y="55"/>
                      <a:pt x="25" y="55"/>
                      <a:pt x="25" y="55"/>
                    </a:cubicBezTo>
                    <a:cubicBezTo>
                      <a:pt x="25" y="49"/>
                      <a:pt x="25" y="49"/>
                      <a:pt x="25" y="49"/>
                    </a:cubicBezTo>
                    <a:cubicBezTo>
                      <a:pt x="37" y="49"/>
                      <a:pt x="37" y="49"/>
                      <a:pt x="37" y="49"/>
                    </a:cubicBezTo>
                    <a:cubicBezTo>
                      <a:pt x="37" y="46"/>
                      <a:pt x="37" y="46"/>
                      <a:pt x="37" y="46"/>
                    </a:cubicBezTo>
                    <a:cubicBezTo>
                      <a:pt x="25" y="46"/>
                      <a:pt x="25" y="46"/>
                      <a:pt x="25" y="46"/>
                    </a:cubicBezTo>
                    <a:cubicBezTo>
                      <a:pt x="25" y="40"/>
                      <a:pt x="25" y="40"/>
                      <a:pt x="25" y="40"/>
                    </a:cubicBezTo>
                    <a:cubicBezTo>
                      <a:pt x="34" y="40"/>
                      <a:pt x="34" y="40"/>
                      <a:pt x="34" y="40"/>
                    </a:cubicBezTo>
                    <a:cubicBezTo>
                      <a:pt x="23" y="19"/>
                      <a:pt x="23" y="19"/>
                      <a:pt x="23" y="19"/>
                    </a:cubicBezTo>
                    <a:cubicBezTo>
                      <a:pt x="30" y="19"/>
                      <a:pt x="30" y="19"/>
                      <a:pt x="30" y="19"/>
                    </a:cubicBezTo>
                    <a:cubicBezTo>
                      <a:pt x="38" y="35"/>
                      <a:pt x="38" y="35"/>
                      <a:pt x="38" y="35"/>
                    </a:cubicBezTo>
                    <a:cubicBezTo>
                      <a:pt x="39" y="36"/>
                      <a:pt x="39" y="37"/>
                      <a:pt x="40" y="38"/>
                    </a:cubicBezTo>
                    <a:cubicBezTo>
                      <a:pt x="40" y="37"/>
                      <a:pt x="41" y="36"/>
                      <a:pt x="42" y="34"/>
                    </a:cubicBezTo>
                    <a:cubicBezTo>
                      <a:pt x="50" y="19"/>
                      <a:pt x="50" y="19"/>
                      <a:pt x="50" y="19"/>
                    </a:cubicBezTo>
                    <a:cubicBezTo>
                      <a:pt x="57" y="19"/>
                      <a:pt x="57" y="19"/>
                      <a:pt x="57" y="19"/>
                    </a:cubicBezTo>
                    <a:cubicBezTo>
                      <a:pt x="46" y="40"/>
                      <a:pt x="46" y="40"/>
                      <a:pt x="46" y="40"/>
                    </a:cubicBezTo>
                    <a:lnTo>
                      <a:pt x="55"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grpSp>
      <p:grpSp>
        <p:nvGrpSpPr>
          <p:cNvPr id="54" name="组合 53"/>
          <p:cNvGrpSpPr/>
          <p:nvPr/>
        </p:nvGrpSpPr>
        <p:grpSpPr>
          <a:xfrm>
            <a:off x="7076985" y="3389777"/>
            <a:ext cx="901165" cy="901165"/>
            <a:chOff x="5719249" y="3077288"/>
            <a:chExt cx="767347" cy="767347"/>
          </a:xfrm>
        </p:grpSpPr>
        <p:sp>
          <p:nvSpPr>
            <p:cNvPr id="55" name="椭圆 54"/>
            <p:cNvSpPr/>
            <p:nvPr/>
          </p:nvSpPr>
          <p:spPr>
            <a:xfrm>
              <a:off x="5719249" y="3077288"/>
              <a:ext cx="767347" cy="767347"/>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6" name="Freeform 748"/>
            <p:cNvSpPr>
              <a:spLocks noEditPoints="1"/>
            </p:cNvSpPr>
            <p:nvPr/>
          </p:nvSpPr>
          <p:spPr bwMode="auto">
            <a:xfrm>
              <a:off x="5947156" y="3271991"/>
              <a:ext cx="311533" cy="318115"/>
            </a:xfrm>
            <a:custGeom>
              <a:avLst/>
              <a:gdLst>
                <a:gd name="T0" fmla="*/ 38 w 60"/>
                <a:gd name="T1" fmla="*/ 8 h 61"/>
                <a:gd name="T2" fmla="*/ 22 w 60"/>
                <a:gd name="T3" fmla="*/ 8 h 61"/>
                <a:gd name="T4" fmla="*/ 45 w 60"/>
                <a:gd name="T5" fmla="*/ 41 h 61"/>
                <a:gd name="T6" fmla="*/ 50 w 60"/>
                <a:gd name="T7" fmla="*/ 58 h 61"/>
                <a:gd name="T8" fmla="*/ 51 w 60"/>
                <a:gd name="T9" fmla="*/ 44 h 61"/>
                <a:gd name="T10" fmla="*/ 55 w 60"/>
                <a:gd name="T11" fmla="*/ 58 h 61"/>
                <a:gd name="T12" fmla="*/ 55 w 60"/>
                <a:gd name="T13" fmla="*/ 38 h 61"/>
                <a:gd name="T14" fmla="*/ 56 w 60"/>
                <a:gd name="T15" fmla="*/ 29 h 61"/>
                <a:gd name="T16" fmla="*/ 60 w 60"/>
                <a:gd name="T17" fmla="*/ 38 h 61"/>
                <a:gd name="T18" fmla="*/ 56 w 60"/>
                <a:gd name="T19" fmla="*/ 21 h 61"/>
                <a:gd name="T20" fmla="*/ 47 w 60"/>
                <a:gd name="T21" fmla="*/ 23 h 61"/>
                <a:gd name="T22" fmla="*/ 45 w 60"/>
                <a:gd name="T23" fmla="*/ 41 h 61"/>
                <a:gd name="T24" fmla="*/ 37 w 60"/>
                <a:gd name="T25" fmla="*/ 26 h 61"/>
                <a:gd name="T26" fmla="*/ 36 w 60"/>
                <a:gd name="T27" fmla="*/ 37 h 61"/>
                <a:gd name="T28" fmla="*/ 36 w 60"/>
                <a:gd name="T29" fmla="*/ 61 h 61"/>
                <a:gd name="T30" fmla="*/ 31 w 60"/>
                <a:gd name="T31" fmla="*/ 44 h 61"/>
                <a:gd name="T32" fmla="*/ 30 w 60"/>
                <a:gd name="T33" fmla="*/ 61 h 61"/>
                <a:gd name="T34" fmla="*/ 24 w 60"/>
                <a:gd name="T35" fmla="*/ 40 h 61"/>
                <a:gd name="T36" fmla="*/ 24 w 60"/>
                <a:gd name="T37" fmla="*/ 26 h 61"/>
                <a:gd name="T38" fmla="*/ 23 w 60"/>
                <a:gd name="T39" fmla="*/ 37 h 61"/>
                <a:gd name="T40" fmla="*/ 18 w 60"/>
                <a:gd name="T41" fmla="*/ 22 h 61"/>
                <a:gd name="T42" fmla="*/ 37 w 60"/>
                <a:gd name="T43" fmla="*/ 17 h 61"/>
                <a:gd name="T44" fmla="*/ 43 w 60"/>
                <a:gd name="T45" fmla="*/ 37 h 61"/>
                <a:gd name="T46" fmla="*/ 15 w 60"/>
                <a:gd name="T47" fmla="*/ 41 h 61"/>
                <a:gd name="T48" fmla="*/ 10 w 60"/>
                <a:gd name="T49" fmla="*/ 58 h 61"/>
                <a:gd name="T50" fmla="*/ 9 w 60"/>
                <a:gd name="T51" fmla="*/ 44 h 61"/>
                <a:gd name="T52" fmla="*/ 5 w 60"/>
                <a:gd name="T53" fmla="*/ 58 h 61"/>
                <a:gd name="T54" fmla="*/ 5 w 60"/>
                <a:gd name="T55" fmla="*/ 38 h 61"/>
                <a:gd name="T56" fmla="*/ 4 w 60"/>
                <a:gd name="T57" fmla="*/ 29 h 61"/>
                <a:gd name="T58" fmla="*/ 0 w 60"/>
                <a:gd name="T59" fmla="*/ 38 h 61"/>
                <a:gd name="T60" fmla="*/ 4 w 60"/>
                <a:gd name="T61" fmla="*/ 21 h 61"/>
                <a:gd name="T62" fmla="*/ 13 w 60"/>
                <a:gd name="T63" fmla="*/ 23 h 61"/>
                <a:gd name="T64" fmla="*/ 15 w 60"/>
                <a:gd name="T65" fmla="*/ 41 h 61"/>
                <a:gd name="T66" fmla="*/ 16 w 60"/>
                <a:gd name="T67" fmla="*/ 14 h 61"/>
                <a:gd name="T68" fmla="*/ 15 w 60"/>
                <a:gd name="T69" fmla="*/ 18 h 61"/>
                <a:gd name="T70" fmla="*/ 3 w 60"/>
                <a:gd name="T71" fmla="*/ 14 h 61"/>
                <a:gd name="T72" fmla="*/ 50 w 60"/>
                <a:gd name="T73" fmla="*/ 7 h 61"/>
                <a:gd name="T74" fmla="*/ 45 w 60"/>
                <a:gd name="T75" fmla="*/ 18 h 61"/>
                <a:gd name="T76" fmla="*/ 50 w 60"/>
                <a:gd name="T77" fmla="*/ 20 h 61"/>
                <a:gd name="T78" fmla="*/ 50 w 60"/>
                <a:gd name="T79" fmla="*/ 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 h="61">
                  <a:moveTo>
                    <a:pt x="30" y="0"/>
                  </a:moveTo>
                  <a:cubicBezTo>
                    <a:pt x="35" y="0"/>
                    <a:pt x="38" y="3"/>
                    <a:pt x="38" y="8"/>
                  </a:cubicBezTo>
                  <a:cubicBezTo>
                    <a:pt x="38" y="12"/>
                    <a:pt x="35" y="16"/>
                    <a:pt x="30" y="16"/>
                  </a:cubicBezTo>
                  <a:cubicBezTo>
                    <a:pt x="26" y="16"/>
                    <a:pt x="22" y="12"/>
                    <a:pt x="22" y="8"/>
                  </a:cubicBezTo>
                  <a:cubicBezTo>
                    <a:pt x="22" y="3"/>
                    <a:pt x="26" y="0"/>
                    <a:pt x="30" y="0"/>
                  </a:cubicBezTo>
                  <a:close/>
                  <a:moveTo>
                    <a:pt x="45" y="41"/>
                  </a:moveTo>
                  <a:cubicBezTo>
                    <a:pt x="45" y="58"/>
                    <a:pt x="45" y="58"/>
                    <a:pt x="45" y="58"/>
                  </a:cubicBezTo>
                  <a:cubicBezTo>
                    <a:pt x="50" y="58"/>
                    <a:pt x="50" y="58"/>
                    <a:pt x="50" y="58"/>
                  </a:cubicBezTo>
                  <a:cubicBezTo>
                    <a:pt x="50" y="44"/>
                    <a:pt x="50" y="44"/>
                    <a:pt x="50" y="44"/>
                  </a:cubicBezTo>
                  <a:cubicBezTo>
                    <a:pt x="51" y="44"/>
                    <a:pt x="51" y="44"/>
                    <a:pt x="51" y="44"/>
                  </a:cubicBezTo>
                  <a:cubicBezTo>
                    <a:pt x="51" y="58"/>
                    <a:pt x="51" y="58"/>
                    <a:pt x="51" y="58"/>
                  </a:cubicBezTo>
                  <a:cubicBezTo>
                    <a:pt x="55" y="58"/>
                    <a:pt x="55" y="58"/>
                    <a:pt x="55" y="58"/>
                  </a:cubicBezTo>
                  <a:cubicBezTo>
                    <a:pt x="55" y="41"/>
                    <a:pt x="55" y="41"/>
                    <a:pt x="55" y="41"/>
                  </a:cubicBezTo>
                  <a:cubicBezTo>
                    <a:pt x="55" y="38"/>
                    <a:pt x="55" y="38"/>
                    <a:pt x="55" y="38"/>
                  </a:cubicBezTo>
                  <a:cubicBezTo>
                    <a:pt x="55" y="29"/>
                    <a:pt x="55" y="29"/>
                    <a:pt x="55" y="29"/>
                  </a:cubicBezTo>
                  <a:cubicBezTo>
                    <a:pt x="56" y="29"/>
                    <a:pt x="56" y="29"/>
                    <a:pt x="56" y="29"/>
                  </a:cubicBezTo>
                  <a:cubicBezTo>
                    <a:pt x="56" y="38"/>
                    <a:pt x="56" y="38"/>
                    <a:pt x="56" y="38"/>
                  </a:cubicBezTo>
                  <a:cubicBezTo>
                    <a:pt x="60" y="38"/>
                    <a:pt x="60" y="38"/>
                    <a:pt x="60" y="38"/>
                  </a:cubicBezTo>
                  <a:cubicBezTo>
                    <a:pt x="60" y="25"/>
                    <a:pt x="60" y="25"/>
                    <a:pt x="60" y="25"/>
                  </a:cubicBezTo>
                  <a:cubicBezTo>
                    <a:pt x="60" y="23"/>
                    <a:pt x="58" y="21"/>
                    <a:pt x="56" y="21"/>
                  </a:cubicBezTo>
                  <a:cubicBezTo>
                    <a:pt x="47" y="21"/>
                    <a:pt x="47" y="21"/>
                    <a:pt x="47" y="21"/>
                  </a:cubicBezTo>
                  <a:cubicBezTo>
                    <a:pt x="47" y="22"/>
                    <a:pt x="47" y="22"/>
                    <a:pt x="47" y="23"/>
                  </a:cubicBezTo>
                  <a:cubicBezTo>
                    <a:pt x="47" y="41"/>
                    <a:pt x="47" y="41"/>
                    <a:pt x="47" y="41"/>
                  </a:cubicBezTo>
                  <a:cubicBezTo>
                    <a:pt x="45" y="41"/>
                    <a:pt x="45" y="41"/>
                    <a:pt x="45" y="41"/>
                  </a:cubicBezTo>
                  <a:close/>
                  <a:moveTo>
                    <a:pt x="37" y="37"/>
                  </a:moveTo>
                  <a:cubicBezTo>
                    <a:pt x="37" y="26"/>
                    <a:pt x="37" y="26"/>
                    <a:pt x="37" y="26"/>
                  </a:cubicBezTo>
                  <a:cubicBezTo>
                    <a:pt x="36" y="26"/>
                    <a:pt x="36" y="26"/>
                    <a:pt x="36" y="26"/>
                  </a:cubicBezTo>
                  <a:cubicBezTo>
                    <a:pt x="36" y="37"/>
                    <a:pt x="36" y="37"/>
                    <a:pt x="36" y="37"/>
                  </a:cubicBezTo>
                  <a:cubicBezTo>
                    <a:pt x="36" y="40"/>
                    <a:pt x="36" y="40"/>
                    <a:pt x="36" y="40"/>
                  </a:cubicBezTo>
                  <a:cubicBezTo>
                    <a:pt x="36" y="61"/>
                    <a:pt x="36" y="61"/>
                    <a:pt x="36" y="61"/>
                  </a:cubicBezTo>
                  <a:cubicBezTo>
                    <a:pt x="31" y="61"/>
                    <a:pt x="31" y="61"/>
                    <a:pt x="31" y="61"/>
                  </a:cubicBezTo>
                  <a:cubicBezTo>
                    <a:pt x="31" y="44"/>
                    <a:pt x="31" y="44"/>
                    <a:pt x="31" y="44"/>
                  </a:cubicBezTo>
                  <a:cubicBezTo>
                    <a:pt x="30" y="44"/>
                    <a:pt x="30" y="44"/>
                    <a:pt x="30" y="44"/>
                  </a:cubicBezTo>
                  <a:cubicBezTo>
                    <a:pt x="30" y="61"/>
                    <a:pt x="30" y="61"/>
                    <a:pt x="30" y="61"/>
                  </a:cubicBezTo>
                  <a:cubicBezTo>
                    <a:pt x="24" y="61"/>
                    <a:pt x="24" y="61"/>
                    <a:pt x="24" y="61"/>
                  </a:cubicBezTo>
                  <a:cubicBezTo>
                    <a:pt x="24" y="40"/>
                    <a:pt x="24" y="40"/>
                    <a:pt x="24" y="40"/>
                  </a:cubicBezTo>
                  <a:cubicBezTo>
                    <a:pt x="24" y="37"/>
                    <a:pt x="24" y="37"/>
                    <a:pt x="24" y="37"/>
                  </a:cubicBezTo>
                  <a:cubicBezTo>
                    <a:pt x="24" y="26"/>
                    <a:pt x="24" y="26"/>
                    <a:pt x="24" y="26"/>
                  </a:cubicBezTo>
                  <a:cubicBezTo>
                    <a:pt x="23" y="26"/>
                    <a:pt x="23" y="26"/>
                    <a:pt x="23" y="26"/>
                  </a:cubicBezTo>
                  <a:cubicBezTo>
                    <a:pt x="23" y="37"/>
                    <a:pt x="23" y="37"/>
                    <a:pt x="23" y="37"/>
                  </a:cubicBezTo>
                  <a:cubicBezTo>
                    <a:pt x="18" y="37"/>
                    <a:pt x="18" y="37"/>
                    <a:pt x="18" y="37"/>
                  </a:cubicBezTo>
                  <a:cubicBezTo>
                    <a:pt x="18" y="22"/>
                    <a:pt x="18" y="22"/>
                    <a:pt x="18" y="22"/>
                  </a:cubicBezTo>
                  <a:cubicBezTo>
                    <a:pt x="18" y="19"/>
                    <a:pt x="20" y="17"/>
                    <a:pt x="23" y="17"/>
                  </a:cubicBezTo>
                  <a:cubicBezTo>
                    <a:pt x="38" y="17"/>
                    <a:pt x="22" y="17"/>
                    <a:pt x="37" y="17"/>
                  </a:cubicBezTo>
                  <a:cubicBezTo>
                    <a:pt x="40" y="17"/>
                    <a:pt x="43" y="19"/>
                    <a:pt x="43" y="22"/>
                  </a:cubicBezTo>
                  <a:cubicBezTo>
                    <a:pt x="43" y="37"/>
                    <a:pt x="43" y="37"/>
                    <a:pt x="43" y="37"/>
                  </a:cubicBezTo>
                  <a:cubicBezTo>
                    <a:pt x="42" y="37"/>
                    <a:pt x="40" y="37"/>
                    <a:pt x="37" y="37"/>
                  </a:cubicBezTo>
                  <a:close/>
                  <a:moveTo>
                    <a:pt x="15" y="41"/>
                  </a:moveTo>
                  <a:cubicBezTo>
                    <a:pt x="15" y="58"/>
                    <a:pt x="15" y="58"/>
                    <a:pt x="15" y="58"/>
                  </a:cubicBezTo>
                  <a:cubicBezTo>
                    <a:pt x="10" y="58"/>
                    <a:pt x="10" y="58"/>
                    <a:pt x="10" y="58"/>
                  </a:cubicBezTo>
                  <a:cubicBezTo>
                    <a:pt x="10" y="44"/>
                    <a:pt x="10" y="44"/>
                    <a:pt x="10" y="44"/>
                  </a:cubicBezTo>
                  <a:cubicBezTo>
                    <a:pt x="9" y="44"/>
                    <a:pt x="9" y="44"/>
                    <a:pt x="9" y="44"/>
                  </a:cubicBezTo>
                  <a:cubicBezTo>
                    <a:pt x="9" y="58"/>
                    <a:pt x="9" y="58"/>
                    <a:pt x="9" y="58"/>
                  </a:cubicBezTo>
                  <a:cubicBezTo>
                    <a:pt x="5" y="58"/>
                    <a:pt x="5" y="58"/>
                    <a:pt x="5" y="58"/>
                  </a:cubicBezTo>
                  <a:cubicBezTo>
                    <a:pt x="5" y="41"/>
                    <a:pt x="5" y="41"/>
                    <a:pt x="5" y="41"/>
                  </a:cubicBezTo>
                  <a:cubicBezTo>
                    <a:pt x="5" y="38"/>
                    <a:pt x="5" y="38"/>
                    <a:pt x="5" y="38"/>
                  </a:cubicBezTo>
                  <a:cubicBezTo>
                    <a:pt x="5" y="29"/>
                    <a:pt x="5" y="29"/>
                    <a:pt x="5" y="29"/>
                  </a:cubicBezTo>
                  <a:cubicBezTo>
                    <a:pt x="4" y="29"/>
                    <a:pt x="4" y="29"/>
                    <a:pt x="4" y="29"/>
                  </a:cubicBezTo>
                  <a:cubicBezTo>
                    <a:pt x="4" y="38"/>
                    <a:pt x="4" y="38"/>
                    <a:pt x="4" y="38"/>
                  </a:cubicBezTo>
                  <a:cubicBezTo>
                    <a:pt x="0" y="38"/>
                    <a:pt x="0" y="38"/>
                    <a:pt x="0" y="38"/>
                  </a:cubicBezTo>
                  <a:cubicBezTo>
                    <a:pt x="0" y="25"/>
                    <a:pt x="0" y="25"/>
                    <a:pt x="0" y="25"/>
                  </a:cubicBezTo>
                  <a:cubicBezTo>
                    <a:pt x="0" y="23"/>
                    <a:pt x="2" y="21"/>
                    <a:pt x="4" y="21"/>
                  </a:cubicBezTo>
                  <a:cubicBezTo>
                    <a:pt x="13" y="21"/>
                    <a:pt x="13" y="21"/>
                    <a:pt x="13" y="21"/>
                  </a:cubicBezTo>
                  <a:cubicBezTo>
                    <a:pt x="13" y="22"/>
                    <a:pt x="13" y="22"/>
                    <a:pt x="13" y="23"/>
                  </a:cubicBezTo>
                  <a:cubicBezTo>
                    <a:pt x="13" y="41"/>
                    <a:pt x="13" y="41"/>
                    <a:pt x="13" y="41"/>
                  </a:cubicBezTo>
                  <a:cubicBezTo>
                    <a:pt x="15" y="41"/>
                    <a:pt x="15" y="41"/>
                    <a:pt x="15" y="41"/>
                  </a:cubicBezTo>
                  <a:close/>
                  <a:moveTo>
                    <a:pt x="10" y="7"/>
                  </a:moveTo>
                  <a:cubicBezTo>
                    <a:pt x="14" y="7"/>
                    <a:pt x="16" y="10"/>
                    <a:pt x="16" y="14"/>
                  </a:cubicBezTo>
                  <a:cubicBezTo>
                    <a:pt x="16" y="15"/>
                    <a:pt x="16" y="16"/>
                    <a:pt x="15" y="18"/>
                  </a:cubicBezTo>
                  <a:cubicBezTo>
                    <a:pt x="15" y="18"/>
                    <a:pt x="15" y="18"/>
                    <a:pt x="15" y="18"/>
                  </a:cubicBezTo>
                  <a:cubicBezTo>
                    <a:pt x="13" y="19"/>
                    <a:pt x="12" y="20"/>
                    <a:pt x="10" y="20"/>
                  </a:cubicBezTo>
                  <a:cubicBezTo>
                    <a:pt x="6" y="20"/>
                    <a:pt x="3" y="17"/>
                    <a:pt x="3" y="14"/>
                  </a:cubicBezTo>
                  <a:cubicBezTo>
                    <a:pt x="3" y="10"/>
                    <a:pt x="6" y="7"/>
                    <a:pt x="10" y="7"/>
                  </a:cubicBezTo>
                  <a:close/>
                  <a:moveTo>
                    <a:pt x="50" y="7"/>
                  </a:moveTo>
                  <a:cubicBezTo>
                    <a:pt x="46" y="7"/>
                    <a:pt x="43" y="10"/>
                    <a:pt x="43" y="14"/>
                  </a:cubicBezTo>
                  <a:cubicBezTo>
                    <a:pt x="43" y="15"/>
                    <a:pt x="44" y="16"/>
                    <a:pt x="45" y="18"/>
                  </a:cubicBezTo>
                  <a:cubicBezTo>
                    <a:pt x="45" y="18"/>
                    <a:pt x="45" y="18"/>
                    <a:pt x="45" y="18"/>
                  </a:cubicBezTo>
                  <a:cubicBezTo>
                    <a:pt x="47" y="19"/>
                    <a:pt x="48" y="20"/>
                    <a:pt x="50" y="20"/>
                  </a:cubicBezTo>
                  <a:cubicBezTo>
                    <a:pt x="54" y="20"/>
                    <a:pt x="57" y="17"/>
                    <a:pt x="57" y="14"/>
                  </a:cubicBezTo>
                  <a:cubicBezTo>
                    <a:pt x="57" y="10"/>
                    <a:pt x="54" y="7"/>
                    <a:pt x="50" y="7"/>
                  </a:cubicBezTo>
                  <a:close/>
                </a:path>
              </a:pathLst>
            </a:custGeom>
            <a:solidFill>
              <a:schemeClr val="bg1"/>
            </a:solidFill>
            <a:ln>
              <a:noFill/>
            </a:ln>
          </p:spPr>
          <p:txBody>
            <a:bodyPr vert="horz" wrap="square" lIns="68580" tIns="34290" rIns="68580" bIns="34290" numCol="1" anchor="t" anchorCtr="0" compatLnSpc="1"/>
            <a:lstStyle/>
            <a:p>
              <a:endParaRPr lang="zh-CN" altLang="en-US" sz="1350">
                <a:latin typeface="微软雅黑" panose="020B0503020204020204" pitchFamily="34" charset="-122"/>
                <a:ea typeface="微软雅黑" panose="020B0503020204020204" pitchFamily="34" charset="-122"/>
              </a:endParaRPr>
            </a:p>
          </p:txBody>
        </p:sp>
      </p:grpSp>
      <p:sp>
        <p:nvSpPr>
          <p:cNvPr id="57" name="椭圆 56"/>
          <p:cNvSpPr/>
          <p:nvPr/>
        </p:nvSpPr>
        <p:spPr>
          <a:xfrm>
            <a:off x="5733891" y="116632"/>
            <a:ext cx="633343" cy="6333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47"/>
          <p:cNvSpPr>
            <a:spLocks noChangeArrowheads="1"/>
          </p:cNvSpPr>
          <p:nvPr/>
        </p:nvSpPr>
        <p:spPr bwMode="auto">
          <a:xfrm>
            <a:off x="2353171" y="5341184"/>
            <a:ext cx="7992888" cy="14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nSpc>
                <a:spcPct val="130000"/>
              </a:lnSpc>
              <a:spcBef>
                <a:spcPct val="0"/>
              </a:spcBef>
            </a:pPr>
            <a:r>
              <a:rPr lang="zh-CN" altLang="en-US" sz="1400" dirty="0" smtClean="0">
                <a:solidFill>
                  <a:srgbClr val="2C3637"/>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endParaRPr lang="zh-CN" altLang="en-US" sz="1400" dirty="0" smtClean="0">
              <a:solidFill>
                <a:srgbClr val="2C3637"/>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30000"/>
              </a:lnSpc>
              <a:spcBef>
                <a:spcPct val="0"/>
              </a:spcBef>
            </a:pPr>
            <a:endParaRPr lang="zh-CN" altLang="en-US" sz="1400" dirty="0" smtClean="0">
              <a:solidFill>
                <a:srgbClr val="2C3637"/>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30000"/>
              </a:lnSpc>
              <a:spcBef>
                <a:spcPct val="0"/>
              </a:spcBef>
              <a:buNone/>
            </a:pPr>
            <a:endParaRPr lang="zh-CN" altLang="en-US" sz="1400" dirty="0">
              <a:solidFill>
                <a:srgbClr val="2C3637"/>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25" name="图片 24"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par>
                                <p:cTn id="13" presetID="23" presetClass="entr" presetSubtype="32"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p:cTn id="15" dur="500" fill="hold"/>
                                        <p:tgtEl>
                                          <p:spTgt spid="35"/>
                                        </p:tgtEl>
                                        <p:attrNameLst>
                                          <p:attrName>ppt_w</p:attrName>
                                        </p:attrNameLst>
                                      </p:cBhvr>
                                      <p:tavLst>
                                        <p:tav tm="0">
                                          <p:val>
                                            <p:strVal val="4*#ppt_w"/>
                                          </p:val>
                                        </p:tav>
                                        <p:tav tm="100000">
                                          <p:val>
                                            <p:strVal val="#ppt_w"/>
                                          </p:val>
                                        </p:tav>
                                      </p:tavLst>
                                    </p:anim>
                                    <p:anim calcmode="lin" valueType="num">
                                      <p:cBhvr>
                                        <p:cTn id="16" dur="500" fill="hold"/>
                                        <p:tgtEl>
                                          <p:spTgt spid="35"/>
                                        </p:tgtEl>
                                        <p:attrNameLst>
                                          <p:attrName>ppt_h</p:attrName>
                                        </p:attrNameLst>
                                      </p:cBhvr>
                                      <p:tavLst>
                                        <p:tav tm="0">
                                          <p:val>
                                            <p:strVal val="4*#ppt_h"/>
                                          </p:val>
                                        </p:tav>
                                        <p:tav tm="100000">
                                          <p:val>
                                            <p:strVal val="#ppt_h"/>
                                          </p:val>
                                        </p:tav>
                                      </p:tavLst>
                                    </p:anim>
                                  </p:childTnLst>
                                </p:cTn>
                              </p:par>
                            </p:childTnLst>
                          </p:cTn>
                        </p:par>
                        <p:par>
                          <p:cTn id="17" fill="hold">
                            <p:stCondLst>
                              <p:cond delay="1000"/>
                            </p:stCondLst>
                            <p:childTnLst>
                              <p:par>
                                <p:cTn id="18" presetID="53" presetClass="entr" presetSubtype="16"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 calcmode="lin" valueType="num">
                                      <p:cBhvr>
                                        <p:cTn id="20" dur="400" fill="hold"/>
                                        <p:tgtEl>
                                          <p:spTgt spid="39"/>
                                        </p:tgtEl>
                                        <p:attrNameLst>
                                          <p:attrName>ppt_w</p:attrName>
                                        </p:attrNameLst>
                                      </p:cBhvr>
                                      <p:tavLst>
                                        <p:tav tm="0">
                                          <p:val>
                                            <p:fltVal val="0"/>
                                          </p:val>
                                        </p:tav>
                                        <p:tav tm="100000">
                                          <p:val>
                                            <p:strVal val="#ppt_w"/>
                                          </p:val>
                                        </p:tav>
                                      </p:tavLst>
                                    </p:anim>
                                    <p:anim calcmode="lin" valueType="num">
                                      <p:cBhvr>
                                        <p:cTn id="21" dur="400" fill="hold"/>
                                        <p:tgtEl>
                                          <p:spTgt spid="39"/>
                                        </p:tgtEl>
                                        <p:attrNameLst>
                                          <p:attrName>ppt_h</p:attrName>
                                        </p:attrNameLst>
                                      </p:cBhvr>
                                      <p:tavLst>
                                        <p:tav tm="0">
                                          <p:val>
                                            <p:fltVal val="0"/>
                                          </p:val>
                                        </p:tav>
                                        <p:tav tm="100000">
                                          <p:val>
                                            <p:strVal val="#ppt_h"/>
                                          </p:val>
                                        </p:tav>
                                      </p:tavLst>
                                    </p:anim>
                                    <p:animEffect transition="in" filter="fade">
                                      <p:cBhvr>
                                        <p:cTn id="22" dur="400"/>
                                        <p:tgtEl>
                                          <p:spTgt spid="3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400" fill="hold"/>
                                        <p:tgtEl>
                                          <p:spTgt spid="49"/>
                                        </p:tgtEl>
                                        <p:attrNameLst>
                                          <p:attrName>ppt_w</p:attrName>
                                        </p:attrNameLst>
                                      </p:cBhvr>
                                      <p:tavLst>
                                        <p:tav tm="0">
                                          <p:val>
                                            <p:fltVal val="0"/>
                                          </p:val>
                                        </p:tav>
                                        <p:tav tm="100000">
                                          <p:val>
                                            <p:strVal val="#ppt_w"/>
                                          </p:val>
                                        </p:tav>
                                      </p:tavLst>
                                    </p:anim>
                                    <p:anim calcmode="lin" valueType="num">
                                      <p:cBhvr>
                                        <p:cTn id="30" dur="400" fill="hold"/>
                                        <p:tgtEl>
                                          <p:spTgt spid="49"/>
                                        </p:tgtEl>
                                        <p:attrNameLst>
                                          <p:attrName>ppt_h</p:attrName>
                                        </p:attrNameLst>
                                      </p:cBhvr>
                                      <p:tavLst>
                                        <p:tav tm="0">
                                          <p:val>
                                            <p:fltVal val="0"/>
                                          </p:val>
                                        </p:tav>
                                        <p:tav tm="100000">
                                          <p:val>
                                            <p:strVal val="#ppt_h"/>
                                          </p:val>
                                        </p:tav>
                                      </p:tavLst>
                                    </p:anim>
                                    <p:animEffect transition="in" filter="fade">
                                      <p:cBhvr>
                                        <p:cTn id="31" dur="400"/>
                                        <p:tgtEl>
                                          <p:spTgt spid="4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par>
                          <p:cTn id="35" fill="hold">
                            <p:stCondLst>
                              <p:cond delay="2000"/>
                            </p:stCondLst>
                            <p:childTnLst>
                              <p:par>
                                <p:cTn id="36" presetID="53" presetClass="entr" presetSubtype="16"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 calcmode="lin" valueType="num">
                                      <p:cBhvr>
                                        <p:cTn id="38" dur="400" fill="hold"/>
                                        <p:tgtEl>
                                          <p:spTgt spid="54"/>
                                        </p:tgtEl>
                                        <p:attrNameLst>
                                          <p:attrName>ppt_w</p:attrName>
                                        </p:attrNameLst>
                                      </p:cBhvr>
                                      <p:tavLst>
                                        <p:tav tm="0">
                                          <p:val>
                                            <p:fltVal val="0"/>
                                          </p:val>
                                        </p:tav>
                                        <p:tav tm="100000">
                                          <p:val>
                                            <p:strVal val="#ppt_w"/>
                                          </p:val>
                                        </p:tav>
                                      </p:tavLst>
                                    </p:anim>
                                    <p:anim calcmode="lin" valueType="num">
                                      <p:cBhvr>
                                        <p:cTn id="39" dur="400" fill="hold"/>
                                        <p:tgtEl>
                                          <p:spTgt spid="54"/>
                                        </p:tgtEl>
                                        <p:attrNameLst>
                                          <p:attrName>ppt_h</p:attrName>
                                        </p:attrNameLst>
                                      </p:cBhvr>
                                      <p:tavLst>
                                        <p:tav tm="0">
                                          <p:val>
                                            <p:fltVal val="0"/>
                                          </p:val>
                                        </p:tav>
                                        <p:tav tm="100000">
                                          <p:val>
                                            <p:strVal val="#ppt_h"/>
                                          </p:val>
                                        </p:tav>
                                      </p:tavLst>
                                    </p:anim>
                                    <p:animEffect transition="in" filter="fade">
                                      <p:cBhvr>
                                        <p:cTn id="40" dur="4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childTnLst>
                          </p:cTn>
                        </p:par>
                        <p:par>
                          <p:cTn id="44" fill="hold">
                            <p:stCondLst>
                              <p:cond delay="2500"/>
                            </p:stCondLst>
                            <p:childTnLst>
                              <p:par>
                                <p:cTn id="45" presetID="53" presetClass="entr" presetSubtype="16" fill="hold" nodeType="after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p:cTn id="47" dur="400" fill="hold"/>
                                        <p:tgtEl>
                                          <p:spTgt spid="44"/>
                                        </p:tgtEl>
                                        <p:attrNameLst>
                                          <p:attrName>ppt_w</p:attrName>
                                        </p:attrNameLst>
                                      </p:cBhvr>
                                      <p:tavLst>
                                        <p:tav tm="0">
                                          <p:val>
                                            <p:fltVal val="0"/>
                                          </p:val>
                                        </p:tav>
                                        <p:tav tm="100000">
                                          <p:val>
                                            <p:strVal val="#ppt_w"/>
                                          </p:val>
                                        </p:tav>
                                      </p:tavLst>
                                    </p:anim>
                                    <p:anim calcmode="lin" valueType="num">
                                      <p:cBhvr>
                                        <p:cTn id="48" dur="400" fill="hold"/>
                                        <p:tgtEl>
                                          <p:spTgt spid="44"/>
                                        </p:tgtEl>
                                        <p:attrNameLst>
                                          <p:attrName>ppt_h</p:attrName>
                                        </p:attrNameLst>
                                      </p:cBhvr>
                                      <p:tavLst>
                                        <p:tav tm="0">
                                          <p:val>
                                            <p:fltVal val="0"/>
                                          </p:val>
                                        </p:tav>
                                        <p:tav tm="100000">
                                          <p:val>
                                            <p:strVal val="#ppt_h"/>
                                          </p:val>
                                        </p:tav>
                                      </p:tavLst>
                                    </p:anim>
                                    <p:animEffect transition="in" filter="fade">
                                      <p:cBhvr>
                                        <p:cTn id="49" dur="400"/>
                                        <p:tgtEl>
                                          <p:spTgt spid="4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childTnLst>
                          </p:cTn>
                        </p:par>
                        <p:par>
                          <p:cTn id="53" fill="hold">
                            <p:stCondLst>
                              <p:cond delay="3000"/>
                            </p:stCondLst>
                            <p:childTnLst>
                              <p:par>
                                <p:cTn id="54" presetID="14" presetClass="entr" presetSubtype="10" fill="hold" grpId="0" nodeType="afterEffect">
                                  <p:stCondLst>
                                    <p:cond delay="0"/>
                                  </p:stCondLst>
                                  <p:childTnLst>
                                    <p:set>
                                      <p:cBhvr>
                                        <p:cTn id="55" dur="1" fill="hold">
                                          <p:stCondLst>
                                            <p:cond delay="0"/>
                                          </p:stCondLst>
                                        </p:cTn>
                                        <p:tgtEl>
                                          <p:spTgt spid="61"/>
                                        </p:tgtEl>
                                        <p:attrNameLst>
                                          <p:attrName>style.visibility</p:attrName>
                                        </p:attrNameLst>
                                      </p:cBhvr>
                                      <p:to>
                                        <p:strVal val="visible"/>
                                      </p:to>
                                    </p:set>
                                    <p:animEffect transition="in" filter="randombar(horizontal)">
                                      <p:cBhvr>
                                        <p:cTn id="56" dur="7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57" grpId="0" animBg="1"/>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35332"/>
            <a:ext cx="6552730"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PRODUCT FORM</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1" name="Oval 6"/>
          <p:cNvSpPr>
            <a:spLocks noChangeArrowheads="1"/>
          </p:cNvSpPr>
          <p:nvPr/>
        </p:nvSpPr>
        <p:spPr bwMode="auto">
          <a:xfrm>
            <a:off x="5089525" y="1245870"/>
            <a:ext cx="2015490" cy="2015490"/>
          </a:xfrm>
          <a:prstGeom prst="ellipse">
            <a:avLst/>
          </a:prstGeom>
          <a:blipFill rotWithShape="1">
            <a:blip r:embed="rId1"/>
            <a:stretch>
              <a:fillRect l="-3000" t="-7000" r="-3000" b="-7000"/>
            </a:stretch>
          </a:bli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Oval 8"/>
          <p:cNvSpPr>
            <a:spLocks noChangeArrowheads="1"/>
          </p:cNvSpPr>
          <p:nvPr/>
        </p:nvSpPr>
        <p:spPr bwMode="auto">
          <a:xfrm>
            <a:off x="8401685" y="1245870"/>
            <a:ext cx="2016760" cy="2015490"/>
          </a:xfrm>
          <a:prstGeom prst="ellipse">
            <a:avLst/>
          </a:prstGeom>
          <a:blipFill rotWithShape="1">
            <a:blip r:embed="rId2"/>
            <a:stretch>
              <a:fillRect l="-3000" t="-7000" r="-3000" b="-7000"/>
            </a:stretch>
          </a:bli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Oval 10"/>
          <p:cNvSpPr>
            <a:spLocks noChangeArrowheads="1"/>
          </p:cNvSpPr>
          <p:nvPr/>
        </p:nvSpPr>
        <p:spPr bwMode="auto">
          <a:xfrm>
            <a:off x="1833880" y="1245870"/>
            <a:ext cx="2016760" cy="2015490"/>
          </a:xfrm>
          <a:prstGeom prst="ellipse">
            <a:avLst/>
          </a:prstGeom>
          <a:blipFill rotWithShape="1">
            <a:blip r:embed="rId3"/>
            <a:stretch>
              <a:fillRect l="-3000" t="-7000" r="-3000" b="-7000"/>
            </a:stretch>
          </a:blipFill>
          <a:ln>
            <a:noFill/>
          </a:ln>
        </p:spPr>
        <p:txBody>
          <a:bodyPr vert="horz" wrap="square" lIns="91440" tIns="45720" rIns="91440" bIns="45720" numCol="1" anchor="t" anchorCtr="0" compatLnSpc="1"/>
          <a:lstStyle/>
          <a:p>
            <a:endParaRPr lang="zh-CN" altLang="en-US"/>
          </a:p>
        </p:txBody>
      </p:sp>
      <p:sp>
        <p:nvSpPr>
          <p:cNvPr id="29" name="Freeform 12"/>
          <p:cNvSpPr/>
          <p:nvPr/>
        </p:nvSpPr>
        <p:spPr bwMode="auto">
          <a:xfrm>
            <a:off x="4217722" y="1931664"/>
            <a:ext cx="583721" cy="583721"/>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rgbClr val="C00000"/>
          </a:solidFill>
          <a:ln>
            <a:noFill/>
          </a:ln>
        </p:spPr>
        <p:txBody>
          <a:bodyPr vert="horz" wrap="square" lIns="91440" tIns="45720" rIns="91440" bIns="45720" numCol="1" anchor="t" anchorCtr="0" compatLnSpc="1"/>
          <a:lstStyle/>
          <a:p>
            <a:endParaRPr lang="zh-CN" altLang="en-US"/>
          </a:p>
        </p:txBody>
      </p:sp>
      <p:sp>
        <p:nvSpPr>
          <p:cNvPr id="40" name="Freeform 13"/>
          <p:cNvSpPr/>
          <p:nvPr/>
        </p:nvSpPr>
        <p:spPr bwMode="auto">
          <a:xfrm>
            <a:off x="7537747" y="1931664"/>
            <a:ext cx="583721" cy="583721"/>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rgbClr val="C00000"/>
          </a:solidFill>
          <a:ln>
            <a:noFill/>
          </a:ln>
        </p:spPr>
        <p:txBody>
          <a:bodyPr vert="horz" wrap="square" lIns="91440" tIns="45720" rIns="91440" bIns="45720" numCol="1" anchor="t" anchorCtr="0" compatLnSpc="1"/>
          <a:lstStyle/>
          <a:p>
            <a:endParaRPr lang="zh-CN" altLang="en-US"/>
          </a:p>
        </p:txBody>
      </p:sp>
      <p:sp>
        <p:nvSpPr>
          <p:cNvPr id="41" name="矩形 83"/>
          <p:cNvSpPr>
            <a:spLocks noChangeArrowheads="1"/>
          </p:cNvSpPr>
          <p:nvPr/>
        </p:nvSpPr>
        <p:spPr bwMode="auto">
          <a:xfrm>
            <a:off x="1552369" y="4350506"/>
            <a:ext cx="9057666" cy="1921296"/>
          </a:xfrm>
          <a:prstGeom prst="rect">
            <a:avLst/>
          </a:prstGeom>
          <a:solidFill>
            <a:srgbClr val="F2F2F2"/>
          </a:solidFill>
          <a:ln w="9525" cmpd="sng">
            <a:solidFill>
              <a:srgbClr val="55735B"/>
            </a:solidFill>
            <a:miter lim="800000"/>
          </a:ln>
        </p:spPr>
        <p:txBody>
          <a:bodyPr/>
          <a:lstStyle/>
          <a:p>
            <a:endParaRPr lang="zh-CN" altLang="en-US"/>
          </a:p>
        </p:txBody>
      </p:sp>
      <p:sp>
        <p:nvSpPr>
          <p:cNvPr id="44" name="TextBox 84"/>
          <p:cNvSpPr txBox="1">
            <a:spLocks noChangeArrowheads="1"/>
          </p:cNvSpPr>
          <p:nvPr/>
        </p:nvSpPr>
        <p:spPr bwMode="auto">
          <a:xfrm>
            <a:off x="1792000" y="4517535"/>
            <a:ext cx="8504159"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这里输入产品形式的简介，这里输入产品形式的简介</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，里</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输入产品形式的简介</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这里输入产品形式的简介，这里输入产品形式的简介，这里输入产品形式的简介，这里输入产品形式的简介，这亮亮图文旗舰店  https://liangliangtuwen.tmall.com</a:t>
            </a:r>
            <a:endPar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这里输入产品形式的简介，这里输入产品形式的简介，这里输入产品形式的简介，这里输入产品形式的简介，这里输入产品形式的简介，里输入产品形式的</a:t>
            </a:r>
            <a:r>
              <a:rPr lang="zh-CN" altLang="en-US" sz="1600"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简介</a:t>
            </a:r>
            <a:r>
              <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Freeform 12"/>
          <p:cNvSpPr/>
          <p:nvPr/>
        </p:nvSpPr>
        <p:spPr bwMode="auto">
          <a:xfrm>
            <a:off x="1477755" y="4204455"/>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a:solidFill>
                <a:srgbClr val="2C3637"/>
              </a:solidFill>
            </a:endParaRPr>
          </a:p>
        </p:txBody>
      </p:sp>
      <p:sp>
        <p:nvSpPr>
          <p:cNvPr id="46" name="Freeform 12"/>
          <p:cNvSpPr/>
          <p:nvPr/>
        </p:nvSpPr>
        <p:spPr bwMode="auto">
          <a:xfrm flipH="1" flipV="1">
            <a:off x="10177461" y="5877272"/>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a:solidFill>
                <a:srgbClr val="2C3637"/>
              </a:solidFill>
            </a:endParaRPr>
          </a:p>
        </p:txBody>
      </p:sp>
      <p:sp>
        <p:nvSpPr>
          <p:cNvPr id="47" name="TextBox 46"/>
          <p:cNvSpPr txBox="1"/>
          <p:nvPr/>
        </p:nvSpPr>
        <p:spPr>
          <a:xfrm>
            <a:off x="1979777" y="3388930"/>
            <a:ext cx="1663718" cy="417830"/>
          </a:xfrm>
          <a:prstGeom prst="rect">
            <a:avLst/>
          </a:prstGeom>
          <a:noFill/>
        </p:spPr>
        <p:txBody>
          <a:bodyPr wrap="square" rtlCol="0">
            <a:spAutoFit/>
          </a:bodyPr>
          <a:lstStyle/>
          <a:p>
            <a:pPr algn="ctr"/>
            <a:r>
              <a:rPr lang="zh-CN" altLang="en-US" sz="2000" b="1" dirty="0" smtClean="0">
                <a:solidFill>
                  <a:srgbClr val="C00000"/>
                </a:solidFill>
                <a:latin typeface="微软雅黑" panose="020B0503020204020204" pitchFamily="34" charset="-122"/>
                <a:ea typeface="微软雅黑" panose="020B0503020204020204" pitchFamily="34" charset="-122"/>
              </a:rPr>
              <a:t>添加标题</a:t>
            </a:r>
            <a:endParaRPr lang="zh-CN" altLang="en-US" sz="2000" b="1" dirty="0" smtClean="0">
              <a:solidFill>
                <a:srgbClr val="C00000"/>
              </a:solidFill>
              <a:latin typeface="微软雅黑" panose="020B0503020204020204" pitchFamily="34" charset="-122"/>
              <a:ea typeface="微软雅黑" panose="020B0503020204020204" pitchFamily="34" charset="-122"/>
            </a:endParaRPr>
          </a:p>
        </p:txBody>
      </p:sp>
      <p:sp>
        <p:nvSpPr>
          <p:cNvPr id="48" name="TextBox 47"/>
          <p:cNvSpPr txBox="1"/>
          <p:nvPr/>
        </p:nvSpPr>
        <p:spPr>
          <a:xfrm>
            <a:off x="5228540" y="3388930"/>
            <a:ext cx="1663718" cy="417830"/>
          </a:xfrm>
          <a:prstGeom prst="rect">
            <a:avLst/>
          </a:prstGeom>
          <a:noFill/>
        </p:spPr>
        <p:txBody>
          <a:bodyPr wrap="square" rtlCol="0">
            <a:spAutoFit/>
          </a:bodyPr>
          <a:lstStyle/>
          <a:p>
            <a:pPr algn="ctr"/>
            <a:r>
              <a:rPr sz="2000" b="1" dirty="0" smtClean="0">
                <a:solidFill>
                  <a:srgbClr val="C00000"/>
                </a:solidFill>
                <a:latin typeface="微软雅黑" panose="020B0503020204020204" pitchFamily="34" charset="-122"/>
                <a:ea typeface="微软雅黑" panose="020B0503020204020204" pitchFamily="34" charset="-122"/>
              </a:rPr>
              <a:t>添加标题</a:t>
            </a:r>
            <a:endParaRPr sz="2000" b="1" dirty="0" smtClean="0">
              <a:solidFill>
                <a:srgbClr val="C00000"/>
              </a:solidFill>
              <a:latin typeface="微软雅黑" panose="020B0503020204020204" pitchFamily="34" charset="-122"/>
              <a:ea typeface="微软雅黑" panose="020B0503020204020204" pitchFamily="34" charset="-122"/>
            </a:endParaRPr>
          </a:p>
        </p:txBody>
      </p:sp>
      <p:sp>
        <p:nvSpPr>
          <p:cNvPr id="49" name="TextBox 48"/>
          <p:cNvSpPr txBox="1"/>
          <p:nvPr/>
        </p:nvSpPr>
        <p:spPr>
          <a:xfrm>
            <a:off x="8635976" y="3388930"/>
            <a:ext cx="1663718" cy="417830"/>
          </a:xfrm>
          <a:prstGeom prst="rect">
            <a:avLst/>
          </a:prstGeom>
          <a:noFill/>
        </p:spPr>
        <p:txBody>
          <a:bodyPr wrap="square" rtlCol="0">
            <a:spAutoFit/>
          </a:bodyPr>
          <a:lstStyle/>
          <a:p>
            <a:pPr algn="ctr"/>
            <a:r>
              <a:rPr lang="zh-CN" altLang="en-US" sz="2000" b="1" dirty="0" smtClean="0">
                <a:solidFill>
                  <a:srgbClr val="C00000"/>
                </a:solidFill>
                <a:latin typeface="微软雅黑" panose="020B0503020204020204" pitchFamily="34" charset="-122"/>
                <a:ea typeface="微软雅黑" panose="020B0503020204020204" pitchFamily="34" charset="-122"/>
              </a:rPr>
              <a:t>添加标题</a:t>
            </a:r>
            <a:endParaRPr lang="zh-CN" altLang="en-US" sz="2000" b="1" dirty="0" smtClean="0">
              <a:solidFill>
                <a:srgbClr val="C00000"/>
              </a:solidFill>
              <a:latin typeface="微软雅黑" panose="020B0503020204020204" pitchFamily="34" charset="-122"/>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4"/>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p:cTn id="13" dur="300" fill="hold"/>
                                        <p:tgtEl>
                                          <p:spTgt spid="29"/>
                                        </p:tgtEl>
                                        <p:attrNameLst>
                                          <p:attrName>ppt_w</p:attrName>
                                        </p:attrNameLst>
                                      </p:cBhvr>
                                      <p:tavLst>
                                        <p:tav tm="0">
                                          <p:val>
                                            <p:fltVal val="0"/>
                                          </p:val>
                                        </p:tav>
                                        <p:tav tm="100000">
                                          <p:val>
                                            <p:strVal val="#ppt_w"/>
                                          </p:val>
                                        </p:tav>
                                      </p:tavLst>
                                    </p:anim>
                                    <p:anim calcmode="lin" valueType="num">
                                      <p:cBhvr>
                                        <p:cTn id="14" dur="300" fill="hold"/>
                                        <p:tgtEl>
                                          <p:spTgt spid="29"/>
                                        </p:tgtEl>
                                        <p:attrNameLst>
                                          <p:attrName>ppt_h</p:attrName>
                                        </p:attrNameLst>
                                      </p:cBhvr>
                                      <p:tavLst>
                                        <p:tav tm="0">
                                          <p:val>
                                            <p:fltVal val="0"/>
                                          </p:val>
                                        </p:tav>
                                        <p:tav tm="100000">
                                          <p:val>
                                            <p:strVal val="#ppt_h"/>
                                          </p:val>
                                        </p:tav>
                                      </p:tavLst>
                                    </p:anim>
                                    <p:anim calcmode="lin" valueType="num">
                                      <p:cBhvr>
                                        <p:cTn id="15" dur="300" fill="hold"/>
                                        <p:tgtEl>
                                          <p:spTgt spid="29"/>
                                        </p:tgtEl>
                                        <p:attrNameLst>
                                          <p:attrName>style.rotation</p:attrName>
                                        </p:attrNameLst>
                                      </p:cBhvr>
                                      <p:tavLst>
                                        <p:tav tm="0">
                                          <p:val>
                                            <p:fltVal val="90"/>
                                          </p:val>
                                        </p:tav>
                                        <p:tav tm="100000">
                                          <p:val>
                                            <p:fltVal val="0"/>
                                          </p:val>
                                        </p:tav>
                                      </p:tavLst>
                                    </p:anim>
                                    <p:animEffect transition="in" filter="fade">
                                      <p:cBhvr>
                                        <p:cTn id="16" dur="300"/>
                                        <p:tgtEl>
                                          <p:spTgt spid="29"/>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1000"/>
                                        <p:tgtEl>
                                          <p:spTgt spid="48"/>
                                        </p:tgtEl>
                                      </p:cBhvr>
                                    </p:animEffect>
                                    <p:anim calcmode="lin" valueType="num">
                                      <p:cBhvr>
                                        <p:cTn id="20" dur="1000" fill="hold"/>
                                        <p:tgtEl>
                                          <p:spTgt spid="48"/>
                                        </p:tgtEl>
                                        <p:attrNameLst>
                                          <p:attrName>ppt_x</p:attrName>
                                        </p:attrNameLst>
                                      </p:cBhvr>
                                      <p:tavLst>
                                        <p:tav tm="0">
                                          <p:val>
                                            <p:strVal val="#ppt_x"/>
                                          </p:val>
                                        </p:tav>
                                        <p:tav tm="100000">
                                          <p:val>
                                            <p:strVal val="#ppt_x"/>
                                          </p:val>
                                        </p:tav>
                                      </p:tavLst>
                                    </p:anim>
                                    <p:anim calcmode="lin" valueType="num">
                                      <p:cBhvr>
                                        <p:cTn id="21" dur="1000" fill="hold"/>
                                        <p:tgtEl>
                                          <p:spTgt spid="48"/>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31" presetClass="entr" presetSubtype="0"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p:cTn id="25" dur="300" fill="hold"/>
                                        <p:tgtEl>
                                          <p:spTgt spid="40"/>
                                        </p:tgtEl>
                                        <p:attrNameLst>
                                          <p:attrName>ppt_w</p:attrName>
                                        </p:attrNameLst>
                                      </p:cBhvr>
                                      <p:tavLst>
                                        <p:tav tm="0">
                                          <p:val>
                                            <p:fltVal val="0"/>
                                          </p:val>
                                        </p:tav>
                                        <p:tav tm="100000">
                                          <p:val>
                                            <p:strVal val="#ppt_w"/>
                                          </p:val>
                                        </p:tav>
                                      </p:tavLst>
                                    </p:anim>
                                    <p:anim calcmode="lin" valueType="num">
                                      <p:cBhvr>
                                        <p:cTn id="26" dur="300" fill="hold"/>
                                        <p:tgtEl>
                                          <p:spTgt spid="40"/>
                                        </p:tgtEl>
                                        <p:attrNameLst>
                                          <p:attrName>ppt_h</p:attrName>
                                        </p:attrNameLst>
                                      </p:cBhvr>
                                      <p:tavLst>
                                        <p:tav tm="0">
                                          <p:val>
                                            <p:fltVal val="0"/>
                                          </p:val>
                                        </p:tav>
                                        <p:tav tm="100000">
                                          <p:val>
                                            <p:strVal val="#ppt_h"/>
                                          </p:val>
                                        </p:tav>
                                      </p:tavLst>
                                    </p:anim>
                                    <p:anim calcmode="lin" valueType="num">
                                      <p:cBhvr>
                                        <p:cTn id="27" dur="300" fill="hold"/>
                                        <p:tgtEl>
                                          <p:spTgt spid="40"/>
                                        </p:tgtEl>
                                        <p:attrNameLst>
                                          <p:attrName>style.rotation</p:attrName>
                                        </p:attrNameLst>
                                      </p:cBhvr>
                                      <p:tavLst>
                                        <p:tav tm="0">
                                          <p:val>
                                            <p:fltVal val="90"/>
                                          </p:val>
                                        </p:tav>
                                        <p:tav tm="100000">
                                          <p:val>
                                            <p:fltVal val="0"/>
                                          </p:val>
                                        </p:tav>
                                      </p:tavLst>
                                    </p:anim>
                                    <p:animEffect transition="in" filter="fade">
                                      <p:cBhvr>
                                        <p:cTn id="28" dur="300"/>
                                        <p:tgtEl>
                                          <p:spTgt spid="40"/>
                                        </p:tgtEl>
                                      </p:cBhvr>
                                    </p:animEffect>
                                  </p:childTnLst>
                                </p:cTn>
                              </p:par>
                              <p:par>
                                <p:cTn id="29" presetID="42" presetClass="entr" presetSubtype="0" fill="hold" grpId="0" nodeType="withEffect">
                                  <p:stCondLst>
                                    <p:cond delay="40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1000"/>
                                        <p:tgtEl>
                                          <p:spTgt spid="49"/>
                                        </p:tgtEl>
                                      </p:cBhvr>
                                    </p:animEffect>
                                    <p:anim calcmode="lin" valueType="num">
                                      <p:cBhvr>
                                        <p:cTn id="32" dur="1000" fill="hold"/>
                                        <p:tgtEl>
                                          <p:spTgt spid="49"/>
                                        </p:tgtEl>
                                        <p:attrNameLst>
                                          <p:attrName>ppt_x</p:attrName>
                                        </p:attrNameLst>
                                      </p:cBhvr>
                                      <p:tavLst>
                                        <p:tav tm="0">
                                          <p:val>
                                            <p:strVal val="#ppt_x"/>
                                          </p:val>
                                        </p:tav>
                                        <p:tav tm="100000">
                                          <p:val>
                                            <p:strVal val="#ppt_x"/>
                                          </p:val>
                                        </p:tav>
                                      </p:tavLst>
                                    </p:anim>
                                    <p:anim calcmode="lin" valueType="num">
                                      <p:cBhvr>
                                        <p:cTn id="33" dur="1000" fill="hold"/>
                                        <p:tgtEl>
                                          <p:spTgt spid="49"/>
                                        </p:tgtEl>
                                        <p:attrNameLst>
                                          <p:attrName>ppt_y</p:attrName>
                                        </p:attrNameLst>
                                      </p:cBhvr>
                                      <p:tavLst>
                                        <p:tav tm="0">
                                          <p:val>
                                            <p:strVal val="#ppt_y+.1"/>
                                          </p:val>
                                        </p:tav>
                                        <p:tav tm="100000">
                                          <p:val>
                                            <p:strVal val="#ppt_y"/>
                                          </p:val>
                                        </p:tav>
                                      </p:tavLst>
                                    </p:anim>
                                  </p:childTnLst>
                                </p:cTn>
                              </p:par>
                            </p:childTnLst>
                          </p:cTn>
                        </p:par>
                        <p:par>
                          <p:cTn id="34" fill="hold">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35" presetClass="path" presetSubtype="0" accel="50000" decel="50000" fill="hold" grpId="1" nodeType="withEffect">
                                  <p:stCondLst>
                                    <p:cond delay="0"/>
                                  </p:stCondLst>
                                  <p:childTnLst>
                                    <p:animMotion origin="layout" path="M -3.56836E-6 -3.7037E-7 L 0.36686 0.15278 " pathEditMode="relative" rAng="0" ptsTypes="AA">
                                      <p:cBhvr>
                                        <p:cTn id="38" dur="500" spd="-99900" fill="hold"/>
                                        <p:tgtEl>
                                          <p:spTgt spid="45"/>
                                        </p:tgtEl>
                                        <p:attrNameLst>
                                          <p:attrName>ppt_x</p:attrName>
                                          <p:attrName>ppt_y</p:attrName>
                                        </p:attrNameLst>
                                      </p:cBhvr>
                                      <p:rCtr x="18343" y="7639"/>
                                    </p:animMotion>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35" presetClass="path" presetSubtype="0" accel="50000" decel="50000" fill="hold" grpId="1" nodeType="withEffect">
                                  <p:stCondLst>
                                    <p:cond delay="0"/>
                                  </p:stCondLst>
                                  <p:childTnLst>
                                    <p:animMotion origin="layout" path="M 7.85742E-7 -3.33333E-6 L -0.39495 -0.11018 " pathEditMode="relative" rAng="0" ptsTypes="AA">
                                      <p:cBhvr>
                                        <p:cTn id="42" dur="500" spd="-99900" fill="hold"/>
                                        <p:tgtEl>
                                          <p:spTgt spid="46"/>
                                        </p:tgtEl>
                                        <p:attrNameLst>
                                          <p:attrName>ppt_x</p:attrName>
                                          <p:attrName>ppt_y</p:attrName>
                                        </p:attrNameLst>
                                      </p:cBhvr>
                                      <p:rCtr x="-19748" y="-5509"/>
                                    </p:animMotion>
                                  </p:childTnLst>
                                </p:cTn>
                              </p:par>
                              <p:par>
                                <p:cTn id="43" presetID="10"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p:cTn id="45" dur="500" fill="hold"/>
                                        <p:tgtEl>
                                          <p:spTgt spid="41"/>
                                        </p:tgtEl>
                                        <p:attrNameLst>
                                          <p:attrName>ppt_w</p:attrName>
                                        </p:attrNameLst>
                                      </p:cBhvr>
                                      <p:tavLst>
                                        <p:tav tm="0">
                                          <p:val>
                                            <p:fltVal val="0"/>
                                          </p:val>
                                        </p:tav>
                                        <p:tav tm="100000">
                                          <p:val>
                                            <p:strVal val="#ppt_w"/>
                                          </p:val>
                                        </p:tav>
                                      </p:tavLst>
                                    </p:anim>
                                    <p:anim calcmode="lin" valueType="num">
                                      <p:cBhvr>
                                        <p:cTn id="46" dur="500" fill="hold"/>
                                        <p:tgtEl>
                                          <p:spTgt spid="41"/>
                                        </p:tgtEl>
                                        <p:attrNameLst>
                                          <p:attrName>ppt_h</p:attrName>
                                        </p:attrNameLst>
                                      </p:cBhvr>
                                      <p:tavLst>
                                        <p:tav tm="0">
                                          <p:val>
                                            <p:fltVal val="0"/>
                                          </p:val>
                                        </p:tav>
                                        <p:tav tm="100000">
                                          <p:val>
                                            <p:strVal val="#ppt_h"/>
                                          </p:val>
                                        </p:tav>
                                      </p:tavLst>
                                    </p:anim>
                                    <p:animEffect transition="in" filter="fade">
                                      <p:cBhvr>
                                        <p:cTn id="47" dur="500"/>
                                        <p:tgtEl>
                                          <p:spTgt spid="41"/>
                                        </p:tgtEl>
                                      </p:cBhvr>
                                    </p:animEffect>
                                  </p:childTnLst>
                                </p:cTn>
                              </p:par>
                            </p:childTnLst>
                          </p:cTn>
                        </p:par>
                        <p:par>
                          <p:cTn id="48" fill="hold">
                            <p:stCondLst>
                              <p:cond delay="2000"/>
                            </p:stCondLst>
                            <p:childTnLst>
                              <p:par>
                                <p:cTn id="49" presetID="22" presetClass="entr" presetSubtype="1" fill="hold" nodeType="afterEffect">
                                  <p:stCondLst>
                                    <p:cond delay="0"/>
                                  </p:stCondLst>
                                  <p:childTnLst>
                                    <p:set>
                                      <p:cBhvr>
                                        <p:cTn id="50" dur="1" fill="hold">
                                          <p:stCondLst>
                                            <p:cond delay="0"/>
                                          </p:stCondLst>
                                        </p:cTn>
                                        <p:tgtEl>
                                          <p:spTgt spid="44">
                                            <p:txEl>
                                              <p:pRg st="0" end="0"/>
                                            </p:txEl>
                                          </p:spTgt>
                                        </p:tgtEl>
                                        <p:attrNameLst>
                                          <p:attrName>style.visibility</p:attrName>
                                        </p:attrNameLst>
                                      </p:cBhvr>
                                      <p:to>
                                        <p:strVal val="visible"/>
                                      </p:to>
                                    </p:set>
                                    <p:animEffect transition="in" filter="wipe(up)">
                                      <p:cBhvr>
                                        <p:cTn id="51" dur="500"/>
                                        <p:tgtEl>
                                          <p:spTgt spid="44">
                                            <p:txEl>
                                              <p:pRg st="0" end="0"/>
                                            </p:txEl>
                                          </p:spTgt>
                                        </p:tgtEl>
                                      </p:cBhvr>
                                    </p:animEffect>
                                  </p:childTnLst>
                                </p:cTn>
                              </p:par>
                            </p:childTnLst>
                          </p:cTn>
                        </p:par>
                        <p:par>
                          <p:cTn id="52" fill="hold">
                            <p:stCondLst>
                              <p:cond delay="2500"/>
                            </p:stCondLst>
                            <p:childTnLst>
                              <p:par>
                                <p:cTn id="53" presetID="22" presetClass="entr" presetSubtype="1" fill="hold" nodeType="afterEffect">
                                  <p:stCondLst>
                                    <p:cond delay="0"/>
                                  </p:stCondLst>
                                  <p:childTnLst>
                                    <p:set>
                                      <p:cBhvr>
                                        <p:cTn id="54" dur="1" fill="hold">
                                          <p:stCondLst>
                                            <p:cond delay="0"/>
                                          </p:stCondLst>
                                        </p:cTn>
                                        <p:tgtEl>
                                          <p:spTgt spid="44">
                                            <p:txEl>
                                              <p:pRg st="1" end="1"/>
                                            </p:txEl>
                                          </p:spTgt>
                                        </p:tgtEl>
                                        <p:attrNameLst>
                                          <p:attrName>style.visibility</p:attrName>
                                        </p:attrNameLst>
                                      </p:cBhvr>
                                      <p:to>
                                        <p:strVal val="visible"/>
                                      </p:to>
                                    </p:set>
                                    <p:animEffect transition="in" filter="wipe(up)">
                                      <p:cBhvr>
                                        <p:cTn id="55" dur="500"/>
                                        <p:tgtEl>
                                          <p:spTgt spid="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0" grpId="0" animBg="1"/>
      <p:bldP spid="41" grpId="0" animBg="1" autoUpdateAnimBg="0"/>
      <p:bldP spid="45" grpId="0" animBg="1"/>
      <p:bldP spid="45" grpId="1" animBg="1"/>
      <p:bldP spid="46" grpId="0" animBg="1"/>
      <p:bldP spid="46" grpId="1" animBg="1"/>
      <p:bldP spid="47" grpId="0"/>
      <p:bldP spid="48" grpId="0"/>
      <p:bldP spid="4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4892558" y="972607"/>
            <a:ext cx="2448272" cy="244827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标题 4"/>
          <p:cNvSpPr txBox="1"/>
          <p:nvPr/>
        </p:nvSpPr>
        <p:spPr>
          <a:xfrm>
            <a:off x="4945459" y="2780928"/>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chemeClr val="bg1"/>
                </a:solidFill>
                <a:latin typeface="微软雅黑" panose="020B0503020204020204" pitchFamily="34" charset="-122"/>
                <a:ea typeface="微软雅黑" panose="020B0503020204020204" pitchFamily="34" charset="-122"/>
              </a:rPr>
              <a:t>第三章</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65" name="椭圆 64"/>
          <p:cNvSpPr/>
          <p:nvPr/>
        </p:nvSpPr>
        <p:spPr>
          <a:xfrm>
            <a:off x="4996314" y="1076363"/>
            <a:ext cx="2240761" cy="224076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3" name="图片 42" descr="8b2aa8cd0ee32ba7e508288bd027fd0c"/>
          <p:cNvPicPr>
            <a:picLocks noChangeAspect="1"/>
          </p:cNvPicPr>
          <p:nvPr/>
        </p:nvPicPr>
        <p:blipFill>
          <a:blip r:embed="rId1"/>
          <a:stretch>
            <a:fillRect/>
          </a:stretch>
        </p:blipFill>
        <p:spPr>
          <a:xfrm>
            <a:off x="5124450" y="836930"/>
            <a:ext cx="2019300" cy="2107565"/>
          </a:xfrm>
          <a:prstGeom prst="rect">
            <a:avLst/>
          </a:prstGeom>
        </p:spPr>
      </p:pic>
      <p:grpSp>
        <p:nvGrpSpPr>
          <p:cNvPr id="3" name="组合 2"/>
          <p:cNvGrpSpPr/>
          <p:nvPr/>
        </p:nvGrpSpPr>
        <p:grpSpPr>
          <a:xfrm>
            <a:off x="4808413" y="4406540"/>
            <a:ext cx="1436675" cy="227965"/>
            <a:chOff x="4369395" y="3284984"/>
            <a:chExt cx="1436675" cy="227965"/>
          </a:xfrm>
        </p:grpSpPr>
        <p:sp>
          <p:nvSpPr>
            <p:cNvPr id="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69395" y="3316401"/>
              <a:ext cx="168551" cy="168551"/>
              <a:chOff x="5005199" y="3717032"/>
              <a:chExt cx="168551" cy="168551"/>
            </a:xfrm>
          </p:grpSpPr>
          <p:sp>
            <p:nvSpPr>
              <p:cNvPr id="6" name="椭圆 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7" name="等腰三角形 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8" name="组合 7"/>
          <p:cNvGrpSpPr/>
          <p:nvPr/>
        </p:nvGrpSpPr>
        <p:grpSpPr>
          <a:xfrm>
            <a:off x="6461112" y="4406540"/>
            <a:ext cx="1436675" cy="227965"/>
            <a:chOff x="4369395" y="3284984"/>
            <a:chExt cx="1436675" cy="227965"/>
          </a:xfrm>
        </p:grpSpPr>
        <p:sp>
          <p:nvSpPr>
            <p:cNvPr id="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69395" y="3316401"/>
              <a:ext cx="168551" cy="168551"/>
              <a:chOff x="5005199" y="3717032"/>
              <a:chExt cx="168551" cy="168551"/>
            </a:xfrm>
          </p:grpSpPr>
          <p:sp>
            <p:nvSpPr>
              <p:cNvPr id="11" name="椭圆 1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2" name="等腰三角形 1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3" name="组合 12"/>
          <p:cNvGrpSpPr/>
          <p:nvPr/>
        </p:nvGrpSpPr>
        <p:grpSpPr>
          <a:xfrm>
            <a:off x="4808413" y="4797732"/>
            <a:ext cx="1436675" cy="227965"/>
            <a:chOff x="4369395" y="3284984"/>
            <a:chExt cx="1436675" cy="227965"/>
          </a:xfrm>
        </p:grpSpPr>
        <p:sp>
          <p:nvSpPr>
            <p:cNvPr id="1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369395" y="3316401"/>
              <a:ext cx="168551" cy="168551"/>
              <a:chOff x="5005199" y="3717032"/>
              <a:chExt cx="168551" cy="168551"/>
            </a:xfrm>
          </p:grpSpPr>
          <p:sp>
            <p:nvSpPr>
              <p:cNvPr id="16" name="椭圆 1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7" name="等腰三角形 1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8" name="组合 17"/>
          <p:cNvGrpSpPr/>
          <p:nvPr/>
        </p:nvGrpSpPr>
        <p:grpSpPr>
          <a:xfrm>
            <a:off x="6461112" y="4797152"/>
            <a:ext cx="1436675" cy="227965"/>
            <a:chOff x="4369395" y="3284984"/>
            <a:chExt cx="1436675" cy="227965"/>
          </a:xfrm>
        </p:grpSpPr>
        <p:sp>
          <p:nvSpPr>
            <p:cNvPr id="1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4369395" y="3316401"/>
              <a:ext cx="168551" cy="168551"/>
              <a:chOff x="5005199" y="3717032"/>
              <a:chExt cx="168551" cy="168551"/>
            </a:xfrm>
          </p:grpSpPr>
          <p:sp>
            <p:nvSpPr>
              <p:cNvPr id="21" name="椭圆 2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22" name="等腰三角形 2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sp>
        <p:nvSpPr>
          <p:cNvPr id="23" name="标题 4"/>
          <p:cNvSpPr txBox="1"/>
          <p:nvPr/>
        </p:nvSpPr>
        <p:spPr>
          <a:xfrm>
            <a:off x="4945459" y="3819612"/>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400" b="1" dirty="0" smtClean="0">
              <a:solidFill>
                <a:srgbClr val="2C3637"/>
              </a:soli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a:off x="4808413" y="4293096"/>
            <a:ext cx="2477306" cy="0"/>
          </a:xfrm>
          <a:prstGeom prst="line">
            <a:avLst/>
          </a:prstGeom>
          <a:ln>
            <a:solidFill>
              <a:srgbClr val="2C3637"/>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4808413" y="5139997"/>
            <a:ext cx="1436675" cy="227965"/>
            <a:chOff x="4369395" y="3284984"/>
            <a:chExt cx="1436675" cy="227965"/>
          </a:xfrm>
        </p:grpSpPr>
        <p:sp>
          <p:nvSpPr>
            <p:cNvPr id="25"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9395" y="3316401"/>
              <a:ext cx="168551" cy="168551"/>
              <a:chOff x="5005199" y="3717032"/>
              <a:chExt cx="168551" cy="168551"/>
            </a:xfrm>
          </p:grpSpPr>
          <p:sp>
            <p:nvSpPr>
              <p:cNvPr id="27" name="椭圆 2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28" name="等腰三角形 2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grpSp>
        <p:nvGrpSpPr>
          <p:cNvPr id="29" name="组合 28"/>
          <p:cNvGrpSpPr/>
          <p:nvPr/>
        </p:nvGrpSpPr>
        <p:grpSpPr>
          <a:xfrm>
            <a:off x="6461112" y="5139417"/>
            <a:ext cx="1436675" cy="227965"/>
            <a:chOff x="4369395" y="3284984"/>
            <a:chExt cx="1436675" cy="227965"/>
          </a:xfrm>
        </p:grpSpPr>
        <p:sp>
          <p:nvSpPr>
            <p:cNvPr id="42"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4369395" y="3316401"/>
              <a:ext cx="168551" cy="168551"/>
              <a:chOff x="5005199" y="3717032"/>
              <a:chExt cx="168551" cy="168551"/>
            </a:xfrm>
          </p:grpSpPr>
          <p:sp>
            <p:nvSpPr>
              <p:cNvPr id="87" name="椭圆 8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93" name="等腰三角形 92"/>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pic>
        <p:nvPicPr>
          <p:cNvPr id="79" name="图片 78"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p:cTn id="13" dur="500" fill="hold"/>
                                        <p:tgtEl>
                                          <p:spTgt spid="65"/>
                                        </p:tgtEl>
                                        <p:attrNameLst>
                                          <p:attrName>ppt_w</p:attrName>
                                        </p:attrNameLst>
                                      </p:cBhvr>
                                      <p:tavLst>
                                        <p:tav tm="0">
                                          <p:val>
                                            <p:fltVal val="0"/>
                                          </p:val>
                                        </p:tav>
                                        <p:tav tm="100000">
                                          <p:val>
                                            <p:strVal val="#ppt_w"/>
                                          </p:val>
                                        </p:tav>
                                      </p:tavLst>
                                    </p:anim>
                                    <p:anim calcmode="lin" valueType="num">
                                      <p:cBhvr>
                                        <p:cTn id="14" dur="500" fill="hold"/>
                                        <p:tgtEl>
                                          <p:spTgt spid="65"/>
                                        </p:tgtEl>
                                        <p:attrNameLst>
                                          <p:attrName>ppt_h</p:attrName>
                                        </p:attrNameLst>
                                      </p:cBhvr>
                                      <p:tavLst>
                                        <p:tav tm="0">
                                          <p:val>
                                            <p:fltVal val="0"/>
                                          </p:val>
                                        </p:tav>
                                        <p:tav tm="100000">
                                          <p:val>
                                            <p:strVal val="#ppt_h"/>
                                          </p:val>
                                        </p:tav>
                                      </p:tavLst>
                                    </p:anim>
                                    <p:animEffect transition="in" filter="fade">
                                      <p:cBhvr>
                                        <p:cTn id="15" dur="500"/>
                                        <p:tgtEl>
                                          <p:spTgt spid="65"/>
                                        </p:tgtEl>
                                      </p:cBhvr>
                                    </p:animEffect>
                                  </p:childTnLst>
                                </p:cTn>
                              </p:par>
                              <p:par>
                                <p:cTn id="16" presetID="53" presetClass="entr" presetSubtype="16" fill="hold" grpId="0" nodeType="withEffect">
                                  <p:stCondLst>
                                    <p:cond delay="1000"/>
                                  </p:stCondLst>
                                  <p:iterate type="lt">
                                    <p:tmPct val="0"/>
                                  </p:iterate>
                                  <p:childTnLst>
                                    <p:set>
                                      <p:cBhvr>
                                        <p:cTn id="17" dur="1" fill="hold">
                                          <p:stCondLst>
                                            <p:cond delay="0"/>
                                          </p:stCondLst>
                                        </p:cTn>
                                        <p:tgtEl>
                                          <p:spTgt spid="64"/>
                                        </p:tgtEl>
                                        <p:attrNameLst>
                                          <p:attrName>style.visibility</p:attrName>
                                        </p:attrNameLst>
                                      </p:cBhvr>
                                      <p:to>
                                        <p:strVal val="visible"/>
                                      </p:to>
                                    </p:set>
                                    <p:anim calcmode="lin" valueType="num">
                                      <p:cBhvr>
                                        <p:cTn id="18" dur="500" fill="hold"/>
                                        <p:tgtEl>
                                          <p:spTgt spid="64"/>
                                        </p:tgtEl>
                                        <p:attrNameLst>
                                          <p:attrName>ppt_w</p:attrName>
                                        </p:attrNameLst>
                                      </p:cBhvr>
                                      <p:tavLst>
                                        <p:tav tm="0">
                                          <p:val>
                                            <p:fltVal val="0"/>
                                          </p:val>
                                        </p:tav>
                                        <p:tav tm="100000">
                                          <p:val>
                                            <p:strVal val="#ppt_w"/>
                                          </p:val>
                                        </p:tav>
                                      </p:tavLst>
                                    </p:anim>
                                    <p:anim calcmode="lin" valueType="num">
                                      <p:cBhvr>
                                        <p:cTn id="19" dur="500" fill="hold"/>
                                        <p:tgtEl>
                                          <p:spTgt spid="64"/>
                                        </p:tgtEl>
                                        <p:attrNameLst>
                                          <p:attrName>ppt_h</p:attrName>
                                        </p:attrNameLst>
                                      </p:cBhvr>
                                      <p:tavLst>
                                        <p:tav tm="0">
                                          <p:val>
                                            <p:fltVal val="0"/>
                                          </p:val>
                                        </p:tav>
                                        <p:tav tm="100000">
                                          <p:val>
                                            <p:strVal val="#ppt_h"/>
                                          </p:val>
                                        </p:tav>
                                      </p:tavLst>
                                    </p:anim>
                                    <p:animEffect transition="in" filter="fade">
                                      <p:cBhvr>
                                        <p:cTn id="20" dur="500"/>
                                        <p:tgtEl>
                                          <p:spTgt spid="64"/>
                                        </p:tgtEl>
                                      </p:cBhvr>
                                    </p:animEffect>
                                  </p:childTnLst>
                                </p:cTn>
                              </p:par>
                            </p:childTnLst>
                          </p:cTn>
                        </p:par>
                        <p:par>
                          <p:cTn id="21" fill="hold">
                            <p:stCondLst>
                              <p:cond delay="2500"/>
                            </p:stCondLst>
                            <p:childTnLst>
                              <p:par>
                                <p:cTn id="22" presetID="10" presetClass="entr" presetSubtype="0" fill="hold" grpId="1" nodeType="after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500"/>
                                        <p:tgtEl>
                                          <p:spTgt spid="54"/>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500"/>
                                        <p:tgtEl>
                                          <p:spTgt spid="56"/>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59"/>
                                        </p:tgtEl>
                                        <p:attrNameLst>
                                          <p:attrName>style.visibility</p:attrName>
                                        </p:attrNameLst>
                                      </p:cBhvr>
                                      <p:to>
                                        <p:strVal val="visible"/>
                                      </p:to>
                                    </p:set>
                                    <p:animEffect transition="in" filter="fade">
                                      <p:cBhvr>
                                        <p:cTn id="39" dur="500"/>
                                        <p:tgtEl>
                                          <p:spTgt spid="59"/>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grpId="1"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1"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childTnLst>
                          </p:cTn>
                        </p:par>
                        <p:par>
                          <p:cTn id="52" fill="hold">
                            <p:stCondLst>
                              <p:cond delay="3000"/>
                            </p:stCondLst>
                            <p:childTnLst>
                              <p:par>
                                <p:cTn id="53"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4" dur="2000" fill="hold"/>
                                        <p:tgtEl>
                                          <p:spTgt spid="54"/>
                                        </p:tgtEl>
                                        <p:attrNameLst>
                                          <p:attrName>ppt_x</p:attrName>
                                          <p:attrName>ppt_y</p:attrName>
                                        </p:attrNameLst>
                                      </p:cBhvr>
                                      <p:rCtr x="17" y="18981"/>
                                    </p:animMotion>
                                  </p:childTnLst>
                                </p:cTn>
                              </p:par>
                              <p:par>
                                <p:cTn id="55"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6" dur="2000" fill="hold"/>
                                        <p:tgtEl>
                                          <p:spTgt spid="55"/>
                                        </p:tgtEl>
                                        <p:attrNameLst>
                                          <p:attrName>ppt_x</p:attrName>
                                          <p:attrName>ppt_y</p:attrName>
                                        </p:attrNameLst>
                                      </p:cBhvr>
                                      <p:rCtr x="17" y="18981"/>
                                    </p:animMotion>
                                  </p:childTnLst>
                                </p:cTn>
                              </p:par>
                              <p:par>
                                <p:cTn id="57"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8" dur="2000" fill="hold"/>
                                        <p:tgtEl>
                                          <p:spTgt spid="56"/>
                                        </p:tgtEl>
                                        <p:attrNameLst>
                                          <p:attrName>ppt_x</p:attrName>
                                          <p:attrName>ppt_y</p:attrName>
                                        </p:attrNameLst>
                                      </p:cBhvr>
                                      <p:rCtr x="17" y="18981"/>
                                    </p:animMotion>
                                  </p:childTnLst>
                                </p:cTn>
                              </p:par>
                              <p:par>
                                <p:cTn id="59"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0" dur="2000" fill="hold"/>
                                        <p:tgtEl>
                                          <p:spTgt spid="57"/>
                                        </p:tgtEl>
                                        <p:attrNameLst>
                                          <p:attrName>ppt_x</p:attrName>
                                          <p:attrName>ppt_y</p:attrName>
                                        </p:attrNameLst>
                                      </p:cBhvr>
                                      <p:rCtr x="17" y="18981"/>
                                    </p:animMotion>
                                  </p:childTnLst>
                                </p:cTn>
                              </p:par>
                              <p:par>
                                <p:cTn id="61"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2" dur="2000" fill="hold"/>
                                        <p:tgtEl>
                                          <p:spTgt spid="58"/>
                                        </p:tgtEl>
                                        <p:attrNameLst>
                                          <p:attrName>ppt_x</p:attrName>
                                          <p:attrName>ppt_y</p:attrName>
                                        </p:attrNameLst>
                                      </p:cBhvr>
                                      <p:rCtr x="17" y="18981"/>
                                    </p:animMotion>
                                  </p:childTnLst>
                                </p:cTn>
                              </p:par>
                              <p:par>
                                <p:cTn id="63"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4" dur="2000" fill="hold"/>
                                        <p:tgtEl>
                                          <p:spTgt spid="59"/>
                                        </p:tgtEl>
                                        <p:attrNameLst>
                                          <p:attrName>ppt_x</p:attrName>
                                          <p:attrName>ppt_y</p:attrName>
                                        </p:attrNameLst>
                                      </p:cBhvr>
                                      <p:rCtr x="17" y="18981"/>
                                    </p:animMotion>
                                  </p:childTnLst>
                                </p:cTn>
                              </p:par>
                              <p:par>
                                <p:cTn id="65"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6" dur="2000" fill="hold"/>
                                        <p:tgtEl>
                                          <p:spTgt spid="60"/>
                                        </p:tgtEl>
                                        <p:attrNameLst>
                                          <p:attrName>ppt_x</p:attrName>
                                          <p:attrName>ppt_y</p:attrName>
                                        </p:attrNameLst>
                                      </p:cBhvr>
                                      <p:rCtr x="17" y="18981"/>
                                    </p:animMotion>
                                  </p:childTnLst>
                                </p:cTn>
                              </p:par>
                              <p:par>
                                <p:cTn id="67"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8" dur="2000" fill="hold"/>
                                        <p:tgtEl>
                                          <p:spTgt spid="61"/>
                                        </p:tgtEl>
                                        <p:attrNameLst>
                                          <p:attrName>ppt_x</p:attrName>
                                          <p:attrName>ppt_y</p:attrName>
                                        </p:attrNameLst>
                                      </p:cBhvr>
                                      <p:rCtr x="17" y="18981"/>
                                    </p:animMotion>
                                  </p:childTnLst>
                                </p:cTn>
                              </p:par>
                              <p:par>
                                <p:cTn id="69"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0" dur="2000" fill="hold"/>
                                        <p:tgtEl>
                                          <p:spTgt spid="62"/>
                                        </p:tgtEl>
                                        <p:attrNameLst>
                                          <p:attrName>ppt_x</p:attrName>
                                          <p:attrName>ppt_y</p:attrName>
                                        </p:attrNameLst>
                                      </p:cBhvr>
                                      <p:rCtr x="17" y="18981"/>
                                    </p:animMotion>
                                  </p:childTnLst>
                                </p:cTn>
                              </p:par>
                              <p:par>
                                <p:cTn id="71"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2" dur="2000" fill="hold"/>
                                        <p:tgtEl>
                                          <p:spTgt spid="63"/>
                                        </p:tgtEl>
                                        <p:attrNameLst>
                                          <p:attrName>ppt_x</p:attrName>
                                          <p:attrName>ppt_y</p:attrName>
                                        </p:attrNameLst>
                                      </p:cBhvr>
                                      <p:rCtr x="17" y="18981"/>
                                    </p:animMotion>
                                  </p:childTnLst>
                                </p:cTn>
                              </p:par>
                              <p:par>
                                <p:cTn id="73" presetID="53" presetClass="entr" presetSubtype="16" fill="hold" grpId="0" nodeType="withEffect">
                                  <p:stCondLst>
                                    <p:cond delay="2000"/>
                                  </p:stCondLst>
                                  <p:iterate type="lt">
                                    <p:tmPct val="0"/>
                                  </p:iterate>
                                  <p:childTnLst>
                                    <p:set>
                                      <p:cBhvr>
                                        <p:cTn id="74" dur="1" fill="hold">
                                          <p:stCondLst>
                                            <p:cond delay="0"/>
                                          </p:stCondLst>
                                        </p:cTn>
                                        <p:tgtEl>
                                          <p:spTgt spid="23"/>
                                        </p:tgtEl>
                                        <p:attrNameLst>
                                          <p:attrName>style.visibility</p:attrName>
                                        </p:attrNameLst>
                                      </p:cBhvr>
                                      <p:to>
                                        <p:strVal val="visible"/>
                                      </p:to>
                                    </p:set>
                                    <p:anim calcmode="lin" valueType="num">
                                      <p:cBhvr>
                                        <p:cTn id="75" dur="500" fill="hold"/>
                                        <p:tgtEl>
                                          <p:spTgt spid="23"/>
                                        </p:tgtEl>
                                        <p:attrNameLst>
                                          <p:attrName>ppt_w</p:attrName>
                                        </p:attrNameLst>
                                      </p:cBhvr>
                                      <p:tavLst>
                                        <p:tav tm="0">
                                          <p:val>
                                            <p:fltVal val="0"/>
                                          </p:val>
                                        </p:tav>
                                        <p:tav tm="100000">
                                          <p:val>
                                            <p:strVal val="#ppt_w"/>
                                          </p:val>
                                        </p:tav>
                                      </p:tavLst>
                                    </p:anim>
                                    <p:anim calcmode="lin" valueType="num">
                                      <p:cBhvr>
                                        <p:cTn id="76" dur="500" fill="hold"/>
                                        <p:tgtEl>
                                          <p:spTgt spid="23"/>
                                        </p:tgtEl>
                                        <p:attrNameLst>
                                          <p:attrName>ppt_h</p:attrName>
                                        </p:attrNameLst>
                                      </p:cBhvr>
                                      <p:tavLst>
                                        <p:tav tm="0">
                                          <p:val>
                                            <p:fltVal val="0"/>
                                          </p:val>
                                        </p:tav>
                                        <p:tav tm="100000">
                                          <p:val>
                                            <p:strVal val="#ppt_h"/>
                                          </p:val>
                                        </p:tav>
                                      </p:tavLst>
                                    </p:anim>
                                    <p:animEffect transition="in" filter="fade">
                                      <p:cBhvr>
                                        <p:cTn id="77" dur="500"/>
                                        <p:tgtEl>
                                          <p:spTgt spid="23"/>
                                        </p:tgtEl>
                                      </p:cBhvr>
                                    </p:animEffect>
                                  </p:childTnLst>
                                </p:cTn>
                              </p:par>
                              <p:par>
                                <p:cTn id="78" presetID="16" presetClass="entr" presetSubtype="21" fill="hold" nodeType="withEffect">
                                  <p:stCondLst>
                                    <p:cond delay="2000"/>
                                  </p:stCondLst>
                                  <p:childTnLst>
                                    <p:set>
                                      <p:cBhvr>
                                        <p:cTn id="79" dur="1" fill="hold">
                                          <p:stCondLst>
                                            <p:cond delay="0"/>
                                          </p:stCondLst>
                                        </p:cTn>
                                        <p:tgtEl>
                                          <p:spTgt spid="2"/>
                                        </p:tgtEl>
                                        <p:attrNameLst>
                                          <p:attrName>style.visibility</p:attrName>
                                        </p:attrNameLst>
                                      </p:cBhvr>
                                      <p:to>
                                        <p:strVal val="visible"/>
                                      </p:to>
                                    </p:set>
                                    <p:animEffect transition="in" filter="barn(inVertical)">
                                      <p:cBhvr>
                                        <p:cTn id="80" dur="500"/>
                                        <p:tgtEl>
                                          <p:spTgt spid="2"/>
                                        </p:tgtEl>
                                      </p:cBhvr>
                                    </p:animEffect>
                                  </p:childTnLst>
                                </p:cTn>
                              </p:par>
                              <p:par>
                                <p:cTn id="81" presetID="53" presetClass="entr" presetSubtype="16" fill="hold" nodeType="withEffect">
                                  <p:stCondLst>
                                    <p:cond delay="2500"/>
                                  </p:stCondLst>
                                  <p:childTnLst>
                                    <p:set>
                                      <p:cBhvr>
                                        <p:cTn id="82" dur="1" fill="hold">
                                          <p:stCondLst>
                                            <p:cond delay="0"/>
                                          </p:stCondLst>
                                        </p:cTn>
                                        <p:tgtEl>
                                          <p:spTgt spid="3"/>
                                        </p:tgtEl>
                                        <p:attrNameLst>
                                          <p:attrName>style.visibility</p:attrName>
                                        </p:attrNameLst>
                                      </p:cBhvr>
                                      <p:to>
                                        <p:strVal val="visible"/>
                                      </p:to>
                                    </p:set>
                                    <p:anim calcmode="lin" valueType="num">
                                      <p:cBhvr>
                                        <p:cTn id="83" dur="500" fill="hold"/>
                                        <p:tgtEl>
                                          <p:spTgt spid="3"/>
                                        </p:tgtEl>
                                        <p:attrNameLst>
                                          <p:attrName>ppt_w</p:attrName>
                                        </p:attrNameLst>
                                      </p:cBhvr>
                                      <p:tavLst>
                                        <p:tav tm="0">
                                          <p:val>
                                            <p:fltVal val="0"/>
                                          </p:val>
                                        </p:tav>
                                        <p:tav tm="100000">
                                          <p:val>
                                            <p:strVal val="#ppt_w"/>
                                          </p:val>
                                        </p:tav>
                                      </p:tavLst>
                                    </p:anim>
                                    <p:anim calcmode="lin" valueType="num">
                                      <p:cBhvr>
                                        <p:cTn id="84" dur="500" fill="hold"/>
                                        <p:tgtEl>
                                          <p:spTgt spid="3"/>
                                        </p:tgtEl>
                                        <p:attrNameLst>
                                          <p:attrName>ppt_h</p:attrName>
                                        </p:attrNameLst>
                                      </p:cBhvr>
                                      <p:tavLst>
                                        <p:tav tm="0">
                                          <p:val>
                                            <p:fltVal val="0"/>
                                          </p:val>
                                        </p:tav>
                                        <p:tav tm="100000">
                                          <p:val>
                                            <p:strVal val="#ppt_h"/>
                                          </p:val>
                                        </p:tav>
                                      </p:tavLst>
                                    </p:anim>
                                    <p:animEffect transition="in" filter="fade">
                                      <p:cBhvr>
                                        <p:cTn id="85" dur="500"/>
                                        <p:tgtEl>
                                          <p:spTgt spid="3"/>
                                        </p:tgtEl>
                                      </p:cBhvr>
                                    </p:animEffect>
                                  </p:childTnLst>
                                </p:cTn>
                              </p:par>
                              <p:par>
                                <p:cTn id="86" presetID="53" presetClass="entr" presetSubtype="16" fill="hold" nodeType="withEffect">
                                  <p:stCondLst>
                                    <p:cond delay="2500"/>
                                  </p:stCondLst>
                                  <p:childTnLst>
                                    <p:set>
                                      <p:cBhvr>
                                        <p:cTn id="87" dur="1" fill="hold">
                                          <p:stCondLst>
                                            <p:cond delay="0"/>
                                          </p:stCondLst>
                                        </p:cTn>
                                        <p:tgtEl>
                                          <p:spTgt spid="8"/>
                                        </p:tgtEl>
                                        <p:attrNameLst>
                                          <p:attrName>style.visibility</p:attrName>
                                        </p:attrNameLst>
                                      </p:cBhvr>
                                      <p:to>
                                        <p:strVal val="visible"/>
                                      </p:to>
                                    </p:set>
                                    <p:anim calcmode="lin" valueType="num">
                                      <p:cBhvr>
                                        <p:cTn id="88" dur="500" fill="hold"/>
                                        <p:tgtEl>
                                          <p:spTgt spid="8"/>
                                        </p:tgtEl>
                                        <p:attrNameLst>
                                          <p:attrName>ppt_w</p:attrName>
                                        </p:attrNameLst>
                                      </p:cBhvr>
                                      <p:tavLst>
                                        <p:tav tm="0">
                                          <p:val>
                                            <p:fltVal val="0"/>
                                          </p:val>
                                        </p:tav>
                                        <p:tav tm="100000">
                                          <p:val>
                                            <p:strVal val="#ppt_w"/>
                                          </p:val>
                                        </p:tav>
                                      </p:tavLst>
                                    </p:anim>
                                    <p:anim calcmode="lin" valueType="num">
                                      <p:cBhvr>
                                        <p:cTn id="89" dur="500" fill="hold"/>
                                        <p:tgtEl>
                                          <p:spTgt spid="8"/>
                                        </p:tgtEl>
                                        <p:attrNameLst>
                                          <p:attrName>ppt_h</p:attrName>
                                        </p:attrNameLst>
                                      </p:cBhvr>
                                      <p:tavLst>
                                        <p:tav tm="0">
                                          <p:val>
                                            <p:fltVal val="0"/>
                                          </p:val>
                                        </p:tav>
                                        <p:tav tm="100000">
                                          <p:val>
                                            <p:strVal val="#ppt_h"/>
                                          </p:val>
                                        </p:tav>
                                      </p:tavLst>
                                    </p:anim>
                                    <p:animEffect transition="in" filter="fade">
                                      <p:cBhvr>
                                        <p:cTn id="90" dur="500"/>
                                        <p:tgtEl>
                                          <p:spTgt spid="8"/>
                                        </p:tgtEl>
                                      </p:cBhvr>
                                    </p:animEffect>
                                  </p:childTnLst>
                                </p:cTn>
                              </p:par>
                              <p:par>
                                <p:cTn id="91" presetID="53" presetClass="entr" presetSubtype="16" fill="hold" nodeType="withEffect">
                                  <p:stCondLst>
                                    <p:cond delay="250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nodeType="withEffect">
                                  <p:stCondLst>
                                    <p:cond delay="2500"/>
                                  </p:stCondLst>
                                  <p:childTnLst>
                                    <p:set>
                                      <p:cBhvr>
                                        <p:cTn id="97" dur="1" fill="hold">
                                          <p:stCondLst>
                                            <p:cond delay="0"/>
                                          </p:stCondLst>
                                        </p:cTn>
                                        <p:tgtEl>
                                          <p:spTgt spid="18"/>
                                        </p:tgtEl>
                                        <p:attrNameLst>
                                          <p:attrName>style.visibility</p:attrName>
                                        </p:attrNameLst>
                                      </p:cBhvr>
                                      <p:to>
                                        <p:strVal val="visible"/>
                                      </p:to>
                                    </p:set>
                                    <p:anim calcmode="lin" valueType="num">
                                      <p:cBhvr>
                                        <p:cTn id="98" dur="500" fill="hold"/>
                                        <p:tgtEl>
                                          <p:spTgt spid="18"/>
                                        </p:tgtEl>
                                        <p:attrNameLst>
                                          <p:attrName>ppt_w</p:attrName>
                                        </p:attrNameLst>
                                      </p:cBhvr>
                                      <p:tavLst>
                                        <p:tav tm="0">
                                          <p:val>
                                            <p:fltVal val="0"/>
                                          </p:val>
                                        </p:tav>
                                        <p:tav tm="100000">
                                          <p:val>
                                            <p:strVal val="#ppt_w"/>
                                          </p:val>
                                        </p:tav>
                                      </p:tavLst>
                                    </p:anim>
                                    <p:anim calcmode="lin" valueType="num">
                                      <p:cBhvr>
                                        <p:cTn id="99" dur="500" fill="hold"/>
                                        <p:tgtEl>
                                          <p:spTgt spid="18"/>
                                        </p:tgtEl>
                                        <p:attrNameLst>
                                          <p:attrName>ppt_h</p:attrName>
                                        </p:attrNameLst>
                                      </p:cBhvr>
                                      <p:tavLst>
                                        <p:tav tm="0">
                                          <p:val>
                                            <p:fltVal val="0"/>
                                          </p:val>
                                        </p:tav>
                                        <p:tav tm="100000">
                                          <p:val>
                                            <p:strVal val="#ppt_h"/>
                                          </p:val>
                                        </p:tav>
                                      </p:tavLst>
                                    </p:anim>
                                    <p:animEffect transition="in" filter="fade">
                                      <p:cBhvr>
                                        <p:cTn id="100" dur="500"/>
                                        <p:tgtEl>
                                          <p:spTgt spid="18"/>
                                        </p:tgtEl>
                                      </p:cBhvr>
                                    </p:animEffect>
                                  </p:childTnLst>
                                </p:cTn>
                              </p:par>
                              <p:par>
                                <p:cTn id="101" presetID="32" presetClass="emph" presetSubtype="0" fill="hold" nodeType="withEffect">
                                  <p:stCondLst>
                                    <p:cond delay="3000"/>
                                  </p:stCondLst>
                                  <p:childTnLst>
                                    <p:animRot by="120000">
                                      <p:cBhvr>
                                        <p:cTn id="102" dur="100" fill="hold">
                                          <p:stCondLst>
                                            <p:cond delay="0"/>
                                          </p:stCondLst>
                                        </p:cTn>
                                        <p:tgtEl>
                                          <p:spTgt spid="3"/>
                                        </p:tgtEl>
                                        <p:attrNameLst>
                                          <p:attrName>r</p:attrName>
                                        </p:attrNameLst>
                                      </p:cBhvr>
                                    </p:animRot>
                                    <p:animRot by="-240000">
                                      <p:cBhvr>
                                        <p:cTn id="103" dur="200" fill="hold">
                                          <p:stCondLst>
                                            <p:cond delay="200"/>
                                          </p:stCondLst>
                                        </p:cTn>
                                        <p:tgtEl>
                                          <p:spTgt spid="3"/>
                                        </p:tgtEl>
                                        <p:attrNameLst>
                                          <p:attrName>r</p:attrName>
                                        </p:attrNameLst>
                                      </p:cBhvr>
                                    </p:animRot>
                                    <p:animRot by="240000">
                                      <p:cBhvr>
                                        <p:cTn id="104" dur="200" fill="hold">
                                          <p:stCondLst>
                                            <p:cond delay="400"/>
                                          </p:stCondLst>
                                        </p:cTn>
                                        <p:tgtEl>
                                          <p:spTgt spid="3"/>
                                        </p:tgtEl>
                                        <p:attrNameLst>
                                          <p:attrName>r</p:attrName>
                                        </p:attrNameLst>
                                      </p:cBhvr>
                                    </p:animRot>
                                    <p:animRot by="-240000">
                                      <p:cBhvr>
                                        <p:cTn id="105" dur="200" fill="hold">
                                          <p:stCondLst>
                                            <p:cond delay="600"/>
                                          </p:stCondLst>
                                        </p:cTn>
                                        <p:tgtEl>
                                          <p:spTgt spid="3"/>
                                        </p:tgtEl>
                                        <p:attrNameLst>
                                          <p:attrName>r</p:attrName>
                                        </p:attrNameLst>
                                      </p:cBhvr>
                                    </p:animRot>
                                    <p:animRot by="120000">
                                      <p:cBhvr>
                                        <p:cTn id="106" dur="200" fill="hold">
                                          <p:stCondLst>
                                            <p:cond delay="800"/>
                                          </p:stCondLst>
                                        </p:cTn>
                                        <p:tgtEl>
                                          <p:spTgt spid="3"/>
                                        </p:tgtEl>
                                        <p:attrNameLst>
                                          <p:attrName>r</p:attrName>
                                        </p:attrNameLst>
                                      </p:cBhvr>
                                    </p:animRot>
                                  </p:childTnLst>
                                </p:cTn>
                              </p:par>
                              <p:par>
                                <p:cTn id="107" presetID="32" presetClass="emph" presetSubtype="0" fill="hold" nodeType="withEffect">
                                  <p:stCondLst>
                                    <p:cond delay="3000"/>
                                  </p:stCondLst>
                                  <p:childTnLst>
                                    <p:animRot by="120000">
                                      <p:cBhvr>
                                        <p:cTn id="108" dur="100" fill="hold">
                                          <p:stCondLst>
                                            <p:cond delay="0"/>
                                          </p:stCondLst>
                                        </p:cTn>
                                        <p:tgtEl>
                                          <p:spTgt spid="8"/>
                                        </p:tgtEl>
                                        <p:attrNameLst>
                                          <p:attrName>r</p:attrName>
                                        </p:attrNameLst>
                                      </p:cBhvr>
                                    </p:animRot>
                                    <p:animRot by="-240000">
                                      <p:cBhvr>
                                        <p:cTn id="109" dur="200" fill="hold">
                                          <p:stCondLst>
                                            <p:cond delay="200"/>
                                          </p:stCondLst>
                                        </p:cTn>
                                        <p:tgtEl>
                                          <p:spTgt spid="8"/>
                                        </p:tgtEl>
                                        <p:attrNameLst>
                                          <p:attrName>r</p:attrName>
                                        </p:attrNameLst>
                                      </p:cBhvr>
                                    </p:animRot>
                                    <p:animRot by="240000">
                                      <p:cBhvr>
                                        <p:cTn id="110" dur="200" fill="hold">
                                          <p:stCondLst>
                                            <p:cond delay="400"/>
                                          </p:stCondLst>
                                        </p:cTn>
                                        <p:tgtEl>
                                          <p:spTgt spid="8"/>
                                        </p:tgtEl>
                                        <p:attrNameLst>
                                          <p:attrName>r</p:attrName>
                                        </p:attrNameLst>
                                      </p:cBhvr>
                                    </p:animRot>
                                    <p:animRot by="-240000">
                                      <p:cBhvr>
                                        <p:cTn id="111" dur="200" fill="hold">
                                          <p:stCondLst>
                                            <p:cond delay="600"/>
                                          </p:stCondLst>
                                        </p:cTn>
                                        <p:tgtEl>
                                          <p:spTgt spid="8"/>
                                        </p:tgtEl>
                                        <p:attrNameLst>
                                          <p:attrName>r</p:attrName>
                                        </p:attrNameLst>
                                      </p:cBhvr>
                                    </p:animRot>
                                    <p:animRot by="120000">
                                      <p:cBhvr>
                                        <p:cTn id="112" dur="200" fill="hold">
                                          <p:stCondLst>
                                            <p:cond delay="800"/>
                                          </p:stCondLst>
                                        </p:cTn>
                                        <p:tgtEl>
                                          <p:spTgt spid="8"/>
                                        </p:tgtEl>
                                        <p:attrNameLst>
                                          <p:attrName>r</p:attrName>
                                        </p:attrNameLst>
                                      </p:cBhvr>
                                    </p:animRot>
                                  </p:childTnLst>
                                </p:cTn>
                              </p:par>
                              <p:par>
                                <p:cTn id="113" presetID="32" presetClass="emph" presetSubtype="0" fill="hold" nodeType="withEffect">
                                  <p:stCondLst>
                                    <p:cond delay="3000"/>
                                  </p:stCondLst>
                                  <p:childTnLst>
                                    <p:animRot by="120000">
                                      <p:cBhvr>
                                        <p:cTn id="114" dur="100" fill="hold">
                                          <p:stCondLst>
                                            <p:cond delay="0"/>
                                          </p:stCondLst>
                                        </p:cTn>
                                        <p:tgtEl>
                                          <p:spTgt spid="13"/>
                                        </p:tgtEl>
                                        <p:attrNameLst>
                                          <p:attrName>r</p:attrName>
                                        </p:attrNameLst>
                                      </p:cBhvr>
                                    </p:animRot>
                                    <p:animRot by="-240000">
                                      <p:cBhvr>
                                        <p:cTn id="115" dur="200" fill="hold">
                                          <p:stCondLst>
                                            <p:cond delay="200"/>
                                          </p:stCondLst>
                                        </p:cTn>
                                        <p:tgtEl>
                                          <p:spTgt spid="13"/>
                                        </p:tgtEl>
                                        <p:attrNameLst>
                                          <p:attrName>r</p:attrName>
                                        </p:attrNameLst>
                                      </p:cBhvr>
                                    </p:animRot>
                                    <p:animRot by="240000">
                                      <p:cBhvr>
                                        <p:cTn id="116" dur="200" fill="hold">
                                          <p:stCondLst>
                                            <p:cond delay="400"/>
                                          </p:stCondLst>
                                        </p:cTn>
                                        <p:tgtEl>
                                          <p:spTgt spid="13"/>
                                        </p:tgtEl>
                                        <p:attrNameLst>
                                          <p:attrName>r</p:attrName>
                                        </p:attrNameLst>
                                      </p:cBhvr>
                                    </p:animRot>
                                    <p:animRot by="-240000">
                                      <p:cBhvr>
                                        <p:cTn id="117" dur="200" fill="hold">
                                          <p:stCondLst>
                                            <p:cond delay="600"/>
                                          </p:stCondLst>
                                        </p:cTn>
                                        <p:tgtEl>
                                          <p:spTgt spid="13"/>
                                        </p:tgtEl>
                                        <p:attrNameLst>
                                          <p:attrName>r</p:attrName>
                                        </p:attrNameLst>
                                      </p:cBhvr>
                                    </p:animRot>
                                    <p:animRot by="120000">
                                      <p:cBhvr>
                                        <p:cTn id="118" dur="200" fill="hold">
                                          <p:stCondLst>
                                            <p:cond delay="800"/>
                                          </p:stCondLst>
                                        </p:cTn>
                                        <p:tgtEl>
                                          <p:spTgt spid="13"/>
                                        </p:tgtEl>
                                        <p:attrNameLst>
                                          <p:attrName>r</p:attrName>
                                        </p:attrNameLst>
                                      </p:cBhvr>
                                    </p:animRot>
                                  </p:childTnLst>
                                </p:cTn>
                              </p:par>
                              <p:par>
                                <p:cTn id="119" presetID="32" presetClass="emph" presetSubtype="0" fill="hold" nodeType="withEffect">
                                  <p:stCondLst>
                                    <p:cond delay="3000"/>
                                  </p:stCondLst>
                                  <p:childTnLst>
                                    <p:animRot by="120000">
                                      <p:cBhvr>
                                        <p:cTn id="120" dur="100" fill="hold">
                                          <p:stCondLst>
                                            <p:cond delay="0"/>
                                          </p:stCondLst>
                                        </p:cTn>
                                        <p:tgtEl>
                                          <p:spTgt spid="18"/>
                                        </p:tgtEl>
                                        <p:attrNameLst>
                                          <p:attrName>r</p:attrName>
                                        </p:attrNameLst>
                                      </p:cBhvr>
                                    </p:animRot>
                                    <p:animRot by="-240000">
                                      <p:cBhvr>
                                        <p:cTn id="121" dur="200" fill="hold">
                                          <p:stCondLst>
                                            <p:cond delay="200"/>
                                          </p:stCondLst>
                                        </p:cTn>
                                        <p:tgtEl>
                                          <p:spTgt spid="18"/>
                                        </p:tgtEl>
                                        <p:attrNameLst>
                                          <p:attrName>r</p:attrName>
                                        </p:attrNameLst>
                                      </p:cBhvr>
                                    </p:animRot>
                                    <p:animRot by="240000">
                                      <p:cBhvr>
                                        <p:cTn id="122" dur="200" fill="hold">
                                          <p:stCondLst>
                                            <p:cond delay="400"/>
                                          </p:stCondLst>
                                        </p:cTn>
                                        <p:tgtEl>
                                          <p:spTgt spid="18"/>
                                        </p:tgtEl>
                                        <p:attrNameLst>
                                          <p:attrName>r</p:attrName>
                                        </p:attrNameLst>
                                      </p:cBhvr>
                                    </p:animRot>
                                    <p:animRot by="-240000">
                                      <p:cBhvr>
                                        <p:cTn id="123" dur="200" fill="hold">
                                          <p:stCondLst>
                                            <p:cond delay="600"/>
                                          </p:stCondLst>
                                        </p:cTn>
                                        <p:tgtEl>
                                          <p:spTgt spid="18"/>
                                        </p:tgtEl>
                                        <p:attrNameLst>
                                          <p:attrName>r</p:attrName>
                                        </p:attrNameLst>
                                      </p:cBhvr>
                                    </p:animRot>
                                    <p:animRot by="120000">
                                      <p:cBhvr>
                                        <p:cTn id="124" dur="200" fill="hold">
                                          <p:stCondLst>
                                            <p:cond delay="800"/>
                                          </p:stCondLst>
                                        </p:cTn>
                                        <p:tgtEl>
                                          <p:spTgt spid="18"/>
                                        </p:tgtEl>
                                        <p:attrNameLst>
                                          <p:attrName>r</p:attrName>
                                        </p:attrNameLst>
                                      </p:cBhvr>
                                    </p:animRot>
                                  </p:childTnLst>
                                </p:cTn>
                              </p:par>
                              <p:par>
                                <p:cTn id="125" presetID="53" presetClass="entr" presetSubtype="16" fill="hold" nodeType="withEffect">
                                  <p:stCondLst>
                                    <p:cond delay="25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500" fill="hold"/>
                                        <p:tgtEl>
                                          <p:spTgt spid="24"/>
                                        </p:tgtEl>
                                        <p:attrNameLst>
                                          <p:attrName>ppt_w</p:attrName>
                                        </p:attrNameLst>
                                      </p:cBhvr>
                                      <p:tavLst>
                                        <p:tav tm="0">
                                          <p:val>
                                            <p:fltVal val="0"/>
                                          </p:val>
                                        </p:tav>
                                        <p:tav tm="100000">
                                          <p:val>
                                            <p:strVal val="#ppt_w"/>
                                          </p:val>
                                        </p:tav>
                                      </p:tavLst>
                                    </p:anim>
                                    <p:anim calcmode="lin" valueType="num">
                                      <p:cBhvr>
                                        <p:cTn id="128" dur="500" fill="hold"/>
                                        <p:tgtEl>
                                          <p:spTgt spid="24"/>
                                        </p:tgtEl>
                                        <p:attrNameLst>
                                          <p:attrName>ppt_h</p:attrName>
                                        </p:attrNameLst>
                                      </p:cBhvr>
                                      <p:tavLst>
                                        <p:tav tm="0">
                                          <p:val>
                                            <p:fltVal val="0"/>
                                          </p:val>
                                        </p:tav>
                                        <p:tav tm="100000">
                                          <p:val>
                                            <p:strVal val="#ppt_h"/>
                                          </p:val>
                                        </p:tav>
                                      </p:tavLst>
                                    </p:anim>
                                    <p:animEffect transition="in" filter="fade">
                                      <p:cBhvr>
                                        <p:cTn id="129" dur="500"/>
                                        <p:tgtEl>
                                          <p:spTgt spid="24"/>
                                        </p:tgtEl>
                                      </p:cBhvr>
                                    </p:animEffect>
                                  </p:childTnLst>
                                </p:cTn>
                              </p:par>
                              <p:par>
                                <p:cTn id="130" presetID="53" presetClass="entr" presetSubtype="16" fill="hold" nodeType="withEffect">
                                  <p:stCondLst>
                                    <p:cond delay="250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500" fill="hold"/>
                                        <p:tgtEl>
                                          <p:spTgt spid="29"/>
                                        </p:tgtEl>
                                        <p:attrNameLst>
                                          <p:attrName>ppt_w</p:attrName>
                                        </p:attrNameLst>
                                      </p:cBhvr>
                                      <p:tavLst>
                                        <p:tav tm="0">
                                          <p:val>
                                            <p:fltVal val="0"/>
                                          </p:val>
                                        </p:tav>
                                        <p:tav tm="100000">
                                          <p:val>
                                            <p:strVal val="#ppt_w"/>
                                          </p:val>
                                        </p:tav>
                                      </p:tavLst>
                                    </p:anim>
                                    <p:anim calcmode="lin" valueType="num">
                                      <p:cBhvr>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32" presetClass="emph" presetSubtype="0" fill="hold" nodeType="withEffect">
                                  <p:stCondLst>
                                    <p:cond delay="3000"/>
                                  </p:stCondLst>
                                  <p:childTnLst>
                                    <p:animRot by="120000">
                                      <p:cBhvr>
                                        <p:cTn id="136" dur="100" fill="hold">
                                          <p:stCondLst>
                                            <p:cond delay="0"/>
                                          </p:stCondLst>
                                        </p:cTn>
                                        <p:tgtEl>
                                          <p:spTgt spid="24"/>
                                        </p:tgtEl>
                                        <p:attrNameLst>
                                          <p:attrName>r</p:attrName>
                                        </p:attrNameLst>
                                      </p:cBhvr>
                                    </p:animRot>
                                    <p:animRot by="-240000">
                                      <p:cBhvr>
                                        <p:cTn id="137" dur="200" fill="hold">
                                          <p:stCondLst>
                                            <p:cond delay="200"/>
                                          </p:stCondLst>
                                        </p:cTn>
                                        <p:tgtEl>
                                          <p:spTgt spid="24"/>
                                        </p:tgtEl>
                                        <p:attrNameLst>
                                          <p:attrName>r</p:attrName>
                                        </p:attrNameLst>
                                      </p:cBhvr>
                                    </p:animRot>
                                    <p:animRot by="240000">
                                      <p:cBhvr>
                                        <p:cTn id="138" dur="200" fill="hold">
                                          <p:stCondLst>
                                            <p:cond delay="400"/>
                                          </p:stCondLst>
                                        </p:cTn>
                                        <p:tgtEl>
                                          <p:spTgt spid="24"/>
                                        </p:tgtEl>
                                        <p:attrNameLst>
                                          <p:attrName>r</p:attrName>
                                        </p:attrNameLst>
                                      </p:cBhvr>
                                    </p:animRot>
                                    <p:animRot by="-240000">
                                      <p:cBhvr>
                                        <p:cTn id="139" dur="200" fill="hold">
                                          <p:stCondLst>
                                            <p:cond delay="600"/>
                                          </p:stCondLst>
                                        </p:cTn>
                                        <p:tgtEl>
                                          <p:spTgt spid="24"/>
                                        </p:tgtEl>
                                        <p:attrNameLst>
                                          <p:attrName>r</p:attrName>
                                        </p:attrNameLst>
                                      </p:cBhvr>
                                    </p:animRot>
                                    <p:animRot by="120000">
                                      <p:cBhvr>
                                        <p:cTn id="140" dur="200" fill="hold">
                                          <p:stCondLst>
                                            <p:cond delay="800"/>
                                          </p:stCondLst>
                                        </p:cTn>
                                        <p:tgtEl>
                                          <p:spTgt spid="24"/>
                                        </p:tgtEl>
                                        <p:attrNameLst>
                                          <p:attrName>r</p:attrName>
                                        </p:attrNameLst>
                                      </p:cBhvr>
                                    </p:animRot>
                                  </p:childTnLst>
                                </p:cTn>
                              </p:par>
                              <p:par>
                                <p:cTn id="141" presetID="32" presetClass="emph" presetSubtype="0" fill="hold" nodeType="withEffect">
                                  <p:stCondLst>
                                    <p:cond delay="3000"/>
                                  </p:stCondLst>
                                  <p:childTnLst>
                                    <p:animRot by="120000">
                                      <p:cBhvr>
                                        <p:cTn id="142" dur="100" fill="hold">
                                          <p:stCondLst>
                                            <p:cond delay="0"/>
                                          </p:stCondLst>
                                        </p:cTn>
                                        <p:tgtEl>
                                          <p:spTgt spid="29"/>
                                        </p:tgtEl>
                                        <p:attrNameLst>
                                          <p:attrName>r</p:attrName>
                                        </p:attrNameLst>
                                      </p:cBhvr>
                                    </p:animRot>
                                    <p:animRot by="-240000">
                                      <p:cBhvr>
                                        <p:cTn id="143" dur="200" fill="hold">
                                          <p:stCondLst>
                                            <p:cond delay="200"/>
                                          </p:stCondLst>
                                        </p:cTn>
                                        <p:tgtEl>
                                          <p:spTgt spid="29"/>
                                        </p:tgtEl>
                                        <p:attrNameLst>
                                          <p:attrName>r</p:attrName>
                                        </p:attrNameLst>
                                      </p:cBhvr>
                                    </p:animRot>
                                    <p:animRot by="240000">
                                      <p:cBhvr>
                                        <p:cTn id="144" dur="200" fill="hold">
                                          <p:stCondLst>
                                            <p:cond delay="400"/>
                                          </p:stCondLst>
                                        </p:cTn>
                                        <p:tgtEl>
                                          <p:spTgt spid="29"/>
                                        </p:tgtEl>
                                        <p:attrNameLst>
                                          <p:attrName>r</p:attrName>
                                        </p:attrNameLst>
                                      </p:cBhvr>
                                    </p:animRot>
                                    <p:animRot by="-240000">
                                      <p:cBhvr>
                                        <p:cTn id="145" dur="200" fill="hold">
                                          <p:stCondLst>
                                            <p:cond delay="600"/>
                                          </p:stCondLst>
                                        </p:cTn>
                                        <p:tgtEl>
                                          <p:spTgt spid="29"/>
                                        </p:tgtEl>
                                        <p:attrNameLst>
                                          <p:attrName>r</p:attrName>
                                        </p:attrNameLst>
                                      </p:cBhvr>
                                    </p:animRot>
                                    <p:animRot by="120000">
                                      <p:cBhvr>
                                        <p:cTn id="146" dur="200" fill="hold">
                                          <p:stCondLst>
                                            <p:cond delay="800"/>
                                          </p:stCondLst>
                                        </p:cTn>
                                        <p:tgtEl>
                                          <p:spTgt spid="2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p:bldP spid="65" grpId="0" animBg="1"/>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35332"/>
            <a:ext cx="6552730"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PROMOTION PLAN</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0" name="椭圆 19"/>
          <p:cNvSpPr/>
          <p:nvPr/>
        </p:nvSpPr>
        <p:spPr>
          <a:xfrm>
            <a:off x="2065139" y="3284984"/>
            <a:ext cx="2485289" cy="248528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1" name="椭圆 20"/>
          <p:cNvSpPr/>
          <p:nvPr/>
        </p:nvSpPr>
        <p:spPr>
          <a:xfrm>
            <a:off x="5017467" y="1412776"/>
            <a:ext cx="576622" cy="5767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Impact MT Std" pitchFamily="34" charset="0"/>
                <a:ea typeface="微软雅黑" panose="020B0503020204020204" pitchFamily="34" charset="-122"/>
              </a:rPr>
              <a:t>1</a:t>
            </a:r>
            <a:endParaRPr lang="zh-CN" altLang="en-US" dirty="0">
              <a:latin typeface="Impact MT Std" pitchFamily="34" charset="0"/>
              <a:ea typeface="微软雅黑" panose="020B0503020204020204" pitchFamily="34" charset="-122"/>
            </a:endParaRPr>
          </a:p>
        </p:txBody>
      </p:sp>
      <p:cxnSp>
        <p:nvCxnSpPr>
          <p:cNvPr id="22" name="直接连接符 21"/>
          <p:cNvCxnSpPr/>
          <p:nvPr/>
        </p:nvCxnSpPr>
        <p:spPr>
          <a:xfrm>
            <a:off x="5594605" y="171760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304255" y="4320821"/>
            <a:ext cx="2001962" cy="39179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dirty="0" smtClean="0">
                <a:solidFill>
                  <a:schemeClr val="bg1"/>
                </a:solidFill>
              </a:rPr>
              <a:t>添加标题</a:t>
            </a:r>
            <a:endParaRPr lang="zh-CN" altLang="en-US" sz="2400" b="1" dirty="0" smtClean="0">
              <a:solidFill>
                <a:schemeClr val="bg1"/>
              </a:solidFill>
            </a:endParaRPr>
          </a:p>
        </p:txBody>
      </p:sp>
      <p:sp>
        <p:nvSpPr>
          <p:cNvPr id="24" name="椭圆 23"/>
          <p:cNvSpPr/>
          <p:nvPr/>
        </p:nvSpPr>
        <p:spPr>
          <a:xfrm>
            <a:off x="2065139" y="1268760"/>
            <a:ext cx="2485289" cy="2485289"/>
          </a:xfrm>
          <a:prstGeom prst="ellipse">
            <a:avLst/>
          </a:prstGeom>
          <a:blipFill rotWithShape="1">
            <a:blip r:embed="rId1"/>
            <a:stretch>
              <a:fillRect l="-3000" t="-7000" r="-3000" b="-7000"/>
            </a:stretch>
          </a:bli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标题 11"/>
          <p:cNvSpPr txBox="1"/>
          <p:nvPr/>
        </p:nvSpPr>
        <p:spPr>
          <a:xfrm>
            <a:off x="6624146" y="149702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椭圆 26"/>
          <p:cNvSpPr/>
          <p:nvPr/>
        </p:nvSpPr>
        <p:spPr>
          <a:xfrm>
            <a:off x="5017468" y="2132856"/>
            <a:ext cx="576622" cy="576785"/>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Impact MT Std" pitchFamily="34" charset="0"/>
                <a:ea typeface="微软雅黑" panose="020B0503020204020204" pitchFamily="34" charset="-122"/>
              </a:rPr>
              <a:t>2</a:t>
            </a:r>
            <a:endParaRPr lang="zh-CN" altLang="en-US" dirty="0">
              <a:latin typeface="Impact MT Std" pitchFamily="34" charset="0"/>
              <a:ea typeface="微软雅黑" panose="020B0503020204020204" pitchFamily="34" charset="-122"/>
            </a:endParaRPr>
          </a:p>
        </p:txBody>
      </p:sp>
      <p:cxnSp>
        <p:nvCxnSpPr>
          <p:cNvPr id="28" name="直接连接符 27"/>
          <p:cNvCxnSpPr/>
          <p:nvPr/>
        </p:nvCxnSpPr>
        <p:spPr>
          <a:xfrm>
            <a:off x="5594606" y="243768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9" name="标题 11"/>
          <p:cNvSpPr txBox="1"/>
          <p:nvPr/>
        </p:nvSpPr>
        <p:spPr>
          <a:xfrm>
            <a:off x="6624147" y="221710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椭圆 39"/>
          <p:cNvSpPr/>
          <p:nvPr/>
        </p:nvSpPr>
        <p:spPr>
          <a:xfrm>
            <a:off x="5017468" y="2869736"/>
            <a:ext cx="576622" cy="5767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Impact MT Std" pitchFamily="34" charset="0"/>
                <a:ea typeface="微软雅黑" panose="020B0503020204020204" pitchFamily="34" charset="-122"/>
              </a:rPr>
              <a:t>3</a:t>
            </a:r>
            <a:endParaRPr lang="zh-CN" altLang="en-US" dirty="0">
              <a:latin typeface="Impact MT Std" pitchFamily="34" charset="0"/>
              <a:ea typeface="微软雅黑" panose="020B0503020204020204" pitchFamily="34" charset="-122"/>
            </a:endParaRPr>
          </a:p>
        </p:txBody>
      </p:sp>
      <p:cxnSp>
        <p:nvCxnSpPr>
          <p:cNvPr id="41" name="直接连接符 40"/>
          <p:cNvCxnSpPr/>
          <p:nvPr/>
        </p:nvCxnSpPr>
        <p:spPr>
          <a:xfrm>
            <a:off x="5594606" y="317456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4" name="标题 11"/>
          <p:cNvSpPr txBox="1"/>
          <p:nvPr/>
        </p:nvSpPr>
        <p:spPr>
          <a:xfrm>
            <a:off x="6624147" y="295398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5" name="椭圆 44"/>
          <p:cNvSpPr/>
          <p:nvPr/>
        </p:nvSpPr>
        <p:spPr>
          <a:xfrm>
            <a:off x="5017469" y="3589816"/>
            <a:ext cx="576622" cy="576785"/>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Impact MT Std" pitchFamily="34" charset="0"/>
                <a:ea typeface="微软雅黑" panose="020B0503020204020204" pitchFamily="34" charset="-122"/>
              </a:rPr>
              <a:t>4</a:t>
            </a:r>
            <a:endParaRPr lang="zh-CN" altLang="en-US" dirty="0">
              <a:latin typeface="Impact MT Std" pitchFamily="34" charset="0"/>
              <a:ea typeface="微软雅黑" panose="020B0503020204020204" pitchFamily="34" charset="-122"/>
            </a:endParaRPr>
          </a:p>
        </p:txBody>
      </p:sp>
      <p:cxnSp>
        <p:nvCxnSpPr>
          <p:cNvPr id="46" name="直接连接符 45"/>
          <p:cNvCxnSpPr/>
          <p:nvPr/>
        </p:nvCxnSpPr>
        <p:spPr>
          <a:xfrm>
            <a:off x="5594607" y="389464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7" name="标题 11"/>
          <p:cNvSpPr txBox="1"/>
          <p:nvPr/>
        </p:nvSpPr>
        <p:spPr>
          <a:xfrm>
            <a:off x="6624148" y="367406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8" name="椭圆 47"/>
          <p:cNvSpPr/>
          <p:nvPr/>
        </p:nvSpPr>
        <p:spPr>
          <a:xfrm>
            <a:off x="5017468" y="4309896"/>
            <a:ext cx="576622" cy="5767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Impact MT Std" pitchFamily="34" charset="0"/>
                <a:ea typeface="微软雅黑" panose="020B0503020204020204" pitchFamily="34" charset="-122"/>
              </a:rPr>
              <a:t>5</a:t>
            </a:r>
            <a:endParaRPr lang="zh-CN" altLang="en-US" dirty="0">
              <a:latin typeface="Impact MT Std" pitchFamily="34" charset="0"/>
              <a:ea typeface="微软雅黑" panose="020B0503020204020204" pitchFamily="34" charset="-122"/>
            </a:endParaRPr>
          </a:p>
        </p:txBody>
      </p:sp>
      <p:cxnSp>
        <p:nvCxnSpPr>
          <p:cNvPr id="49" name="直接连接符 48"/>
          <p:cNvCxnSpPr/>
          <p:nvPr/>
        </p:nvCxnSpPr>
        <p:spPr>
          <a:xfrm>
            <a:off x="5594606" y="461472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50" name="标题 11"/>
          <p:cNvSpPr txBox="1"/>
          <p:nvPr/>
        </p:nvSpPr>
        <p:spPr>
          <a:xfrm>
            <a:off x="6624147" y="439414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椭圆 50"/>
          <p:cNvSpPr/>
          <p:nvPr/>
        </p:nvSpPr>
        <p:spPr>
          <a:xfrm>
            <a:off x="5017469" y="5029976"/>
            <a:ext cx="576622" cy="576785"/>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Impact MT Std" pitchFamily="34" charset="0"/>
                <a:ea typeface="微软雅黑" panose="020B0503020204020204" pitchFamily="34" charset="-122"/>
              </a:rPr>
              <a:t>6</a:t>
            </a:r>
            <a:endParaRPr lang="zh-CN" altLang="en-US" dirty="0">
              <a:latin typeface="Impact MT Std" pitchFamily="34" charset="0"/>
              <a:ea typeface="微软雅黑" panose="020B0503020204020204" pitchFamily="34" charset="-122"/>
            </a:endParaRPr>
          </a:p>
        </p:txBody>
      </p:sp>
      <p:cxnSp>
        <p:nvCxnSpPr>
          <p:cNvPr id="52" name="直接连接符 51"/>
          <p:cNvCxnSpPr/>
          <p:nvPr/>
        </p:nvCxnSpPr>
        <p:spPr>
          <a:xfrm>
            <a:off x="5594607" y="5334808"/>
            <a:ext cx="1007039"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53" name="标题 11"/>
          <p:cNvSpPr txBox="1"/>
          <p:nvPr/>
        </p:nvSpPr>
        <p:spPr>
          <a:xfrm>
            <a:off x="6624148" y="5114220"/>
            <a:ext cx="3865930"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4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anim calcmode="lin" valueType="num">
                                      <p:cBhvr>
                                        <p:cTn id="10" dur="500" fill="hold"/>
                                        <p:tgtEl>
                                          <p:spTgt spid="24"/>
                                        </p:tgtEl>
                                        <p:attrNameLst>
                                          <p:attrName>ppt_x</p:attrName>
                                        </p:attrNameLst>
                                      </p:cBhvr>
                                      <p:tavLst>
                                        <p:tav tm="0">
                                          <p:val>
                                            <p:fltVal val="0.5"/>
                                          </p:val>
                                        </p:tav>
                                        <p:tav tm="100000">
                                          <p:val>
                                            <p:strVal val="#ppt_x"/>
                                          </p:val>
                                        </p:tav>
                                      </p:tavLst>
                                    </p:anim>
                                    <p:anim calcmode="lin" valueType="num">
                                      <p:cBhvr>
                                        <p:cTn id="11" dur="500" fill="hold"/>
                                        <p:tgtEl>
                                          <p:spTgt spid="24"/>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25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anim calcmode="lin" valueType="num">
                                      <p:cBhvr>
                                        <p:cTn id="17" dur="500" fill="hold"/>
                                        <p:tgtEl>
                                          <p:spTgt spid="23"/>
                                        </p:tgtEl>
                                        <p:attrNameLst>
                                          <p:attrName>ppt_x</p:attrName>
                                        </p:attrNameLst>
                                      </p:cBhvr>
                                      <p:tavLst>
                                        <p:tav tm="0">
                                          <p:val>
                                            <p:fltVal val="0.5"/>
                                          </p:val>
                                        </p:tav>
                                        <p:tav tm="100000">
                                          <p:val>
                                            <p:strVal val="#ppt_x"/>
                                          </p:val>
                                        </p:tav>
                                      </p:tavLst>
                                    </p:anim>
                                    <p:anim calcmode="lin" valueType="num">
                                      <p:cBhvr>
                                        <p:cTn id="18" dur="500" fill="hold"/>
                                        <p:tgtEl>
                                          <p:spTgt spid="23"/>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anim calcmode="lin" valueType="num">
                                      <p:cBhvr>
                                        <p:cTn id="24" dur="500" fill="hold"/>
                                        <p:tgtEl>
                                          <p:spTgt spid="20"/>
                                        </p:tgtEl>
                                        <p:attrNameLst>
                                          <p:attrName>ppt_x</p:attrName>
                                        </p:attrNameLst>
                                      </p:cBhvr>
                                      <p:tavLst>
                                        <p:tav tm="0">
                                          <p:val>
                                            <p:fltVal val="0.5"/>
                                          </p:val>
                                        </p:tav>
                                        <p:tav tm="100000">
                                          <p:val>
                                            <p:strVal val="#ppt_x"/>
                                          </p:val>
                                        </p:tav>
                                      </p:tavLst>
                                    </p:anim>
                                    <p:anim calcmode="lin" valueType="num">
                                      <p:cBhvr>
                                        <p:cTn id="25" dur="500" fill="hold"/>
                                        <p:tgtEl>
                                          <p:spTgt spid="20"/>
                                        </p:tgtEl>
                                        <p:attrNameLst>
                                          <p:attrName>ppt_y</p:attrName>
                                        </p:attrNameLst>
                                      </p:cBhvr>
                                      <p:tavLst>
                                        <p:tav tm="0">
                                          <p:val>
                                            <p:fltVal val="0.5"/>
                                          </p:val>
                                        </p:tav>
                                        <p:tav tm="100000">
                                          <p:val>
                                            <p:strVal val="#ppt_y"/>
                                          </p:val>
                                        </p:tav>
                                      </p:tavLst>
                                    </p:anim>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childTnLst>
                          </p:cTn>
                        </p:par>
                        <p:par>
                          <p:cTn id="40" fill="hold">
                            <p:stCondLst>
                              <p:cond delay="2000"/>
                            </p:stCondLst>
                            <p:childTnLst>
                              <p:par>
                                <p:cTn id="41" presetID="10" presetClass="entr" presetSubtype="0"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par>
                          <p:cTn id="44" fill="hold">
                            <p:stCondLst>
                              <p:cond delay="2500"/>
                            </p:stCondLst>
                            <p:childTnLst>
                              <p:par>
                                <p:cTn id="45" presetID="22" presetClass="entr" presetSubtype="8"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par>
                          <p:cTn id="48" fill="hold">
                            <p:stCondLst>
                              <p:cond delay="3000"/>
                            </p:stCondLst>
                            <p:childTnLst>
                              <p:par>
                                <p:cTn id="49" presetID="53" presetClass="entr" presetSubtype="16"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p:cTn id="51" dur="500" fill="hold"/>
                                        <p:tgtEl>
                                          <p:spTgt spid="29"/>
                                        </p:tgtEl>
                                        <p:attrNameLst>
                                          <p:attrName>ppt_w</p:attrName>
                                        </p:attrNameLst>
                                      </p:cBhvr>
                                      <p:tavLst>
                                        <p:tav tm="0">
                                          <p:val>
                                            <p:fltVal val="0"/>
                                          </p:val>
                                        </p:tav>
                                        <p:tav tm="100000">
                                          <p:val>
                                            <p:strVal val="#ppt_w"/>
                                          </p:val>
                                        </p:tav>
                                      </p:tavLst>
                                    </p:anim>
                                    <p:anim calcmode="lin" valueType="num">
                                      <p:cBhvr>
                                        <p:cTn id="52" dur="500" fill="hold"/>
                                        <p:tgtEl>
                                          <p:spTgt spid="29"/>
                                        </p:tgtEl>
                                        <p:attrNameLst>
                                          <p:attrName>ppt_h</p:attrName>
                                        </p:attrNameLst>
                                      </p:cBhvr>
                                      <p:tavLst>
                                        <p:tav tm="0">
                                          <p:val>
                                            <p:fltVal val="0"/>
                                          </p:val>
                                        </p:tav>
                                        <p:tav tm="100000">
                                          <p:val>
                                            <p:strVal val="#ppt_h"/>
                                          </p:val>
                                        </p:tav>
                                      </p:tavLst>
                                    </p:anim>
                                    <p:animEffect transition="in" filter="fade">
                                      <p:cBhvr>
                                        <p:cTn id="53" dur="500"/>
                                        <p:tgtEl>
                                          <p:spTgt spid="29"/>
                                        </p:tgtEl>
                                      </p:cBhvr>
                                    </p:animEffect>
                                  </p:childTnLst>
                                </p:cTn>
                              </p:par>
                            </p:childTnLst>
                          </p:cTn>
                        </p:par>
                        <p:par>
                          <p:cTn id="54" fill="hold">
                            <p:stCondLst>
                              <p:cond delay="3500"/>
                            </p:stCondLst>
                            <p:childTnLst>
                              <p:par>
                                <p:cTn id="55" presetID="10" presetClass="entr" presetSubtype="0"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par>
                          <p:cTn id="58" fill="hold">
                            <p:stCondLst>
                              <p:cond delay="4000"/>
                            </p:stCondLst>
                            <p:childTnLst>
                              <p:par>
                                <p:cTn id="59" presetID="22" presetClass="entr" presetSubtype="8" fill="hold" nodeType="after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wipe(left)">
                                      <p:cBhvr>
                                        <p:cTn id="61" dur="500"/>
                                        <p:tgtEl>
                                          <p:spTgt spid="41"/>
                                        </p:tgtEl>
                                      </p:cBhvr>
                                    </p:animEffect>
                                  </p:childTnLst>
                                </p:cTn>
                              </p:par>
                            </p:childTnLst>
                          </p:cTn>
                        </p:par>
                        <p:par>
                          <p:cTn id="62" fill="hold">
                            <p:stCondLst>
                              <p:cond delay="4500"/>
                            </p:stCondLst>
                            <p:childTnLst>
                              <p:par>
                                <p:cTn id="63" presetID="53" presetClass="entr" presetSubtype="16" fill="hold" grpId="0" nodeType="afterEffect">
                                  <p:stCondLst>
                                    <p:cond delay="0"/>
                                  </p:stCondLst>
                                  <p:childTnLst>
                                    <p:set>
                                      <p:cBhvr>
                                        <p:cTn id="64" dur="1" fill="hold">
                                          <p:stCondLst>
                                            <p:cond delay="0"/>
                                          </p:stCondLst>
                                        </p:cTn>
                                        <p:tgtEl>
                                          <p:spTgt spid="44"/>
                                        </p:tgtEl>
                                        <p:attrNameLst>
                                          <p:attrName>style.visibility</p:attrName>
                                        </p:attrNameLst>
                                      </p:cBhvr>
                                      <p:to>
                                        <p:strVal val="visible"/>
                                      </p:to>
                                    </p:set>
                                    <p:anim calcmode="lin" valueType="num">
                                      <p:cBhvr>
                                        <p:cTn id="65" dur="500" fill="hold"/>
                                        <p:tgtEl>
                                          <p:spTgt spid="44"/>
                                        </p:tgtEl>
                                        <p:attrNameLst>
                                          <p:attrName>ppt_w</p:attrName>
                                        </p:attrNameLst>
                                      </p:cBhvr>
                                      <p:tavLst>
                                        <p:tav tm="0">
                                          <p:val>
                                            <p:fltVal val="0"/>
                                          </p:val>
                                        </p:tav>
                                        <p:tav tm="100000">
                                          <p:val>
                                            <p:strVal val="#ppt_w"/>
                                          </p:val>
                                        </p:tav>
                                      </p:tavLst>
                                    </p:anim>
                                    <p:anim calcmode="lin" valueType="num">
                                      <p:cBhvr>
                                        <p:cTn id="66" dur="500" fill="hold"/>
                                        <p:tgtEl>
                                          <p:spTgt spid="44"/>
                                        </p:tgtEl>
                                        <p:attrNameLst>
                                          <p:attrName>ppt_h</p:attrName>
                                        </p:attrNameLst>
                                      </p:cBhvr>
                                      <p:tavLst>
                                        <p:tav tm="0">
                                          <p:val>
                                            <p:fltVal val="0"/>
                                          </p:val>
                                        </p:tav>
                                        <p:tav tm="100000">
                                          <p:val>
                                            <p:strVal val="#ppt_h"/>
                                          </p:val>
                                        </p:tav>
                                      </p:tavLst>
                                    </p:anim>
                                    <p:animEffect transition="in" filter="fade">
                                      <p:cBhvr>
                                        <p:cTn id="67" dur="500"/>
                                        <p:tgtEl>
                                          <p:spTgt spid="44"/>
                                        </p:tgtEl>
                                      </p:cBhvr>
                                    </p:animEffect>
                                  </p:childTnLst>
                                </p:cTn>
                              </p:par>
                            </p:childTnLst>
                          </p:cTn>
                        </p:par>
                        <p:par>
                          <p:cTn id="68" fill="hold">
                            <p:stCondLst>
                              <p:cond delay="5000"/>
                            </p:stCondLst>
                            <p:childTnLst>
                              <p:par>
                                <p:cTn id="69" presetID="10" presetClass="entr" presetSubtype="0" fill="hold" grpId="0" nodeType="after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500"/>
                                        <p:tgtEl>
                                          <p:spTgt spid="45"/>
                                        </p:tgtEl>
                                      </p:cBhvr>
                                    </p:animEffect>
                                  </p:childTnLst>
                                </p:cTn>
                              </p:par>
                            </p:childTnLst>
                          </p:cTn>
                        </p:par>
                        <p:par>
                          <p:cTn id="72" fill="hold">
                            <p:stCondLst>
                              <p:cond delay="5500"/>
                            </p:stCondLst>
                            <p:childTnLst>
                              <p:par>
                                <p:cTn id="73" presetID="22" presetClass="entr" presetSubtype="8" fill="hold" nodeType="after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wipe(left)">
                                      <p:cBhvr>
                                        <p:cTn id="75" dur="500"/>
                                        <p:tgtEl>
                                          <p:spTgt spid="46"/>
                                        </p:tgtEl>
                                      </p:cBhvr>
                                    </p:animEffect>
                                  </p:childTnLst>
                                </p:cTn>
                              </p:par>
                            </p:childTnLst>
                          </p:cTn>
                        </p:par>
                        <p:par>
                          <p:cTn id="76" fill="hold">
                            <p:stCondLst>
                              <p:cond delay="6000"/>
                            </p:stCondLst>
                            <p:childTnLst>
                              <p:par>
                                <p:cTn id="77" presetID="53" presetClass="entr" presetSubtype="16" fill="hold" grpId="0" nodeType="afterEffect">
                                  <p:stCondLst>
                                    <p:cond delay="0"/>
                                  </p:stCondLst>
                                  <p:childTnLst>
                                    <p:set>
                                      <p:cBhvr>
                                        <p:cTn id="78" dur="1" fill="hold">
                                          <p:stCondLst>
                                            <p:cond delay="0"/>
                                          </p:stCondLst>
                                        </p:cTn>
                                        <p:tgtEl>
                                          <p:spTgt spid="47"/>
                                        </p:tgtEl>
                                        <p:attrNameLst>
                                          <p:attrName>style.visibility</p:attrName>
                                        </p:attrNameLst>
                                      </p:cBhvr>
                                      <p:to>
                                        <p:strVal val="visible"/>
                                      </p:to>
                                    </p:set>
                                    <p:anim calcmode="lin" valueType="num">
                                      <p:cBhvr>
                                        <p:cTn id="79" dur="500" fill="hold"/>
                                        <p:tgtEl>
                                          <p:spTgt spid="47"/>
                                        </p:tgtEl>
                                        <p:attrNameLst>
                                          <p:attrName>ppt_w</p:attrName>
                                        </p:attrNameLst>
                                      </p:cBhvr>
                                      <p:tavLst>
                                        <p:tav tm="0">
                                          <p:val>
                                            <p:fltVal val="0"/>
                                          </p:val>
                                        </p:tav>
                                        <p:tav tm="100000">
                                          <p:val>
                                            <p:strVal val="#ppt_w"/>
                                          </p:val>
                                        </p:tav>
                                      </p:tavLst>
                                    </p:anim>
                                    <p:anim calcmode="lin" valueType="num">
                                      <p:cBhvr>
                                        <p:cTn id="80" dur="500" fill="hold"/>
                                        <p:tgtEl>
                                          <p:spTgt spid="47"/>
                                        </p:tgtEl>
                                        <p:attrNameLst>
                                          <p:attrName>ppt_h</p:attrName>
                                        </p:attrNameLst>
                                      </p:cBhvr>
                                      <p:tavLst>
                                        <p:tav tm="0">
                                          <p:val>
                                            <p:fltVal val="0"/>
                                          </p:val>
                                        </p:tav>
                                        <p:tav tm="100000">
                                          <p:val>
                                            <p:strVal val="#ppt_h"/>
                                          </p:val>
                                        </p:tav>
                                      </p:tavLst>
                                    </p:anim>
                                    <p:animEffect transition="in" filter="fade">
                                      <p:cBhvr>
                                        <p:cTn id="81" dur="500"/>
                                        <p:tgtEl>
                                          <p:spTgt spid="47"/>
                                        </p:tgtEl>
                                      </p:cBhvr>
                                    </p:animEffect>
                                  </p:childTnLst>
                                </p:cTn>
                              </p:par>
                            </p:childTnLst>
                          </p:cTn>
                        </p:par>
                        <p:par>
                          <p:cTn id="82" fill="hold">
                            <p:stCondLst>
                              <p:cond delay="6500"/>
                            </p:stCondLst>
                            <p:childTnLst>
                              <p:par>
                                <p:cTn id="83" presetID="10" presetClass="entr" presetSubtype="0" fill="hold" grpId="0" nodeType="after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fade">
                                      <p:cBhvr>
                                        <p:cTn id="85" dur="500"/>
                                        <p:tgtEl>
                                          <p:spTgt spid="48"/>
                                        </p:tgtEl>
                                      </p:cBhvr>
                                    </p:animEffect>
                                  </p:childTnLst>
                                </p:cTn>
                              </p:par>
                            </p:childTnLst>
                          </p:cTn>
                        </p:par>
                        <p:par>
                          <p:cTn id="86" fill="hold">
                            <p:stCondLst>
                              <p:cond delay="7000"/>
                            </p:stCondLst>
                            <p:childTnLst>
                              <p:par>
                                <p:cTn id="87" presetID="22" presetClass="entr" presetSubtype="8" fill="hold" nodeType="after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wipe(left)">
                                      <p:cBhvr>
                                        <p:cTn id="89" dur="500"/>
                                        <p:tgtEl>
                                          <p:spTgt spid="49"/>
                                        </p:tgtEl>
                                      </p:cBhvr>
                                    </p:animEffect>
                                  </p:childTnLst>
                                </p:cTn>
                              </p:par>
                            </p:childTnLst>
                          </p:cTn>
                        </p:par>
                        <p:par>
                          <p:cTn id="90" fill="hold">
                            <p:stCondLst>
                              <p:cond delay="7500"/>
                            </p:stCondLst>
                            <p:childTnLst>
                              <p:par>
                                <p:cTn id="91" presetID="53" presetClass="entr" presetSubtype="16" fill="hold" grpId="0" nodeType="afterEffect">
                                  <p:stCondLst>
                                    <p:cond delay="0"/>
                                  </p:stCondLst>
                                  <p:childTnLst>
                                    <p:set>
                                      <p:cBhvr>
                                        <p:cTn id="92" dur="1" fill="hold">
                                          <p:stCondLst>
                                            <p:cond delay="0"/>
                                          </p:stCondLst>
                                        </p:cTn>
                                        <p:tgtEl>
                                          <p:spTgt spid="50"/>
                                        </p:tgtEl>
                                        <p:attrNameLst>
                                          <p:attrName>style.visibility</p:attrName>
                                        </p:attrNameLst>
                                      </p:cBhvr>
                                      <p:to>
                                        <p:strVal val="visible"/>
                                      </p:to>
                                    </p:set>
                                    <p:anim calcmode="lin" valueType="num">
                                      <p:cBhvr>
                                        <p:cTn id="93" dur="500" fill="hold"/>
                                        <p:tgtEl>
                                          <p:spTgt spid="50"/>
                                        </p:tgtEl>
                                        <p:attrNameLst>
                                          <p:attrName>ppt_w</p:attrName>
                                        </p:attrNameLst>
                                      </p:cBhvr>
                                      <p:tavLst>
                                        <p:tav tm="0">
                                          <p:val>
                                            <p:fltVal val="0"/>
                                          </p:val>
                                        </p:tav>
                                        <p:tav tm="100000">
                                          <p:val>
                                            <p:strVal val="#ppt_w"/>
                                          </p:val>
                                        </p:tav>
                                      </p:tavLst>
                                    </p:anim>
                                    <p:anim calcmode="lin" valueType="num">
                                      <p:cBhvr>
                                        <p:cTn id="94" dur="500" fill="hold"/>
                                        <p:tgtEl>
                                          <p:spTgt spid="50"/>
                                        </p:tgtEl>
                                        <p:attrNameLst>
                                          <p:attrName>ppt_h</p:attrName>
                                        </p:attrNameLst>
                                      </p:cBhvr>
                                      <p:tavLst>
                                        <p:tav tm="0">
                                          <p:val>
                                            <p:fltVal val="0"/>
                                          </p:val>
                                        </p:tav>
                                        <p:tav tm="100000">
                                          <p:val>
                                            <p:strVal val="#ppt_h"/>
                                          </p:val>
                                        </p:tav>
                                      </p:tavLst>
                                    </p:anim>
                                    <p:animEffect transition="in" filter="fade">
                                      <p:cBhvr>
                                        <p:cTn id="95" dur="500"/>
                                        <p:tgtEl>
                                          <p:spTgt spid="50"/>
                                        </p:tgtEl>
                                      </p:cBhvr>
                                    </p:animEffect>
                                  </p:childTnLst>
                                </p:cTn>
                              </p:par>
                            </p:childTnLst>
                          </p:cTn>
                        </p:par>
                        <p:par>
                          <p:cTn id="96" fill="hold">
                            <p:stCondLst>
                              <p:cond delay="8000"/>
                            </p:stCondLst>
                            <p:childTnLst>
                              <p:par>
                                <p:cTn id="97" presetID="10" presetClass="entr" presetSubtype="0" fill="hold" grpId="0" nodeType="afterEffect">
                                  <p:stCondLst>
                                    <p:cond delay="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500"/>
                                        <p:tgtEl>
                                          <p:spTgt spid="51"/>
                                        </p:tgtEl>
                                      </p:cBhvr>
                                    </p:animEffect>
                                  </p:childTnLst>
                                </p:cTn>
                              </p:par>
                            </p:childTnLst>
                          </p:cTn>
                        </p:par>
                        <p:par>
                          <p:cTn id="100" fill="hold">
                            <p:stCondLst>
                              <p:cond delay="8500"/>
                            </p:stCondLst>
                            <p:childTnLst>
                              <p:par>
                                <p:cTn id="101" presetID="22" presetClass="entr" presetSubtype="8" fill="hold" nodeType="after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wipe(left)">
                                      <p:cBhvr>
                                        <p:cTn id="103" dur="500"/>
                                        <p:tgtEl>
                                          <p:spTgt spid="52"/>
                                        </p:tgtEl>
                                      </p:cBhvr>
                                    </p:animEffect>
                                  </p:childTnLst>
                                </p:cTn>
                              </p:par>
                            </p:childTnLst>
                          </p:cTn>
                        </p:par>
                        <p:par>
                          <p:cTn id="104" fill="hold">
                            <p:stCondLst>
                              <p:cond delay="9000"/>
                            </p:stCondLst>
                            <p:childTnLst>
                              <p:par>
                                <p:cTn id="105" presetID="53" presetClass="entr" presetSubtype="16" fill="hold" grpId="0" nodeType="after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p:cTn id="107" dur="500" fill="hold"/>
                                        <p:tgtEl>
                                          <p:spTgt spid="53"/>
                                        </p:tgtEl>
                                        <p:attrNameLst>
                                          <p:attrName>ppt_w</p:attrName>
                                        </p:attrNameLst>
                                      </p:cBhvr>
                                      <p:tavLst>
                                        <p:tav tm="0">
                                          <p:val>
                                            <p:fltVal val="0"/>
                                          </p:val>
                                        </p:tav>
                                        <p:tav tm="100000">
                                          <p:val>
                                            <p:strVal val="#ppt_w"/>
                                          </p:val>
                                        </p:tav>
                                      </p:tavLst>
                                    </p:anim>
                                    <p:anim calcmode="lin" valueType="num">
                                      <p:cBhvr>
                                        <p:cTn id="108" dur="500" fill="hold"/>
                                        <p:tgtEl>
                                          <p:spTgt spid="53"/>
                                        </p:tgtEl>
                                        <p:attrNameLst>
                                          <p:attrName>ppt_h</p:attrName>
                                        </p:attrNameLst>
                                      </p:cBhvr>
                                      <p:tavLst>
                                        <p:tav tm="0">
                                          <p:val>
                                            <p:fltVal val="0"/>
                                          </p:val>
                                        </p:tav>
                                        <p:tav tm="100000">
                                          <p:val>
                                            <p:strVal val="#ppt_h"/>
                                          </p:val>
                                        </p:tav>
                                      </p:tavLst>
                                    </p:anim>
                                    <p:animEffect transition="in" filter="fade">
                                      <p:cBhvr>
                                        <p:cTn id="10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p:bldP spid="24" grpId="0" bldLvl="0" animBg="1"/>
      <p:bldP spid="26" grpId="0"/>
      <p:bldP spid="27" grpId="0" animBg="1"/>
      <p:bldP spid="29" grpId="0"/>
      <p:bldP spid="40" grpId="0" animBg="1"/>
      <p:bldP spid="44" grpId="0"/>
      <p:bldP spid="45" grpId="0" animBg="1"/>
      <p:bldP spid="47" grpId="0"/>
      <p:bldP spid="48" grpId="0" animBg="1"/>
      <p:bldP spid="50" grpId="0"/>
      <p:bldP spid="51" grpId="0" animBg="1"/>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
        <p:nvSpPr>
          <p:cNvPr id="42" name="标题 4"/>
          <p:cNvSpPr txBox="1"/>
          <p:nvPr/>
        </p:nvSpPr>
        <p:spPr>
          <a:xfrm>
            <a:off x="841002" y="35332"/>
            <a:ext cx="6552730"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NETWORK MARKETING</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66" name="Oval 7"/>
          <p:cNvSpPr>
            <a:spLocks noChangeArrowheads="1"/>
          </p:cNvSpPr>
          <p:nvPr/>
        </p:nvSpPr>
        <p:spPr bwMode="auto">
          <a:xfrm>
            <a:off x="3241675" y="2319655"/>
            <a:ext cx="831850" cy="829945"/>
          </a:xfrm>
          <a:prstGeom prst="ellipse">
            <a:avLst/>
          </a:prstGeom>
          <a:blipFill rotWithShape="1">
            <a:blip r:embed="rId2"/>
            <a:stretch>
              <a:fillRect l="-3000" t="-7000" r="-3000" b="-7000"/>
            </a:stretch>
          </a:blip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nvGrpSpPr>
          <p:cNvPr id="69" name="组合 68"/>
          <p:cNvGrpSpPr/>
          <p:nvPr/>
        </p:nvGrpSpPr>
        <p:grpSpPr>
          <a:xfrm>
            <a:off x="2725738" y="1125538"/>
            <a:ext cx="831850" cy="831850"/>
            <a:chOff x="2725738" y="1484313"/>
            <a:chExt cx="831850" cy="831850"/>
          </a:xfrm>
          <a:blipFill rotWithShape="1">
            <a:blip r:embed="rId2"/>
            <a:stretch>
              <a:fillRect l="-3000" t="-7000" r="-3000" b="-7000"/>
            </a:stretch>
          </a:blipFill>
        </p:grpSpPr>
        <p:sp>
          <p:nvSpPr>
            <p:cNvPr id="70" name="Oval 6"/>
            <p:cNvSpPr>
              <a:spLocks noChangeArrowheads="1"/>
            </p:cNvSpPr>
            <p:nvPr/>
          </p:nvSpPr>
          <p:spPr bwMode="auto">
            <a:xfrm>
              <a:off x="2725738" y="1484313"/>
              <a:ext cx="831850" cy="831850"/>
            </a:xfrm>
            <a:prstGeom prst="ellipse">
              <a:avLst/>
            </a:prstGeom>
            <a:grp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2" name="Freeform 13"/>
            <p:cNvSpPr/>
            <p:nvPr/>
          </p:nvSpPr>
          <p:spPr bwMode="auto">
            <a:xfrm>
              <a:off x="3286125" y="1978025"/>
              <a:ext cx="30162" cy="3175"/>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sp>
        <p:nvSpPr>
          <p:cNvPr id="74" name="Oval 9"/>
          <p:cNvSpPr>
            <a:spLocks noChangeArrowheads="1"/>
          </p:cNvSpPr>
          <p:nvPr/>
        </p:nvSpPr>
        <p:spPr bwMode="auto">
          <a:xfrm>
            <a:off x="3241675" y="3775075"/>
            <a:ext cx="831850" cy="831850"/>
          </a:xfrm>
          <a:prstGeom prst="ellipse">
            <a:avLst/>
          </a:prstGeom>
          <a:blipFill rotWithShape="1">
            <a:blip r:embed="rId2"/>
            <a:stretch>
              <a:fillRect l="-3000" t="-7000" r="-3000" b="-7000"/>
            </a:stretch>
          </a:blip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4" name="Oval 8"/>
          <p:cNvSpPr>
            <a:spLocks noChangeArrowheads="1"/>
          </p:cNvSpPr>
          <p:nvPr/>
        </p:nvSpPr>
        <p:spPr bwMode="auto">
          <a:xfrm>
            <a:off x="2726055" y="4968875"/>
            <a:ext cx="831850" cy="829945"/>
          </a:xfrm>
          <a:prstGeom prst="ellipse">
            <a:avLst/>
          </a:prstGeom>
          <a:blipFill rotWithShape="1">
            <a:blip r:embed="rId2"/>
            <a:stretch>
              <a:fillRect l="-3000" t="-7000" r="-3000" b="-7000"/>
            </a:stretch>
          </a:blip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nvGrpSpPr>
          <p:cNvPr id="86" name="组合 85"/>
          <p:cNvGrpSpPr/>
          <p:nvPr/>
        </p:nvGrpSpPr>
        <p:grpSpPr>
          <a:xfrm>
            <a:off x="877888" y="2587625"/>
            <a:ext cx="1939925" cy="1939925"/>
            <a:chOff x="877888" y="2946400"/>
            <a:chExt cx="1939925" cy="1939925"/>
          </a:xfrm>
        </p:grpSpPr>
        <p:sp>
          <p:nvSpPr>
            <p:cNvPr id="87" name="Oval 5"/>
            <p:cNvSpPr>
              <a:spLocks noChangeArrowheads="1"/>
            </p:cNvSpPr>
            <p:nvPr/>
          </p:nvSpPr>
          <p:spPr bwMode="auto">
            <a:xfrm>
              <a:off x="877888" y="2946400"/>
              <a:ext cx="1939925" cy="1939925"/>
            </a:xfrm>
            <a:prstGeom prst="ellipse">
              <a:avLst/>
            </a:prstGeom>
            <a:solidFill>
              <a:srgbClr val="C00000"/>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8" name="TextBox 87"/>
            <p:cNvSpPr txBox="1"/>
            <p:nvPr/>
          </p:nvSpPr>
          <p:spPr>
            <a:xfrm>
              <a:off x="1078684" y="3193087"/>
              <a:ext cx="1538332" cy="1479550"/>
            </a:xfrm>
            <a:prstGeom prst="rect">
              <a:avLst/>
            </a:prstGeom>
            <a:noFill/>
          </p:spPr>
          <p:txBody>
            <a:bodyPr wrap="square" rtlCol="0">
              <a:spAutoFit/>
            </a:bodyPr>
            <a:lstStyle/>
            <a:p>
              <a:pPr algn="ctr"/>
              <a:r>
                <a:rPr lang="zh-CN" altLang="en-US" sz="44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grpSp>
      <p:sp>
        <p:nvSpPr>
          <p:cNvPr id="89" name="TextBox 88"/>
          <p:cNvSpPr txBox="1"/>
          <p:nvPr/>
        </p:nvSpPr>
        <p:spPr>
          <a:xfrm>
            <a:off x="3578101" y="900693"/>
            <a:ext cx="1997346" cy="384810"/>
          </a:xfrm>
          <a:prstGeom prst="rect">
            <a:avLst/>
          </a:prstGeom>
          <a:noFill/>
        </p:spPr>
        <p:txBody>
          <a:bodyPr wrap="square" rtlCol="0">
            <a:spAutoFit/>
          </a:bodyPr>
          <a:lstStyle/>
          <a:p>
            <a:r>
              <a:rPr b="1" dirty="0" smtClean="0">
                <a:solidFill>
                  <a:srgbClr val="2C3637"/>
                </a:solidFill>
                <a:latin typeface="微软雅黑" panose="020B0503020204020204" pitchFamily="34" charset="-122"/>
                <a:ea typeface="微软雅黑" panose="020B0503020204020204" pitchFamily="34" charset="-122"/>
              </a:rPr>
              <a:t>添加标题</a:t>
            </a:r>
            <a:endParaRPr b="1" dirty="0" smtClean="0">
              <a:solidFill>
                <a:srgbClr val="2C3637"/>
              </a:solidFill>
              <a:latin typeface="微软雅黑" panose="020B0503020204020204" pitchFamily="34" charset="-122"/>
              <a:ea typeface="微软雅黑" panose="020B0503020204020204" pitchFamily="34" charset="-122"/>
            </a:endParaRPr>
          </a:p>
        </p:txBody>
      </p:sp>
      <p:sp>
        <p:nvSpPr>
          <p:cNvPr id="90" name="TextBox 89"/>
          <p:cNvSpPr txBox="1"/>
          <p:nvPr/>
        </p:nvSpPr>
        <p:spPr>
          <a:xfrm>
            <a:off x="3640506" y="1259044"/>
            <a:ext cx="7351814" cy="596265"/>
          </a:xfrm>
          <a:prstGeom prst="rect">
            <a:avLst/>
          </a:prstGeom>
          <a:noFill/>
        </p:spPr>
        <p:txBody>
          <a:bodyPr wrap="square" rtlCol="0">
            <a:spAutoFit/>
          </a:bodyPr>
          <a:lstStyle/>
          <a:p>
            <a:r>
              <a:rPr sz="16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a:t>
            </a:r>
            <a:endParaRPr sz="1600" dirty="0">
              <a:solidFill>
                <a:srgbClr val="2C3637"/>
              </a:solidFill>
              <a:latin typeface="微软雅黑" panose="020B0503020204020204" pitchFamily="34" charset="-122"/>
              <a:ea typeface="微软雅黑" panose="020B0503020204020204" pitchFamily="34" charset="-122"/>
            </a:endParaRPr>
          </a:p>
        </p:txBody>
      </p:sp>
      <p:sp>
        <p:nvSpPr>
          <p:cNvPr id="91" name="TextBox 90"/>
          <p:cNvSpPr txBox="1"/>
          <p:nvPr/>
        </p:nvSpPr>
        <p:spPr>
          <a:xfrm>
            <a:off x="3578101" y="5005149"/>
            <a:ext cx="1997346" cy="384810"/>
          </a:xfrm>
          <a:prstGeom prst="rect">
            <a:avLst/>
          </a:prstGeom>
          <a:noFill/>
        </p:spPr>
        <p:txBody>
          <a:bodyPr wrap="square" rtlCol="0">
            <a:spAutoFit/>
          </a:bodyPr>
          <a:lstStyle/>
          <a:p>
            <a:r>
              <a:rPr lang="zh-CN" altLang="en-US" b="1" dirty="0" smtClean="0">
                <a:solidFill>
                  <a:srgbClr val="2C3637"/>
                </a:solidFill>
                <a:latin typeface="微软雅黑" panose="020B0503020204020204" pitchFamily="34" charset="-122"/>
                <a:ea typeface="微软雅黑" panose="020B0503020204020204" pitchFamily="34" charset="-122"/>
              </a:rPr>
              <a:t>添加标题</a:t>
            </a:r>
            <a:endParaRPr lang="zh-CN" altLang="en-US" b="1" dirty="0" smtClean="0">
              <a:solidFill>
                <a:srgbClr val="2C3637"/>
              </a:solidFill>
              <a:latin typeface="微软雅黑" panose="020B0503020204020204" pitchFamily="34" charset="-122"/>
              <a:ea typeface="微软雅黑" panose="020B0503020204020204" pitchFamily="34" charset="-122"/>
            </a:endParaRPr>
          </a:p>
        </p:txBody>
      </p:sp>
      <p:sp>
        <p:nvSpPr>
          <p:cNvPr id="92" name="TextBox 91"/>
          <p:cNvSpPr txBox="1"/>
          <p:nvPr/>
        </p:nvSpPr>
        <p:spPr>
          <a:xfrm>
            <a:off x="3640506" y="5312429"/>
            <a:ext cx="7351814" cy="596265"/>
          </a:xfrm>
          <a:prstGeom prst="rect">
            <a:avLst/>
          </a:prstGeom>
          <a:noFill/>
        </p:spPr>
        <p:txBody>
          <a:bodyPr wrap="square" rtlCol="0">
            <a:spAutoFit/>
          </a:bodyPr>
          <a:lstStyle/>
          <a:p>
            <a:r>
              <a:rPr sz="16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a:t>
            </a:r>
            <a:endParaRPr sz="1600" dirty="0">
              <a:solidFill>
                <a:srgbClr val="2C3637"/>
              </a:solidFill>
              <a:latin typeface="微软雅黑" panose="020B0503020204020204" pitchFamily="34" charset="-122"/>
              <a:ea typeface="微软雅黑" panose="020B0503020204020204" pitchFamily="34" charset="-122"/>
            </a:endParaRPr>
          </a:p>
        </p:txBody>
      </p:sp>
      <p:sp>
        <p:nvSpPr>
          <p:cNvPr id="93" name="TextBox 92"/>
          <p:cNvSpPr txBox="1"/>
          <p:nvPr/>
        </p:nvSpPr>
        <p:spPr>
          <a:xfrm>
            <a:off x="4083068" y="3574281"/>
            <a:ext cx="1997346" cy="384810"/>
          </a:xfrm>
          <a:prstGeom prst="rect">
            <a:avLst/>
          </a:prstGeom>
          <a:noFill/>
        </p:spPr>
        <p:txBody>
          <a:bodyPr wrap="square" rtlCol="0">
            <a:spAutoFit/>
          </a:bodyPr>
          <a:lstStyle/>
          <a:p>
            <a:r>
              <a:rPr lang="zh-CN" altLang="en-US" b="1" dirty="0" smtClean="0">
                <a:solidFill>
                  <a:srgbClr val="2C3637"/>
                </a:solidFill>
                <a:latin typeface="微软雅黑" panose="020B0503020204020204" pitchFamily="34" charset="-122"/>
                <a:ea typeface="微软雅黑" panose="020B0503020204020204" pitchFamily="34" charset="-122"/>
              </a:rPr>
              <a:t>添加标题</a:t>
            </a:r>
            <a:endParaRPr lang="zh-CN" altLang="en-US" b="1" dirty="0" smtClean="0">
              <a:solidFill>
                <a:srgbClr val="2C3637"/>
              </a:solidFill>
              <a:latin typeface="微软雅黑" panose="020B0503020204020204" pitchFamily="34" charset="-122"/>
              <a:ea typeface="微软雅黑" panose="020B0503020204020204" pitchFamily="34" charset="-122"/>
            </a:endParaRPr>
          </a:p>
        </p:txBody>
      </p:sp>
      <p:sp>
        <p:nvSpPr>
          <p:cNvPr id="94" name="TextBox 93"/>
          <p:cNvSpPr txBox="1"/>
          <p:nvPr/>
        </p:nvSpPr>
        <p:spPr>
          <a:xfrm>
            <a:off x="4145473" y="3881561"/>
            <a:ext cx="7351814" cy="596265"/>
          </a:xfrm>
          <a:prstGeom prst="rect">
            <a:avLst/>
          </a:prstGeom>
          <a:noFill/>
        </p:spPr>
        <p:txBody>
          <a:bodyPr wrap="square" rtlCol="0">
            <a:spAutoFit/>
          </a:bodyPr>
          <a:lstStyle/>
          <a:p>
            <a:r>
              <a:rPr lang="zh-CN" altLang="en-US" sz="16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a:t>
            </a:r>
            <a:endParaRPr lang="zh-CN" altLang="en-US" sz="1600" dirty="0">
              <a:solidFill>
                <a:srgbClr val="2C3637"/>
              </a:solidFill>
              <a:latin typeface="微软雅黑" panose="020B0503020204020204" pitchFamily="34" charset="-122"/>
              <a:ea typeface="微软雅黑" panose="020B0503020204020204" pitchFamily="34" charset="-122"/>
            </a:endParaRPr>
          </a:p>
        </p:txBody>
      </p:sp>
      <p:sp>
        <p:nvSpPr>
          <p:cNvPr id="95" name="TextBox 94"/>
          <p:cNvSpPr txBox="1"/>
          <p:nvPr/>
        </p:nvSpPr>
        <p:spPr>
          <a:xfrm>
            <a:off x="4083068" y="2141266"/>
            <a:ext cx="1997346" cy="384810"/>
          </a:xfrm>
          <a:prstGeom prst="rect">
            <a:avLst/>
          </a:prstGeom>
          <a:noFill/>
        </p:spPr>
        <p:txBody>
          <a:bodyPr wrap="square" rtlCol="0">
            <a:spAutoFit/>
          </a:bodyPr>
          <a:lstStyle/>
          <a:p>
            <a:r>
              <a:rPr lang="zh-CN" altLang="en-US" b="1" dirty="0" smtClean="0">
                <a:solidFill>
                  <a:srgbClr val="2C3637"/>
                </a:solidFill>
                <a:latin typeface="微软雅黑" panose="020B0503020204020204" pitchFamily="34" charset="-122"/>
                <a:ea typeface="微软雅黑" panose="020B0503020204020204" pitchFamily="34" charset="-122"/>
              </a:rPr>
              <a:t>添加标题</a:t>
            </a:r>
            <a:endParaRPr lang="zh-CN" altLang="en-US" b="1" dirty="0" smtClean="0">
              <a:solidFill>
                <a:srgbClr val="2C3637"/>
              </a:solidFill>
              <a:latin typeface="微软雅黑" panose="020B0503020204020204" pitchFamily="34" charset="-122"/>
              <a:ea typeface="微软雅黑" panose="020B0503020204020204" pitchFamily="34" charset="-122"/>
            </a:endParaRPr>
          </a:p>
        </p:txBody>
      </p:sp>
      <p:sp>
        <p:nvSpPr>
          <p:cNvPr id="96" name="TextBox 95"/>
          <p:cNvSpPr txBox="1"/>
          <p:nvPr/>
        </p:nvSpPr>
        <p:spPr>
          <a:xfrm>
            <a:off x="4145473" y="2448546"/>
            <a:ext cx="7351814" cy="596265"/>
          </a:xfrm>
          <a:prstGeom prst="rect">
            <a:avLst/>
          </a:prstGeom>
          <a:noFill/>
        </p:spPr>
        <p:txBody>
          <a:bodyPr wrap="square" rtlCol="0">
            <a:spAutoFit/>
          </a:bodyPr>
          <a:lstStyle/>
          <a:p>
            <a:r>
              <a:rPr lang="zh-CN" altLang="en-US" sz="16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您的内容打在这里，或者通过复制您的文本后，在此框中选择粘贴，并选择只保亮亮图文旗舰店  https://liangliangtuwen.tmall.com</a:t>
            </a:r>
            <a:endParaRPr lang="zh-CN" altLang="en-US" sz="1600" dirty="0">
              <a:solidFill>
                <a:srgbClr val="2C3637"/>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86"/>
                                        </p:tgtEl>
                                        <p:attrNameLst>
                                          <p:attrName>style.visibility</p:attrName>
                                        </p:attrNameLst>
                                      </p:cBhvr>
                                      <p:to>
                                        <p:strVal val="visible"/>
                                      </p:to>
                                    </p:set>
                                    <p:animScale>
                                      <p:cBhvr>
                                        <p:cTn id="7" dur="1000" decel="50000" fill="hold">
                                          <p:stCondLst>
                                            <p:cond delay="0"/>
                                          </p:stCondLst>
                                        </p:cTn>
                                        <p:tgtEl>
                                          <p:spTgt spid="8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6"/>
                                        </p:tgtEl>
                                        <p:attrNameLst>
                                          <p:attrName>ppt_x</p:attrName>
                                          <p:attrName>ppt_y</p:attrName>
                                        </p:attrNameLst>
                                      </p:cBhvr>
                                    </p:animMotion>
                                    <p:animEffect transition="in" filter="fade">
                                      <p:cBhvr>
                                        <p:cTn id="9" dur="1000"/>
                                        <p:tgtEl>
                                          <p:spTgt spid="86"/>
                                        </p:tgtEl>
                                      </p:cBhvr>
                                    </p:animEffec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56" presetClass="path" presetSubtype="0" accel="50000" decel="50000" fill="hold" nodeType="withEffect">
                                  <p:stCondLst>
                                    <p:cond delay="0"/>
                                  </p:stCondLst>
                                  <p:childTnLst>
                                    <p:animMotion origin="layout" path="M 2.36113E-6 -3.33333E-6 L -0.1059 0.29653 " pathEditMode="relative" rAng="0" ptsTypes="AA">
                                      <p:cBhvr>
                                        <p:cTn id="14" dur="500" spd="-100000" fill="hold"/>
                                        <p:tgtEl>
                                          <p:spTgt spid="69"/>
                                        </p:tgtEl>
                                        <p:attrNameLst>
                                          <p:attrName>ppt_x</p:attrName>
                                          <p:attrName>ppt_y</p:attrName>
                                        </p:attrNameLst>
                                      </p:cBhvr>
                                      <p:rCtr x="-5295" y="14815"/>
                                    </p:animMotion>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89"/>
                                        </p:tgtEl>
                                        <p:attrNameLst>
                                          <p:attrName>style.visibility</p:attrName>
                                        </p:attrNameLst>
                                      </p:cBhvr>
                                      <p:to>
                                        <p:strVal val="visible"/>
                                      </p:to>
                                    </p:set>
                                    <p:anim calcmode="lin" valueType="num">
                                      <p:cBhvr>
                                        <p:cTn id="18" dur="300" fill="hold"/>
                                        <p:tgtEl>
                                          <p:spTgt spid="89"/>
                                        </p:tgtEl>
                                        <p:attrNameLst>
                                          <p:attrName>ppt_w</p:attrName>
                                        </p:attrNameLst>
                                      </p:cBhvr>
                                      <p:tavLst>
                                        <p:tav tm="0">
                                          <p:val>
                                            <p:fltVal val="0"/>
                                          </p:val>
                                        </p:tav>
                                        <p:tav tm="100000">
                                          <p:val>
                                            <p:strVal val="#ppt_w"/>
                                          </p:val>
                                        </p:tav>
                                      </p:tavLst>
                                    </p:anim>
                                    <p:anim calcmode="lin" valueType="num">
                                      <p:cBhvr>
                                        <p:cTn id="19" dur="300" fill="hold"/>
                                        <p:tgtEl>
                                          <p:spTgt spid="89"/>
                                        </p:tgtEl>
                                        <p:attrNameLst>
                                          <p:attrName>ppt_h</p:attrName>
                                        </p:attrNameLst>
                                      </p:cBhvr>
                                      <p:tavLst>
                                        <p:tav tm="0">
                                          <p:val>
                                            <p:fltVal val="0"/>
                                          </p:val>
                                        </p:tav>
                                        <p:tav tm="100000">
                                          <p:val>
                                            <p:strVal val="#ppt_h"/>
                                          </p:val>
                                        </p:tav>
                                      </p:tavLst>
                                    </p:anim>
                                    <p:anim calcmode="lin" valueType="num">
                                      <p:cBhvr>
                                        <p:cTn id="20" dur="300" fill="hold"/>
                                        <p:tgtEl>
                                          <p:spTgt spid="89"/>
                                        </p:tgtEl>
                                        <p:attrNameLst>
                                          <p:attrName>style.rotation</p:attrName>
                                        </p:attrNameLst>
                                      </p:cBhvr>
                                      <p:tavLst>
                                        <p:tav tm="0">
                                          <p:val>
                                            <p:fltVal val="90"/>
                                          </p:val>
                                        </p:tav>
                                        <p:tav tm="100000">
                                          <p:val>
                                            <p:fltVal val="0"/>
                                          </p:val>
                                        </p:tav>
                                      </p:tavLst>
                                    </p:anim>
                                    <p:animEffect transition="in" filter="fade">
                                      <p:cBhvr>
                                        <p:cTn id="21" dur="300"/>
                                        <p:tgtEl>
                                          <p:spTgt spid="89"/>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90"/>
                                        </p:tgtEl>
                                        <p:attrNameLst>
                                          <p:attrName>style.visibility</p:attrName>
                                        </p:attrNameLst>
                                      </p:cBhvr>
                                      <p:to>
                                        <p:strVal val="visible"/>
                                      </p:to>
                                    </p:set>
                                    <p:animEffect transition="in" filter="wipe(up)">
                                      <p:cBhvr>
                                        <p:cTn id="25" dur="500"/>
                                        <p:tgtEl>
                                          <p:spTgt spid="90"/>
                                        </p:tgtEl>
                                      </p:cBhvr>
                                    </p:animEffect>
                                  </p:childTnLst>
                                </p:cTn>
                              </p:par>
                            </p:childTnLst>
                          </p:cTn>
                        </p:par>
                        <p:par>
                          <p:cTn id="26" fill="hold">
                            <p:stCondLst>
                              <p:cond delay="2000"/>
                            </p:stCondLst>
                            <p:childTnLst>
                              <p:par>
                                <p:cTn id="27" presetID="31" presetClass="entr" presetSubtype="0" fill="hold" grpId="0" nodeType="afterEffect">
                                  <p:stCondLst>
                                    <p:cond delay="0"/>
                                  </p:stCondLst>
                                  <p:childTnLst>
                                    <p:set>
                                      <p:cBhvr>
                                        <p:cTn id="28" dur="1" fill="hold">
                                          <p:stCondLst>
                                            <p:cond delay="0"/>
                                          </p:stCondLst>
                                        </p:cTn>
                                        <p:tgtEl>
                                          <p:spTgt spid="95"/>
                                        </p:tgtEl>
                                        <p:attrNameLst>
                                          <p:attrName>style.visibility</p:attrName>
                                        </p:attrNameLst>
                                      </p:cBhvr>
                                      <p:to>
                                        <p:strVal val="visible"/>
                                      </p:to>
                                    </p:set>
                                    <p:anim calcmode="lin" valueType="num">
                                      <p:cBhvr>
                                        <p:cTn id="29" dur="300" fill="hold"/>
                                        <p:tgtEl>
                                          <p:spTgt spid="95"/>
                                        </p:tgtEl>
                                        <p:attrNameLst>
                                          <p:attrName>ppt_w</p:attrName>
                                        </p:attrNameLst>
                                      </p:cBhvr>
                                      <p:tavLst>
                                        <p:tav tm="0">
                                          <p:val>
                                            <p:fltVal val="0"/>
                                          </p:val>
                                        </p:tav>
                                        <p:tav tm="100000">
                                          <p:val>
                                            <p:strVal val="#ppt_w"/>
                                          </p:val>
                                        </p:tav>
                                      </p:tavLst>
                                    </p:anim>
                                    <p:anim calcmode="lin" valueType="num">
                                      <p:cBhvr>
                                        <p:cTn id="30" dur="300" fill="hold"/>
                                        <p:tgtEl>
                                          <p:spTgt spid="95"/>
                                        </p:tgtEl>
                                        <p:attrNameLst>
                                          <p:attrName>ppt_h</p:attrName>
                                        </p:attrNameLst>
                                      </p:cBhvr>
                                      <p:tavLst>
                                        <p:tav tm="0">
                                          <p:val>
                                            <p:fltVal val="0"/>
                                          </p:val>
                                        </p:tav>
                                        <p:tav tm="100000">
                                          <p:val>
                                            <p:strVal val="#ppt_h"/>
                                          </p:val>
                                        </p:tav>
                                      </p:tavLst>
                                    </p:anim>
                                    <p:anim calcmode="lin" valueType="num">
                                      <p:cBhvr>
                                        <p:cTn id="31" dur="300" fill="hold"/>
                                        <p:tgtEl>
                                          <p:spTgt spid="95"/>
                                        </p:tgtEl>
                                        <p:attrNameLst>
                                          <p:attrName>style.rotation</p:attrName>
                                        </p:attrNameLst>
                                      </p:cBhvr>
                                      <p:tavLst>
                                        <p:tav tm="0">
                                          <p:val>
                                            <p:fltVal val="90"/>
                                          </p:val>
                                        </p:tav>
                                        <p:tav tm="100000">
                                          <p:val>
                                            <p:fltVal val="0"/>
                                          </p:val>
                                        </p:tav>
                                      </p:tavLst>
                                    </p:anim>
                                    <p:animEffect transition="in" filter="fade">
                                      <p:cBhvr>
                                        <p:cTn id="32" dur="300"/>
                                        <p:tgtEl>
                                          <p:spTgt spid="95"/>
                                        </p:tgtEl>
                                      </p:cBhvr>
                                    </p:animEffect>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96"/>
                                        </p:tgtEl>
                                        <p:attrNameLst>
                                          <p:attrName>style.visibility</p:attrName>
                                        </p:attrNameLst>
                                      </p:cBhvr>
                                      <p:to>
                                        <p:strVal val="visible"/>
                                      </p:to>
                                    </p:set>
                                    <p:animEffect transition="in" filter="wipe(up)">
                                      <p:cBhvr>
                                        <p:cTn id="36" dur="500"/>
                                        <p:tgtEl>
                                          <p:spTgt spid="96"/>
                                        </p:tgtEl>
                                      </p:cBhvr>
                                    </p:animEffect>
                                  </p:childTnLst>
                                </p:cTn>
                              </p:par>
                            </p:childTnLst>
                          </p:cTn>
                        </p:par>
                        <p:par>
                          <p:cTn id="37" fill="hold">
                            <p:stCondLst>
                              <p:cond delay="3000"/>
                            </p:stCondLst>
                            <p:childTnLst>
                              <p:par>
                                <p:cTn id="38" presetID="31" presetClass="entr" presetSubtype="0" fill="hold" grpId="0" nodeType="afterEffect">
                                  <p:stCondLst>
                                    <p:cond delay="0"/>
                                  </p:stCondLst>
                                  <p:childTnLst>
                                    <p:set>
                                      <p:cBhvr>
                                        <p:cTn id="39" dur="1" fill="hold">
                                          <p:stCondLst>
                                            <p:cond delay="0"/>
                                          </p:stCondLst>
                                        </p:cTn>
                                        <p:tgtEl>
                                          <p:spTgt spid="93"/>
                                        </p:tgtEl>
                                        <p:attrNameLst>
                                          <p:attrName>style.visibility</p:attrName>
                                        </p:attrNameLst>
                                      </p:cBhvr>
                                      <p:to>
                                        <p:strVal val="visible"/>
                                      </p:to>
                                    </p:set>
                                    <p:anim calcmode="lin" valueType="num">
                                      <p:cBhvr>
                                        <p:cTn id="40" dur="300" fill="hold"/>
                                        <p:tgtEl>
                                          <p:spTgt spid="93"/>
                                        </p:tgtEl>
                                        <p:attrNameLst>
                                          <p:attrName>ppt_w</p:attrName>
                                        </p:attrNameLst>
                                      </p:cBhvr>
                                      <p:tavLst>
                                        <p:tav tm="0">
                                          <p:val>
                                            <p:fltVal val="0"/>
                                          </p:val>
                                        </p:tav>
                                        <p:tav tm="100000">
                                          <p:val>
                                            <p:strVal val="#ppt_w"/>
                                          </p:val>
                                        </p:tav>
                                      </p:tavLst>
                                    </p:anim>
                                    <p:anim calcmode="lin" valueType="num">
                                      <p:cBhvr>
                                        <p:cTn id="41" dur="300" fill="hold"/>
                                        <p:tgtEl>
                                          <p:spTgt spid="93"/>
                                        </p:tgtEl>
                                        <p:attrNameLst>
                                          <p:attrName>ppt_h</p:attrName>
                                        </p:attrNameLst>
                                      </p:cBhvr>
                                      <p:tavLst>
                                        <p:tav tm="0">
                                          <p:val>
                                            <p:fltVal val="0"/>
                                          </p:val>
                                        </p:tav>
                                        <p:tav tm="100000">
                                          <p:val>
                                            <p:strVal val="#ppt_h"/>
                                          </p:val>
                                        </p:tav>
                                      </p:tavLst>
                                    </p:anim>
                                    <p:anim calcmode="lin" valueType="num">
                                      <p:cBhvr>
                                        <p:cTn id="42" dur="300" fill="hold"/>
                                        <p:tgtEl>
                                          <p:spTgt spid="93"/>
                                        </p:tgtEl>
                                        <p:attrNameLst>
                                          <p:attrName>style.rotation</p:attrName>
                                        </p:attrNameLst>
                                      </p:cBhvr>
                                      <p:tavLst>
                                        <p:tav tm="0">
                                          <p:val>
                                            <p:fltVal val="90"/>
                                          </p:val>
                                        </p:tav>
                                        <p:tav tm="100000">
                                          <p:val>
                                            <p:fltVal val="0"/>
                                          </p:val>
                                        </p:tav>
                                      </p:tavLst>
                                    </p:anim>
                                    <p:animEffect transition="in" filter="fade">
                                      <p:cBhvr>
                                        <p:cTn id="43" dur="300"/>
                                        <p:tgtEl>
                                          <p:spTgt spid="93"/>
                                        </p:tgtEl>
                                      </p:cBhvr>
                                    </p:animEffect>
                                  </p:childTnLst>
                                </p:cTn>
                              </p:par>
                            </p:childTnLst>
                          </p:cTn>
                        </p:par>
                        <p:par>
                          <p:cTn id="44" fill="hold">
                            <p:stCondLst>
                              <p:cond delay="3500"/>
                            </p:stCondLst>
                            <p:childTnLst>
                              <p:par>
                                <p:cTn id="45" presetID="22" presetClass="entr" presetSubtype="1" fill="hold" grpId="0" nodeType="afterEffect">
                                  <p:stCondLst>
                                    <p:cond delay="0"/>
                                  </p:stCondLst>
                                  <p:childTnLst>
                                    <p:set>
                                      <p:cBhvr>
                                        <p:cTn id="46" dur="1" fill="hold">
                                          <p:stCondLst>
                                            <p:cond delay="0"/>
                                          </p:stCondLst>
                                        </p:cTn>
                                        <p:tgtEl>
                                          <p:spTgt spid="94"/>
                                        </p:tgtEl>
                                        <p:attrNameLst>
                                          <p:attrName>style.visibility</p:attrName>
                                        </p:attrNameLst>
                                      </p:cBhvr>
                                      <p:to>
                                        <p:strVal val="visible"/>
                                      </p:to>
                                    </p:set>
                                    <p:animEffect transition="in" filter="wipe(up)">
                                      <p:cBhvr>
                                        <p:cTn id="47" dur="500"/>
                                        <p:tgtEl>
                                          <p:spTgt spid="94"/>
                                        </p:tgtEl>
                                      </p:cBhvr>
                                    </p:animEffect>
                                  </p:childTnLst>
                                </p:cTn>
                              </p:par>
                            </p:childTnLst>
                          </p:cTn>
                        </p:par>
                        <p:par>
                          <p:cTn id="48" fill="hold">
                            <p:stCondLst>
                              <p:cond delay="4000"/>
                            </p:stCondLst>
                            <p:childTnLst>
                              <p:par>
                                <p:cTn id="49" presetID="31" presetClass="entr" presetSubtype="0" fill="hold" grpId="0" nodeType="afterEffect">
                                  <p:stCondLst>
                                    <p:cond delay="0"/>
                                  </p:stCondLst>
                                  <p:childTnLst>
                                    <p:set>
                                      <p:cBhvr>
                                        <p:cTn id="50" dur="1" fill="hold">
                                          <p:stCondLst>
                                            <p:cond delay="0"/>
                                          </p:stCondLst>
                                        </p:cTn>
                                        <p:tgtEl>
                                          <p:spTgt spid="91"/>
                                        </p:tgtEl>
                                        <p:attrNameLst>
                                          <p:attrName>style.visibility</p:attrName>
                                        </p:attrNameLst>
                                      </p:cBhvr>
                                      <p:to>
                                        <p:strVal val="visible"/>
                                      </p:to>
                                    </p:set>
                                    <p:anim calcmode="lin" valueType="num">
                                      <p:cBhvr>
                                        <p:cTn id="51" dur="300" fill="hold"/>
                                        <p:tgtEl>
                                          <p:spTgt spid="91"/>
                                        </p:tgtEl>
                                        <p:attrNameLst>
                                          <p:attrName>ppt_w</p:attrName>
                                        </p:attrNameLst>
                                      </p:cBhvr>
                                      <p:tavLst>
                                        <p:tav tm="0">
                                          <p:val>
                                            <p:fltVal val="0"/>
                                          </p:val>
                                        </p:tav>
                                        <p:tav tm="100000">
                                          <p:val>
                                            <p:strVal val="#ppt_w"/>
                                          </p:val>
                                        </p:tav>
                                      </p:tavLst>
                                    </p:anim>
                                    <p:anim calcmode="lin" valueType="num">
                                      <p:cBhvr>
                                        <p:cTn id="52" dur="300" fill="hold"/>
                                        <p:tgtEl>
                                          <p:spTgt spid="91"/>
                                        </p:tgtEl>
                                        <p:attrNameLst>
                                          <p:attrName>ppt_h</p:attrName>
                                        </p:attrNameLst>
                                      </p:cBhvr>
                                      <p:tavLst>
                                        <p:tav tm="0">
                                          <p:val>
                                            <p:fltVal val="0"/>
                                          </p:val>
                                        </p:tav>
                                        <p:tav tm="100000">
                                          <p:val>
                                            <p:strVal val="#ppt_h"/>
                                          </p:val>
                                        </p:tav>
                                      </p:tavLst>
                                    </p:anim>
                                    <p:anim calcmode="lin" valueType="num">
                                      <p:cBhvr>
                                        <p:cTn id="53" dur="300" fill="hold"/>
                                        <p:tgtEl>
                                          <p:spTgt spid="91"/>
                                        </p:tgtEl>
                                        <p:attrNameLst>
                                          <p:attrName>style.rotation</p:attrName>
                                        </p:attrNameLst>
                                      </p:cBhvr>
                                      <p:tavLst>
                                        <p:tav tm="0">
                                          <p:val>
                                            <p:fltVal val="90"/>
                                          </p:val>
                                        </p:tav>
                                        <p:tav tm="100000">
                                          <p:val>
                                            <p:fltVal val="0"/>
                                          </p:val>
                                        </p:tav>
                                      </p:tavLst>
                                    </p:anim>
                                    <p:animEffect transition="in" filter="fade">
                                      <p:cBhvr>
                                        <p:cTn id="54" dur="300"/>
                                        <p:tgtEl>
                                          <p:spTgt spid="91"/>
                                        </p:tgtEl>
                                      </p:cBhvr>
                                    </p:animEffect>
                                  </p:childTnLst>
                                </p:cTn>
                              </p:par>
                            </p:childTnLst>
                          </p:cTn>
                        </p:par>
                        <p:par>
                          <p:cTn id="55" fill="hold">
                            <p:stCondLst>
                              <p:cond delay="4500"/>
                            </p:stCondLst>
                            <p:childTnLst>
                              <p:par>
                                <p:cTn id="56" presetID="22" presetClass="entr" presetSubtype="1" fill="hold" grpId="0" nodeType="afterEffect">
                                  <p:stCondLst>
                                    <p:cond delay="0"/>
                                  </p:stCondLst>
                                  <p:childTnLst>
                                    <p:set>
                                      <p:cBhvr>
                                        <p:cTn id="57" dur="1" fill="hold">
                                          <p:stCondLst>
                                            <p:cond delay="0"/>
                                          </p:stCondLst>
                                        </p:cTn>
                                        <p:tgtEl>
                                          <p:spTgt spid="92"/>
                                        </p:tgtEl>
                                        <p:attrNameLst>
                                          <p:attrName>style.visibility</p:attrName>
                                        </p:attrNameLst>
                                      </p:cBhvr>
                                      <p:to>
                                        <p:strVal val="visible"/>
                                      </p:to>
                                    </p:set>
                                    <p:animEffect transition="in" filter="wipe(up)">
                                      <p:cBhvr>
                                        <p:cTn id="58"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1" grpId="0"/>
      <p:bldP spid="92" grpId="0"/>
      <p:bldP spid="93" grpId="0"/>
      <p:bldP spid="94" grpId="0"/>
      <p:bldP spid="95" grpId="0"/>
      <p:bldP spid="9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2" y="35332"/>
            <a:ext cx="6552730"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AGENT TO PROMOTE</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0" name="燕尾形 19"/>
          <p:cNvSpPr/>
          <p:nvPr/>
        </p:nvSpPr>
        <p:spPr>
          <a:xfrm rot="5400000">
            <a:off x="1885119" y="2060848"/>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1" name="直接连接符 20"/>
          <p:cNvCxnSpPr/>
          <p:nvPr/>
        </p:nvCxnSpPr>
        <p:spPr>
          <a:xfrm>
            <a:off x="2065139" y="2636912"/>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2402137" y="1540776"/>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矩形 47"/>
          <p:cNvSpPr>
            <a:spLocks noChangeArrowheads="1"/>
          </p:cNvSpPr>
          <p:nvPr/>
        </p:nvSpPr>
        <p:spPr bwMode="auto">
          <a:xfrm>
            <a:off x="2389175" y="1955514"/>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24" name="燕尾形 23"/>
          <p:cNvSpPr/>
          <p:nvPr/>
        </p:nvSpPr>
        <p:spPr>
          <a:xfrm rot="5400000">
            <a:off x="1885119" y="3429000"/>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5" name="直接连接符 24"/>
          <p:cNvCxnSpPr/>
          <p:nvPr/>
        </p:nvCxnSpPr>
        <p:spPr>
          <a:xfrm>
            <a:off x="2065139" y="4005064"/>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402137" y="2908928"/>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47"/>
          <p:cNvSpPr>
            <a:spLocks noChangeArrowheads="1"/>
          </p:cNvSpPr>
          <p:nvPr/>
        </p:nvSpPr>
        <p:spPr bwMode="auto">
          <a:xfrm>
            <a:off x="2389175" y="3323666"/>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28" name="燕尾形 27"/>
          <p:cNvSpPr/>
          <p:nvPr/>
        </p:nvSpPr>
        <p:spPr>
          <a:xfrm rot="5400000">
            <a:off x="1885119" y="4869160"/>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9" name="直接连接符 28"/>
          <p:cNvCxnSpPr/>
          <p:nvPr/>
        </p:nvCxnSpPr>
        <p:spPr>
          <a:xfrm>
            <a:off x="2065139" y="5445224"/>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2402137" y="4349088"/>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矩形 47"/>
          <p:cNvSpPr>
            <a:spLocks noChangeArrowheads="1"/>
          </p:cNvSpPr>
          <p:nvPr/>
        </p:nvSpPr>
        <p:spPr bwMode="auto">
          <a:xfrm>
            <a:off x="2389175" y="4763826"/>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44" name="燕尾形 43"/>
          <p:cNvSpPr/>
          <p:nvPr/>
        </p:nvSpPr>
        <p:spPr>
          <a:xfrm rot="5400000">
            <a:off x="6601643" y="2060848"/>
            <a:ext cx="360040" cy="576064"/>
          </a:xfrm>
          <a:prstGeom prst="chevr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5" name="直接连接符 44"/>
          <p:cNvCxnSpPr/>
          <p:nvPr/>
        </p:nvCxnSpPr>
        <p:spPr>
          <a:xfrm>
            <a:off x="6781663" y="2636912"/>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7118661" y="1540776"/>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矩形 47"/>
          <p:cNvSpPr>
            <a:spLocks noChangeArrowheads="1"/>
          </p:cNvSpPr>
          <p:nvPr/>
        </p:nvSpPr>
        <p:spPr bwMode="auto">
          <a:xfrm>
            <a:off x="7105699" y="1955514"/>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48" name="燕尾形 47"/>
          <p:cNvSpPr/>
          <p:nvPr/>
        </p:nvSpPr>
        <p:spPr>
          <a:xfrm rot="5400000">
            <a:off x="6601643" y="3429000"/>
            <a:ext cx="360040" cy="576064"/>
          </a:xfrm>
          <a:prstGeom prst="chevr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9" name="直接连接符 48"/>
          <p:cNvCxnSpPr/>
          <p:nvPr/>
        </p:nvCxnSpPr>
        <p:spPr>
          <a:xfrm>
            <a:off x="6781663" y="4005064"/>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7118661" y="2908928"/>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矩形 47"/>
          <p:cNvSpPr>
            <a:spLocks noChangeArrowheads="1"/>
          </p:cNvSpPr>
          <p:nvPr/>
        </p:nvSpPr>
        <p:spPr bwMode="auto">
          <a:xfrm>
            <a:off x="7105699" y="3323666"/>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52" name="燕尾形 51"/>
          <p:cNvSpPr/>
          <p:nvPr/>
        </p:nvSpPr>
        <p:spPr>
          <a:xfrm rot="5400000">
            <a:off x="6601643" y="4869160"/>
            <a:ext cx="360040" cy="576064"/>
          </a:xfrm>
          <a:prstGeom prst="chevron">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3" name="直接连接符 52"/>
          <p:cNvCxnSpPr/>
          <p:nvPr/>
        </p:nvCxnSpPr>
        <p:spPr>
          <a:xfrm>
            <a:off x="6781663" y="5445224"/>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7118661" y="4349088"/>
            <a:ext cx="1858010" cy="448945"/>
          </a:xfrm>
          <a:prstGeom prst="rect">
            <a:avLst/>
          </a:prstGeom>
        </p:spPr>
        <p:txBody>
          <a:bodyPr wrap="none" lIns="91431" tIns="45716" rIns="91431" bIns="45716">
            <a:spAutoFit/>
          </a:bodyPr>
          <a:lstStyle/>
          <a:p>
            <a:pPr algn="l"/>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此处添加标题</a:t>
            </a:r>
            <a:endPar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矩形 47"/>
          <p:cNvSpPr>
            <a:spLocks noChangeArrowheads="1"/>
          </p:cNvSpPr>
          <p:nvPr/>
        </p:nvSpPr>
        <p:spPr bwMode="auto">
          <a:xfrm>
            <a:off x="7105699" y="4763826"/>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500"/>
                                        <p:tgtEl>
                                          <p:spTgt spid="21"/>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500"/>
                                        <p:tgtEl>
                                          <p:spTgt spid="23"/>
                                        </p:tgtEl>
                                      </p:cBhvr>
                                    </p:animEffect>
                                  </p:childTnLst>
                                </p:cTn>
                              </p:par>
                            </p:childTnLst>
                          </p:cTn>
                        </p:par>
                        <p:par>
                          <p:cTn id="21" fill="hold">
                            <p:stCondLst>
                              <p:cond delay="2000"/>
                            </p:stCondLst>
                            <p:childTnLst>
                              <p:par>
                                <p:cTn id="22" presetID="47" presetClass="entr" presetSubtype="0"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500"/>
                                        <p:tgtEl>
                                          <p:spTgt spid="25"/>
                                        </p:tgtEl>
                                      </p:cBhvr>
                                    </p:animEffect>
                                  </p:childTnLst>
                                </p:cTn>
                              </p:par>
                            </p:childTnLst>
                          </p:cTn>
                        </p:par>
                        <p:par>
                          <p:cTn id="31" fill="hold">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par>
                          <p:cTn id="38" fill="hold">
                            <p:stCondLst>
                              <p:cond delay="4000"/>
                            </p:stCondLst>
                            <p:childTnLst>
                              <p:par>
                                <p:cTn id="39" presetID="47"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1000"/>
                                        <p:tgtEl>
                                          <p:spTgt spid="28"/>
                                        </p:tgtEl>
                                      </p:cBhvr>
                                    </p:animEffect>
                                    <p:anim calcmode="lin" valueType="num">
                                      <p:cBhvr>
                                        <p:cTn id="42" dur="1000" fill="hold"/>
                                        <p:tgtEl>
                                          <p:spTgt spid="28"/>
                                        </p:tgtEl>
                                        <p:attrNameLst>
                                          <p:attrName>ppt_x</p:attrName>
                                        </p:attrNameLst>
                                      </p:cBhvr>
                                      <p:tavLst>
                                        <p:tav tm="0">
                                          <p:val>
                                            <p:strVal val="#ppt_x"/>
                                          </p:val>
                                        </p:tav>
                                        <p:tav tm="100000">
                                          <p:val>
                                            <p:strVal val="#ppt_x"/>
                                          </p:val>
                                        </p:tav>
                                      </p:tavLst>
                                    </p:anim>
                                    <p:anim calcmode="lin" valueType="num">
                                      <p:cBhvr>
                                        <p:cTn id="43" dur="1000" fill="hold"/>
                                        <p:tgtEl>
                                          <p:spTgt spid="28"/>
                                        </p:tgtEl>
                                        <p:attrNameLst>
                                          <p:attrName>ppt_y</p:attrName>
                                        </p:attrNameLst>
                                      </p:cBhvr>
                                      <p:tavLst>
                                        <p:tav tm="0">
                                          <p:val>
                                            <p:strVal val="#ppt_y-.1"/>
                                          </p:val>
                                        </p:tav>
                                        <p:tav tm="100000">
                                          <p:val>
                                            <p:strVal val="#ppt_y"/>
                                          </p:val>
                                        </p:tav>
                                      </p:tavLst>
                                    </p:anim>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wipe(left)">
                                      <p:cBhvr>
                                        <p:cTn id="51" dur="500"/>
                                        <p:tgtEl>
                                          <p:spTgt spid="40"/>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childTnLst>
                          </p:cTn>
                        </p:par>
                        <p:par>
                          <p:cTn id="55" fill="hold">
                            <p:stCondLst>
                              <p:cond delay="6000"/>
                            </p:stCondLst>
                            <p:childTnLst>
                              <p:par>
                                <p:cTn id="56" presetID="47" presetClass="entr" presetSubtype="0"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1000"/>
                                        <p:tgtEl>
                                          <p:spTgt spid="44"/>
                                        </p:tgtEl>
                                      </p:cBhvr>
                                    </p:animEffect>
                                    <p:anim calcmode="lin" valueType="num">
                                      <p:cBhvr>
                                        <p:cTn id="59" dur="1000" fill="hold"/>
                                        <p:tgtEl>
                                          <p:spTgt spid="44"/>
                                        </p:tgtEl>
                                        <p:attrNameLst>
                                          <p:attrName>ppt_x</p:attrName>
                                        </p:attrNameLst>
                                      </p:cBhvr>
                                      <p:tavLst>
                                        <p:tav tm="0">
                                          <p:val>
                                            <p:strVal val="#ppt_x"/>
                                          </p:val>
                                        </p:tav>
                                        <p:tav tm="100000">
                                          <p:val>
                                            <p:strVal val="#ppt_x"/>
                                          </p:val>
                                        </p:tav>
                                      </p:tavLst>
                                    </p:anim>
                                    <p:anim calcmode="lin" valueType="num">
                                      <p:cBhvr>
                                        <p:cTn id="60" dur="1000" fill="hold"/>
                                        <p:tgtEl>
                                          <p:spTgt spid="44"/>
                                        </p:tgtEl>
                                        <p:attrNameLst>
                                          <p:attrName>ppt_y</p:attrName>
                                        </p:attrNameLst>
                                      </p:cBhvr>
                                      <p:tavLst>
                                        <p:tav tm="0">
                                          <p:val>
                                            <p:strVal val="#ppt_y-.1"/>
                                          </p:val>
                                        </p:tav>
                                        <p:tav tm="100000">
                                          <p:val>
                                            <p:strVal val="#ppt_y"/>
                                          </p:val>
                                        </p:tav>
                                      </p:tavLst>
                                    </p:anim>
                                  </p:childTnLst>
                                </p:cTn>
                              </p:par>
                            </p:childTnLst>
                          </p:cTn>
                        </p:par>
                        <p:par>
                          <p:cTn id="61" fill="hold">
                            <p:stCondLst>
                              <p:cond delay="7000"/>
                            </p:stCondLst>
                            <p:childTnLst>
                              <p:par>
                                <p:cTn id="62" presetID="22" presetClass="entr" presetSubtype="8" fill="hold"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left)">
                                      <p:cBhvr>
                                        <p:cTn id="64" dur="500"/>
                                        <p:tgtEl>
                                          <p:spTgt spid="45"/>
                                        </p:tgtEl>
                                      </p:cBhvr>
                                    </p:animEffect>
                                  </p:childTnLst>
                                </p:cTn>
                              </p:par>
                            </p:childTnLst>
                          </p:cTn>
                        </p:par>
                        <p:par>
                          <p:cTn id="65" fill="hold">
                            <p:stCondLst>
                              <p:cond delay="7500"/>
                            </p:stCondLst>
                            <p:childTnLst>
                              <p:par>
                                <p:cTn id="66" presetID="22" presetClass="entr" presetSubtype="8" fill="hold" grpId="0" nodeType="after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wipe(left)">
                                      <p:cBhvr>
                                        <p:cTn id="68" dur="500"/>
                                        <p:tgtEl>
                                          <p:spTgt spid="46"/>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wipe(left)">
                                      <p:cBhvr>
                                        <p:cTn id="71" dur="500"/>
                                        <p:tgtEl>
                                          <p:spTgt spid="47"/>
                                        </p:tgtEl>
                                      </p:cBhvr>
                                    </p:animEffect>
                                  </p:childTnLst>
                                </p:cTn>
                              </p:par>
                            </p:childTnLst>
                          </p:cTn>
                        </p:par>
                        <p:par>
                          <p:cTn id="72" fill="hold">
                            <p:stCondLst>
                              <p:cond delay="8000"/>
                            </p:stCondLst>
                            <p:childTnLst>
                              <p:par>
                                <p:cTn id="73" presetID="47" presetClass="entr" presetSubtype="0" fill="hold" grpId="0" nodeType="after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1000"/>
                                        <p:tgtEl>
                                          <p:spTgt spid="48"/>
                                        </p:tgtEl>
                                      </p:cBhvr>
                                    </p:animEffect>
                                    <p:anim calcmode="lin" valueType="num">
                                      <p:cBhvr>
                                        <p:cTn id="76" dur="1000" fill="hold"/>
                                        <p:tgtEl>
                                          <p:spTgt spid="48"/>
                                        </p:tgtEl>
                                        <p:attrNameLst>
                                          <p:attrName>ppt_x</p:attrName>
                                        </p:attrNameLst>
                                      </p:cBhvr>
                                      <p:tavLst>
                                        <p:tav tm="0">
                                          <p:val>
                                            <p:strVal val="#ppt_x"/>
                                          </p:val>
                                        </p:tav>
                                        <p:tav tm="100000">
                                          <p:val>
                                            <p:strVal val="#ppt_x"/>
                                          </p:val>
                                        </p:tav>
                                      </p:tavLst>
                                    </p:anim>
                                    <p:anim calcmode="lin" valueType="num">
                                      <p:cBhvr>
                                        <p:cTn id="77" dur="1000" fill="hold"/>
                                        <p:tgtEl>
                                          <p:spTgt spid="48"/>
                                        </p:tgtEl>
                                        <p:attrNameLst>
                                          <p:attrName>ppt_y</p:attrName>
                                        </p:attrNameLst>
                                      </p:cBhvr>
                                      <p:tavLst>
                                        <p:tav tm="0">
                                          <p:val>
                                            <p:strVal val="#ppt_y-.1"/>
                                          </p:val>
                                        </p:tav>
                                        <p:tav tm="100000">
                                          <p:val>
                                            <p:strVal val="#ppt_y"/>
                                          </p:val>
                                        </p:tav>
                                      </p:tavLst>
                                    </p:anim>
                                  </p:childTnLst>
                                </p:cTn>
                              </p:par>
                            </p:childTnLst>
                          </p:cTn>
                        </p:par>
                        <p:par>
                          <p:cTn id="78" fill="hold">
                            <p:stCondLst>
                              <p:cond delay="9000"/>
                            </p:stCondLst>
                            <p:childTnLst>
                              <p:par>
                                <p:cTn id="79" presetID="22" presetClass="entr" presetSubtype="8" fill="hold" nodeType="after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wipe(left)">
                                      <p:cBhvr>
                                        <p:cTn id="81" dur="500"/>
                                        <p:tgtEl>
                                          <p:spTgt spid="49"/>
                                        </p:tgtEl>
                                      </p:cBhvr>
                                    </p:animEffect>
                                  </p:childTnLst>
                                </p:cTn>
                              </p:par>
                            </p:childTnLst>
                          </p:cTn>
                        </p:par>
                        <p:par>
                          <p:cTn id="82" fill="hold">
                            <p:stCondLst>
                              <p:cond delay="9500"/>
                            </p:stCondLst>
                            <p:childTnLst>
                              <p:par>
                                <p:cTn id="83" presetID="22" presetClass="entr" presetSubtype="8" fill="hold" grpId="0" nodeType="after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wipe(left)">
                                      <p:cBhvr>
                                        <p:cTn id="85" dur="500"/>
                                        <p:tgtEl>
                                          <p:spTgt spid="50"/>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wipe(left)">
                                      <p:cBhvr>
                                        <p:cTn id="88" dur="500"/>
                                        <p:tgtEl>
                                          <p:spTgt spid="51"/>
                                        </p:tgtEl>
                                      </p:cBhvr>
                                    </p:animEffect>
                                  </p:childTnLst>
                                </p:cTn>
                              </p:par>
                            </p:childTnLst>
                          </p:cTn>
                        </p:par>
                        <p:par>
                          <p:cTn id="89" fill="hold">
                            <p:stCondLst>
                              <p:cond delay="10000"/>
                            </p:stCondLst>
                            <p:childTnLst>
                              <p:par>
                                <p:cTn id="90" presetID="47" presetClass="entr" presetSubtype="0" fill="hold" grpId="0" nodeType="after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fade">
                                      <p:cBhvr>
                                        <p:cTn id="92" dur="1000"/>
                                        <p:tgtEl>
                                          <p:spTgt spid="52"/>
                                        </p:tgtEl>
                                      </p:cBhvr>
                                    </p:animEffect>
                                    <p:anim calcmode="lin" valueType="num">
                                      <p:cBhvr>
                                        <p:cTn id="93" dur="1000" fill="hold"/>
                                        <p:tgtEl>
                                          <p:spTgt spid="52"/>
                                        </p:tgtEl>
                                        <p:attrNameLst>
                                          <p:attrName>ppt_x</p:attrName>
                                        </p:attrNameLst>
                                      </p:cBhvr>
                                      <p:tavLst>
                                        <p:tav tm="0">
                                          <p:val>
                                            <p:strVal val="#ppt_x"/>
                                          </p:val>
                                        </p:tav>
                                        <p:tav tm="100000">
                                          <p:val>
                                            <p:strVal val="#ppt_x"/>
                                          </p:val>
                                        </p:tav>
                                      </p:tavLst>
                                    </p:anim>
                                    <p:anim calcmode="lin" valueType="num">
                                      <p:cBhvr>
                                        <p:cTn id="94" dur="1000" fill="hold"/>
                                        <p:tgtEl>
                                          <p:spTgt spid="52"/>
                                        </p:tgtEl>
                                        <p:attrNameLst>
                                          <p:attrName>ppt_y</p:attrName>
                                        </p:attrNameLst>
                                      </p:cBhvr>
                                      <p:tavLst>
                                        <p:tav tm="0">
                                          <p:val>
                                            <p:strVal val="#ppt_y-.1"/>
                                          </p:val>
                                        </p:tav>
                                        <p:tav tm="100000">
                                          <p:val>
                                            <p:strVal val="#ppt_y"/>
                                          </p:val>
                                        </p:tav>
                                      </p:tavLst>
                                    </p:anim>
                                  </p:childTnLst>
                                </p:cTn>
                              </p:par>
                            </p:childTnLst>
                          </p:cTn>
                        </p:par>
                        <p:par>
                          <p:cTn id="95" fill="hold">
                            <p:stCondLst>
                              <p:cond delay="11000"/>
                            </p:stCondLst>
                            <p:childTnLst>
                              <p:par>
                                <p:cTn id="96" presetID="22" presetClass="entr" presetSubtype="8" fill="hold" nodeType="after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wipe(left)">
                                      <p:cBhvr>
                                        <p:cTn id="98" dur="500"/>
                                        <p:tgtEl>
                                          <p:spTgt spid="53"/>
                                        </p:tgtEl>
                                      </p:cBhvr>
                                    </p:animEffect>
                                  </p:childTnLst>
                                </p:cTn>
                              </p:par>
                            </p:childTnLst>
                          </p:cTn>
                        </p:par>
                        <p:par>
                          <p:cTn id="99" fill="hold">
                            <p:stCondLst>
                              <p:cond delay="11500"/>
                            </p:stCondLst>
                            <p:childTnLst>
                              <p:par>
                                <p:cTn id="100" presetID="22" presetClass="entr" presetSubtype="8" fill="hold" grpId="0" nodeType="after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wipe(left)">
                                      <p:cBhvr>
                                        <p:cTn id="102" dur="500"/>
                                        <p:tgtEl>
                                          <p:spTgt spid="54"/>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animEffect transition="in" filter="wipe(left)">
                                      <p:cBhvr>
                                        <p:cTn id="10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p:bldP spid="24" grpId="0" animBg="1"/>
      <p:bldP spid="26" grpId="0"/>
      <p:bldP spid="27" grpId="0"/>
      <p:bldP spid="28" grpId="0" animBg="1"/>
      <p:bldP spid="40" grpId="0"/>
      <p:bldP spid="41" grpId="0"/>
      <p:bldP spid="44" grpId="0" animBg="1"/>
      <p:bldP spid="46" grpId="0"/>
      <p:bldP spid="47" grpId="0"/>
      <p:bldP spid="48" grpId="0" animBg="1"/>
      <p:bldP spid="50" grpId="0"/>
      <p:bldP spid="51" grpId="0"/>
      <p:bldP spid="52" grpId="0" animBg="1"/>
      <p:bldP spid="54" grpId="0"/>
      <p:bldP spid="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35332"/>
            <a:ext cx="7992889" cy="4061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COMPANY STRATEGIC OBJECTIVES</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841003" y="1834699"/>
            <a:ext cx="6120680" cy="3682533"/>
            <a:chOff x="3022028" y="1587732"/>
            <a:chExt cx="6120680" cy="3682533"/>
          </a:xfrm>
        </p:grpSpPr>
        <p:pic>
          <p:nvPicPr>
            <p:cNvPr id="41" name="Picture 2" descr="C:\Users\Administrator\Desktop\ppt展示模板-8.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2028" y="1587732"/>
              <a:ext cx="6120680" cy="3682533"/>
            </a:xfrm>
            <a:prstGeom prst="rect">
              <a:avLst/>
            </a:prstGeom>
            <a:noFill/>
            <a:extLst>
              <a:ext uri="{909E8E84-426E-40DD-AFC4-6F175D3DCCD1}">
                <a14:hiddenFill xmlns:a14="http://schemas.microsoft.com/office/drawing/2010/main">
                  <a:solidFill>
                    <a:srgbClr val="FFFFFF"/>
                  </a:solidFill>
                </a14:hiddenFill>
              </a:ext>
            </a:extLst>
          </p:spPr>
        </p:pic>
        <p:sp>
          <p:nvSpPr>
            <p:cNvPr id="44" name="矩形 43"/>
            <p:cNvSpPr/>
            <p:nvPr/>
          </p:nvSpPr>
          <p:spPr>
            <a:xfrm>
              <a:off x="3937348" y="2060861"/>
              <a:ext cx="4320480" cy="2376251"/>
            </a:xfrm>
            <a:prstGeom prst="rect">
              <a:avLst/>
            </a:prstGeom>
            <a:blipFill rotWithShape="1">
              <a:blip r:embed="rId2">
                <a:extLst>
                  <a:ext uri="{BEBA8EAE-BF5A-486C-A8C5-ECC9F3942E4B}">
                    <a14:imgProps xmlns:a14="http://schemas.microsoft.com/office/drawing/2010/main">
                      <a14:imgLayer r:embed="rId3">
                        <a14:imgEffect>
                          <a14:brightnessContrast bright="22000"/>
                        </a14:imgEffect>
                      </a14:imgLayer>
                    </a14:imgProps>
                  </a:ext>
                </a:extLst>
              </a:blip>
              <a:srcRect/>
              <a:stretch>
                <a:fillRect l="-2911" t="-6812" r="-2911" b="-6812"/>
              </a:stretch>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燕尾形 44"/>
          <p:cNvSpPr/>
          <p:nvPr/>
        </p:nvSpPr>
        <p:spPr>
          <a:xfrm rot="5400000">
            <a:off x="7033691" y="2064036"/>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6" name="直接连接符 45"/>
          <p:cNvCxnSpPr/>
          <p:nvPr/>
        </p:nvCxnSpPr>
        <p:spPr>
          <a:xfrm>
            <a:off x="7213711" y="2640100"/>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7550709" y="1543964"/>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8" name="矩形 47"/>
          <p:cNvSpPr>
            <a:spLocks noChangeArrowheads="1"/>
          </p:cNvSpPr>
          <p:nvPr/>
        </p:nvSpPr>
        <p:spPr bwMode="auto">
          <a:xfrm>
            <a:off x="7537747" y="1958702"/>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49" name="燕尾形 48"/>
          <p:cNvSpPr/>
          <p:nvPr/>
        </p:nvSpPr>
        <p:spPr>
          <a:xfrm rot="5400000">
            <a:off x="7033691" y="3432188"/>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0" name="直接连接符 49"/>
          <p:cNvCxnSpPr/>
          <p:nvPr/>
        </p:nvCxnSpPr>
        <p:spPr>
          <a:xfrm>
            <a:off x="7213711" y="4008252"/>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7550709" y="2912116"/>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矩形 47"/>
          <p:cNvSpPr>
            <a:spLocks noChangeArrowheads="1"/>
          </p:cNvSpPr>
          <p:nvPr/>
        </p:nvSpPr>
        <p:spPr bwMode="auto">
          <a:xfrm>
            <a:off x="7537747" y="3326854"/>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53" name="燕尾形 52"/>
          <p:cNvSpPr/>
          <p:nvPr/>
        </p:nvSpPr>
        <p:spPr>
          <a:xfrm rot="5400000">
            <a:off x="7033691" y="4872348"/>
            <a:ext cx="360040" cy="57606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4" name="直接连接符 53"/>
          <p:cNvCxnSpPr/>
          <p:nvPr/>
        </p:nvCxnSpPr>
        <p:spPr>
          <a:xfrm>
            <a:off x="7213711" y="5448412"/>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7550709" y="4352276"/>
            <a:ext cx="1313162" cy="430879"/>
          </a:xfrm>
          <a:prstGeom prst="rect">
            <a:avLst/>
          </a:prstGeom>
        </p:spPr>
        <p:txBody>
          <a:bodyPr wrap="none" lIns="91431" tIns="45716" rIns="91431" bIns="45716">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6" name="矩形 47"/>
          <p:cNvSpPr>
            <a:spLocks noChangeArrowheads="1"/>
          </p:cNvSpPr>
          <p:nvPr/>
        </p:nvSpPr>
        <p:spPr bwMode="auto">
          <a:xfrm>
            <a:off x="7537747" y="4767014"/>
            <a:ext cx="331236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a:t>
            </a:r>
            <a:r>
              <a:rPr lang="zh-CN" altLang="en-US" sz="1400" dirty="0">
                <a:solidFill>
                  <a:srgbClr val="333333"/>
                </a:solidFill>
                <a:sym typeface="微软雅黑" panose="020B0503020204020204" pitchFamily="34" charset="-122"/>
              </a:rPr>
              <a:t>说明，在此录入上述图表</a:t>
            </a:r>
            <a:r>
              <a:rPr lang="zh-CN" altLang="en-US" sz="1400" dirty="0" smtClean="0">
                <a:solidFill>
                  <a:srgbClr val="333333"/>
                </a:solidFill>
                <a:sym typeface="微软雅黑" panose="020B0503020204020204" pitchFamily="34" charset="-122"/>
              </a:rPr>
              <a:t>的</a:t>
            </a:r>
            <a:r>
              <a:rPr lang="zh-CN" altLang="en-US" sz="1400" dirty="0">
                <a:solidFill>
                  <a:srgbClr val="333333"/>
                </a:solidFill>
                <a:sym typeface="微软雅黑" panose="020B0503020204020204" pitchFamily="34" charset="-122"/>
              </a:rPr>
              <a:t>综合</a:t>
            </a:r>
            <a:r>
              <a:rPr lang="zh-CN" altLang="en-US" sz="1400" dirty="0" smtClean="0">
                <a:solidFill>
                  <a:srgbClr val="333333"/>
                </a:solidFill>
                <a:sym typeface="微软雅黑" panose="020B0503020204020204" pitchFamily="34" charset="-122"/>
              </a:rPr>
              <a:t>描述说明。</a:t>
            </a:r>
            <a:endParaRPr lang="zh-CN" altLang="en-US" sz="1400" dirty="0">
              <a:solidFill>
                <a:srgbClr val="333333"/>
              </a:solidFill>
              <a:sym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4"/>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1000"/>
                                        <p:tgtEl>
                                          <p:spTgt spid="45"/>
                                        </p:tgtEl>
                                      </p:cBhvr>
                                    </p:animEffect>
                                    <p:anim calcmode="lin" valueType="num">
                                      <p:cBhvr>
                                        <p:cTn id="14" dur="1000" fill="hold"/>
                                        <p:tgtEl>
                                          <p:spTgt spid="45"/>
                                        </p:tgtEl>
                                        <p:attrNameLst>
                                          <p:attrName>ppt_x</p:attrName>
                                        </p:attrNameLst>
                                      </p:cBhvr>
                                      <p:tavLst>
                                        <p:tav tm="0">
                                          <p:val>
                                            <p:strVal val="#ppt_x"/>
                                          </p:val>
                                        </p:tav>
                                        <p:tav tm="100000">
                                          <p:val>
                                            <p:strVal val="#ppt_x"/>
                                          </p:val>
                                        </p:tav>
                                      </p:tavLst>
                                    </p:anim>
                                    <p:anim calcmode="lin" valueType="num">
                                      <p:cBhvr>
                                        <p:cTn id="15" dur="10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left)">
                                      <p:cBhvr>
                                        <p:cTn id="19" dur="500"/>
                                        <p:tgtEl>
                                          <p:spTgt spid="46"/>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500"/>
                                        <p:tgtEl>
                                          <p:spTgt spid="4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wipe(left)">
                                      <p:cBhvr>
                                        <p:cTn id="26" dur="500"/>
                                        <p:tgtEl>
                                          <p:spTgt spid="48"/>
                                        </p:tgtEl>
                                      </p:cBhvr>
                                    </p:animEffect>
                                  </p:childTnLst>
                                </p:cTn>
                              </p:par>
                            </p:childTnLst>
                          </p:cTn>
                        </p:par>
                        <p:par>
                          <p:cTn id="27" fill="hold">
                            <p:stCondLst>
                              <p:cond delay="3000"/>
                            </p:stCondLst>
                            <p:childTnLst>
                              <p:par>
                                <p:cTn id="28" presetID="47" presetClass="entr" presetSubtype="0"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1000"/>
                                        <p:tgtEl>
                                          <p:spTgt spid="49"/>
                                        </p:tgtEl>
                                      </p:cBhvr>
                                    </p:animEffect>
                                    <p:anim calcmode="lin" valueType="num">
                                      <p:cBhvr>
                                        <p:cTn id="31" dur="1000" fill="hold"/>
                                        <p:tgtEl>
                                          <p:spTgt spid="49"/>
                                        </p:tgtEl>
                                        <p:attrNameLst>
                                          <p:attrName>ppt_x</p:attrName>
                                        </p:attrNameLst>
                                      </p:cBhvr>
                                      <p:tavLst>
                                        <p:tav tm="0">
                                          <p:val>
                                            <p:strVal val="#ppt_x"/>
                                          </p:val>
                                        </p:tav>
                                        <p:tav tm="100000">
                                          <p:val>
                                            <p:strVal val="#ppt_x"/>
                                          </p:val>
                                        </p:tav>
                                      </p:tavLst>
                                    </p:anim>
                                    <p:anim calcmode="lin" valueType="num">
                                      <p:cBhvr>
                                        <p:cTn id="32" dur="1000" fill="hold"/>
                                        <p:tgtEl>
                                          <p:spTgt spid="49"/>
                                        </p:tgtEl>
                                        <p:attrNameLst>
                                          <p:attrName>ppt_y</p:attrName>
                                        </p:attrNameLst>
                                      </p:cBhvr>
                                      <p:tavLst>
                                        <p:tav tm="0">
                                          <p:val>
                                            <p:strVal val="#ppt_y-.1"/>
                                          </p:val>
                                        </p:tav>
                                        <p:tav tm="100000">
                                          <p:val>
                                            <p:strVal val="#ppt_y"/>
                                          </p:val>
                                        </p:tav>
                                      </p:tavLst>
                                    </p:anim>
                                  </p:childTnLst>
                                </p:cTn>
                              </p:par>
                            </p:childTnLst>
                          </p:cTn>
                        </p:par>
                        <p:par>
                          <p:cTn id="33" fill="hold">
                            <p:stCondLst>
                              <p:cond delay="4000"/>
                            </p:stCondLst>
                            <p:childTnLst>
                              <p:par>
                                <p:cTn id="34" presetID="22" presetClass="entr" presetSubtype="8" fill="hold" nodeType="after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wipe(left)">
                                      <p:cBhvr>
                                        <p:cTn id="36" dur="500"/>
                                        <p:tgtEl>
                                          <p:spTgt spid="50"/>
                                        </p:tgtEl>
                                      </p:cBhvr>
                                    </p:animEffect>
                                  </p:childTnLst>
                                </p:cTn>
                              </p:par>
                            </p:childTnLst>
                          </p:cTn>
                        </p:par>
                        <p:par>
                          <p:cTn id="37" fill="hold">
                            <p:stCondLst>
                              <p:cond delay="4500"/>
                            </p:stCondLst>
                            <p:childTnLst>
                              <p:par>
                                <p:cTn id="38" presetID="22" presetClass="entr" presetSubtype="8" fill="hold" grpId="0" nodeType="after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wipe(left)">
                                      <p:cBhvr>
                                        <p:cTn id="40" dur="500"/>
                                        <p:tgtEl>
                                          <p:spTgt spid="5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left)">
                                      <p:cBhvr>
                                        <p:cTn id="43" dur="500"/>
                                        <p:tgtEl>
                                          <p:spTgt spid="52"/>
                                        </p:tgtEl>
                                      </p:cBhvr>
                                    </p:animEffect>
                                  </p:childTnLst>
                                </p:cTn>
                              </p:par>
                            </p:childTnLst>
                          </p:cTn>
                        </p:par>
                        <p:par>
                          <p:cTn id="44" fill="hold">
                            <p:stCondLst>
                              <p:cond delay="5000"/>
                            </p:stCondLst>
                            <p:childTnLst>
                              <p:par>
                                <p:cTn id="45" presetID="47" presetClass="entr" presetSubtype="0" fill="hold" grpId="0" nodeType="after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1000"/>
                                        <p:tgtEl>
                                          <p:spTgt spid="53"/>
                                        </p:tgtEl>
                                      </p:cBhvr>
                                    </p:animEffect>
                                    <p:anim calcmode="lin" valueType="num">
                                      <p:cBhvr>
                                        <p:cTn id="48" dur="1000" fill="hold"/>
                                        <p:tgtEl>
                                          <p:spTgt spid="53"/>
                                        </p:tgtEl>
                                        <p:attrNameLst>
                                          <p:attrName>ppt_x</p:attrName>
                                        </p:attrNameLst>
                                      </p:cBhvr>
                                      <p:tavLst>
                                        <p:tav tm="0">
                                          <p:val>
                                            <p:strVal val="#ppt_x"/>
                                          </p:val>
                                        </p:tav>
                                        <p:tav tm="100000">
                                          <p:val>
                                            <p:strVal val="#ppt_x"/>
                                          </p:val>
                                        </p:tav>
                                      </p:tavLst>
                                    </p:anim>
                                    <p:anim calcmode="lin" valueType="num">
                                      <p:cBhvr>
                                        <p:cTn id="49" dur="1000" fill="hold"/>
                                        <p:tgtEl>
                                          <p:spTgt spid="53"/>
                                        </p:tgtEl>
                                        <p:attrNameLst>
                                          <p:attrName>ppt_y</p:attrName>
                                        </p:attrNameLst>
                                      </p:cBhvr>
                                      <p:tavLst>
                                        <p:tav tm="0">
                                          <p:val>
                                            <p:strVal val="#ppt_y-.1"/>
                                          </p:val>
                                        </p:tav>
                                        <p:tav tm="100000">
                                          <p:val>
                                            <p:strVal val="#ppt_y"/>
                                          </p:val>
                                        </p:tav>
                                      </p:tavLst>
                                    </p:anim>
                                  </p:childTnLst>
                                </p:cTn>
                              </p:par>
                            </p:childTnLst>
                          </p:cTn>
                        </p:par>
                        <p:par>
                          <p:cTn id="50" fill="hold">
                            <p:stCondLst>
                              <p:cond delay="6000"/>
                            </p:stCondLst>
                            <p:childTnLst>
                              <p:par>
                                <p:cTn id="51" presetID="22" presetClass="entr" presetSubtype="8" fill="hold" nodeType="after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left)">
                                      <p:cBhvr>
                                        <p:cTn id="53" dur="500"/>
                                        <p:tgtEl>
                                          <p:spTgt spid="54"/>
                                        </p:tgtEl>
                                      </p:cBhvr>
                                    </p:animEffect>
                                  </p:childTnLst>
                                </p:cTn>
                              </p:par>
                            </p:childTnLst>
                          </p:cTn>
                        </p:par>
                        <p:par>
                          <p:cTn id="54" fill="hold">
                            <p:stCondLst>
                              <p:cond delay="6500"/>
                            </p:stCondLst>
                            <p:childTnLst>
                              <p:par>
                                <p:cTn id="55" presetID="22" presetClass="entr" presetSubtype="8" fill="hold" grpId="0" nodeType="after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wipe(left)">
                                      <p:cBhvr>
                                        <p:cTn id="57" dur="500"/>
                                        <p:tgtEl>
                                          <p:spTgt spid="55"/>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wipe(left)">
                                      <p:cBhvr>
                                        <p:cTn id="6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 grpId="0"/>
      <p:bldP spid="48" grpId="0"/>
      <p:bldP spid="49" grpId="0" animBg="1"/>
      <p:bldP spid="51" grpId="0"/>
      <p:bldP spid="52" grpId="0"/>
      <p:bldP spid="53" grpId="0" animBg="1"/>
      <p:bldP spid="55" grpId="0"/>
      <p:bldP spid="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a:xfrm>
            <a:off x="4892558" y="972607"/>
            <a:ext cx="2448272" cy="244827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标题 4"/>
          <p:cNvSpPr txBox="1"/>
          <p:nvPr/>
        </p:nvSpPr>
        <p:spPr>
          <a:xfrm>
            <a:off x="4945459" y="2780928"/>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chemeClr val="bg1"/>
                </a:solidFill>
                <a:latin typeface="微软雅黑" panose="020B0503020204020204" pitchFamily="34" charset="-122"/>
                <a:ea typeface="微软雅黑" panose="020B0503020204020204" pitchFamily="34" charset="-122"/>
              </a:rPr>
              <a:t>第四章</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65" name="椭圆 64"/>
          <p:cNvSpPr/>
          <p:nvPr/>
        </p:nvSpPr>
        <p:spPr>
          <a:xfrm>
            <a:off x="4996314" y="1076363"/>
            <a:ext cx="2240761" cy="224076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3" name="图片 42" descr="8b2aa8cd0ee32ba7e508288bd027fd0c"/>
          <p:cNvPicPr>
            <a:picLocks noChangeAspect="1"/>
          </p:cNvPicPr>
          <p:nvPr/>
        </p:nvPicPr>
        <p:blipFill>
          <a:blip r:embed="rId1"/>
          <a:stretch>
            <a:fillRect/>
          </a:stretch>
        </p:blipFill>
        <p:spPr>
          <a:xfrm>
            <a:off x="5124450" y="836930"/>
            <a:ext cx="2019300" cy="2107565"/>
          </a:xfrm>
          <a:prstGeom prst="rect">
            <a:avLst/>
          </a:prstGeom>
        </p:spPr>
      </p:pic>
      <p:grpSp>
        <p:nvGrpSpPr>
          <p:cNvPr id="3" name="组合 2"/>
          <p:cNvGrpSpPr/>
          <p:nvPr/>
        </p:nvGrpSpPr>
        <p:grpSpPr>
          <a:xfrm>
            <a:off x="4808413" y="4406540"/>
            <a:ext cx="1436675" cy="227965"/>
            <a:chOff x="4369395" y="3284984"/>
            <a:chExt cx="1436675" cy="227965"/>
          </a:xfrm>
        </p:grpSpPr>
        <p:sp>
          <p:nvSpPr>
            <p:cNvPr id="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69395" y="3316401"/>
              <a:ext cx="168551" cy="168551"/>
              <a:chOff x="5005199" y="3717032"/>
              <a:chExt cx="168551" cy="168551"/>
            </a:xfrm>
          </p:grpSpPr>
          <p:sp>
            <p:nvSpPr>
              <p:cNvPr id="6" name="椭圆 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7" name="等腰三角形 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8" name="组合 7"/>
          <p:cNvGrpSpPr/>
          <p:nvPr/>
        </p:nvGrpSpPr>
        <p:grpSpPr>
          <a:xfrm>
            <a:off x="6461112" y="4406540"/>
            <a:ext cx="1436675" cy="227965"/>
            <a:chOff x="4369395" y="3284984"/>
            <a:chExt cx="1436675" cy="227965"/>
          </a:xfrm>
        </p:grpSpPr>
        <p:sp>
          <p:nvSpPr>
            <p:cNvPr id="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69395" y="3316401"/>
              <a:ext cx="168551" cy="168551"/>
              <a:chOff x="5005199" y="3717032"/>
              <a:chExt cx="168551" cy="168551"/>
            </a:xfrm>
          </p:grpSpPr>
          <p:sp>
            <p:nvSpPr>
              <p:cNvPr id="11" name="椭圆 1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2" name="等腰三角形 1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3" name="组合 12"/>
          <p:cNvGrpSpPr/>
          <p:nvPr/>
        </p:nvGrpSpPr>
        <p:grpSpPr>
          <a:xfrm>
            <a:off x="4808413" y="4797732"/>
            <a:ext cx="1436675" cy="227965"/>
            <a:chOff x="4369395" y="3284984"/>
            <a:chExt cx="1436675" cy="227965"/>
          </a:xfrm>
        </p:grpSpPr>
        <p:sp>
          <p:nvSpPr>
            <p:cNvPr id="1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369395" y="3316401"/>
              <a:ext cx="168551" cy="168551"/>
              <a:chOff x="5005199" y="3717032"/>
              <a:chExt cx="168551" cy="168551"/>
            </a:xfrm>
          </p:grpSpPr>
          <p:sp>
            <p:nvSpPr>
              <p:cNvPr id="16" name="椭圆 1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7" name="等腰三角形 1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8" name="组合 17"/>
          <p:cNvGrpSpPr/>
          <p:nvPr/>
        </p:nvGrpSpPr>
        <p:grpSpPr>
          <a:xfrm>
            <a:off x="6461112" y="4797152"/>
            <a:ext cx="1436675" cy="227965"/>
            <a:chOff x="4369395" y="3284984"/>
            <a:chExt cx="1436675" cy="227965"/>
          </a:xfrm>
        </p:grpSpPr>
        <p:sp>
          <p:nvSpPr>
            <p:cNvPr id="1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4369395" y="3316401"/>
              <a:ext cx="168551" cy="168551"/>
              <a:chOff x="5005199" y="3717032"/>
              <a:chExt cx="168551" cy="168551"/>
            </a:xfrm>
          </p:grpSpPr>
          <p:sp>
            <p:nvSpPr>
              <p:cNvPr id="30" name="椭圆 29"/>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31" name="等腰三角形 30"/>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sp>
        <p:nvSpPr>
          <p:cNvPr id="32" name="标题 4"/>
          <p:cNvSpPr txBox="1"/>
          <p:nvPr/>
        </p:nvSpPr>
        <p:spPr>
          <a:xfrm>
            <a:off x="4945459" y="3819612"/>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400" b="1" dirty="0" smtClean="0">
              <a:solidFill>
                <a:srgbClr val="2C3637"/>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a:xfrm>
            <a:off x="4808413" y="4293096"/>
            <a:ext cx="2477306" cy="0"/>
          </a:xfrm>
          <a:prstGeom prst="line">
            <a:avLst/>
          </a:prstGeom>
          <a:ln>
            <a:solidFill>
              <a:srgbClr val="2C3637"/>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4808413" y="5139997"/>
            <a:ext cx="1436675" cy="227965"/>
            <a:chOff x="4369395" y="3284984"/>
            <a:chExt cx="1436675" cy="227965"/>
          </a:xfrm>
        </p:grpSpPr>
        <p:sp>
          <p:nvSpPr>
            <p:cNvPr id="35"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4369395" y="3316401"/>
              <a:ext cx="168551" cy="168551"/>
              <a:chOff x="5005199" y="3717032"/>
              <a:chExt cx="168551" cy="168551"/>
            </a:xfrm>
          </p:grpSpPr>
          <p:sp>
            <p:nvSpPr>
              <p:cNvPr id="37" name="椭圆 3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38" name="等腰三角形 3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grpSp>
        <p:nvGrpSpPr>
          <p:cNvPr id="39" name="组合 38"/>
          <p:cNvGrpSpPr/>
          <p:nvPr/>
        </p:nvGrpSpPr>
        <p:grpSpPr>
          <a:xfrm>
            <a:off x="6461112" y="5139417"/>
            <a:ext cx="1436675" cy="227965"/>
            <a:chOff x="4369395" y="3284984"/>
            <a:chExt cx="1436675" cy="227965"/>
          </a:xfrm>
        </p:grpSpPr>
        <p:sp>
          <p:nvSpPr>
            <p:cNvPr id="42"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4369395" y="3316401"/>
              <a:ext cx="168551" cy="168551"/>
              <a:chOff x="5005199" y="3717032"/>
              <a:chExt cx="168551" cy="168551"/>
            </a:xfrm>
          </p:grpSpPr>
          <p:sp>
            <p:nvSpPr>
              <p:cNvPr id="87" name="椭圆 8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93" name="等腰三角形 92"/>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pic>
        <p:nvPicPr>
          <p:cNvPr id="95" name="图片 94"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p:cTn id="13" dur="500" fill="hold"/>
                                        <p:tgtEl>
                                          <p:spTgt spid="65"/>
                                        </p:tgtEl>
                                        <p:attrNameLst>
                                          <p:attrName>ppt_w</p:attrName>
                                        </p:attrNameLst>
                                      </p:cBhvr>
                                      <p:tavLst>
                                        <p:tav tm="0">
                                          <p:val>
                                            <p:fltVal val="0"/>
                                          </p:val>
                                        </p:tav>
                                        <p:tav tm="100000">
                                          <p:val>
                                            <p:strVal val="#ppt_w"/>
                                          </p:val>
                                        </p:tav>
                                      </p:tavLst>
                                    </p:anim>
                                    <p:anim calcmode="lin" valueType="num">
                                      <p:cBhvr>
                                        <p:cTn id="14" dur="500" fill="hold"/>
                                        <p:tgtEl>
                                          <p:spTgt spid="65"/>
                                        </p:tgtEl>
                                        <p:attrNameLst>
                                          <p:attrName>ppt_h</p:attrName>
                                        </p:attrNameLst>
                                      </p:cBhvr>
                                      <p:tavLst>
                                        <p:tav tm="0">
                                          <p:val>
                                            <p:fltVal val="0"/>
                                          </p:val>
                                        </p:tav>
                                        <p:tav tm="100000">
                                          <p:val>
                                            <p:strVal val="#ppt_h"/>
                                          </p:val>
                                        </p:tav>
                                      </p:tavLst>
                                    </p:anim>
                                    <p:animEffect transition="in" filter="fade">
                                      <p:cBhvr>
                                        <p:cTn id="15" dur="500"/>
                                        <p:tgtEl>
                                          <p:spTgt spid="65"/>
                                        </p:tgtEl>
                                      </p:cBhvr>
                                    </p:animEffect>
                                  </p:childTnLst>
                                </p:cTn>
                              </p:par>
                              <p:par>
                                <p:cTn id="16" presetID="53" presetClass="entr" presetSubtype="16" fill="hold" grpId="0" nodeType="withEffect">
                                  <p:stCondLst>
                                    <p:cond delay="1000"/>
                                  </p:stCondLst>
                                  <p:iterate type="lt">
                                    <p:tmPct val="0"/>
                                  </p:iterate>
                                  <p:childTnLst>
                                    <p:set>
                                      <p:cBhvr>
                                        <p:cTn id="17" dur="1" fill="hold">
                                          <p:stCondLst>
                                            <p:cond delay="0"/>
                                          </p:stCondLst>
                                        </p:cTn>
                                        <p:tgtEl>
                                          <p:spTgt spid="64"/>
                                        </p:tgtEl>
                                        <p:attrNameLst>
                                          <p:attrName>style.visibility</p:attrName>
                                        </p:attrNameLst>
                                      </p:cBhvr>
                                      <p:to>
                                        <p:strVal val="visible"/>
                                      </p:to>
                                    </p:set>
                                    <p:anim calcmode="lin" valueType="num">
                                      <p:cBhvr>
                                        <p:cTn id="18" dur="500" fill="hold"/>
                                        <p:tgtEl>
                                          <p:spTgt spid="64"/>
                                        </p:tgtEl>
                                        <p:attrNameLst>
                                          <p:attrName>ppt_w</p:attrName>
                                        </p:attrNameLst>
                                      </p:cBhvr>
                                      <p:tavLst>
                                        <p:tav tm="0">
                                          <p:val>
                                            <p:fltVal val="0"/>
                                          </p:val>
                                        </p:tav>
                                        <p:tav tm="100000">
                                          <p:val>
                                            <p:strVal val="#ppt_w"/>
                                          </p:val>
                                        </p:tav>
                                      </p:tavLst>
                                    </p:anim>
                                    <p:anim calcmode="lin" valueType="num">
                                      <p:cBhvr>
                                        <p:cTn id="19" dur="500" fill="hold"/>
                                        <p:tgtEl>
                                          <p:spTgt spid="64"/>
                                        </p:tgtEl>
                                        <p:attrNameLst>
                                          <p:attrName>ppt_h</p:attrName>
                                        </p:attrNameLst>
                                      </p:cBhvr>
                                      <p:tavLst>
                                        <p:tav tm="0">
                                          <p:val>
                                            <p:fltVal val="0"/>
                                          </p:val>
                                        </p:tav>
                                        <p:tav tm="100000">
                                          <p:val>
                                            <p:strVal val="#ppt_h"/>
                                          </p:val>
                                        </p:tav>
                                      </p:tavLst>
                                    </p:anim>
                                    <p:animEffect transition="in" filter="fade">
                                      <p:cBhvr>
                                        <p:cTn id="20" dur="500"/>
                                        <p:tgtEl>
                                          <p:spTgt spid="64"/>
                                        </p:tgtEl>
                                      </p:cBhvr>
                                    </p:animEffect>
                                  </p:childTnLst>
                                </p:cTn>
                              </p:par>
                            </p:childTnLst>
                          </p:cTn>
                        </p:par>
                        <p:par>
                          <p:cTn id="21" fill="hold">
                            <p:stCondLst>
                              <p:cond delay="2500"/>
                            </p:stCondLst>
                            <p:childTnLst>
                              <p:par>
                                <p:cTn id="22" presetID="10" presetClass="entr" presetSubtype="0" fill="hold" grpId="1" nodeType="after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500"/>
                                        <p:tgtEl>
                                          <p:spTgt spid="54"/>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500"/>
                                        <p:tgtEl>
                                          <p:spTgt spid="56"/>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59"/>
                                        </p:tgtEl>
                                        <p:attrNameLst>
                                          <p:attrName>style.visibility</p:attrName>
                                        </p:attrNameLst>
                                      </p:cBhvr>
                                      <p:to>
                                        <p:strVal val="visible"/>
                                      </p:to>
                                    </p:set>
                                    <p:animEffect transition="in" filter="fade">
                                      <p:cBhvr>
                                        <p:cTn id="39" dur="500"/>
                                        <p:tgtEl>
                                          <p:spTgt spid="59"/>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grpId="1"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1"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childTnLst>
                          </p:cTn>
                        </p:par>
                        <p:par>
                          <p:cTn id="52" fill="hold">
                            <p:stCondLst>
                              <p:cond delay="3000"/>
                            </p:stCondLst>
                            <p:childTnLst>
                              <p:par>
                                <p:cTn id="53"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4" dur="2000" fill="hold"/>
                                        <p:tgtEl>
                                          <p:spTgt spid="54"/>
                                        </p:tgtEl>
                                        <p:attrNameLst>
                                          <p:attrName>ppt_x</p:attrName>
                                          <p:attrName>ppt_y</p:attrName>
                                        </p:attrNameLst>
                                      </p:cBhvr>
                                      <p:rCtr x="17" y="18981"/>
                                    </p:animMotion>
                                  </p:childTnLst>
                                </p:cTn>
                              </p:par>
                              <p:par>
                                <p:cTn id="55"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6" dur="2000" fill="hold"/>
                                        <p:tgtEl>
                                          <p:spTgt spid="55"/>
                                        </p:tgtEl>
                                        <p:attrNameLst>
                                          <p:attrName>ppt_x</p:attrName>
                                          <p:attrName>ppt_y</p:attrName>
                                        </p:attrNameLst>
                                      </p:cBhvr>
                                      <p:rCtr x="17" y="18981"/>
                                    </p:animMotion>
                                  </p:childTnLst>
                                </p:cTn>
                              </p:par>
                              <p:par>
                                <p:cTn id="57"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8" dur="2000" fill="hold"/>
                                        <p:tgtEl>
                                          <p:spTgt spid="56"/>
                                        </p:tgtEl>
                                        <p:attrNameLst>
                                          <p:attrName>ppt_x</p:attrName>
                                          <p:attrName>ppt_y</p:attrName>
                                        </p:attrNameLst>
                                      </p:cBhvr>
                                      <p:rCtr x="17" y="18981"/>
                                    </p:animMotion>
                                  </p:childTnLst>
                                </p:cTn>
                              </p:par>
                              <p:par>
                                <p:cTn id="59"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0" dur="2000" fill="hold"/>
                                        <p:tgtEl>
                                          <p:spTgt spid="57"/>
                                        </p:tgtEl>
                                        <p:attrNameLst>
                                          <p:attrName>ppt_x</p:attrName>
                                          <p:attrName>ppt_y</p:attrName>
                                        </p:attrNameLst>
                                      </p:cBhvr>
                                      <p:rCtr x="17" y="18981"/>
                                    </p:animMotion>
                                  </p:childTnLst>
                                </p:cTn>
                              </p:par>
                              <p:par>
                                <p:cTn id="61"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2" dur="2000" fill="hold"/>
                                        <p:tgtEl>
                                          <p:spTgt spid="58"/>
                                        </p:tgtEl>
                                        <p:attrNameLst>
                                          <p:attrName>ppt_x</p:attrName>
                                          <p:attrName>ppt_y</p:attrName>
                                        </p:attrNameLst>
                                      </p:cBhvr>
                                      <p:rCtr x="17" y="18981"/>
                                    </p:animMotion>
                                  </p:childTnLst>
                                </p:cTn>
                              </p:par>
                              <p:par>
                                <p:cTn id="63"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4" dur="2000" fill="hold"/>
                                        <p:tgtEl>
                                          <p:spTgt spid="59"/>
                                        </p:tgtEl>
                                        <p:attrNameLst>
                                          <p:attrName>ppt_x</p:attrName>
                                          <p:attrName>ppt_y</p:attrName>
                                        </p:attrNameLst>
                                      </p:cBhvr>
                                      <p:rCtr x="17" y="18981"/>
                                    </p:animMotion>
                                  </p:childTnLst>
                                </p:cTn>
                              </p:par>
                              <p:par>
                                <p:cTn id="65"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6" dur="2000" fill="hold"/>
                                        <p:tgtEl>
                                          <p:spTgt spid="60"/>
                                        </p:tgtEl>
                                        <p:attrNameLst>
                                          <p:attrName>ppt_x</p:attrName>
                                          <p:attrName>ppt_y</p:attrName>
                                        </p:attrNameLst>
                                      </p:cBhvr>
                                      <p:rCtr x="17" y="18981"/>
                                    </p:animMotion>
                                  </p:childTnLst>
                                </p:cTn>
                              </p:par>
                              <p:par>
                                <p:cTn id="67"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8" dur="2000" fill="hold"/>
                                        <p:tgtEl>
                                          <p:spTgt spid="61"/>
                                        </p:tgtEl>
                                        <p:attrNameLst>
                                          <p:attrName>ppt_x</p:attrName>
                                          <p:attrName>ppt_y</p:attrName>
                                        </p:attrNameLst>
                                      </p:cBhvr>
                                      <p:rCtr x="17" y="18981"/>
                                    </p:animMotion>
                                  </p:childTnLst>
                                </p:cTn>
                              </p:par>
                              <p:par>
                                <p:cTn id="69"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0" dur="2000" fill="hold"/>
                                        <p:tgtEl>
                                          <p:spTgt spid="62"/>
                                        </p:tgtEl>
                                        <p:attrNameLst>
                                          <p:attrName>ppt_x</p:attrName>
                                          <p:attrName>ppt_y</p:attrName>
                                        </p:attrNameLst>
                                      </p:cBhvr>
                                      <p:rCtr x="17" y="18981"/>
                                    </p:animMotion>
                                  </p:childTnLst>
                                </p:cTn>
                              </p:par>
                              <p:par>
                                <p:cTn id="71"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2" dur="2000" fill="hold"/>
                                        <p:tgtEl>
                                          <p:spTgt spid="63"/>
                                        </p:tgtEl>
                                        <p:attrNameLst>
                                          <p:attrName>ppt_x</p:attrName>
                                          <p:attrName>ppt_y</p:attrName>
                                        </p:attrNameLst>
                                      </p:cBhvr>
                                      <p:rCtr x="17" y="18981"/>
                                    </p:animMotion>
                                  </p:childTnLst>
                                </p:cTn>
                              </p:par>
                              <p:par>
                                <p:cTn id="73" presetID="53" presetClass="entr" presetSubtype="16" fill="hold" grpId="0" nodeType="withEffect">
                                  <p:stCondLst>
                                    <p:cond delay="2000"/>
                                  </p:stCondLst>
                                  <p:iterate type="lt">
                                    <p:tmPct val="0"/>
                                  </p:iterate>
                                  <p:childTnLst>
                                    <p:set>
                                      <p:cBhvr>
                                        <p:cTn id="74" dur="1" fill="hold">
                                          <p:stCondLst>
                                            <p:cond delay="0"/>
                                          </p:stCondLst>
                                        </p:cTn>
                                        <p:tgtEl>
                                          <p:spTgt spid="32"/>
                                        </p:tgtEl>
                                        <p:attrNameLst>
                                          <p:attrName>style.visibility</p:attrName>
                                        </p:attrNameLst>
                                      </p:cBhvr>
                                      <p:to>
                                        <p:strVal val="visible"/>
                                      </p:to>
                                    </p:set>
                                    <p:anim calcmode="lin" valueType="num">
                                      <p:cBhvr>
                                        <p:cTn id="75" dur="500" fill="hold"/>
                                        <p:tgtEl>
                                          <p:spTgt spid="32"/>
                                        </p:tgtEl>
                                        <p:attrNameLst>
                                          <p:attrName>ppt_w</p:attrName>
                                        </p:attrNameLst>
                                      </p:cBhvr>
                                      <p:tavLst>
                                        <p:tav tm="0">
                                          <p:val>
                                            <p:fltVal val="0"/>
                                          </p:val>
                                        </p:tav>
                                        <p:tav tm="100000">
                                          <p:val>
                                            <p:strVal val="#ppt_w"/>
                                          </p:val>
                                        </p:tav>
                                      </p:tavLst>
                                    </p:anim>
                                    <p:anim calcmode="lin" valueType="num">
                                      <p:cBhvr>
                                        <p:cTn id="76" dur="500" fill="hold"/>
                                        <p:tgtEl>
                                          <p:spTgt spid="32"/>
                                        </p:tgtEl>
                                        <p:attrNameLst>
                                          <p:attrName>ppt_h</p:attrName>
                                        </p:attrNameLst>
                                      </p:cBhvr>
                                      <p:tavLst>
                                        <p:tav tm="0">
                                          <p:val>
                                            <p:fltVal val="0"/>
                                          </p:val>
                                        </p:tav>
                                        <p:tav tm="100000">
                                          <p:val>
                                            <p:strVal val="#ppt_h"/>
                                          </p:val>
                                        </p:tav>
                                      </p:tavLst>
                                    </p:anim>
                                    <p:animEffect transition="in" filter="fade">
                                      <p:cBhvr>
                                        <p:cTn id="77" dur="500"/>
                                        <p:tgtEl>
                                          <p:spTgt spid="32"/>
                                        </p:tgtEl>
                                      </p:cBhvr>
                                    </p:animEffect>
                                  </p:childTnLst>
                                </p:cTn>
                              </p:par>
                              <p:par>
                                <p:cTn id="78" presetID="16" presetClass="entr" presetSubtype="21" fill="hold" nodeType="withEffect">
                                  <p:stCondLst>
                                    <p:cond delay="2000"/>
                                  </p:stCondLst>
                                  <p:childTnLst>
                                    <p:set>
                                      <p:cBhvr>
                                        <p:cTn id="79" dur="1" fill="hold">
                                          <p:stCondLst>
                                            <p:cond delay="0"/>
                                          </p:stCondLst>
                                        </p:cTn>
                                        <p:tgtEl>
                                          <p:spTgt spid="33"/>
                                        </p:tgtEl>
                                        <p:attrNameLst>
                                          <p:attrName>style.visibility</p:attrName>
                                        </p:attrNameLst>
                                      </p:cBhvr>
                                      <p:to>
                                        <p:strVal val="visible"/>
                                      </p:to>
                                    </p:set>
                                    <p:animEffect transition="in" filter="barn(inVertical)">
                                      <p:cBhvr>
                                        <p:cTn id="80" dur="500"/>
                                        <p:tgtEl>
                                          <p:spTgt spid="33"/>
                                        </p:tgtEl>
                                      </p:cBhvr>
                                    </p:animEffect>
                                  </p:childTnLst>
                                </p:cTn>
                              </p:par>
                              <p:par>
                                <p:cTn id="81" presetID="53" presetClass="entr" presetSubtype="16" fill="hold" nodeType="withEffect">
                                  <p:stCondLst>
                                    <p:cond delay="2500"/>
                                  </p:stCondLst>
                                  <p:childTnLst>
                                    <p:set>
                                      <p:cBhvr>
                                        <p:cTn id="82" dur="1" fill="hold">
                                          <p:stCondLst>
                                            <p:cond delay="0"/>
                                          </p:stCondLst>
                                        </p:cTn>
                                        <p:tgtEl>
                                          <p:spTgt spid="3"/>
                                        </p:tgtEl>
                                        <p:attrNameLst>
                                          <p:attrName>style.visibility</p:attrName>
                                        </p:attrNameLst>
                                      </p:cBhvr>
                                      <p:to>
                                        <p:strVal val="visible"/>
                                      </p:to>
                                    </p:set>
                                    <p:anim calcmode="lin" valueType="num">
                                      <p:cBhvr>
                                        <p:cTn id="83" dur="500" fill="hold"/>
                                        <p:tgtEl>
                                          <p:spTgt spid="3"/>
                                        </p:tgtEl>
                                        <p:attrNameLst>
                                          <p:attrName>ppt_w</p:attrName>
                                        </p:attrNameLst>
                                      </p:cBhvr>
                                      <p:tavLst>
                                        <p:tav tm="0">
                                          <p:val>
                                            <p:fltVal val="0"/>
                                          </p:val>
                                        </p:tav>
                                        <p:tav tm="100000">
                                          <p:val>
                                            <p:strVal val="#ppt_w"/>
                                          </p:val>
                                        </p:tav>
                                      </p:tavLst>
                                    </p:anim>
                                    <p:anim calcmode="lin" valueType="num">
                                      <p:cBhvr>
                                        <p:cTn id="84" dur="500" fill="hold"/>
                                        <p:tgtEl>
                                          <p:spTgt spid="3"/>
                                        </p:tgtEl>
                                        <p:attrNameLst>
                                          <p:attrName>ppt_h</p:attrName>
                                        </p:attrNameLst>
                                      </p:cBhvr>
                                      <p:tavLst>
                                        <p:tav tm="0">
                                          <p:val>
                                            <p:fltVal val="0"/>
                                          </p:val>
                                        </p:tav>
                                        <p:tav tm="100000">
                                          <p:val>
                                            <p:strVal val="#ppt_h"/>
                                          </p:val>
                                        </p:tav>
                                      </p:tavLst>
                                    </p:anim>
                                    <p:animEffect transition="in" filter="fade">
                                      <p:cBhvr>
                                        <p:cTn id="85" dur="500"/>
                                        <p:tgtEl>
                                          <p:spTgt spid="3"/>
                                        </p:tgtEl>
                                      </p:cBhvr>
                                    </p:animEffect>
                                  </p:childTnLst>
                                </p:cTn>
                              </p:par>
                              <p:par>
                                <p:cTn id="86" presetID="53" presetClass="entr" presetSubtype="16" fill="hold" nodeType="withEffect">
                                  <p:stCondLst>
                                    <p:cond delay="2500"/>
                                  </p:stCondLst>
                                  <p:childTnLst>
                                    <p:set>
                                      <p:cBhvr>
                                        <p:cTn id="87" dur="1" fill="hold">
                                          <p:stCondLst>
                                            <p:cond delay="0"/>
                                          </p:stCondLst>
                                        </p:cTn>
                                        <p:tgtEl>
                                          <p:spTgt spid="8"/>
                                        </p:tgtEl>
                                        <p:attrNameLst>
                                          <p:attrName>style.visibility</p:attrName>
                                        </p:attrNameLst>
                                      </p:cBhvr>
                                      <p:to>
                                        <p:strVal val="visible"/>
                                      </p:to>
                                    </p:set>
                                    <p:anim calcmode="lin" valueType="num">
                                      <p:cBhvr>
                                        <p:cTn id="88" dur="500" fill="hold"/>
                                        <p:tgtEl>
                                          <p:spTgt spid="8"/>
                                        </p:tgtEl>
                                        <p:attrNameLst>
                                          <p:attrName>ppt_w</p:attrName>
                                        </p:attrNameLst>
                                      </p:cBhvr>
                                      <p:tavLst>
                                        <p:tav tm="0">
                                          <p:val>
                                            <p:fltVal val="0"/>
                                          </p:val>
                                        </p:tav>
                                        <p:tav tm="100000">
                                          <p:val>
                                            <p:strVal val="#ppt_w"/>
                                          </p:val>
                                        </p:tav>
                                      </p:tavLst>
                                    </p:anim>
                                    <p:anim calcmode="lin" valueType="num">
                                      <p:cBhvr>
                                        <p:cTn id="89" dur="500" fill="hold"/>
                                        <p:tgtEl>
                                          <p:spTgt spid="8"/>
                                        </p:tgtEl>
                                        <p:attrNameLst>
                                          <p:attrName>ppt_h</p:attrName>
                                        </p:attrNameLst>
                                      </p:cBhvr>
                                      <p:tavLst>
                                        <p:tav tm="0">
                                          <p:val>
                                            <p:fltVal val="0"/>
                                          </p:val>
                                        </p:tav>
                                        <p:tav tm="100000">
                                          <p:val>
                                            <p:strVal val="#ppt_h"/>
                                          </p:val>
                                        </p:tav>
                                      </p:tavLst>
                                    </p:anim>
                                    <p:animEffect transition="in" filter="fade">
                                      <p:cBhvr>
                                        <p:cTn id="90" dur="500"/>
                                        <p:tgtEl>
                                          <p:spTgt spid="8"/>
                                        </p:tgtEl>
                                      </p:cBhvr>
                                    </p:animEffect>
                                  </p:childTnLst>
                                </p:cTn>
                              </p:par>
                              <p:par>
                                <p:cTn id="91" presetID="53" presetClass="entr" presetSubtype="16" fill="hold" nodeType="withEffect">
                                  <p:stCondLst>
                                    <p:cond delay="250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nodeType="withEffect">
                                  <p:stCondLst>
                                    <p:cond delay="2500"/>
                                  </p:stCondLst>
                                  <p:childTnLst>
                                    <p:set>
                                      <p:cBhvr>
                                        <p:cTn id="97" dur="1" fill="hold">
                                          <p:stCondLst>
                                            <p:cond delay="0"/>
                                          </p:stCondLst>
                                        </p:cTn>
                                        <p:tgtEl>
                                          <p:spTgt spid="18"/>
                                        </p:tgtEl>
                                        <p:attrNameLst>
                                          <p:attrName>style.visibility</p:attrName>
                                        </p:attrNameLst>
                                      </p:cBhvr>
                                      <p:to>
                                        <p:strVal val="visible"/>
                                      </p:to>
                                    </p:set>
                                    <p:anim calcmode="lin" valueType="num">
                                      <p:cBhvr>
                                        <p:cTn id="98" dur="500" fill="hold"/>
                                        <p:tgtEl>
                                          <p:spTgt spid="18"/>
                                        </p:tgtEl>
                                        <p:attrNameLst>
                                          <p:attrName>ppt_w</p:attrName>
                                        </p:attrNameLst>
                                      </p:cBhvr>
                                      <p:tavLst>
                                        <p:tav tm="0">
                                          <p:val>
                                            <p:fltVal val="0"/>
                                          </p:val>
                                        </p:tav>
                                        <p:tav tm="100000">
                                          <p:val>
                                            <p:strVal val="#ppt_w"/>
                                          </p:val>
                                        </p:tav>
                                      </p:tavLst>
                                    </p:anim>
                                    <p:anim calcmode="lin" valueType="num">
                                      <p:cBhvr>
                                        <p:cTn id="99" dur="500" fill="hold"/>
                                        <p:tgtEl>
                                          <p:spTgt spid="18"/>
                                        </p:tgtEl>
                                        <p:attrNameLst>
                                          <p:attrName>ppt_h</p:attrName>
                                        </p:attrNameLst>
                                      </p:cBhvr>
                                      <p:tavLst>
                                        <p:tav tm="0">
                                          <p:val>
                                            <p:fltVal val="0"/>
                                          </p:val>
                                        </p:tav>
                                        <p:tav tm="100000">
                                          <p:val>
                                            <p:strVal val="#ppt_h"/>
                                          </p:val>
                                        </p:tav>
                                      </p:tavLst>
                                    </p:anim>
                                    <p:animEffect transition="in" filter="fade">
                                      <p:cBhvr>
                                        <p:cTn id="100" dur="500"/>
                                        <p:tgtEl>
                                          <p:spTgt spid="18"/>
                                        </p:tgtEl>
                                      </p:cBhvr>
                                    </p:animEffect>
                                  </p:childTnLst>
                                </p:cTn>
                              </p:par>
                              <p:par>
                                <p:cTn id="101" presetID="32" presetClass="emph" presetSubtype="0" fill="hold" nodeType="withEffect">
                                  <p:stCondLst>
                                    <p:cond delay="3000"/>
                                  </p:stCondLst>
                                  <p:childTnLst>
                                    <p:animRot by="120000">
                                      <p:cBhvr>
                                        <p:cTn id="102" dur="100" fill="hold">
                                          <p:stCondLst>
                                            <p:cond delay="0"/>
                                          </p:stCondLst>
                                        </p:cTn>
                                        <p:tgtEl>
                                          <p:spTgt spid="3"/>
                                        </p:tgtEl>
                                        <p:attrNameLst>
                                          <p:attrName>r</p:attrName>
                                        </p:attrNameLst>
                                      </p:cBhvr>
                                    </p:animRot>
                                    <p:animRot by="-240000">
                                      <p:cBhvr>
                                        <p:cTn id="103" dur="200" fill="hold">
                                          <p:stCondLst>
                                            <p:cond delay="200"/>
                                          </p:stCondLst>
                                        </p:cTn>
                                        <p:tgtEl>
                                          <p:spTgt spid="3"/>
                                        </p:tgtEl>
                                        <p:attrNameLst>
                                          <p:attrName>r</p:attrName>
                                        </p:attrNameLst>
                                      </p:cBhvr>
                                    </p:animRot>
                                    <p:animRot by="240000">
                                      <p:cBhvr>
                                        <p:cTn id="104" dur="200" fill="hold">
                                          <p:stCondLst>
                                            <p:cond delay="400"/>
                                          </p:stCondLst>
                                        </p:cTn>
                                        <p:tgtEl>
                                          <p:spTgt spid="3"/>
                                        </p:tgtEl>
                                        <p:attrNameLst>
                                          <p:attrName>r</p:attrName>
                                        </p:attrNameLst>
                                      </p:cBhvr>
                                    </p:animRot>
                                    <p:animRot by="-240000">
                                      <p:cBhvr>
                                        <p:cTn id="105" dur="200" fill="hold">
                                          <p:stCondLst>
                                            <p:cond delay="600"/>
                                          </p:stCondLst>
                                        </p:cTn>
                                        <p:tgtEl>
                                          <p:spTgt spid="3"/>
                                        </p:tgtEl>
                                        <p:attrNameLst>
                                          <p:attrName>r</p:attrName>
                                        </p:attrNameLst>
                                      </p:cBhvr>
                                    </p:animRot>
                                    <p:animRot by="120000">
                                      <p:cBhvr>
                                        <p:cTn id="106" dur="200" fill="hold">
                                          <p:stCondLst>
                                            <p:cond delay="800"/>
                                          </p:stCondLst>
                                        </p:cTn>
                                        <p:tgtEl>
                                          <p:spTgt spid="3"/>
                                        </p:tgtEl>
                                        <p:attrNameLst>
                                          <p:attrName>r</p:attrName>
                                        </p:attrNameLst>
                                      </p:cBhvr>
                                    </p:animRot>
                                  </p:childTnLst>
                                </p:cTn>
                              </p:par>
                              <p:par>
                                <p:cTn id="107" presetID="32" presetClass="emph" presetSubtype="0" fill="hold" nodeType="withEffect">
                                  <p:stCondLst>
                                    <p:cond delay="3000"/>
                                  </p:stCondLst>
                                  <p:childTnLst>
                                    <p:animRot by="120000">
                                      <p:cBhvr>
                                        <p:cTn id="108" dur="100" fill="hold">
                                          <p:stCondLst>
                                            <p:cond delay="0"/>
                                          </p:stCondLst>
                                        </p:cTn>
                                        <p:tgtEl>
                                          <p:spTgt spid="8"/>
                                        </p:tgtEl>
                                        <p:attrNameLst>
                                          <p:attrName>r</p:attrName>
                                        </p:attrNameLst>
                                      </p:cBhvr>
                                    </p:animRot>
                                    <p:animRot by="-240000">
                                      <p:cBhvr>
                                        <p:cTn id="109" dur="200" fill="hold">
                                          <p:stCondLst>
                                            <p:cond delay="200"/>
                                          </p:stCondLst>
                                        </p:cTn>
                                        <p:tgtEl>
                                          <p:spTgt spid="8"/>
                                        </p:tgtEl>
                                        <p:attrNameLst>
                                          <p:attrName>r</p:attrName>
                                        </p:attrNameLst>
                                      </p:cBhvr>
                                    </p:animRot>
                                    <p:animRot by="240000">
                                      <p:cBhvr>
                                        <p:cTn id="110" dur="200" fill="hold">
                                          <p:stCondLst>
                                            <p:cond delay="400"/>
                                          </p:stCondLst>
                                        </p:cTn>
                                        <p:tgtEl>
                                          <p:spTgt spid="8"/>
                                        </p:tgtEl>
                                        <p:attrNameLst>
                                          <p:attrName>r</p:attrName>
                                        </p:attrNameLst>
                                      </p:cBhvr>
                                    </p:animRot>
                                    <p:animRot by="-240000">
                                      <p:cBhvr>
                                        <p:cTn id="111" dur="200" fill="hold">
                                          <p:stCondLst>
                                            <p:cond delay="600"/>
                                          </p:stCondLst>
                                        </p:cTn>
                                        <p:tgtEl>
                                          <p:spTgt spid="8"/>
                                        </p:tgtEl>
                                        <p:attrNameLst>
                                          <p:attrName>r</p:attrName>
                                        </p:attrNameLst>
                                      </p:cBhvr>
                                    </p:animRot>
                                    <p:animRot by="120000">
                                      <p:cBhvr>
                                        <p:cTn id="112" dur="200" fill="hold">
                                          <p:stCondLst>
                                            <p:cond delay="800"/>
                                          </p:stCondLst>
                                        </p:cTn>
                                        <p:tgtEl>
                                          <p:spTgt spid="8"/>
                                        </p:tgtEl>
                                        <p:attrNameLst>
                                          <p:attrName>r</p:attrName>
                                        </p:attrNameLst>
                                      </p:cBhvr>
                                    </p:animRot>
                                  </p:childTnLst>
                                </p:cTn>
                              </p:par>
                              <p:par>
                                <p:cTn id="113" presetID="32" presetClass="emph" presetSubtype="0" fill="hold" nodeType="withEffect">
                                  <p:stCondLst>
                                    <p:cond delay="3000"/>
                                  </p:stCondLst>
                                  <p:childTnLst>
                                    <p:animRot by="120000">
                                      <p:cBhvr>
                                        <p:cTn id="114" dur="100" fill="hold">
                                          <p:stCondLst>
                                            <p:cond delay="0"/>
                                          </p:stCondLst>
                                        </p:cTn>
                                        <p:tgtEl>
                                          <p:spTgt spid="13"/>
                                        </p:tgtEl>
                                        <p:attrNameLst>
                                          <p:attrName>r</p:attrName>
                                        </p:attrNameLst>
                                      </p:cBhvr>
                                    </p:animRot>
                                    <p:animRot by="-240000">
                                      <p:cBhvr>
                                        <p:cTn id="115" dur="200" fill="hold">
                                          <p:stCondLst>
                                            <p:cond delay="200"/>
                                          </p:stCondLst>
                                        </p:cTn>
                                        <p:tgtEl>
                                          <p:spTgt spid="13"/>
                                        </p:tgtEl>
                                        <p:attrNameLst>
                                          <p:attrName>r</p:attrName>
                                        </p:attrNameLst>
                                      </p:cBhvr>
                                    </p:animRot>
                                    <p:animRot by="240000">
                                      <p:cBhvr>
                                        <p:cTn id="116" dur="200" fill="hold">
                                          <p:stCondLst>
                                            <p:cond delay="400"/>
                                          </p:stCondLst>
                                        </p:cTn>
                                        <p:tgtEl>
                                          <p:spTgt spid="13"/>
                                        </p:tgtEl>
                                        <p:attrNameLst>
                                          <p:attrName>r</p:attrName>
                                        </p:attrNameLst>
                                      </p:cBhvr>
                                    </p:animRot>
                                    <p:animRot by="-240000">
                                      <p:cBhvr>
                                        <p:cTn id="117" dur="200" fill="hold">
                                          <p:stCondLst>
                                            <p:cond delay="600"/>
                                          </p:stCondLst>
                                        </p:cTn>
                                        <p:tgtEl>
                                          <p:spTgt spid="13"/>
                                        </p:tgtEl>
                                        <p:attrNameLst>
                                          <p:attrName>r</p:attrName>
                                        </p:attrNameLst>
                                      </p:cBhvr>
                                    </p:animRot>
                                    <p:animRot by="120000">
                                      <p:cBhvr>
                                        <p:cTn id="118" dur="200" fill="hold">
                                          <p:stCondLst>
                                            <p:cond delay="800"/>
                                          </p:stCondLst>
                                        </p:cTn>
                                        <p:tgtEl>
                                          <p:spTgt spid="13"/>
                                        </p:tgtEl>
                                        <p:attrNameLst>
                                          <p:attrName>r</p:attrName>
                                        </p:attrNameLst>
                                      </p:cBhvr>
                                    </p:animRot>
                                  </p:childTnLst>
                                </p:cTn>
                              </p:par>
                              <p:par>
                                <p:cTn id="119" presetID="32" presetClass="emph" presetSubtype="0" fill="hold" nodeType="withEffect">
                                  <p:stCondLst>
                                    <p:cond delay="3000"/>
                                  </p:stCondLst>
                                  <p:childTnLst>
                                    <p:animRot by="120000">
                                      <p:cBhvr>
                                        <p:cTn id="120" dur="100" fill="hold">
                                          <p:stCondLst>
                                            <p:cond delay="0"/>
                                          </p:stCondLst>
                                        </p:cTn>
                                        <p:tgtEl>
                                          <p:spTgt spid="18"/>
                                        </p:tgtEl>
                                        <p:attrNameLst>
                                          <p:attrName>r</p:attrName>
                                        </p:attrNameLst>
                                      </p:cBhvr>
                                    </p:animRot>
                                    <p:animRot by="-240000">
                                      <p:cBhvr>
                                        <p:cTn id="121" dur="200" fill="hold">
                                          <p:stCondLst>
                                            <p:cond delay="200"/>
                                          </p:stCondLst>
                                        </p:cTn>
                                        <p:tgtEl>
                                          <p:spTgt spid="18"/>
                                        </p:tgtEl>
                                        <p:attrNameLst>
                                          <p:attrName>r</p:attrName>
                                        </p:attrNameLst>
                                      </p:cBhvr>
                                    </p:animRot>
                                    <p:animRot by="240000">
                                      <p:cBhvr>
                                        <p:cTn id="122" dur="200" fill="hold">
                                          <p:stCondLst>
                                            <p:cond delay="400"/>
                                          </p:stCondLst>
                                        </p:cTn>
                                        <p:tgtEl>
                                          <p:spTgt spid="18"/>
                                        </p:tgtEl>
                                        <p:attrNameLst>
                                          <p:attrName>r</p:attrName>
                                        </p:attrNameLst>
                                      </p:cBhvr>
                                    </p:animRot>
                                    <p:animRot by="-240000">
                                      <p:cBhvr>
                                        <p:cTn id="123" dur="200" fill="hold">
                                          <p:stCondLst>
                                            <p:cond delay="600"/>
                                          </p:stCondLst>
                                        </p:cTn>
                                        <p:tgtEl>
                                          <p:spTgt spid="18"/>
                                        </p:tgtEl>
                                        <p:attrNameLst>
                                          <p:attrName>r</p:attrName>
                                        </p:attrNameLst>
                                      </p:cBhvr>
                                    </p:animRot>
                                    <p:animRot by="120000">
                                      <p:cBhvr>
                                        <p:cTn id="124" dur="200" fill="hold">
                                          <p:stCondLst>
                                            <p:cond delay="800"/>
                                          </p:stCondLst>
                                        </p:cTn>
                                        <p:tgtEl>
                                          <p:spTgt spid="18"/>
                                        </p:tgtEl>
                                        <p:attrNameLst>
                                          <p:attrName>r</p:attrName>
                                        </p:attrNameLst>
                                      </p:cBhvr>
                                    </p:animRot>
                                  </p:childTnLst>
                                </p:cTn>
                              </p:par>
                              <p:par>
                                <p:cTn id="125" presetID="53" presetClass="entr" presetSubtype="16" fill="hold" nodeType="withEffect">
                                  <p:stCondLst>
                                    <p:cond delay="2500"/>
                                  </p:stCondLst>
                                  <p:childTnLst>
                                    <p:set>
                                      <p:cBhvr>
                                        <p:cTn id="126" dur="1" fill="hold">
                                          <p:stCondLst>
                                            <p:cond delay="0"/>
                                          </p:stCondLst>
                                        </p:cTn>
                                        <p:tgtEl>
                                          <p:spTgt spid="34"/>
                                        </p:tgtEl>
                                        <p:attrNameLst>
                                          <p:attrName>style.visibility</p:attrName>
                                        </p:attrNameLst>
                                      </p:cBhvr>
                                      <p:to>
                                        <p:strVal val="visible"/>
                                      </p:to>
                                    </p:set>
                                    <p:anim calcmode="lin" valueType="num">
                                      <p:cBhvr>
                                        <p:cTn id="127" dur="500" fill="hold"/>
                                        <p:tgtEl>
                                          <p:spTgt spid="34"/>
                                        </p:tgtEl>
                                        <p:attrNameLst>
                                          <p:attrName>ppt_w</p:attrName>
                                        </p:attrNameLst>
                                      </p:cBhvr>
                                      <p:tavLst>
                                        <p:tav tm="0">
                                          <p:val>
                                            <p:fltVal val="0"/>
                                          </p:val>
                                        </p:tav>
                                        <p:tav tm="100000">
                                          <p:val>
                                            <p:strVal val="#ppt_w"/>
                                          </p:val>
                                        </p:tav>
                                      </p:tavLst>
                                    </p:anim>
                                    <p:anim calcmode="lin" valueType="num">
                                      <p:cBhvr>
                                        <p:cTn id="128" dur="500" fill="hold"/>
                                        <p:tgtEl>
                                          <p:spTgt spid="34"/>
                                        </p:tgtEl>
                                        <p:attrNameLst>
                                          <p:attrName>ppt_h</p:attrName>
                                        </p:attrNameLst>
                                      </p:cBhvr>
                                      <p:tavLst>
                                        <p:tav tm="0">
                                          <p:val>
                                            <p:fltVal val="0"/>
                                          </p:val>
                                        </p:tav>
                                        <p:tav tm="100000">
                                          <p:val>
                                            <p:strVal val="#ppt_h"/>
                                          </p:val>
                                        </p:tav>
                                      </p:tavLst>
                                    </p:anim>
                                    <p:animEffect transition="in" filter="fade">
                                      <p:cBhvr>
                                        <p:cTn id="129" dur="500"/>
                                        <p:tgtEl>
                                          <p:spTgt spid="34"/>
                                        </p:tgtEl>
                                      </p:cBhvr>
                                    </p:animEffect>
                                  </p:childTnLst>
                                </p:cTn>
                              </p:par>
                              <p:par>
                                <p:cTn id="130" presetID="53" presetClass="entr" presetSubtype="16" fill="hold" nodeType="withEffect">
                                  <p:stCondLst>
                                    <p:cond delay="2500"/>
                                  </p:stCondLst>
                                  <p:childTnLst>
                                    <p:set>
                                      <p:cBhvr>
                                        <p:cTn id="131" dur="1" fill="hold">
                                          <p:stCondLst>
                                            <p:cond delay="0"/>
                                          </p:stCondLst>
                                        </p:cTn>
                                        <p:tgtEl>
                                          <p:spTgt spid="39"/>
                                        </p:tgtEl>
                                        <p:attrNameLst>
                                          <p:attrName>style.visibility</p:attrName>
                                        </p:attrNameLst>
                                      </p:cBhvr>
                                      <p:to>
                                        <p:strVal val="visible"/>
                                      </p:to>
                                    </p:set>
                                    <p:anim calcmode="lin" valueType="num">
                                      <p:cBhvr>
                                        <p:cTn id="132" dur="500" fill="hold"/>
                                        <p:tgtEl>
                                          <p:spTgt spid="39"/>
                                        </p:tgtEl>
                                        <p:attrNameLst>
                                          <p:attrName>ppt_w</p:attrName>
                                        </p:attrNameLst>
                                      </p:cBhvr>
                                      <p:tavLst>
                                        <p:tav tm="0">
                                          <p:val>
                                            <p:fltVal val="0"/>
                                          </p:val>
                                        </p:tav>
                                        <p:tav tm="100000">
                                          <p:val>
                                            <p:strVal val="#ppt_w"/>
                                          </p:val>
                                        </p:tav>
                                      </p:tavLst>
                                    </p:anim>
                                    <p:anim calcmode="lin" valueType="num">
                                      <p:cBhvr>
                                        <p:cTn id="133" dur="500" fill="hold"/>
                                        <p:tgtEl>
                                          <p:spTgt spid="39"/>
                                        </p:tgtEl>
                                        <p:attrNameLst>
                                          <p:attrName>ppt_h</p:attrName>
                                        </p:attrNameLst>
                                      </p:cBhvr>
                                      <p:tavLst>
                                        <p:tav tm="0">
                                          <p:val>
                                            <p:fltVal val="0"/>
                                          </p:val>
                                        </p:tav>
                                        <p:tav tm="100000">
                                          <p:val>
                                            <p:strVal val="#ppt_h"/>
                                          </p:val>
                                        </p:tav>
                                      </p:tavLst>
                                    </p:anim>
                                    <p:animEffect transition="in" filter="fade">
                                      <p:cBhvr>
                                        <p:cTn id="134" dur="500"/>
                                        <p:tgtEl>
                                          <p:spTgt spid="39"/>
                                        </p:tgtEl>
                                      </p:cBhvr>
                                    </p:animEffect>
                                  </p:childTnLst>
                                </p:cTn>
                              </p:par>
                              <p:par>
                                <p:cTn id="135" presetID="32" presetClass="emph" presetSubtype="0" fill="hold" nodeType="withEffect">
                                  <p:stCondLst>
                                    <p:cond delay="3000"/>
                                  </p:stCondLst>
                                  <p:childTnLst>
                                    <p:animRot by="120000">
                                      <p:cBhvr>
                                        <p:cTn id="136" dur="100" fill="hold">
                                          <p:stCondLst>
                                            <p:cond delay="0"/>
                                          </p:stCondLst>
                                        </p:cTn>
                                        <p:tgtEl>
                                          <p:spTgt spid="34"/>
                                        </p:tgtEl>
                                        <p:attrNameLst>
                                          <p:attrName>r</p:attrName>
                                        </p:attrNameLst>
                                      </p:cBhvr>
                                    </p:animRot>
                                    <p:animRot by="-240000">
                                      <p:cBhvr>
                                        <p:cTn id="137" dur="200" fill="hold">
                                          <p:stCondLst>
                                            <p:cond delay="200"/>
                                          </p:stCondLst>
                                        </p:cTn>
                                        <p:tgtEl>
                                          <p:spTgt spid="34"/>
                                        </p:tgtEl>
                                        <p:attrNameLst>
                                          <p:attrName>r</p:attrName>
                                        </p:attrNameLst>
                                      </p:cBhvr>
                                    </p:animRot>
                                    <p:animRot by="240000">
                                      <p:cBhvr>
                                        <p:cTn id="138" dur="200" fill="hold">
                                          <p:stCondLst>
                                            <p:cond delay="400"/>
                                          </p:stCondLst>
                                        </p:cTn>
                                        <p:tgtEl>
                                          <p:spTgt spid="34"/>
                                        </p:tgtEl>
                                        <p:attrNameLst>
                                          <p:attrName>r</p:attrName>
                                        </p:attrNameLst>
                                      </p:cBhvr>
                                    </p:animRot>
                                    <p:animRot by="-240000">
                                      <p:cBhvr>
                                        <p:cTn id="139" dur="200" fill="hold">
                                          <p:stCondLst>
                                            <p:cond delay="600"/>
                                          </p:stCondLst>
                                        </p:cTn>
                                        <p:tgtEl>
                                          <p:spTgt spid="34"/>
                                        </p:tgtEl>
                                        <p:attrNameLst>
                                          <p:attrName>r</p:attrName>
                                        </p:attrNameLst>
                                      </p:cBhvr>
                                    </p:animRot>
                                    <p:animRot by="120000">
                                      <p:cBhvr>
                                        <p:cTn id="140" dur="200" fill="hold">
                                          <p:stCondLst>
                                            <p:cond delay="800"/>
                                          </p:stCondLst>
                                        </p:cTn>
                                        <p:tgtEl>
                                          <p:spTgt spid="34"/>
                                        </p:tgtEl>
                                        <p:attrNameLst>
                                          <p:attrName>r</p:attrName>
                                        </p:attrNameLst>
                                      </p:cBhvr>
                                    </p:animRot>
                                  </p:childTnLst>
                                </p:cTn>
                              </p:par>
                              <p:par>
                                <p:cTn id="141" presetID="32" presetClass="emph" presetSubtype="0" fill="hold" nodeType="withEffect">
                                  <p:stCondLst>
                                    <p:cond delay="3000"/>
                                  </p:stCondLst>
                                  <p:childTnLst>
                                    <p:animRot by="120000">
                                      <p:cBhvr>
                                        <p:cTn id="142" dur="100" fill="hold">
                                          <p:stCondLst>
                                            <p:cond delay="0"/>
                                          </p:stCondLst>
                                        </p:cTn>
                                        <p:tgtEl>
                                          <p:spTgt spid="39"/>
                                        </p:tgtEl>
                                        <p:attrNameLst>
                                          <p:attrName>r</p:attrName>
                                        </p:attrNameLst>
                                      </p:cBhvr>
                                    </p:animRot>
                                    <p:animRot by="-240000">
                                      <p:cBhvr>
                                        <p:cTn id="143" dur="200" fill="hold">
                                          <p:stCondLst>
                                            <p:cond delay="200"/>
                                          </p:stCondLst>
                                        </p:cTn>
                                        <p:tgtEl>
                                          <p:spTgt spid="39"/>
                                        </p:tgtEl>
                                        <p:attrNameLst>
                                          <p:attrName>r</p:attrName>
                                        </p:attrNameLst>
                                      </p:cBhvr>
                                    </p:animRot>
                                    <p:animRot by="240000">
                                      <p:cBhvr>
                                        <p:cTn id="144" dur="200" fill="hold">
                                          <p:stCondLst>
                                            <p:cond delay="400"/>
                                          </p:stCondLst>
                                        </p:cTn>
                                        <p:tgtEl>
                                          <p:spTgt spid="39"/>
                                        </p:tgtEl>
                                        <p:attrNameLst>
                                          <p:attrName>r</p:attrName>
                                        </p:attrNameLst>
                                      </p:cBhvr>
                                    </p:animRot>
                                    <p:animRot by="-240000">
                                      <p:cBhvr>
                                        <p:cTn id="145" dur="200" fill="hold">
                                          <p:stCondLst>
                                            <p:cond delay="600"/>
                                          </p:stCondLst>
                                        </p:cTn>
                                        <p:tgtEl>
                                          <p:spTgt spid="39"/>
                                        </p:tgtEl>
                                        <p:attrNameLst>
                                          <p:attrName>r</p:attrName>
                                        </p:attrNameLst>
                                      </p:cBhvr>
                                    </p:animRot>
                                    <p:animRot by="120000">
                                      <p:cBhvr>
                                        <p:cTn id="146" dur="200" fill="hold">
                                          <p:stCondLst>
                                            <p:cond delay="800"/>
                                          </p:stCondLst>
                                        </p:cTn>
                                        <p:tgtEl>
                                          <p:spTgt spid="3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p:bldP spid="65" grpId="0" animBg="1"/>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DERIVATIVES PRODUCTS</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85619" y="1532872"/>
            <a:ext cx="1796700" cy="1976578"/>
            <a:chOff x="5987173" y="3044094"/>
            <a:chExt cx="1796700" cy="1976578"/>
          </a:xfrm>
        </p:grpSpPr>
        <p:sp>
          <p:nvSpPr>
            <p:cNvPr id="31" name="任意多边形 30"/>
            <p:cNvSpPr/>
            <p:nvPr/>
          </p:nvSpPr>
          <p:spPr>
            <a:xfrm>
              <a:off x="5987173" y="3044094"/>
              <a:ext cx="1796700" cy="1976578"/>
            </a:xfrm>
            <a:custGeom>
              <a:avLst/>
              <a:gdLst>
                <a:gd name="connsiteX0" fmla="*/ 898350 w 1796700"/>
                <a:gd name="connsiteY0" fmla="*/ 0 h 1976578"/>
                <a:gd name="connsiteX1" fmla="*/ 1796700 w 1796700"/>
                <a:gd name="connsiteY1" fmla="*/ 898350 h 1976578"/>
                <a:gd name="connsiteX2" fmla="*/ 1079399 w 1796700"/>
                <a:gd name="connsiteY2" fmla="*/ 1778449 h 1976578"/>
                <a:gd name="connsiteX3" fmla="*/ 1005825 w 1796700"/>
                <a:gd name="connsiteY3" fmla="*/ 1789678 h 1976578"/>
                <a:gd name="connsiteX4" fmla="*/ 910290 w 1796700"/>
                <a:gd name="connsiteY4" fmla="*/ 1976578 h 1976578"/>
                <a:gd name="connsiteX5" fmla="*/ 821270 w 1796700"/>
                <a:gd name="connsiteY5" fmla="*/ 1792808 h 1976578"/>
                <a:gd name="connsiteX6" fmla="*/ 806499 w 1796700"/>
                <a:gd name="connsiteY6" fmla="*/ 1792062 h 1976578"/>
                <a:gd name="connsiteX7" fmla="*/ 0 w 1796700"/>
                <a:gd name="connsiteY7" fmla="*/ 898350 h 1976578"/>
                <a:gd name="connsiteX8" fmla="*/ 898350 w 1796700"/>
                <a:gd name="connsiteY8" fmla="*/ 0 h 197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700" h="1976578">
                  <a:moveTo>
                    <a:pt x="898350" y="0"/>
                  </a:moveTo>
                  <a:cubicBezTo>
                    <a:pt x="1394495" y="0"/>
                    <a:pt x="1796700" y="402205"/>
                    <a:pt x="1796700" y="898350"/>
                  </a:cubicBezTo>
                  <a:cubicBezTo>
                    <a:pt x="1796700" y="1332477"/>
                    <a:pt x="1488762" y="1694681"/>
                    <a:pt x="1079399" y="1778449"/>
                  </a:cubicBezTo>
                  <a:lnTo>
                    <a:pt x="1005825" y="1789678"/>
                  </a:lnTo>
                  <a:lnTo>
                    <a:pt x="910290" y="1976578"/>
                  </a:lnTo>
                  <a:lnTo>
                    <a:pt x="821270" y="1792808"/>
                  </a:lnTo>
                  <a:lnTo>
                    <a:pt x="806499" y="1792062"/>
                  </a:lnTo>
                  <a:cubicBezTo>
                    <a:pt x="353501" y="1746058"/>
                    <a:pt x="0" y="1363486"/>
                    <a:pt x="0" y="898350"/>
                  </a:cubicBezTo>
                  <a:cubicBezTo>
                    <a:pt x="0" y="402205"/>
                    <a:pt x="402205" y="0"/>
                    <a:pt x="898350" y="0"/>
                  </a:cubicBezTo>
                  <a:close/>
                </a:path>
              </a:pathLst>
            </a:cu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32" name="KSO_Shape"/>
            <p:cNvSpPr/>
            <p:nvPr/>
          </p:nvSpPr>
          <p:spPr bwMode="auto">
            <a:xfrm>
              <a:off x="6664272" y="3431336"/>
              <a:ext cx="453627" cy="453627"/>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alpha val="75000"/>
              </a:schemeClr>
            </a:solidFill>
            <a:ln>
              <a:noFill/>
            </a:ln>
          </p:spPr>
          <p:txBody>
            <a:bodyPr anchor="ctr">
              <a:scene3d>
                <a:camera prst="orthographicFront"/>
                <a:lightRig rig="threePt" dir="t"/>
              </a:scene3d>
              <a:sp3d>
                <a:contourClr>
                  <a:srgbClr val="FFFFFF"/>
                </a:contourClr>
              </a:sp3d>
            </a:bodyPr>
            <a:lstStyle/>
            <a:p>
              <a:pPr algn="ctr">
                <a:defRPr/>
              </a:pP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33" name="文本框 62"/>
            <p:cNvSpPr txBox="1"/>
            <p:nvPr/>
          </p:nvSpPr>
          <p:spPr>
            <a:xfrm>
              <a:off x="6329723" y="3989043"/>
              <a:ext cx="1237550"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输入标题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cxnSp>
        <p:nvCxnSpPr>
          <p:cNvPr id="34" name="直接连接符 33"/>
          <p:cNvCxnSpPr/>
          <p:nvPr/>
        </p:nvCxnSpPr>
        <p:spPr>
          <a:xfrm>
            <a:off x="1805209" y="3639767"/>
            <a:ext cx="884020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1705099"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sp>
        <p:nvSpPr>
          <p:cNvPr id="36" name="椭圆 35"/>
          <p:cNvSpPr/>
          <p:nvPr/>
        </p:nvSpPr>
        <p:spPr>
          <a:xfrm>
            <a:off x="10572211"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sp>
        <p:nvSpPr>
          <p:cNvPr id="37" name="椭圆 36"/>
          <p:cNvSpPr/>
          <p:nvPr/>
        </p:nvSpPr>
        <p:spPr>
          <a:xfrm>
            <a:off x="3051716"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sp>
        <p:nvSpPr>
          <p:cNvPr id="38" name="椭圆 37"/>
          <p:cNvSpPr/>
          <p:nvPr/>
        </p:nvSpPr>
        <p:spPr>
          <a:xfrm>
            <a:off x="5121036"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sp>
        <p:nvSpPr>
          <p:cNvPr id="39" name="椭圆 38"/>
          <p:cNvSpPr/>
          <p:nvPr/>
        </p:nvSpPr>
        <p:spPr>
          <a:xfrm>
            <a:off x="7225667"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sp>
        <p:nvSpPr>
          <p:cNvPr id="40" name="椭圆 39"/>
          <p:cNvSpPr/>
          <p:nvPr/>
        </p:nvSpPr>
        <p:spPr>
          <a:xfrm>
            <a:off x="9077150" y="3566567"/>
            <a:ext cx="146400" cy="146400"/>
          </a:xfrm>
          <a:prstGeom prst="ellipse">
            <a:avLst/>
          </a:prstGeom>
          <a:solidFill>
            <a:srgbClr val="2C3637"/>
          </a:solidFill>
          <a:ln>
            <a:solidFill>
              <a:srgbClr val="2C36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93CDDD"/>
              </a:solidFill>
              <a:latin typeface="微软雅黑" panose="020B0503020204020204" pitchFamily="34" charset="-122"/>
              <a:ea typeface="微软雅黑" panose="020B0503020204020204" pitchFamily="34" charset="-122"/>
            </a:endParaRPr>
          </a:p>
        </p:txBody>
      </p:sp>
      <p:grpSp>
        <p:nvGrpSpPr>
          <p:cNvPr id="41" name="组合 40"/>
          <p:cNvGrpSpPr/>
          <p:nvPr/>
        </p:nvGrpSpPr>
        <p:grpSpPr>
          <a:xfrm>
            <a:off x="2353171" y="1761063"/>
            <a:ext cx="1575740" cy="1759852"/>
            <a:chOff x="2940476" y="3272285"/>
            <a:chExt cx="1575740" cy="1759852"/>
          </a:xfrm>
        </p:grpSpPr>
        <p:sp>
          <p:nvSpPr>
            <p:cNvPr id="44" name="任意多边形 43"/>
            <p:cNvSpPr/>
            <p:nvPr/>
          </p:nvSpPr>
          <p:spPr>
            <a:xfrm>
              <a:off x="2940476" y="3272285"/>
              <a:ext cx="1575740" cy="1759852"/>
            </a:xfrm>
            <a:custGeom>
              <a:avLst/>
              <a:gdLst>
                <a:gd name="connsiteX0" fmla="*/ 787870 w 1575740"/>
                <a:gd name="connsiteY0" fmla="*/ 0 h 1759852"/>
                <a:gd name="connsiteX1" fmla="*/ 1575740 w 1575740"/>
                <a:gd name="connsiteY1" fmla="*/ 787870 h 1759852"/>
                <a:gd name="connsiteX2" fmla="*/ 946654 w 1575740"/>
                <a:gd name="connsiteY2" fmla="*/ 1559734 h 1759852"/>
                <a:gd name="connsiteX3" fmla="*/ 870324 w 1575740"/>
                <a:gd name="connsiteY3" fmla="*/ 1567428 h 1759852"/>
                <a:gd name="connsiteX4" fmla="*/ 771966 w 1575740"/>
                <a:gd name="connsiteY4" fmla="*/ 1759852 h 1759852"/>
                <a:gd name="connsiteX5" fmla="*/ 677385 w 1575740"/>
                <a:gd name="connsiteY5" fmla="*/ 1564602 h 1759852"/>
                <a:gd name="connsiteX6" fmla="*/ 629087 w 1575740"/>
                <a:gd name="connsiteY6" fmla="*/ 1559734 h 1759852"/>
                <a:gd name="connsiteX7" fmla="*/ 0 w 1575740"/>
                <a:gd name="connsiteY7" fmla="*/ 787870 h 1759852"/>
                <a:gd name="connsiteX8" fmla="*/ 787870 w 1575740"/>
                <a:gd name="connsiteY8" fmla="*/ 0 h 175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740" h="1759852">
                  <a:moveTo>
                    <a:pt x="787870" y="0"/>
                  </a:moveTo>
                  <a:cubicBezTo>
                    <a:pt x="1222999" y="0"/>
                    <a:pt x="1575740" y="352741"/>
                    <a:pt x="1575740" y="787870"/>
                  </a:cubicBezTo>
                  <a:cubicBezTo>
                    <a:pt x="1575740" y="1168608"/>
                    <a:pt x="1305673" y="1486268"/>
                    <a:pt x="946654" y="1559734"/>
                  </a:cubicBezTo>
                  <a:lnTo>
                    <a:pt x="870324" y="1567428"/>
                  </a:lnTo>
                  <a:lnTo>
                    <a:pt x="771966" y="1759852"/>
                  </a:lnTo>
                  <a:lnTo>
                    <a:pt x="677385" y="1564602"/>
                  </a:lnTo>
                  <a:lnTo>
                    <a:pt x="629087" y="1559734"/>
                  </a:lnTo>
                  <a:cubicBezTo>
                    <a:pt x="270067" y="1486268"/>
                    <a:pt x="0" y="1168608"/>
                    <a:pt x="0" y="787870"/>
                  </a:cubicBezTo>
                  <a:cubicBezTo>
                    <a:pt x="0" y="352741"/>
                    <a:pt x="352741" y="0"/>
                    <a:pt x="787870" y="0"/>
                  </a:cubicBezTo>
                  <a:close/>
                </a:path>
              </a:pathLst>
            </a:cu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45" name="KSO_Shape"/>
            <p:cNvSpPr/>
            <p:nvPr/>
          </p:nvSpPr>
          <p:spPr bwMode="auto">
            <a:xfrm>
              <a:off x="3513033" y="3586933"/>
              <a:ext cx="430626" cy="439414"/>
            </a:xfrm>
            <a:custGeom>
              <a:avLst/>
              <a:gdLst>
                <a:gd name="T0" fmla="*/ 1524318 w 3543300"/>
                <a:gd name="T1" fmla="*/ 1132523 h 3617913"/>
                <a:gd name="T2" fmla="*/ 1313498 w 3543300"/>
                <a:gd name="T3" fmla="*/ 1253173 h 3617913"/>
                <a:gd name="T4" fmla="*/ 1155382 w 3543300"/>
                <a:gd name="T5" fmla="*/ 1435418 h 3617913"/>
                <a:gd name="T6" fmla="*/ 1066122 w 3543300"/>
                <a:gd name="T7" fmla="*/ 1663327 h 3617913"/>
                <a:gd name="T8" fmla="*/ 1059774 w 3543300"/>
                <a:gd name="T9" fmla="*/ 1918696 h 3617913"/>
                <a:gd name="T10" fmla="*/ 1138484 w 3543300"/>
                <a:gd name="T11" fmla="*/ 2152467 h 3617913"/>
                <a:gd name="T12" fmla="*/ 1287651 w 3543300"/>
                <a:gd name="T13" fmla="*/ 2342088 h 3617913"/>
                <a:gd name="T14" fmla="*/ 1491724 w 3543300"/>
                <a:gd name="T15" fmla="*/ 2472632 h 3617913"/>
                <a:gd name="T16" fmla="*/ 1734517 w 3543300"/>
                <a:gd name="T17" fmla="*/ 2528533 h 3617913"/>
                <a:gd name="T18" fmla="*/ 1985879 w 3543300"/>
                <a:gd name="T19" fmla="*/ 2496771 h 3617913"/>
                <a:gd name="T20" fmla="*/ 2202647 w 3543300"/>
                <a:gd name="T21" fmla="*/ 2386238 h 3617913"/>
                <a:gd name="T22" fmla="*/ 2368635 w 3543300"/>
                <a:gd name="T23" fmla="*/ 2211863 h 3617913"/>
                <a:gd name="T24" fmla="*/ 2469244 w 3543300"/>
                <a:gd name="T25" fmla="*/ 1988891 h 3617913"/>
                <a:gd name="T26" fmla="*/ 2487969 w 3543300"/>
                <a:gd name="T27" fmla="*/ 1735110 h 3617913"/>
                <a:gd name="T28" fmla="*/ 2420685 w 3543300"/>
                <a:gd name="T29" fmla="*/ 1496257 h 3617913"/>
                <a:gd name="T30" fmla="*/ 2280920 w 3543300"/>
                <a:gd name="T31" fmla="*/ 1299528 h 3617913"/>
                <a:gd name="T32" fmla="*/ 2083752 w 3543300"/>
                <a:gd name="T33" fmla="*/ 1159510 h 3617913"/>
                <a:gd name="T34" fmla="*/ 1845310 w 3543300"/>
                <a:gd name="T35" fmla="*/ 1092518 h 3617913"/>
                <a:gd name="T36" fmla="*/ 1957705 w 3543300"/>
                <a:gd name="T37" fmla="*/ 6985 h 3617913"/>
                <a:gd name="T38" fmla="*/ 2011998 w 3543300"/>
                <a:gd name="T39" fmla="*/ 89217 h 3617913"/>
                <a:gd name="T40" fmla="*/ 2341562 w 3543300"/>
                <a:gd name="T41" fmla="*/ 485457 h 3617913"/>
                <a:gd name="T42" fmla="*/ 2646362 w 3543300"/>
                <a:gd name="T43" fmla="*/ 240665 h 3617913"/>
                <a:gd name="T44" fmla="*/ 2970848 w 3543300"/>
                <a:gd name="T45" fmla="*/ 446087 h 3617913"/>
                <a:gd name="T46" fmla="*/ 2979738 w 3543300"/>
                <a:gd name="T47" fmla="*/ 554990 h 3617913"/>
                <a:gd name="T48" fmla="*/ 2996248 w 3543300"/>
                <a:gd name="T49" fmla="*/ 1049655 h 3617913"/>
                <a:gd name="T50" fmla="*/ 3393440 w 3543300"/>
                <a:gd name="T51" fmla="*/ 1051243 h 3617913"/>
                <a:gd name="T52" fmla="*/ 3542030 w 3543300"/>
                <a:gd name="T53" fmla="*/ 1406843 h 3617913"/>
                <a:gd name="T54" fmla="*/ 3490278 w 3543300"/>
                <a:gd name="T55" fmla="*/ 1502728 h 3617913"/>
                <a:gd name="T56" fmla="*/ 3210242 w 3543300"/>
                <a:gd name="T57" fmla="*/ 1889125 h 3617913"/>
                <a:gd name="T58" fmla="*/ 3529330 w 3543300"/>
                <a:gd name="T59" fmla="*/ 2149158 h 3617913"/>
                <a:gd name="T60" fmla="*/ 3442335 w 3543300"/>
                <a:gd name="T61" fmla="*/ 2520315 h 3617913"/>
                <a:gd name="T62" fmla="*/ 3346450 w 3543300"/>
                <a:gd name="T63" fmla="*/ 2572068 h 3617913"/>
                <a:gd name="T64" fmla="*/ 2905125 w 3543300"/>
                <a:gd name="T65" fmla="*/ 2698115 h 3617913"/>
                <a:gd name="T66" fmla="*/ 2994025 w 3543300"/>
                <a:gd name="T67" fmla="*/ 3108643 h 3617913"/>
                <a:gd name="T68" fmla="*/ 2709228 w 3543300"/>
                <a:gd name="T69" fmla="*/ 3363913 h 3617913"/>
                <a:gd name="T70" fmla="*/ 2600325 w 3543300"/>
                <a:gd name="T71" fmla="*/ 3355023 h 3617913"/>
                <a:gd name="T72" fmla="*/ 2193608 w 3543300"/>
                <a:gd name="T73" fmla="*/ 3187066 h 3617913"/>
                <a:gd name="T74" fmla="*/ 2005012 w 3543300"/>
                <a:gd name="T75" fmla="*/ 3563621 h 3617913"/>
                <a:gd name="T76" fmla="*/ 1620520 w 3543300"/>
                <a:gd name="T77" fmla="*/ 3617913 h 3617913"/>
                <a:gd name="T78" fmla="*/ 1535430 w 3543300"/>
                <a:gd name="T79" fmla="*/ 3555366 h 3617913"/>
                <a:gd name="T80" fmla="*/ 1324928 w 3543300"/>
                <a:gd name="T81" fmla="*/ 3179128 h 3617913"/>
                <a:gd name="T82" fmla="*/ 935990 w 3543300"/>
                <a:gd name="T83" fmla="*/ 3361056 h 3617913"/>
                <a:gd name="T84" fmla="*/ 830262 w 3543300"/>
                <a:gd name="T85" fmla="*/ 3361056 h 3617913"/>
                <a:gd name="T86" fmla="*/ 550545 w 3543300"/>
                <a:gd name="T87" fmla="*/ 3100071 h 3617913"/>
                <a:gd name="T88" fmla="*/ 638492 w 3543300"/>
                <a:gd name="T89" fmla="*/ 2698115 h 3617913"/>
                <a:gd name="T90" fmla="*/ 196850 w 3543300"/>
                <a:gd name="T91" fmla="*/ 2572068 h 3617913"/>
                <a:gd name="T92" fmla="*/ 101282 w 3543300"/>
                <a:gd name="T93" fmla="*/ 2520315 h 3617913"/>
                <a:gd name="T94" fmla="*/ 13970 w 3543300"/>
                <a:gd name="T95" fmla="*/ 2149158 h 3617913"/>
                <a:gd name="T96" fmla="*/ 334962 w 3543300"/>
                <a:gd name="T97" fmla="*/ 1915478 h 3617913"/>
                <a:gd name="T98" fmla="*/ 57467 w 3543300"/>
                <a:gd name="T99" fmla="*/ 1504633 h 3617913"/>
                <a:gd name="T100" fmla="*/ 635 w 3543300"/>
                <a:gd name="T101" fmla="*/ 1411288 h 3617913"/>
                <a:gd name="T102" fmla="*/ 134620 w 3543300"/>
                <a:gd name="T103" fmla="*/ 1058863 h 3617913"/>
                <a:gd name="T104" fmla="*/ 520382 w 3543300"/>
                <a:gd name="T105" fmla="*/ 1095375 h 3617913"/>
                <a:gd name="T106" fmla="*/ 742632 w 3543300"/>
                <a:gd name="T107" fmla="*/ 801052 h 3617913"/>
                <a:gd name="T108" fmla="*/ 558482 w 3543300"/>
                <a:gd name="T109" fmla="*/ 467677 h 3617913"/>
                <a:gd name="T110" fmla="*/ 862648 w 3543300"/>
                <a:gd name="T111" fmla="*/ 242252 h 3617913"/>
                <a:gd name="T112" fmla="*/ 955040 w 3543300"/>
                <a:gd name="T113" fmla="*/ 276542 h 3617913"/>
                <a:gd name="T114" fmla="*/ 1452245 w 3543300"/>
                <a:gd name="T115" fmla="*/ 404177 h 3617913"/>
                <a:gd name="T116" fmla="*/ 1557655 w 3543300"/>
                <a:gd name="T117" fmla="*/ 26352 h 3617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43300" h="3617913">
                  <a:moveTo>
                    <a:pt x="1752918" y="1088708"/>
                  </a:moveTo>
                  <a:lnTo>
                    <a:pt x="1734502" y="1089660"/>
                  </a:lnTo>
                  <a:lnTo>
                    <a:pt x="1716088" y="1090613"/>
                  </a:lnTo>
                  <a:lnTo>
                    <a:pt x="1697990" y="1092518"/>
                  </a:lnTo>
                  <a:lnTo>
                    <a:pt x="1679892" y="1094423"/>
                  </a:lnTo>
                  <a:lnTo>
                    <a:pt x="1662112" y="1097280"/>
                  </a:lnTo>
                  <a:lnTo>
                    <a:pt x="1644332" y="1100138"/>
                  </a:lnTo>
                  <a:lnTo>
                    <a:pt x="1626552" y="1103630"/>
                  </a:lnTo>
                  <a:lnTo>
                    <a:pt x="1608772" y="1107440"/>
                  </a:lnTo>
                  <a:lnTo>
                    <a:pt x="1591628" y="1111568"/>
                  </a:lnTo>
                  <a:lnTo>
                    <a:pt x="1574800" y="1116013"/>
                  </a:lnTo>
                  <a:lnTo>
                    <a:pt x="1557338" y="1121093"/>
                  </a:lnTo>
                  <a:lnTo>
                    <a:pt x="1540828" y="1126490"/>
                  </a:lnTo>
                  <a:lnTo>
                    <a:pt x="1524318" y="1132523"/>
                  </a:lnTo>
                  <a:lnTo>
                    <a:pt x="1507808" y="1138555"/>
                  </a:lnTo>
                  <a:lnTo>
                    <a:pt x="1491615" y="1145223"/>
                  </a:lnTo>
                  <a:lnTo>
                    <a:pt x="1475422" y="1152525"/>
                  </a:lnTo>
                  <a:lnTo>
                    <a:pt x="1459548" y="1159510"/>
                  </a:lnTo>
                  <a:lnTo>
                    <a:pt x="1443672" y="1167448"/>
                  </a:lnTo>
                  <a:lnTo>
                    <a:pt x="1428432" y="1175703"/>
                  </a:lnTo>
                  <a:lnTo>
                    <a:pt x="1413192" y="1183958"/>
                  </a:lnTo>
                  <a:lnTo>
                    <a:pt x="1398270" y="1193165"/>
                  </a:lnTo>
                  <a:lnTo>
                    <a:pt x="1383665" y="1202055"/>
                  </a:lnTo>
                  <a:lnTo>
                    <a:pt x="1368742" y="1211898"/>
                  </a:lnTo>
                  <a:lnTo>
                    <a:pt x="1354772" y="1221740"/>
                  </a:lnTo>
                  <a:lnTo>
                    <a:pt x="1340485" y="1231900"/>
                  </a:lnTo>
                  <a:lnTo>
                    <a:pt x="1327150" y="1242378"/>
                  </a:lnTo>
                  <a:lnTo>
                    <a:pt x="1313498" y="1253173"/>
                  </a:lnTo>
                  <a:lnTo>
                    <a:pt x="1300480" y="1264285"/>
                  </a:lnTo>
                  <a:lnTo>
                    <a:pt x="1287462" y="1275715"/>
                  </a:lnTo>
                  <a:lnTo>
                    <a:pt x="1274762" y="1287463"/>
                  </a:lnTo>
                  <a:lnTo>
                    <a:pt x="1262380" y="1299528"/>
                  </a:lnTo>
                  <a:lnTo>
                    <a:pt x="1250315" y="1311910"/>
                  </a:lnTo>
                  <a:lnTo>
                    <a:pt x="1238568" y="1324928"/>
                  </a:lnTo>
                  <a:lnTo>
                    <a:pt x="1227138" y="1337628"/>
                  </a:lnTo>
                  <a:lnTo>
                    <a:pt x="1215708" y="1350645"/>
                  </a:lnTo>
                  <a:lnTo>
                    <a:pt x="1205230" y="1364298"/>
                  </a:lnTo>
                  <a:lnTo>
                    <a:pt x="1194752" y="1377950"/>
                  </a:lnTo>
                  <a:lnTo>
                    <a:pt x="1183958" y="1392238"/>
                  </a:lnTo>
                  <a:lnTo>
                    <a:pt x="1174432" y="1406525"/>
                  </a:lnTo>
                  <a:lnTo>
                    <a:pt x="1164908" y="1420813"/>
                  </a:lnTo>
                  <a:lnTo>
                    <a:pt x="1155382" y="1435418"/>
                  </a:lnTo>
                  <a:lnTo>
                    <a:pt x="1146810" y="1450340"/>
                  </a:lnTo>
                  <a:lnTo>
                    <a:pt x="1138391" y="1465309"/>
                  </a:lnTo>
                  <a:lnTo>
                    <a:pt x="1130549" y="1480376"/>
                  </a:lnTo>
                  <a:lnTo>
                    <a:pt x="1122615" y="1496257"/>
                  </a:lnTo>
                  <a:lnTo>
                    <a:pt x="1114998" y="1512138"/>
                  </a:lnTo>
                  <a:lnTo>
                    <a:pt x="1108333" y="1528337"/>
                  </a:lnTo>
                  <a:lnTo>
                    <a:pt x="1101668" y="1544536"/>
                  </a:lnTo>
                  <a:lnTo>
                    <a:pt x="1095321" y="1561052"/>
                  </a:lnTo>
                  <a:lnTo>
                    <a:pt x="1089608" y="1577568"/>
                  </a:lnTo>
                  <a:lnTo>
                    <a:pt x="1083895" y="1594402"/>
                  </a:lnTo>
                  <a:lnTo>
                    <a:pt x="1079134" y="1611554"/>
                  </a:lnTo>
                  <a:lnTo>
                    <a:pt x="1074056" y="1628388"/>
                  </a:lnTo>
                  <a:lnTo>
                    <a:pt x="1069931" y="1646175"/>
                  </a:lnTo>
                  <a:lnTo>
                    <a:pt x="1066122" y="1663327"/>
                  </a:lnTo>
                  <a:lnTo>
                    <a:pt x="1062948" y="1681114"/>
                  </a:lnTo>
                  <a:lnTo>
                    <a:pt x="1059774" y="1698901"/>
                  </a:lnTo>
                  <a:lnTo>
                    <a:pt x="1057553" y="1717005"/>
                  </a:lnTo>
                  <a:lnTo>
                    <a:pt x="1055331" y="1735110"/>
                  </a:lnTo>
                  <a:lnTo>
                    <a:pt x="1053744" y="1753532"/>
                  </a:lnTo>
                  <a:lnTo>
                    <a:pt x="1052792" y="1771319"/>
                  </a:lnTo>
                  <a:lnTo>
                    <a:pt x="1051840" y="1790376"/>
                  </a:lnTo>
                  <a:lnTo>
                    <a:pt x="1051523" y="1808798"/>
                  </a:lnTo>
                  <a:lnTo>
                    <a:pt x="1051840" y="1827221"/>
                  </a:lnTo>
                  <a:lnTo>
                    <a:pt x="1052792" y="1845960"/>
                  </a:lnTo>
                  <a:lnTo>
                    <a:pt x="1053744" y="1864065"/>
                  </a:lnTo>
                  <a:lnTo>
                    <a:pt x="1055331" y="1882487"/>
                  </a:lnTo>
                  <a:lnTo>
                    <a:pt x="1057553" y="1900592"/>
                  </a:lnTo>
                  <a:lnTo>
                    <a:pt x="1059774" y="1918696"/>
                  </a:lnTo>
                  <a:lnTo>
                    <a:pt x="1062948" y="1936483"/>
                  </a:lnTo>
                  <a:lnTo>
                    <a:pt x="1066122" y="1953952"/>
                  </a:lnTo>
                  <a:lnTo>
                    <a:pt x="1069931" y="1971739"/>
                  </a:lnTo>
                  <a:lnTo>
                    <a:pt x="1074056" y="1988891"/>
                  </a:lnTo>
                  <a:lnTo>
                    <a:pt x="1079134" y="2006043"/>
                  </a:lnTo>
                  <a:lnTo>
                    <a:pt x="1083895" y="2022877"/>
                  </a:lnTo>
                  <a:lnTo>
                    <a:pt x="1089608" y="2039711"/>
                  </a:lnTo>
                  <a:lnTo>
                    <a:pt x="1095321" y="2056545"/>
                  </a:lnTo>
                  <a:lnTo>
                    <a:pt x="1101668" y="2073061"/>
                  </a:lnTo>
                  <a:lnTo>
                    <a:pt x="1108333" y="2089260"/>
                  </a:lnTo>
                  <a:lnTo>
                    <a:pt x="1114998" y="2105459"/>
                  </a:lnTo>
                  <a:lnTo>
                    <a:pt x="1122615" y="2121022"/>
                  </a:lnTo>
                  <a:lnTo>
                    <a:pt x="1130549" y="2136904"/>
                  </a:lnTo>
                  <a:lnTo>
                    <a:pt x="1138484" y="2152467"/>
                  </a:lnTo>
                  <a:lnTo>
                    <a:pt x="1147053" y="2167395"/>
                  </a:lnTo>
                  <a:lnTo>
                    <a:pt x="1155622" y="2182641"/>
                  </a:lnTo>
                  <a:lnTo>
                    <a:pt x="1165144" y="2197252"/>
                  </a:lnTo>
                  <a:lnTo>
                    <a:pt x="1174665" y="2211863"/>
                  </a:lnTo>
                  <a:lnTo>
                    <a:pt x="1184186" y="2225838"/>
                  </a:lnTo>
                  <a:lnTo>
                    <a:pt x="1194977" y="2240131"/>
                  </a:lnTo>
                  <a:lnTo>
                    <a:pt x="1205450" y="2253789"/>
                  </a:lnTo>
                  <a:lnTo>
                    <a:pt x="1215924" y="2267129"/>
                  </a:lnTo>
                  <a:lnTo>
                    <a:pt x="1227349" y="2280469"/>
                  </a:lnTo>
                  <a:lnTo>
                    <a:pt x="1238775" y="2293174"/>
                  </a:lnTo>
                  <a:lnTo>
                    <a:pt x="1250518" y="2305879"/>
                  </a:lnTo>
                  <a:lnTo>
                    <a:pt x="1262578" y="2318267"/>
                  </a:lnTo>
                  <a:lnTo>
                    <a:pt x="1274956" y="2330336"/>
                  </a:lnTo>
                  <a:lnTo>
                    <a:pt x="1287651" y="2342088"/>
                  </a:lnTo>
                  <a:lnTo>
                    <a:pt x="1300663" y="2353840"/>
                  </a:lnTo>
                  <a:lnTo>
                    <a:pt x="1313676" y="2364640"/>
                  </a:lnTo>
                  <a:lnTo>
                    <a:pt x="1327323" y="2375756"/>
                  </a:lnTo>
                  <a:lnTo>
                    <a:pt x="1340653" y="2386238"/>
                  </a:lnTo>
                  <a:lnTo>
                    <a:pt x="1354935" y="2396402"/>
                  </a:lnTo>
                  <a:lnTo>
                    <a:pt x="1368899" y="2406566"/>
                  </a:lnTo>
                  <a:lnTo>
                    <a:pt x="1383816" y="2415777"/>
                  </a:lnTo>
                  <a:lnTo>
                    <a:pt x="1398415" y="2424988"/>
                  </a:lnTo>
                  <a:lnTo>
                    <a:pt x="1413332" y="2433882"/>
                  </a:lnTo>
                  <a:lnTo>
                    <a:pt x="1428566" y="2442775"/>
                  </a:lnTo>
                  <a:lnTo>
                    <a:pt x="1443800" y="2450398"/>
                  </a:lnTo>
                  <a:lnTo>
                    <a:pt x="1459669" y="2458339"/>
                  </a:lnTo>
                  <a:lnTo>
                    <a:pt x="1475538" y="2465644"/>
                  </a:lnTo>
                  <a:lnTo>
                    <a:pt x="1491724" y="2472632"/>
                  </a:lnTo>
                  <a:lnTo>
                    <a:pt x="1507910" y="2479619"/>
                  </a:lnTo>
                  <a:lnTo>
                    <a:pt x="1524414" y="2485654"/>
                  </a:lnTo>
                  <a:lnTo>
                    <a:pt x="1540917" y="2491689"/>
                  </a:lnTo>
                  <a:lnTo>
                    <a:pt x="1557421" y="2496771"/>
                  </a:lnTo>
                  <a:lnTo>
                    <a:pt x="1574877" y="2502171"/>
                  </a:lnTo>
                  <a:lnTo>
                    <a:pt x="1591698" y="2506617"/>
                  </a:lnTo>
                  <a:lnTo>
                    <a:pt x="1608836" y="2510746"/>
                  </a:lnTo>
                  <a:lnTo>
                    <a:pt x="1626609" y="2514876"/>
                  </a:lnTo>
                  <a:lnTo>
                    <a:pt x="1644382" y="2518369"/>
                  </a:lnTo>
                  <a:lnTo>
                    <a:pt x="1662155" y="2520910"/>
                  </a:lnTo>
                  <a:lnTo>
                    <a:pt x="1679928" y="2523451"/>
                  </a:lnTo>
                  <a:lnTo>
                    <a:pt x="1698019" y="2525675"/>
                  </a:lnTo>
                  <a:lnTo>
                    <a:pt x="1716109" y="2527263"/>
                  </a:lnTo>
                  <a:lnTo>
                    <a:pt x="1734517" y="2528533"/>
                  </a:lnTo>
                  <a:lnTo>
                    <a:pt x="1752925" y="2529169"/>
                  </a:lnTo>
                  <a:lnTo>
                    <a:pt x="1771967" y="2529169"/>
                  </a:lnTo>
                  <a:lnTo>
                    <a:pt x="1790375" y="2529169"/>
                  </a:lnTo>
                  <a:lnTo>
                    <a:pt x="1808783" y="2528533"/>
                  </a:lnTo>
                  <a:lnTo>
                    <a:pt x="1827191" y="2527263"/>
                  </a:lnTo>
                  <a:lnTo>
                    <a:pt x="1845281" y="2525675"/>
                  </a:lnTo>
                  <a:lnTo>
                    <a:pt x="1863372" y="2523451"/>
                  </a:lnTo>
                  <a:lnTo>
                    <a:pt x="1881145" y="2520910"/>
                  </a:lnTo>
                  <a:lnTo>
                    <a:pt x="1898918" y="2518369"/>
                  </a:lnTo>
                  <a:lnTo>
                    <a:pt x="1916691" y="2514876"/>
                  </a:lnTo>
                  <a:lnTo>
                    <a:pt x="1934464" y="2510746"/>
                  </a:lnTo>
                  <a:lnTo>
                    <a:pt x="1951602" y="2506617"/>
                  </a:lnTo>
                  <a:lnTo>
                    <a:pt x="1969058" y="2502171"/>
                  </a:lnTo>
                  <a:lnTo>
                    <a:pt x="1985879" y="2496771"/>
                  </a:lnTo>
                  <a:lnTo>
                    <a:pt x="2002383" y="2491689"/>
                  </a:lnTo>
                  <a:lnTo>
                    <a:pt x="2019204" y="2485654"/>
                  </a:lnTo>
                  <a:lnTo>
                    <a:pt x="2035390" y="2479619"/>
                  </a:lnTo>
                  <a:lnTo>
                    <a:pt x="2051894" y="2472632"/>
                  </a:lnTo>
                  <a:lnTo>
                    <a:pt x="2067762" y="2465644"/>
                  </a:lnTo>
                  <a:lnTo>
                    <a:pt x="2083631" y="2458339"/>
                  </a:lnTo>
                  <a:lnTo>
                    <a:pt x="2099500" y="2450398"/>
                  </a:lnTo>
                  <a:lnTo>
                    <a:pt x="2114734" y="2442775"/>
                  </a:lnTo>
                  <a:lnTo>
                    <a:pt x="2129968" y="2433882"/>
                  </a:lnTo>
                  <a:lnTo>
                    <a:pt x="2144885" y="2424988"/>
                  </a:lnTo>
                  <a:lnTo>
                    <a:pt x="2159484" y="2415777"/>
                  </a:lnTo>
                  <a:lnTo>
                    <a:pt x="2174401" y="2406566"/>
                  </a:lnTo>
                  <a:lnTo>
                    <a:pt x="2188683" y="2396402"/>
                  </a:lnTo>
                  <a:lnTo>
                    <a:pt x="2202647" y="2386238"/>
                  </a:lnTo>
                  <a:lnTo>
                    <a:pt x="2215977" y="2375756"/>
                  </a:lnTo>
                  <a:lnTo>
                    <a:pt x="2229624" y="2364640"/>
                  </a:lnTo>
                  <a:lnTo>
                    <a:pt x="2242637" y="2353840"/>
                  </a:lnTo>
                  <a:lnTo>
                    <a:pt x="2255966" y="2342088"/>
                  </a:lnTo>
                  <a:lnTo>
                    <a:pt x="2268344" y="2330336"/>
                  </a:lnTo>
                  <a:lnTo>
                    <a:pt x="2280722" y="2318267"/>
                  </a:lnTo>
                  <a:lnTo>
                    <a:pt x="2292782" y="2305879"/>
                  </a:lnTo>
                  <a:lnTo>
                    <a:pt x="2304525" y="2293174"/>
                  </a:lnTo>
                  <a:lnTo>
                    <a:pt x="2315951" y="2280469"/>
                  </a:lnTo>
                  <a:lnTo>
                    <a:pt x="2327376" y="2267129"/>
                  </a:lnTo>
                  <a:lnTo>
                    <a:pt x="2338167" y="2253789"/>
                  </a:lnTo>
                  <a:lnTo>
                    <a:pt x="2348958" y="2240131"/>
                  </a:lnTo>
                  <a:lnTo>
                    <a:pt x="2359114" y="2225838"/>
                  </a:lnTo>
                  <a:lnTo>
                    <a:pt x="2368635" y="2211863"/>
                  </a:lnTo>
                  <a:lnTo>
                    <a:pt x="2378156" y="2197252"/>
                  </a:lnTo>
                  <a:lnTo>
                    <a:pt x="2387678" y="2182641"/>
                  </a:lnTo>
                  <a:lnTo>
                    <a:pt x="2396247" y="2167395"/>
                  </a:lnTo>
                  <a:lnTo>
                    <a:pt x="2404816" y="2152467"/>
                  </a:lnTo>
                  <a:lnTo>
                    <a:pt x="2412750" y="2136904"/>
                  </a:lnTo>
                  <a:lnTo>
                    <a:pt x="2420685" y="2121022"/>
                  </a:lnTo>
                  <a:lnTo>
                    <a:pt x="2428302" y="2105459"/>
                  </a:lnTo>
                  <a:lnTo>
                    <a:pt x="2434967" y="2089260"/>
                  </a:lnTo>
                  <a:lnTo>
                    <a:pt x="2441632" y="2073061"/>
                  </a:lnTo>
                  <a:lnTo>
                    <a:pt x="2447979" y="2056545"/>
                  </a:lnTo>
                  <a:lnTo>
                    <a:pt x="2453692" y="2039711"/>
                  </a:lnTo>
                  <a:lnTo>
                    <a:pt x="2459405" y="2022877"/>
                  </a:lnTo>
                  <a:lnTo>
                    <a:pt x="2464166" y="2006043"/>
                  </a:lnTo>
                  <a:lnTo>
                    <a:pt x="2469244" y="1988891"/>
                  </a:lnTo>
                  <a:lnTo>
                    <a:pt x="2473370" y="1971739"/>
                  </a:lnTo>
                  <a:lnTo>
                    <a:pt x="2477178" y="1953952"/>
                  </a:lnTo>
                  <a:lnTo>
                    <a:pt x="2480352" y="1936483"/>
                  </a:lnTo>
                  <a:lnTo>
                    <a:pt x="2483526" y="1918696"/>
                  </a:lnTo>
                  <a:lnTo>
                    <a:pt x="2486064" y="1900592"/>
                  </a:lnTo>
                  <a:lnTo>
                    <a:pt x="2487969" y="1882487"/>
                  </a:lnTo>
                  <a:lnTo>
                    <a:pt x="2489556" y="1864065"/>
                  </a:lnTo>
                  <a:lnTo>
                    <a:pt x="2490508" y="1845960"/>
                  </a:lnTo>
                  <a:lnTo>
                    <a:pt x="2491460" y="1827221"/>
                  </a:lnTo>
                  <a:lnTo>
                    <a:pt x="2491777" y="1808798"/>
                  </a:lnTo>
                  <a:lnTo>
                    <a:pt x="2491460" y="1790376"/>
                  </a:lnTo>
                  <a:lnTo>
                    <a:pt x="2490508" y="1771319"/>
                  </a:lnTo>
                  <a:lnTo>
                    <a:pt x="2489556" y="1753532"/>
                  </a:lnTo>
                  <a:lnTo>
                    <a:pt x="2487969" y="1735110"/>
                  </a:lnTo>
                  <a:lnTo>
                    <a:pt x="2486064" y="1717005"/>
                  </a:lnTo>
                  <a:lnTo>
                    <a:pt x="2483526" y="1698901"/>
                  </a:lnTo>
                  <a:lnTo>
                    <a:pt x="2480352" y="1681114"/>
                  </a:lnTo>
                  <a:lnTo>
                    <a:pt x="2477178" y="1663327"/>
                  </a:lnTo>
                  <a:lnTo>
                    <a:pt x="2473370" y="1646175"/>
                  </a:lnTo>
                  <a:lnTo>
                    <a:pt x="2469244" y="1628388"/>
                  </a:lnTo>
                  <a:lnTo>
                    <a:pt x="2464166" y="1611554"/>
                  </a:lnTo>
                  <a:lnTo>
                    <a:pt x="2459405" y="1594402"/>
                  </a:lnTo>
                  <a:lnTo>
                    <a:pt x="2453692" y="1577568"/>
                  </a:lnTo>
                  <a:lnTo>
                    <a:pt x="2447979" y="1561052"/>
                  </a:lnTo>
                  <a:lnTo>
                    <a:pt x="2441632" y="1544536"/>
                  </a:lnTo>
                  <a:lnTo>
                    <a:pt x="2434967" y="1528337"/>
                  </a:lnTo>
                  <a:lnTo>
                    <a:pt x="2428302" y="1512138"/>
                  </a:lnTo>
                  <a:lnTo>
                    <a:pt x="2420685" y="1496257"/>
                  </a:lnTo>
                  <a:lnTo>
                    <a:pt x="2412750" y="1480376"/>
                  </a:lnTo>
                  <a:lnTo>
                    <a:pt x="2404909" y="1465308"/>
                  </a:lnTo>
                  <a:lnTo>
                    <a:pt x="2396490" y="1450340"/>
                  </a:lnTo>
                  <a:lnTo>
                    <a:pt x="2387918" y="1435418"/>
                  </a:lnTo>
                  <a:lnTo>
                    <a:pt x="2378392" y="1420813"/>
                  </a:lnTo>
                  <a:lnTo>
                    <a:pt x="2368868" y="1406525"/>
                  </a:lnTo>
                  <a:lnTo>
                    <a:pt x="2359342" y="1392238"/>
                  </a:lnTo>
                  <a:lnTo>
                    <a:pt x="2349182" y="1377950"/>
                  </a:lnTo>
                  <a:lnTo>
                    <a:pt x="2338388" y="1364298"/>
                  </a:lnTo>
                  <a:lnTo>
                    <a:pt x="2327592" y="1350645"/>
                  </a:lnTo>
                  <a:lnTo>
                    <a:pt x="2316162" y="1337628"/>
                  </a:lnTo>
                  <a:lnTo>
                    <a:pt x="2304732" y="1324928"/>
                  </a:lnTo>
                  <a:lnTo>
                    <a:pt x="2292985" y="1311910"/>
                  </a:lnTo>
                  <a:lnTo>
                    <a:pt x="2280920" y="1299528"/>
                  </a:lnTo>
                  <a:lnTo>
                    <a:pt x="2268538" y="1287463"/>
                  </a:lnTo>
                  <a:lnTo>
                    <a:pt x="2256155" y="1275715"/>
                  </a:lnTo>
                  <a:lnTo>
                    <a:pt x="2242820" y="1264285"/>
                  </a:lnTo>
                  <a:lnTo>
                    <a:pt x="2229802" y="1253173"/>
                  </a:lnTo>
                  <a:lnTo>
                    <a:pt x="2216150" y="1242378"/>
                  </a:lnTo>
                  <a:lnTo>
                    <a:pt x="2202815" y="1231900"/>
                  </a:lnTo>
                  <a:lnTo>
                    <a:pt x="2188845" y="1221740"/>
                  </a:lnTo>
                  <a:lnTo>
                    <a:pt x="2174558" y="1211898"/>
                  </a:lnTo>
                  <a:lnTo>
                    <a:pt x="2159635" y="1202055"/>
                  </a:lnTo>
                  <a:lnTo>
                    <a:pt x="2145030" y="1193165"/>
                  </a:lnTo>
                  <a:lnTo>
                    <a:pt x="2130108" y="1183958"/>
                  </a:lnTo>
                  <a:lnTo>
                    <a:pt x="2114868" y="1175703"/>
                  </a:lnTo>
                  <a:lnTo>
                    <a:pt x="2099628" y="1167448"/>
                  </a:lnTo>
                  <a:lnTo>
                    <a:pt x="2083752" y="1159510"/>
                  </a:lnTo>
                  <a:lnTo>
                    <a:pt x="2067878" y="1152525"/>
                  </a:lnTo>
                  <a:lnTo>
                    <a:pt x="2052002" y="1145223"/>
                  </a:lnTo>
                  <a:lnTo>
                    <a:pt x="2035492" y="1138555"/>
                  </a:lnTo>
                  <a:lnTo>
                    <a:pt x="2019300" y="1132523"/>
                  </a:lnTo>
                  <a:lnTo>
                    <a:pt x="2002472" y="1126490"/>
                  </a:lnTo>
                  <a:lnTo>
                    <a:pt x="1985962" y="1121093"/>
                  </a:lnTo>
                  <a:lnTo>
                    <a:pt x="1969135" y="1116013"/>
                  </a:lnTo>
                  <a:lnTo>
                    <a:pt x="1951672" y="1111568"/>
                  </a:lnTo>
                  <a:lnTo>
                    <a:pt x="1934528" y="1107440"/>
                  </a:lnTo>
                  <a:lnTo>
                    <a:pt x="1916748" y="1103630"/>
                  </a:lnTo>
                  <a:lnTo>
                    <a:pt x="1898968" y="1100138"/>
                  </a:lnTo>
                  <a:lnTo>
                    <a:pt x="1881188" y="1097280"/>
                  </a:lnTo>
                  <a:lnTo>
                    <a:pt x="1863408" y="1094423"/>
                  </a:lnTo>
                  <a:lnTo>
                    <a:pt x="1845310" y="1092518"/>
                  </a:lnTo>
                  <a:lnTo>
                    <a:pt x="1827212" y="1090613"/>
                  </a:lnTo>
                  <a:lnTo>
                    <a:pt x="1808798" y="1089660"/>
                  </a:lnTo>
                  <a:lnTo>
                    <a:pt x="1790382" y="1088708"/>
                  </a:lnTo>
                  <a:lnTo>
                    <a:pt x="1771968" y="1088708"/>
                  </a:lnTo>
                  <a:lnTo>
                    <a:pt x="1752918" y="1088708"/>
                  </a:lnTo>
                  <a:close/>
                  <a:moveTo>
                    <a:pt x="1615758" y="0"/>
                  </a:moveTo>
                  <a:lnTo>
                    <a:pt x="1620520" y="0"/>
                  </a:lnTo>
                  <a:lnTo>
                    <a:pt x="1922780" y="0"/>
                  </a:lnTo>
                  <a:lnTo>
                    <a:pt x="1927225" y="0"/>
                  </a:lnTo>
                  <a:lnTo>
                    <a:pt x="1931670" y="317"/>
                  </a:lnTo>
                  <a:lnTo>
                    <a:pt x="1936115" y="952"/>
                  </a:lnTo>
                  <a:lnTo>
                    <a:pt x="1940878" y="1905"/>
                  </a:lnTo>
                  <a:lnTo>
                    <a:pt x="1949450" y="4127"/>
                  </a:lnTo>
                  <a:lnTo>
                    <a:pt x="1957705" y="6985"/>
                  </a:lnTo>
                  <a:lnTo>
                    <a:pt x="1965325" y="10795"/>
                  </a:lnTo>
                  <a:lnTo>
                    <a:pt x="1972628" y="14922"/>
                  </a:lnTo>
                  <a:lnTo>
                    <a:pt x="1979612" y="20320"/>
                  </a:lnTo>
                  <a:lnTo>
                    <a:pt x="1985962" y="26035"/>
                  </a:lnTo>
                  <a:lnTo>
                    <a:pt x="1991678" y="32385"/>
                  </a:lnTo>
                  <a:lnTo>
                    <a:pt x="1996758" y="39052"/>
                  </a:lnTo>
                  <a:lnTo>
                    <a:pt x="2001202" y="46672"/>
                  </a:lnTo>
                  <a:lnTo>
                    <a:pt x="2005012" y="54610"/>
                  </a:lnTo>
                  <a:lnTo>
                    <a:pt x="2007870" y="62230"/>
                  </a:lnTo>
                  <a:lnTo>
                    <a:pt x="2010092" y="71120"/>
                  </a:lnTo>
                  <a:lnTo>
                    <a:pt x="2010728" y="75565"/>
                  </a:lnTo>
                  <a:lnTo>
                    <a:pt x="2011362" y="80010"/>
                  </a:lnTo>
                  <a:lnTo>
                    <a:pt x="2011998" y="84455"/>
                  </a:lnTo>
                  <a:lnTo>
                    <a:pt x="2011998" y="89217"/>
                  </a:lnTo>
                  <a:lnTo>
                    <a:pt x="2011998" y="388620"/>
                  </a:lnTo>
                  <a:lnTo>
                    <a:pt x="2038350" y="393065"/>
                  </a:lnTo>
                  <a:lnTo>
                    <a:pt x="2064702" y="398462"/>
                  </a:lnTo>
                  <a:lnTo>
                    <a:pt x="2091055" y="404177"/>
                  </a:lnTo>
                  <a:lnTo>
                    <a:pt x="2116772" y="410210"/>
                  </a:lnTo>
                  <a:lnTo>
                    <a:pt x="2142490" y="416877"/>
                  </a:lnTo>
                  <a:lnTo>
                    <a:pt x="2167890" y="423545"/>
                  </a:lnTo>
                  <a:lnTo>
                    <a:pt x="2193608" y="431165"/>
                  </a:lnTo>
                  <a:lnTo>
                    <a:pt x="2218690" y="439102"/>
                  </a:lnTo>
                  <a:lnTo>
                    <a:pt x="2243772" y="447675"/>
                  </a:lnTo>
                  <a:lnTo>
                    <a:pt x="2268538" y="456247"/>
                  </a:lnTo>
                  <a:lnTo>
                    <a:pt x="2292985" y="465772"/>
                  </a:lnTo>
                  <a:lnTo>
                    <a:pt x="2317432" y="475615"/>
                  </a:lnTo>
                  <a:lnTo>
                    <a:pt x="2341562" y="485457"/>
                  </a:lnTo>
                  <a:lnTo>
                    <a:pt x="2365692" y="496252"/>
                  </a:lnTo>
                  <a:lnTo>
                    <a:pt x="2388870" y="507047"/>
                  </a:lnTo>
                  <a:lnTo>
                    <a:pt x="2412682" y="518477"/>
                  </a:lnTo>
                  <a:lnTo>
                    <a:pt x="2588260" y="276542"/>
                  </a:lnTo>
                  <a:lnTo>
                    <a:pt x="2591435" y="272732"/>
                  </a:lnTo>
                  <a:lnTo>
                    <a:pt x="2593975" y="269240"/>
                  </a:lnTo>
                  <a:lnTo>
                    <a:pt x="2597468" y="266065"/>
                  </a:lnTo>
                  <a:lnTo>
                    <a:pt x="2600325" y="262890"/>
                  </a:lnTo>
                  <a:lnTo>
                    <a:pt x="2606992" y="257175"/>
                  </a:lnTo>
                  <a:lnTo>
                    <a:pt x="2614295" y="252412"/>
                  </a:lnTo>
                  <a:lnTo>
                    <a:pt x="2621915" y="248602"/>
                  </a:lnTo>
                  <a:lnTo>
                    <a:pt x="2629852" y="245110"/>
                  </a:lnTo>
                  <a:lnTo>
                    <a:pt x="2638108" y="242570"/>
                  </a:lnTo>
                  <a:lnTo>
                    <a:pt x="2646362" y="240665"/>
                  </a:lnTo>
                  <a:lnTo>
                    <a:pt x="2654935" y="240030"/>
                  </a:lnTo>
                  <a:lnTo>
                    <a:pt x="2663508" y="240030"/>
                  </a:lnTo>
                  <a:lnTo>
                    <a:pt x="2671762" y="240665"/>
                  </a:lnTo>
                  <a:lnTo>
                    <a:pt x="2680652" y="242252"/>
                  </a:lnTo>
                  <a:lnTo>
                    <a:pt x="2688908" y="244475"/>
                  </a:lnTo>
                  <a:lnTo>
                    <a:pt x="2697162" y="247967"/>
                  </a:lnTo>
                  <a:lnTo>
                    <a:pt x="2705100" y="251777"/>
                  </a:lnTo>
                  <a:lnTo>
                    <a:pt x="2709228" y="254317"/>
                  </a:lnTo>
                  <a:lnTo>
                    <a:pt x="2712720" y="256857"/>
                  </a:lnTo>
                  <a:lnTo>
                    <a:pt x="2957512" y="434022"/>
                  </a:lnTo>
                  <a:lnTo>
                    <a:pt x="2960688" y="437197"/>
                  </a:lnTo>
                  <a:lnTo>
                    <a:pt x="2964498" y="439737"/>
                  </a:lnTo>
                  <a:lnTo>
                    <a:pt x="2967672" y="443230"/>
                  </a:lnTo>
                  <a:lnTo>
                    <a:pt x="2970848" y="446087"/>
                  </a:lnTo>
                  <a:lnTo>
                    <a:pt x="2976245" y="453072"/>
                  </a:lnTo>
                  <a:lnTo>
                    <a:pt x="2981008" y="460375"/>
                  </a:lnTo>
                  <a:lnTo>
                    <a:pt x="2985452" y="467995"/>
                  </a:lnTo>
                  <a:lnTo>
                    <a:pt x="2988628" y="475932"/>
                  </a:lnTo>
                  <a:lnTo>
                    <a:pt x="2991168" y="484187"/>
                  </a:lnTo>
                  <a:lnTo>
                    <a:pt x="2992755" y="492442"/>
                  </a:lnTo>
                  <a:lnTo>
                    <a:pt x="2994025" y="501015"/>
                  </a:lnTo>
                  <a:lnTo>
                    <a:pt x="2994025" y="509270"/>
                  </a:lnTo>
                  <a:lnTo>
                    <a:pt x="2993072" y="518160"/>
                  </a:lnTo>
                  <a:lnTo>
                    <a:pt x="2991802" y="526732"/>
                  </a:lnTo>
                  <a:lnTo>
                    <a:pt x="2988945" y="534987"/>
                  </a:lnTo>
                  <a:lnTo>
                    <a:pt x="2986088" y="543242"/>
                  </a:lnTo>
                  <a:lnTo>
                    <a:pt x="2981960" y="551180"/>
                  </a:lnTo>
                  <a:lnTo>
                    <a:pt x="2979738" y="554990"/>
                  </a:lnTo>
                  <a:lnTo>
                    <a:pt x="2976880" y="558800"/>
                  </a:lnTo>
                  <a:lnTo>
                    <a:pt x="2800985" y="801052"/>
                  </a:lnTo>
                  <a:lnTo>
                    <a:pt x="2819082" y="819785"/>
                  </a:lnTo>
                  <a:lnTo>
                    <a:pt x="2837180" y="839470"/>
                  </a:lnTo>
                  <a:lnTo>
                    <a:pt x="2854642" y="858837"/>
                  </a:lnTo>
                  <a:lnTo>
                    <a:pt x="2871788" y="878840"/>
                  </a:lnTo>
                  <a:lnTo>
                    <a:pt x="2888615" y="899160"/>
                  </a:lnTo>
                  <a:lnTo>
                    <a:pt x="2905125" y="919797"/>
                  </a:lnTo>
                  <a:lnTo>
                    <a:pt x="2921318" y="940752"/>
                  </a:lnTo>
                  <a:lnTo>
                    <a:pt x="2937192" y="962025"/>
                  </a:lnTo>
                  <a:lnTo>
                    <a:pt x="2952432" y="983615"/>
                  </a:lnTo>
                  <a:lnTo>
                    <a:pt x="2967672" y="1005205"/>
                  </a:lnTo>
                  <a:lnTo>
                    <a:pt x="2981960" y="1027113"/>
                  </a:lnTo>
                  <a:lnTo>
                    <a:pt x="2996248" y="1049655"/>
                  </a:lnTo>
                  <a:lnTo>
                    <a:pt x="3010218" y="1072198"/>
                  </a:lnTo>
                  <a:lnTo>
                    <a:pt x="3023235" y="1095375"/>
                  </a:lnTo>
                  <a:lnTo>
                    <a:pt x="3036570" y="1118553"/>
                  </a:lnTo>
                  <a:lnTo>
                    <a:pt x="3048952" y="1142048"/>
                  </a:lnTo>
                  <a:lnTo>
                    <a:pt x="3333115" y="1049338"/>
                  </a:lnTo>
                  <a:lnTo>
                    <a:pt x="3337560" y="1048068"/>
                  </a:lnTo>
                  <a:lnTo>
                    <a:pt x="3342005" y="1047115"/>
                  </a:lnTo>
                  <a:lnTo>
                    <a:pt x="3346450" y="1046480"/>
                  </a:lnTo>
                  <a:lnTo>
                    <a:pt x="3350578" y="1045528"/>
                  </a:lnTo>
                  <a:lnTo>
                    <a:pt x="3359785" y="1044893"/>
                  </a:lnTo>
                  <a:lnTo>
                    <a:pt x="3368358" y="1045210"/>
                  </a:lnTo>
                  <a:lnTo>
                    <a:pt x="3376930" y="1046480"/>
                  </a:lnTo>
                  <a:lnTo>
                    <a:pt x="3385185" y="1048068"/>
                  </a:lnTo>
                  <a:lnTo>
                    <a:pt x="3393440" y="1051243"/>
                  </a:lnTo>
                  <a:lnTo>
                    <a:pt x="3401060" y="1054735"/>
                  </a:lnTo>
                  <a:lnTo>
                    <a:pt x="3408680" y="1058863"/>
                  </a:lnTo>
                  <a:lnTo>
                    <a:pt x="3415665" y="1063625"/>
                  </a:lnTo>
                  <a:lnTo>
                    <a:pt x="3422015" y="1069340"/>
                  </a:lnTo>
                  <a:lnTo>
                    <a:pt x="3428048" y="1075690"/>
                  </a:lnTo>
                  <a:lnTo>
                    <a:pt x="3433445" y="1082358"/>
                  </a:lnTo>
                  <a:lnTo>
                    <a:pt x="3438208" y="1089978"/>
                  </a:lnTo>
                  <a:lnTo>
                    <a:pt x="3442335" y="1097915"/>
                  </a:lnTo>
                  <a:lnTo>
                    <a:pt x="3443922" y="1102043"/>
                  </a:lnTo>
                  <a:lnTo>
                    <a:pt x="3445510" y="1106488"/>
                  </a:lnTo>
                  <a:lnTo>
                    <a:pt x="3538855" y="1393508"/>
                  </a:lnTo>
                  <a:lnTo>
                    <a:pt x="3539808" y="1397635"/>
                  </a:lnTo>
                  <a:lnTo>
                    <a:pt x="3541078" y="1402398"/>
                  </a:lnTo>
                  <a:lnTo>
                    <a:pt x="3542030" y="1406843"/>
                  </a:lnTo>
                  <a:lnTo>
                    <a:pt x="3542665" y="1411288"/>
                  </a:lnTo>
                  <a:lnTo>
                    <a:pt x="3543300" y="1419860"/>
                  </a:lnTo>
                  <a:lnTo>
                    <a:pt x="3542982" y="1428750"/>
                  </a:lnTo>
                  <a:lnTo>
                    <a:pt x="3541712" y="1437323"/>
                  </a:lnTo>
                  <a:lnTo>
                    <a:pt x="3539808" y="1445578"/>
                  </a:lnTo>
                  <a:lnTo>
                    <a:pt x="3537268" y="1453833"/>
                  </a:lnTo>
                  <a:lnTo>
                    <a:pt x="3533458" y="1461453"/>
                  </a:lnTo>
                  <a:lnTo>
                    <a:pt x="3529330" y="1468755"/>
                  </a:lnTo>
                  <a:lnTo>
                    <a:pt x="3524568" y="1476058"/>
                  </a:lnTo>
                  <a:lnTo>
                    <a:pt x="3518852" y="1482408"/>
                  </a:lnTo>
                  <a:lnTo>
                    <a:pt x="3512502" y="1488440"/>
                  </a:lnTo>
                  <a:lnTo>
                    <a:pt x="3505518" y="1494155"/>
                  </a:lnTo>
                  <a:lnTo>
                    <a:pt x="3498215" y="1498600"/>
                  </a:lnTo>
                  <a:lnTo>
                    <a:pt x="3490278" y="1502728"/>
                  </a:lnTo>
                  <a:lnTo>
                    <a:pt x="3486150" y="1504633"/>
                  </a:lnTo>
                  <a:lnTo>
                    <a:pt x="3481705" y="1506220"/>
                  </a:lnTo>
                  <a:lnTo>
                    <a:pt x="3197225" y="1598295"/>
                  </a:lnTo>
                  <a:lnTo>
                    <a:pt x="3200400" y="1624330"/>
                  </a:lnTo>
                  <a:lnTo>
                    <a:pt x="3203892" y="1650365"/>
                  </a:lnTo>
                  <a:lnTo>
                    <a:pt x="3206115" y="1676718"/>
                  </a:lnTo>
                  <a:lnTo>
                    <a:pt x="3208338" y="1703070"/>
                  </a:lnTo>
                  <a:lnTo>
                    <a:pt x="3210242" y="1729423"/>
                  </a:lnTo>
                  <a:lnTo>
                    <a:pt x="3211512" y="1755775"/>
                  </a:lnTo>
                  <a:lnTo>
                    <a:pt x="3212148" y="1782445"/>
                  </a:lnTo>
                  <a:lnTo>
                    <a:pt x="3212465" y="1809115"/>
                  </a:lnTo>
                  <a:lnTo>
                    <a:pt x="3212148" y="1835785"/>
                  </a:lnTo>
                  <a:lnTo>
                    <a:pt x="3211512" y="1862455"/>
                  </a:lnTo>
                  <a:lnTo>
                    <a:pt x="3210242" y="1889125"/>
                  </a:lnTo>
                  <a:lnTo>
                    <a:pt x="3208338" y="1915478"/>
                  </a:lnTo>
                  <a:lnTo>
                    <a:pt x="3206115" y="1941830"/>
                  </a:lnTo>
                  <a:lnTo>
                    <a:pt x="3203892" y="1967865"/>
                  </a:lnTo>
                  <a:lnTo>
                    <a:pt x="3200400" y="1993900"/>
                  </a:lnTo>
                  <a:lnTo>
                    <a:pt x="3197225" y="2019618"/>
                  </a:lnTo>
                  <a:lnTo>
                    <a:pt x="3481705" y="2112328"/>
                  </a:lnTo>
                  <a:lnTo>
                    <a:pt x="3486150" y="2113915"/>
                  </a:lnTo>
                  <a:lnTo>
                    <a:pt x="3490278" y="2115820"/>
                  </a:lnTo>
                  <a:lnTo>
                    <a:pt x="3498215" y="2119630"/>
                  </a:lnTo>
                  <a:lnTo>
                    <a:pt x="3505518" y="2124393"/>
                  </a:lnTo>
                  <a:lnTo>
                    <a:pt x="3512502" y="2129790"/>
                  </a:lnTo>
                  <a:lnTo>
                    <a:pt x="3518852" y="2135505"/>
                  </a:lnTo>
                  <a:lnTo>
                    <a:pt x="3524568" y="2142173"/>
                  </a:lnTo>
                  <a:lnTo>
                    <a:pt x="3529330" y="2149158"/>
                  </a:lnTo>
                  <a:lnTo>
                    <a:pt x="3533458" y="2156778"/>
                  </a:lnTo>
                  <a:lnTo>
                    <a:pt x="3537268" y="2164398"/>
                  </a:lnTo>
                  <a:lnTo>
                    <a:pt x="3539808" y="2172653"/>
                  </a:lnTo>
                  <a:lnTo>
                    <a:pt x="3541712" y="2180908"/>
                  </a:lnTo>
                  <a:lnTo>
                    <a:pt x="3542982" y="2189480"/>
                  </a:lnTo>
                  <a:lnTo>
                    <a:pt x="3543300" y="2198053"/>
                  </a:lnTo>
                  <a:lnTo>
                    <a:pt x="3542665" y="2206625"/>
                  </a:lnTo>
                  <a:lnTo>
                    <a:pt x="3542030" y="2211388"/>
                  </a:lnTo>
                  <a:lnTo>
                    <a:pt x="3541078" y="2215833"/>
                  </a:lnTo>
                  <a:lnTo>
                    <a:pt x="3539808" y="2220278"/>
                  </a:lnTo>
                  <a:lnTo>
                    <a:pt x="3538855" y="2224405"/>
                  </a:lnTo>
                  <a:lnTo>
                    <a:pt x="3445510" y="2512060"/>
                  </a:lnTo>
                  <a:lnTo>
                    <a:pt x="3443922" y="2516188"/>
                  </a:lnTo>
                  <a:lnTo>
                    <a:pt x="3442335" y="2520315"/>
                  </a:lnTo>
                  <a:lnTo>
                    <a:pt x="3438208" y="2528253"/>
                  </a:lnTo>
                  <a:lnTo>
                    <a:pt x="3433445" y="2535555"/>
                  </a:lnTo>
                  <a:lnTo>
                    <a:pt x="3428048" y="2542540"/>
                  </a:lnTo>
                  <a:lnTo>
                    <a:pt x="3422015" y="2548890"/>
                  </a:lnTo>
                  <a:lnTo>
                    <a:pt x="3415665" y="2554605"/>
                  </a:lnTo>
                  <a:lnTo>
                    <a:pt x="3408680" y="2559368"/>
                  </a:lnTo>
                  <a:lnTo>
                    <a:pt x="3401060" y="2563495"/>
                  </a:lnTo>
                  <a:lnTo>
                    <a:pt x="3393440" y="2567305"/>
                  </a:lnTo>
                  <a:lnTo>
                    <a:pt x="3385185" y="2569845"/>
                  </a:lnTo>
                  <a:lnTo>
                    <a:pt x="3376930" y="2571750"/>
                  </a:lnTo>
                  <a:lnTo>
                    <a:pt x="3368358" y="2573020"/>
                  </a:lnTo>
                  <a:lnTo>
                    <a:pt x="3359785" y="2573338"/>
                  </a:lnTo>
                  <a:lnTo>
                    <a:pt x="3350578" y="2573020"/>
                  </a:lnTo>
                  <a:lnTo>
                    <a:pt x="3346450" y="2572068"/>
                  </a:lnTo>
                  <a:lnTo>
                    <a:pt x="3342005" y="2571433"/>
                  </a:lnTo>
                  <a:lnTo>
                    <a:pt x="3337560" y="2570163"/>
                  </a:lnTo>
                  <a:lnTo>
                    <a:pt x="3333115" y="2568893"/>
                  </a:lnTo>
                  <a:lnTo>
                    <a:pt x="3048952" y="2476500"/>
                  </a:lnTo>
                  <a:lnTo>
                    <a:pt x="3035935" y="2499995"/>
                  </a:lnTo>
                  <a:lnTo>
                    <a:pt x="3023235" y="2523173"/>
                  </a:lnTo>
                  <a:lnTo>
                    <a:pt x="3009900" y="2546033"/>
                  </a:lnTo>
                  <a:lnTo>
                    <a:pt x="2996248" y="2568893"/>
                  </a:lnTo>
                  <a:lnTo>
                    <a:pt x="2981960" y="2590800"/>
                  </a:lnTo>
                  <a:lnTo>
                    <a:pt x="2967355" y="2613025"/>
                  </a:lnTo>
                  <a:lnTo>
                    <a:pt x="2952115" y="2634933"/>
                  </a:lnTo>
                  <a:lnTo>
                    <a:pt x="2936875" y="2656523"/>
                  </a:lnTo>
                  <a:lnTo>
                    <a:pt x="2921318" y="2677478"/>
                  </a:lnTo>
                  <a:lnTo>
                    <a:pt x="2905125" y="2698115"/>
                  </a:lnTo>
                  <a:lnTo>
                    <a:pt x="2888615" y="2718753"/>
                  </a:lnTo>
                  <a:lnTo>
                    <a:pt x="2871788" y="2739073"/>
                  </a:lnTo>
                  <a:lnTo>
                    <a:pt x="2854325" y="2759076"/>
                  </a:lnTo>
                  <a:lnTo>
                    <a:pt x="2837180" y="2778761"/>
                  </a:lnTo>
                  <a:lnTo>
                    <a:pt x="2819082" y="2797811"/>
                  </a:lnTo>
                  <a:lnTo>
                    <a:pt x="2800985" y="2817178"/>
                  </a:lnTo>
                  <a:lnTo>
                    <a:pt x="2976880" y="3059431"/>
                  </a:lnTo>
                  <a:lnTo>
                    <a:pt x="2979738" y="3063241"/>
                  </a:lnTo>
                  <a:lnTo>
                    <a:pt x="2981960" y="3067368"/>
                  </a:lnTo>
                  <a:lnTo>
                    <a:pt x="2986088" y="3075306"/>
                  </a:lnTo>
                  <a:lnTo>
                    <a:pt x="2988945" y="3083243"/>
                  </a:lnTo>
                  <a:lnTo>
                    <a:pt x="2991802" y="3091816"/>
                  </a:lnTo>
                  <a:lnTo>
                    <a:pt x="2993072" y="3100071"/>
                  </a:lnTo>
                  <a:lnTo>
                    <a:pt x="2994025" y="3108643"/>
                  </a:lnTo>
                  <a:lnTo>
                    <a:pt x="2994025" y="3117216"/>
                  </a:lnTo>
                  <a:lnTo>
                    <a:pt x="2992755" y="3125788"/>
                  </a:lnTo>
                  <a:lnTo>
                    <a:pt x="2991168" y="3134043"/>
                  </a:lnTo>
                  <a:lnTo>
                    <a:pt x="2988628" y="3142298"/>
                  </a:lnTo>
                  <a:lnTo>
                    <a:pt x="2985770" y="3150236"/>
                  </a:lnTo>
                  <a:lnTo>
                    <a:pt x="2981642" y="3157538"/>
                  </a:lnTo>
                  <a:lnTo>
                    <a:pt x="2976562" y="3165158"/>
                  </a:lnTo>
                  <a:lnTo>
                    <a:pt x="2970848" y="3171826"/>
                  </a:lnTo>
                  <a:lnTo>
                    <a:pt x="2967990" y="3175001"/>
                  </a:lnTo>
                  <a:lnTo>
                    <a:pt x="2964498" y="3177858"/>
                  </a:lnTo>
                  <a:lnTo>
                    <a:pt x="2961322" y="3181033"/>
                  </a:lnTo>
                  <a:lnTo>
                    <a:pt x="2957512" y="3183573"/>
                  </a:lnTo>
                  <a:lnTo>
                    <a:pt x="2712720" y="3361056"/>
                  </a:lnTo>
                  <a:lnTo>
                    <a:pt x="2709228" y="3363913"/>
                  </a:lnTo>
                  <a:lnTo>
                    <a:pt x="2705100" y="3366453"/>
                  </a:lnTo>
                  <a:lnTo>
                    <a:pt x="2697162" y="3370581"/>
                  </a:lnTo>
                  <a:lnTo>
                    <a:pt x="2688908" y="3373756"/>
                  </a:lnTo>
                  <a:lnTo>
                    <a:pt x="2680652" y="3376296"/>
                  </a:lnTo>
                  <a:lnTo>
                    <a:pt x="2671762" y="3377883"/>
                  </a:lnTo>
                  <a:lnTo>
                    <a:pt x="2663508" y="3378518"/>
                  </a:lnTo>
                  <a:lnTo>
                    <a:pt x="2654935" y="3378518"/>
                  </a:lnTo>
                  <a:lnTo>
                    <a:pt x="2646362" y="3377248"/>
                  </a:lnTo>
                  <a:lnTo>
                    <a:pt x="2638108" y="3375978"/>
                  </a:lnTo>
                  <a:lnTo>
                    <a:pt x="2629852" y="3373121"/>
                  </a:lnTo>
                  <a:lnTo>
                    <a:pt x="2621915" y="3369946"/>
                  </a:lnTo>
                  <a:lnTo>
                    <a:pt x="2614295" y="3365818"/>
                  </a:lnTo>
                  <a:lnTo>
                    <a:pt x="2606992" y="3360738"/>
                  </a:lnTo>
                  <a:lnTo>
                    <a:pt x="2600325" y="3355023"/>
                  </a:lnTo>
                  <a:lnTo>
                    <a:pt x="2597468" y="3352166"/>
                  </a:lnTo>
                  <a:lnTo>
                    <a:pt x="2593975" y="3348673"/>
                  </a:lnTo>
                  <a:lnTo>
                    <a:pt x="2591435" y="3345498"/>
                  </a:lnTo>
                  <a:lnTo>
                    <a:pt x="2588260" y="3341688"/>
                  </a:lnTo>
                  <a:lnTo>
                    <a:pt x="2412682" y="3099753"/>
                  </a:lnTo>
                  <a:lnTo>
                    <a:pt x="2388870" y="3110866"/>
                  </a:lnTo>
                  <a:lnTo>
                    <a:pt x="2365692" y="3122296"/>
                  </a:lnTo>
                  <a:lnTo>
                    <a:pt x="2341562" y="3132773"/>
                  </a:lnTo>
                  <a:lnTo>
                    <a:pt x="2317432" y="3142933"/>
                  </a:lnTo>
                  <a:lnTo>
                    <a:pt x="2292985" y="3152776"/>
                  </a:lnTo>
                  <a:lnTo>
                    <a:pt x="2268538" y="3161666"/>
                  </a:lnTo>
                  <a:lnTo>
                    <a:pt x="2243772" y="3170873"/>
                  </a:lnTo>
                  <a:lnTo>
                    <a:pt x="2218690" y="3179128"/>
                  </a:lnTo>
                  <a:lnTo>
                    <a:pt x="2193608" y="3187066"/>
                  </a:lnTo>
                  <a:lnTo>
                    <a:pt x="2167890" y="3194368"/>
                  </a:lnTo>
                  <a:lnTo>
                    <a:pt x="2142490" y="3201671"/>
                  </a:lnTo>
                  <a:lnTo>
                    <a:pt x="2116772" y="3208021"/>
                  </a:lnTo>
                  <a:lnTo>
                    <a:pt x="2091055" y="3214371"/>
                  </a:lnTo>
                  <a:lnTo>
                    <a:pt x="2064702" y="3220086"/>
                  </a:lnTo>
                  <a:lnTo>
                    <a:pt x="2038350" y="3225483"/>
                  </a:lnTo>
                  <a:lnTo>
                    <a:pt x="2011998" y="3229928"/>
                  </a:lnTo>
                  <a:lnTo>
                    <a:pt x="2011998" y="3529013"/>
                  </a:lnTo>
                  <a:lnTo>
                    <a:pt x="2011998" y="3533458"/>
                  </a:lnTo>
                  <a:lnTo>
                    <a:pt x="2011362" y="3537903"/>
                  </a:lnTo>
                  <a:lnTo>
                    <a:pt x="2010728" y="3542666"/>
                  </a:lnTo>
                  <a:lnTo>
                    <a:pt x="2010092" y="3547111"/>
                  </a:lnTo>
                  <a:lnTo>
                    <a:pt x="2007870" y="3555366"/>
                  </a:lnTo>
                  <a:lnTo>
                    <a:pt x="2005012" y="3563621"/>
                  </a:lnTo>
                  <a:lnTo>
                    <a:pt x="2001202" y="3571558"/>
                  </a:lnTo>
                  <a:lnTo>
                    <a:pt x="1996758" y="3578543"/>
                  </a:lnTo>
                  <a:lnTo>
                    <a:pt x="1991678" y="3585846"/>
                  </a:lnTo>
                  <a:lnTo>
                    <a:pt x="1985962" y="3591878"/>
                  </a:lnTo>
                  <a:lnTo>
                    <a:pt x="1979612" y="3597911"/>
                  </a:lnTo>
                  <a:lnTo>
                    <a:pt x="1972628" y="3602673"/>
                  </a:lnTo>
                  <a:lnTo>
                    <a:pt x="1965325" y="3607118"/>
                  </a:lnTo>
                  <a:lnTo>
                    <a:pt x="1957705" y="3610928"/>
                  </a:lnTo>
                  <a:lnTo>
                    <a:pt x="1949450" y="3614103"/>
                  </a:lnTo>
                  <a:lnTo>
                    <a:pt x="1940878" y="3616326"/>
                  </a:lnTo>
                  <a:lnTo>
                    <a:pt x="1931670" y="3617278"/>
                  </a:lnTo>
                  <a:lnTo>
                    <a:pt x="1927225" y="3617913"/>
                  </a:lnTo>
                  <a:lnTo>
                    <a:pt x="1922780" y="3617913"/>
                  </a:lnTo>
                  <a:lnTo>
                    <a:pt x="1620520" y="3617913"/>
                  </a:lnTo>
                  <a:lnTo>
                    <a:pt x="1615758" y="3617913"/>
                  </a:lnTo>
                  <a:lnTo>
                    <a:pt x="1611630" y="3617278"/>
                  </a:lnTo>
                  <a:lnTo>
                    <a:pt x="1602422" y="3616326"/>
                  </a:lnTo>
                  <a:lnTo>
                    <a:pt x="1594168" y="3614103"/>
                  </a:lnTo>
                  <a:lnTo>
                    <a:pt x="1585912" y="3610928"/>
                  </a:lnTo>
                  <a:lnTo>
                    <a:pt x="1577975" y="3607118"/>
                  </a:lnTo>
                  <a:lnTo>
                    <a:pt x="1570990" y="3602673"/>
                  </a:lnTo>
                  <a:lnTo>
                    <a:pt x="1563688" y="3597911"/>
                  </a:lnTo>
                  <a:lnTo>
                    <a:pt x="1557655" y="3591878"/>
                  </a:lnTo>
                  <a:lnTo>
                    <a:pt x="1551622" y="3585846"/>
                  </a:lnTo>
                  <a:lnTo>
                    <a:pt x="1546860" y="3578543"/>
                  </a:lnTo>
                  <a:lnTo>
                    <a:pt x="1542415" y="3571558"/>
                  </a:lnTo>
                  <a:lnTo>
                    <a:pt x="1538605" y="3563621"/>
                  </a:lnTo>
                  <a:lnTo>
                    <a:pt x="1535430" y="3555366"/>
                  </a:lnTo>
                  <a:lnTo>
                    <a:pt x="1533208" y="3547111"/>
                  </a:lnTo>
                  <a:lnTo>
                    <a:pt x="1532572" y="3542666"/>
                  </a:lnTo>
                  <a:lnTo>
                    <a:pt x="1531620" y="3537903"/>
                  </a:lnTo>
                  <a:lnTo>
                    <a:pt x="1531302" y="3533458"/>
                  </a:lnTo>
                  <a:lnTo>
                    <a:pt x="1531302" y="3529013"/>
                  </a:lnTo>
                  <a:lnTo>
                    <a:pt x="1531302" y="3229928"/>
                  </a:lnTo>
                  <a:lnTo>
                    <a:pt x="1504950" y="3225483"/>
                  </a:lnTo>
                  <a:lnTo>
                    <a:pt x="1478598" y="3220086"/>
                  </a:lnTo>
                  <a:lnTo>
                    <a:pt x="1452245" y="3214371"/>
                  </a:lnTo>
                  <a:lnTo>
                    <a:pt x="1426845" y="3208021"/>
                  </a:lnTo>
                  <a:lnTo>
                    <a:pt x="1400810" y="3201671"/>
                  </a:lnTo>
                  <a:lnTo>
                    <a:pt x="1375092" y="3194368"/>
                  </a:lnTo>
                  <a:lnTo>
                    <a:pt x="1350010" y="3187066"/>
                  </a:lnTo>
                  <a:lnTo>
                    <a:pt x="1324928" y="3179128"/>
                  </a:lnTo>
                  <a:lnTo>
                    <a:pt x="1299528" y="3170873"/>
                  </a:lnTo>
                  <a:lnTo>
                    <a:pt x="1274762" y="3161666"/>
                  </a:lnTo>
                  <a:lnTo>
                    <a:pt x="1250315" y="3152776"/>
                  </a:lnTo>
                  <a:lnTo>
                    <a:pt x="1225868" y="3142933"/>
                  </a:lnTo>
                  <a:lnTo>
                    <a:pt x="1201738" y="3132773"/>
                  </a:lnTo>
                  <a:lnTo>
                    <a:pt x="1177925" y="3122296"/>
                  </a:lnTo>
                  <a:lnTo>
                    <a:pt x="1154430" y="3110866"/>
                  </a:lnTo>
                  <a:lnTo>
                    <a:pt x="1130618" y="3099753"/>
                  </a:lnTo>
                  <a:lnTo>
                    <a:pt x="955040" y="3342006"/>
                  </a:lnTo>
                  <a:lnTo>
                    <a:pt x="952182" y="3345816"/>
                  </a:lnTo>
                  <a:lnTo>
                    <a:pt x="949325" y="3349308"/>
                  </a:lnTo>
                  <a:lnTo>
                    <a:pt x="946150" y="3352483"/>
                  </a:lnTo>
                  <a:lnTo>
                    <a:pt x="942975" y="3355658"/>
                  </a:lnTo>
                  <a:lnTo>
                    <a:pt x="935990" y="3361056"/>
                  </a:lnTo>
                  <a:lnTo>
                    <a:pt x="929005" y="3366136"/>
                  </a:lnTo>
                  <a:lnTo>
                    <a:pt x="921385" y="3369946"/>
                  </a:lnTo>
                  <a:lnTo>
                    <a:pt x="913448" y="3373121"/>
                  </a:lnTo>
                  <a:lnTo>
                    <a:pt x="905192" y="3375978"/>
                  </a:lnTo>
                  <a:lnTo>
                    <a:pt x="896938" y="3377248"/>
                  </a:lnTo>
                  <a:lnTo>
                    <a:pt x="888365" y="3378518"/>
                  </a:lnTo>
                  <a:lnTo>
                    <a:pt x="879792" y="3378518"/>
                  </a:lnTo>
                  <a:lnTo>
                    <a:pt x="870902" y="3377883"/>
                  </a:lnTo>
                  <a:lnTo>
                    <a:pt x="862648" y="3376296"/>
                  </a:lnTo>
                  <a:lnTo>
                    <a:pt x="854075" y="3373756"/>
                  </a:lnTo>
                  <a:lnTo>
                    <a:pt x="846138" y="3370581"/>
                  </a:lnTo>
                  <a:lnTo>
                    <a:pt x="837882" y="3366453"/>
                  </a:lnTo>
                  <a:lnTo>
                    <a:pt x="834072" y="3363913"/>
                  </a:lnTo>
                  <a:lnTo>
                    <a:pt x="830262" y="3361056"/>
                  </a:lnTo>
                  <a:lnTo>
                    <a:pt x="586105" y="3183573"/>
                  </a:lnTo>
                  <a:lnTo>
                    <a:pt x="582930" y="3181033"/>
                  </a:lnTo>
                  <a:lnTo>
                    <a:pt x="579438" y="3177858"/>
                  </a:lnTo>
                  <a:lnTo>
                    <a:pt x="575945" y="3175001"/>
                  </a:lnTo>
                  <a:lnTo>
                    <a:pt x="573088" y="3171826"/>
                  </a:lnTo>
                  <a:lnTo>
                    <a:pt x="567372" y="3165158"/>
                  </a:lnTo>
                  <a:lnTo>
                    <a:pt x="562610" y="3157538"/>
                  </a:lnTo>
                  <a:lnTo>
                    <a:pt x="558482" y="3150236"/>
                  </a:lnTo>
                  <a:lnTo>
                    <a:pt x="554990" y="3142298"/>
                  </a:lnTo>
                  <a:lnTo>
                    <a:pt x="552450" y="3134043"/>
                  </a:lnTo>
                  <a:lnTo>
                    <a:pt x="550862" y="3125788"/>
                  </a:lnTo>
                  <a:lnTo>
                    <a:pt x="549592" y="3117216"/>
                  </a:lnTo>
                  <a:lnTo>
                    <a:pt x="549592" y="3108643"/>
                  </a:lnTo>
                  <a:lnTo>
                    <a:pt x="550545" y="3100071"/>
                  </a:lnTo>
                  <a:lnTo>
                    <a:pt x="551815" y="3091816"/>
                  </a:lnTo>
                  <a:lnTo>
                    <a:pt x="554355" y="3083243"/>
                  </a:lnTo>
                  <a:lnTo>
                    <a:pt x="557530" y="3075306"/>
                  </a:lnTo>
                  <a:lnTo>
                    <a:pt x="559435" y="3071178"/>
                  </a:lnTo>
                  <a:lnTo>
                    <a:pt x="561340" y="3067368"/>
                  </a:lnTo>
                  <a:lnTo>
                    <a:pt x="563880" y="3063241"/>
                  </a:lnTo>
                  <a:lnTo>
                    <a:pt x="566738" y="3059431"/>
                  </a:lnTo>
                  <a:lnTo>
                    <a:pt x="742632" y="2817178"/>
                  </a:lnTo>
                  <a:lnTo>
                    <a:pt x="724218" y="2797811"/>
                  </a:lnTo>
                  <a:lnTo>
                    <a:pt x="706755" y="2778761"/>
                  </a:lnTo>
                  <a:lnTo>
                    <a:pt x="688975" y="2759076"/>
                  </a:lnTo>
                  <a:lnTo>
                    <a:pt x="671512" y="2739073"/>
                  </a:lnTo>
                  <a:lnTo>
                    <a:pt x="655002" y="2718753"/>
                  </a:lnTo>
                  <a:lnTo>
                    <a:pt x="638492" y="2698115"/>
                  </a:lnTo>
                  <a:lnTo>
                    <a:pt x="622300" y="2677478"/>
                  </a:lnTo>
                  <a:lnTo>
                    <a:pt x="606425" y="2656523"/>
                  </a:lnTo>
                  <a:lnTo>
                    <a:pt x="591185" y="2634933"/>
                  </a:lnTo>
                  <a:lnTo>
                    <a:pt x="576580" y="2613025"/>
                  </a:lnTo>
                  <a:lnTo>
                    <a:pt x="561658" y="2590800"/>
                  </a:lnTo>
                  <a:lnTo>
                    <a:pt x="547370" y="2568893"/>
                  </a:lnTo>
                  <a:lnTo>
                    <a:pt x="534035" y="2546033"/>
                  </a:lnTo>
                  <a:lnTo>
                    <a:pt x="520382" y="2523173"/>
                  </a:lnTo>
                  <a:lnTo>
                    <a:pt x="507682" y="2499995"/>
                  </a:lnTo>
                  <a:lnTo>
                    <a:pt x="494665" y="2476500"/>
                  </a:lnTo>
                  <a:lnTo>
                    <a:pt x="209868" y="2568893"/>
                  </a:lnTo>
                  <a:lnTo>
                    <a:pt x="205740" y="2570163"/>
                  </a:lnTo>
                  <a:lnTo>
                    <a:pt x="201295" y="2571433"/>
                  </a:lnTo>
                  <a:lnTo>
                    <a:pt x="196850" y="2572068"/>
                  </a:lnTo>
                  <a:lnTo>
                    <a:pt x="192722" y="2573020"/>
                  </a:lnTo>
                  <a:lnTo>
                    <a:pt x="183515" y="2573338"/>
                  </a:lnTo>
                  <a:lnTo>
                    <a:pt x="174942" y="2573020"/>
                  </a:lnTo>
                  <a:lnTo>
                    <a:pt x="166688" y="2571750"/>
                  </a:lnTo>
                  <a:lnTo>
                    <a:pt x="158115" y="2569845"/>
                  </a:lnTo>
                  <a:lnTo>
                    <a:pt x="150177" y="2567305"/>
                  </a:lnTo>
                  <a:lnTo>
                    <a:pt x="142240" y="2563495"/>
                  </a:lnTo>
                  <a:lnTo>
                    <a:pt x="134620" y="2559368"/>
                  </a:lnTo>
                  <a:lnTo>
                    <a:pt x="127952" y="2554605"/>
                  </a:lnTo>
                  <a:lnTo>
                    <a:pt x="121602" y="2548890"/>
                  </a:lnTo>
                  <a:lnTo>
                    <a:pt x="115570" y="2542540"/>
                  </a:lnTo>
                  <a:lnTo>
                    <a:pt x="109855" y="2535555"/>
                  </a:lnTo>
                  <a:lnTo>
                    <a:pt x="105410" y="2528253"/>
                  </a:lnTo>
                  <a:lnTo>
                    <a:pt x="101282" y="2520315"/>
                  </a:lnTo>
                  <a:lnTo>
                    <a:pt x="99377" y="2516188"/>
                  </a:lnTo>
                  <a:lnTo>
                    <a:pt x="97790" y="2512060"/>
                  </a:lnTo>
                  <a:lnTo>
                    <a:pt x="4445" y="2224405"/>
                  </a:lnTo>
                  <a:lnTo>
                    <a:pt x="3492" y="2220278"/>
                  </a:lnTo>
                  <a:lnTo>
                    <a:pt x="2222" y="2215833"/>
                  </a:lnTo>
                  <a:lnTo>
                    <a:pt x="1587" y="2211388"/>
                  </a:lnTo>
                  <a:lnTo>
                    <a:pt x="635" y="2206625"/>
                  </a:lnTo>
                  <a:lnTo>
                    <a:pt x="0" y="2198053"/>
                  </a:lnTo>
                  <a:lnTo>
                    <a:pt x="317" y="2189480"/>
                  </a:lnTo>
                  <a:lnTo>
                    <a:pt x="1587" y="2180908"/>
                  </a:lnTo>
                  <a:lnTo>
                    <a:pt x="3810" y="2172653"/>
                  </a:lnTo>
                  <a:lnTo>
                    <a:pt x="6350" y="2164398"/>
                  </a:lnTo>
                  <a:lnTo>
                    <a:pt x="9842" y="2156778"/>
                  </a:lnTo>
                  <a:lnTo>
                    <a:pt x="13970" y="2149158"/>
                  </a:lnTo>
                  <a:lnTo>
                    <a:pt x="19050" y="2142173"/>
                  </a:lnTo>
                  <a:lnTo>
                    <a:pt x="24447" y="2135505"/>
                  </a:lnTo>
                  <a:lnTo>
                    <a:pt x="30797" y="2129790"/>
                  </a:lnTo>
                  <a:lnTo>
                    <a:pt x="37465" y="2124393"/>
                  </a:lnTo>
                  <a:lnTo>
                    <a:pt x="45085" y="2119630"/>
                  </a:lnTo>
                  <a:lnTo>
                    <a:pt x="49212" y="2117725"/>
                  </a:lnTo>
                  <a:lnTo>
                    <a:pt x="53340" y="2115820"/>
                  </a:lnTo>
                  <a:lnTo>
                    <a:pt x="57467" y="2113915"/>
                  </a:lnTo>
                  <a:lnTo>
                    <a:pt x="61595" y="2112328"/>
                  </a:lnTo>
                  <a:lnTo>
                    <a:pt x="346392" y="2019618"/>
                  </a:lnTo>
                  <a:lnTo>
                    <a:pt x="342900" y="1993900"/>
                  </a:lnTo>
                  <a:lnTo>
                    <a:pt x="339725" y="1967865"/>
                  </a:lnTo>
                  <a:lnTo>
                    <a:pt x="337185" y="1941830"/>
                  </a:lnTo>
                  <a:lnTo>
                    <a:pt x="334962" y="1915478"/>
                  </a:lnTo>
                  <a:lnTo>
                    <a:pt x="333375" y="1889125"/>
                  </a:lnTo>
                  <a:lnTo>
                    <a:pt x="331788" y="1862455"/>
                  </a:lnTo>
                  <a:lnTo>
                    <a:pt x="331152" y="1835785"/>
                  </a:lnTo>
                  <a:lnTo>
                    <a:pt x="331152" y="1809115"/>
                  </a:lnTo>
                  <a:lnTo>
                    <a:pt x="331152" y="1782445"/>
                  </a:lnTo>
                  <a:lnTo>
                    <a:pt x="331788" y="1755775"/>
                  </a:lnTo>
                  <a:lnTo>
                    <a:pt x="333375" y="1729423"/>
                  </a:lnTo>
                  <a:lnTo>
                    <a:pt x="334962" y="1703070"/>
                  </a:lnTo>
                  <a:lnTo>
                    <a:pt x="337185" y="1676718"/>
                  </a:lnTo>
                  <a:lnTo>
                    <a:pt x="339725" y="1650365"/>
                  </a:lnTo>
                  <a:lnTo>
                    <a:pt x="342900" y="1624330"/>
                  </a:lnTo>
                  <a:lnTo>
                    <a:pt x="346392" y="1598295"/>
                  </a:lnTo>
                  <a:lnTo>
                    <a:pt x="61595" y="1506220"/>
                  </a:lnTo>
                  <a:lnTo>
                    <a:pt x="57467" y="1504633"/>
                  </a:lnTo>
                  <a:lnTo>
                    <a:pt x="53340" y="1502728"/>
                  </a:lnTo>
                  <a:lnTo>
                    <a:pt x="45085" y="1498600"/>
                  </a:lnTo>
                  <a:lnTo>
                    <a:pt x="37465" y="1494155"/>
                  </a:lnTo>
                  <a:lnTo>
                    <a:pt x="30797" y="1488440"/>
                  </a:lnTo>
                  <a:lnTo>
                    <a:pt x="24447" y="1482408"/>
                  </a:lnTo>
                  <a:lnTo>
                    <a:pt x="19050" y="1476058"/>
                  </a:lnTo>
                  <a:lnTo>
                    <a:pt x="13970" y="1468755"/>
                  </a:lnTo>
                  <a:lnTo>
                    <a:pt x="9842" y="1461453"/>
                  </a:lnTo>
                  <a:lnTo>
                    <a:pt x="6350" y="1453833"/>
                  </a:lnTo>
                  <a:lnTo>
                    <a:pt x="3810" y="1445578"/>
                  </a:lnTo>
                  <a:lnTo>
                    <a:pt x="1587" y="1437323"/>
                  </a:lnTo>
                  <a:lnTo>
                    <a:pt x="317" y="1428750"/>
                  </a:lnTo>
                  <a:lnTo>
                    <a:pt x="0" y="1419860"/>
                  </a:lnTo>
                  <a:lnTo>
                    <a:pt x="635" y="1411288"/>
                  </a:lnTo>
                  <a:lnTo>
                    <a:pt x="1587" y="1406843"/>
                  </a:lnTo>
                  <a:lnTo>
                    <a:pt x="2222" y="1402398"/>
                  </a:lnTo>
                  <a:lnTo>
                    <a:pt x="3492" y="1397635"/>
                  </a:lnTo>
                  <a:lnTo>
                    <a:pt x="4445" y="1393508"/>
                  </a:lnTo>
                  <a:lnTo>
                    <a:pt x="97790" y="1106488"/>
                  </a:lnTo>
                  <a:lnTo>
                    <a:pt x="99377" y="1102043"/>
                  </a:lnTo>
                  <a:lnTo>
                    <a:pt x="101282" y="1097915"/>
                  </a:lnTo>
                  <a:lnTo>
                    <a:pt x="103187" y="1093788"/>
                  </a:lnTo>
                  <a:lnTo>
                    <a:pt x="105410" y="1089978"/>
                  </a:lnTo>
                  <a:lnTo>
                    <a:pt x="109855" y="1082358"/>
                  </a:lnTo>
                  <a:lnTo>
                    <a:pt x="115570" y="1075690"/>
                  </a:lnTo>
                  <a:lnTo>
                    <a:pt x="121602" y="1069340"/>
                  </a:lnTo>
                  <a:lnTo>
                    <a:pt x="127952" y="1063625"/>
                  </a:lnTo>
                  <a:lnTo>
                    <a:pt x="134620" y="1058863"/>
                  </a:lnTo>
                  <a:lnTo>
                    <a:pt x="142240" y="1054735"/>
                  </a:lnTo>
                  <a:lnTo>
                    <a:pt x="150177" y="1051243"/>
                  </a:lnTo>
                  <a:lnTo>
                    <a:pt x="158115" y="1048068"/>
                  </a:lnTo>
                  <a:lnTo>
                    <a:pt x="166688" y="1046480"/>
                  </a:lnTo>
                  <a:lnTo>
                    <a:pt x="174942" y="1045210"/>
                  </a:lnTo>
                  <a:lnTo>
                    <a:pt x="183515" y="1044893"/>
                  </a:lnTo>
                  <a:lnTo>
                    <a:pt x="192722" y="1045528"/>
                  </a:lnTo>
                  <a:lnTo>
                    <a:pt x="196850" y="1046480"/>
                  </a:lnTo>
                  <a:lnTo>
                    <a:pt x="201295" y="1047115"/>
                  </a:lnTo>
                  <a:lnTo>
                    <a:pt x="205740" y="1048068"/>
                  </a:lnTo>
                  <a:lnTo>
                    <a:pt x="209868" y="1049338"/>
                  </a:lnTo>
                  <a:lnTo>
                    <a:pt x="494665" y="1141413"/>
                  </a:lnTo>
                  <a:lnTo>
                    <a:pt x="507682" y="1118235"/>
                  </a:lnTo>
                  <a:lnTo>
                    <a:pt x="520382" y="1095375"/>
                  </a:lnTo>
                  <a:lnTo>
                    <a:pt x="534035" y="1072198"/>
                  </a:lnTo>
                  <a:lnTo>
                    <a:pt x="547370" y="1049655"/>
                  </a:lnTo>
                  <a:lnTo>
                    <a:pt x="561658" y="1027113"/>
                  </a:lnTo>
                  <a:lnTo>
                    <a:pt x="576580" y="1005205"/>
                  </a:lnTo>
                  <a:lnTo>
                    <a:pt x="591185" y="983615"/>
                  </a:lnTo>
                  <a:lnTo>
                    <a:pt x="606425" y="961707"/>
                  </a:lnTo>
                  <a:lnTo>
                    <a:pt x="622300" y="940752"/>
                  </a:lnTo>
                  <a:lnTo>
                    <a:pt x="638492" y="919797"/>
                  </a:lnTo>
                  <a:lnTo>
                    <a:pt x="655002" y="899160"/>
                  </a:lnTo>
                  <a:lnTo>
                    <a:pt x="671512" y="878840"/>
                  </a:lnTo>
                  <a:lnTo>
                    <a:pt x="688975" y="858837"/>
                  </a:lnTo>
                  <a:lnTo>
                    <a:pt x="706755" y="839470"/>
                  </a:lnTo>
                  <a:lnTo>
                    <a:pt x="724218" y="819785"/>
                  </a:lnTo>
                  <a:lnTo>
                    <a:pt x="742632" y="801052"/>
                  </a:lnTo>
                  <a:lnTo>
                    <a:pt x="566420" y="558800"/>
                  </a:lnTo>
                  <a:lnTo>
                    <a:pt x="563562" y="554990"/>
                  </a:lnTo>
                  <a:lnTo>
                    <a:pt x="561340" y="551180"/>
                  </a:lnTo>
                  <a:lnTo>
                    <a:pt x="559118" y="547370"/>
                  </a:lnTo>
                  <a:lnTo>
                    <a:pt x="557212" y="543242"/>
                  </a:lnTo>
                  <a:lnTo>
                    <a:pt x="554355" y="534987"/>
                  </a:lnTo>
                  <a:lnTo>
                    <a:pt x="551498" y="526732"/>
                  </a:lnTo>
                  <a:lnTo>
                    <a:pt x="550228" y="518160"/>
                  </a:lnTo>
                  <a:lnTo>
                    <a:pt x="549592" y="509270"/>
                  </a:lnTo>
                  <a:lnTo>
                    <a:pt x="549592" y="500697"/>
                  </a:lnTo>
                  <a:lnTo>
                    <a:pt x="550862" y="492442"/>
                  </a:lnTo>
                  <a:lnTo>
                    <a:pt x="552450" y="483870"/>
                  </a:lnTo>
                  <a:lnTo>
                    <a:pt x="554990" y="475932"/>
                  </a:lnTo>
                  <a:lnTo>
                    <a:pt x="558482" y="467677"/>
                  </a:lnTo>
                  <a:lnTo>
                    <a:pt x="562610" y="460057"/>
                  </a:lnTo>
                  <a:lnTo>
                    <a:pt x="567372" y="453072"/>
                  </a:lnTo>
                  <a:lnTo>
                    <a:pt x="573088" y="446087"/>
                  </a:lnTo>
                  <a:lnTo>
                    <a:pt x="575945" y="442912"/>
                  </a:lnTo>
                  <a:lnTo>
                    <a:pt x="579438" y="439737"/>
                  </a:lnTo>
                  <a:lnTo>
                    <a:pt x="582930" y="436880"/>
                  </a:lnTo>
                  <a:lnTo>
                    <a:pt x="586105" y="434022"/>
                  </a:lnTo>
                  <a:lnTo>
                    <a:pt x="830898" y="256857"/>
                  </a:lnTo>
                  <a:lnTo>
                    <a:pt x="834708" y="254317"/>
                  </a:lnTo>
                  <a:lnTo>
                    <a:pt x="838200" y="251777"/>
                  </a:lnTo>
                  <a:lnTo>
                    <a:pt x="842328" y="249872"/>
                  </a:lnTo>
                  <a:lnTo>
                    <a:pt x="846138" y="247967"/>
                  </a:lnTo>
                  <a:lnTo>
                    <a:pt x="854392" y="244475"/>
                  </a:lnTo>
                  <a:lnTo>
                    <a:pt x="862648" y="242252"/>
                  </a:lnTo>
                  <a:lnTo>
                    <a:pt x="871538" y="240665"/>
                  </a:lnTo>
                  <a:lnTo>
                    <a:pt x="880110" y="240030"/>
                  </a:lnTo>
                  <a:lnTo>
                    <a:pt x="888365" y="240030"/>
                  </a:lnTo>
                  <a:lnTo>
                    <a:pt x="896938" y="240665"/>
                  </a:lnTo>
                  <a:lnTo>
                    <a:pt x="905192" y="242570"/>
                  </a:lnTo>
                  <a:lnTo>
                    <a:pt x="913448" y="245110"/>
                  </a:lnTo>
                  <a:lnTo>
                    <a:pt x="921385" y="248602"/>
                  </a:lnTo>
                  <a:lnTo>
                    <a:pt x="929005" y="252412"/>
                  </a:lnTo>
                  <a:lnTo>
                    <a:pt x="935990" y="257175"/>
                  </a:lnTo>
                  <a:lnTo>
                    <a:pt x="942975" y="262890"/>
                  </a:lnTo>
                  <a:lnTo>
                    <a:pt x="946150" y="266065"/>
                  </a:lnTo>
                  <a:lnTo>
                    <a:pt x="949325" y="269240"/>
                  </a:lnTo>
                  <a:lnTo>
                    <a:pt x="952182" y="272732"/>
                  </a:lnTo>
                  <a:lnTo>
                    <a:pt x="955040" y="276542"/>
                  </a:lnTo>
                  <a:lnTo>
                    <a:pt x="1130618" y="518477"/>
                  </a:lnTo>
                  <a:lnTo>
                    <a:pt x="1154430" y="507047"/>
                  </a:lnTo>
                  <a:lnTo>
                    <a:pt x="1177925" y="496252"/>
                  </a:lnTo>
                  <a:lnTo>
                    <a:pt x="1201738" y="485457"/>
                  </a:lnTo>
                  <a:lnTo>
                    <a:pt x="1225868" y="475615"/>
                  </a:lnTo>
                  <a:lnTo>
                    <a:pt x="1250315" y="465772"/>
                  </a:lnTo>
                  <a:lnTo>
                    <a:pt x="1274762" y="456247"/>
                  </a:lnTo>
                  <a:lnTo>
                    <a:pt x="1299528" y="447675"/>
                  </a:lnTo>
                  <a:lnTo>
                    <a:pt x="1324928" y="439102"/>
                  </a:lnTo>
                  <a:lnTo>
                    <a:pt x="1350010" y="431165"/>
                  </a:lnTo>
                  <a:lnTo>
                    <a:pt x="1375092" y="423545"/>
                  </a:lnTo>
                  <a:lnTo>
                    <a:pt x="1400810" y="416877"/>
                  </a:lnTo>
                  <a:lnTo>
                    <a:pt x="1426845" y="410210"/>
                  </a:lnTo>
                  <a:lnTo>
                    <a:pt x="1452245" y="404177"/>
                  </a:lnTo>
                  <a:lnTo>
                    <a:pt x="1478598" y="398462"/>
                  </a:lnTo>
                  <a:lnTo>
                    <a:pt x="1504950" y="393065"/>
                  </a:lnTo>
                  <a:lnTo>
                    <a:pt x="1531302" y="388620"/>
                  </a:lnTo>
                  <a:lnTo>
                    <a:pt x="1531302" y="89217"/>
                  </a:lnTo>
                  <a:lnTo>
                    <a:pt x="1531302" y="84455"/>
                  </a:lnTo>
                  <a:lnTo>
                    <a:pt x="1531620" y="80010"/>
                  </a:lnTo>
                  <a:lnTo>
                    <a:pt x="1532572" y="75565"/>
                  </a:lnTo>
                  <a:lnTo>
                    <a:pt x="1533208" y="71120"/>
                  </a:lnTo>
                  <a:lnTo>
                    <a:pt x="1535430" y="62865"/>
                  </a:lnTo>
                  <a:lnTo>
                    <a:pt x="1538605" y="54610"/>
                  </a:lnTo>
                  <a:lnTo>
                    <a:pt x="1542415" y="46672"/>
                  </a:lnTo>
                  <a:lnTo>
                    <a:pt x="1546860" y="39370"/>
                  </a:lnTo>
                  <a:lnTo>
                    <a:pt x="1551622" y="32385"/>
                  </a:lnTo>
                  <a:lnTo>
                    <a:pt x="1557655" y="26352"/>
                  </a:lnTo>
                  <a:lnTo>
                    <a:pt x="1563688" y="20320"/>
                  </a:lnTo>
                  <a:lnTo>
                    <a:pt x="1570990" y="15240"/>
                  </a:lnTo>
                  <a:lnTo>
                    <a:pt x="1577975" y="10795"/>
                  </a:lnTo>
                  <a:lnTo>
                    <a:pt x="1585912" y="6985"/>
                  </a:lnTo>
                  <a:lnTo>
                    <a:pt x="1594168" y="4127"/>
                  </a:lnTo>
                  <a:lnTo>
                    <a:pt x="1602422" y="1905"/>
                  </a:lnTo>
                  <a:lnTo>
                    <a:pt x="1607185" y="952"/>
                  </a:lnTo>
                  <a:lnTo>
                    <a:pt x="1611630" y="317"/>
                  </a:lnTo>
                  <a:lnTo>
                    <a:pt x="161575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46" name="文本框 59"/>
            <p:cNvSpPr txBox="1"/>
            <p:nvPr/>
          </p:nvSpPr>
          <p:spPr>
            <a:xfrm>
              <a:off x="3102008" y="4128107"/>
              <a:ext cx="1357226"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输入标题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3966519" y="967433"/>
            <a:ext cx="2369358" cy="2553482"/>
            <a:chOff x="4078604" y="2478655"/>
            <a:chExt cx="2369358" cy="2553482"/>
          </a:xfrm>
        </p:grpSpPr>
        <p:sp>
          <p:nvSpPr>
            <p:cNvPr id="48" name="任意多边形 47"/>
            <p:cNvSpPr/>
            <p:nvPr/>
          </p:nvSpPr>
          <p:spPr>
            <a:xfrm>
              <a:off x="4078604" y="2478655"/>
              <a:ext cx="2369358" cy="2553482"/>
            </a:xfrm>
            <a:custGeom>
              <a:avLst/>
              <a:gdLst>
                <a:gd name="connsiteX0" fmla="*/ 1184679 w 2369358"/>
                <a:gd name="connsiteY0" fmla="*/ 0 h 2553482"/>
                <a:gd name="connsiteX1" fmla="*/ 2369358 w 2369358"/>
                <a:gd name="connsiteY1" fmla="*/ 1184679 h 2553482"/>
                <a:gd name="connsiteX2" fmla="*/ 1423433 w 2369358"/>
                <a:gd name="connsiteY2" fmla="*/ 2345290 h 2553482"/>
                <a:gd name="connsiteX3" fmla="*/ 1321945 w 2369358"/>
                <a:gd name="connsiteY3" fmla="*/ 2360779 h 2553482"/>
                <a:gd name="connsiteX4" fmla="*/ 1223444 w 2369358"/>
                <a:gd name="connsiteY4" fmla="*/ 2553482 h 2553482"/>
                <a:gd name="connsiteX5" fmla="*/ 1132988 w 2369358"/>
                <a:gd name="connsiteY5" fmla="*/ 2366748 h 2553482"/>
                <a:gd name="connsiteX6" fmla="*/ 1063553 w 2369358"/>
                <a:gd name="connsiteY6" fmla="*/ 2363242 h 2553482"/>
                <a:gd name="connsiteX7" fmla="*/ 0 w 2369358"/>
                <a:gd name="connsiteY7" fmla="*/ 1184679 h 2553482"/>
                <a:gd name="connsiteX8" fmla="*/ 1184679 w 2369358"/>
                <a:gd name="connsiteY8" fmla="*/ 0 h 2553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9358" h="2553482">
                  <a:moveTo>
                    <a:pt x="1184679" y="0"/>
                  </a:moveTo>
                  <a:cubicBezTo>
                    <a:pt x="1838959" y="0"/>
                    <a:pt x="2369358" y="530399"/>
                    <a:pt x="2369358" y="1184679"/>
                  </a:cubicBezTo>
                  <a:cubicBezTo>
                    <a:pt x="2369358" y="1757174"/>
                    <a:pt x="1963272" y="2234823"/>
                    <a:pt x="1423433" y="2345290"/>
                  </a:cubicBezTo>
                  <a:lnTo>
                    <a:pt x="1321945" y="2360779"/>
                  </a:lnTo>
                  <a:lnTo>
                    <a:pt x="1223444" y="2553482"/>
                  </a:lnTo>
                  <a:lnTo>
                    <a:pt x="1132988" y="2366748"/>
                  </a:lnTo>
                  <a:lnTo>
                    <a:pt x="1063553" y="2363242"/>
                  </a:lnTo>
                  <a:cubicBezTo>
                    <a:pt x="466171" y="2302574"/>
                    <a:pt x="0" y="1798067"/>
                    <a:pt x="0" y="1184679"/>
                  </a:cubicBezTo>
                  <a:cubicBezTo>
                    <a:pt x="0" y="530399"/>
                    <a:pt x="530399" y="0"/>
                    <a:pt x="1184679"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4614176" y="3268683"/>
              <a:ext cx="1562853" cy="1004204"/>
              <a:chOff x="4716874" y="2621791"/>
              <a:chExt cx="1562853" cy="1004204"/>
            </a:xfrm>
          </p:grpSpPr>
          <p:sp>
            <p:nvSpPr>
              <p:cNvPr id="50" name="KSO_Shape"/>
              <p:cNvSpPr/>
              <p:nvPr/>
            </p:nvSpPr>
            <p:spPr bwMode="auto">
              <a:xfrm>
                <a:off x="5143687" y="2621791"/>
                <a:ext cx="441100" cy="441836"/>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51" name="文本框 60"/>
              <p:cNvSpPr txBox="1"/>
              <p:nvPr/>
            </p:nvSpPr>
            <p:spPr>
              <a:xfrm>
                <a:off x="4716874" y="3225885"/>
                <a:ext cx="1562853"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输入标题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grpSp>
        <p:nvGrpSpPr>
          <p:cNvPr id="52" name="组合 51"/>
          <p:cNvGrpSpPr/>
          <p:nvPr/>
        </p:nvGrpSpPr>
        <p:grpSpPr>
          <a:xfrm>
            <a:off x="8223101" y="1516287"/>
            <a:ext cx="1834926" cy="1997677"/>
            <a:chOff x="7567273" y="3027509"/>
            <a:chExt cx="1834926" cy="1997677"/>
          </a:xfrm>
        </p:grpSpPr>
        <p:sp>
          <p:nvSpPr>
            <p:cNvPr id="53" name="任意多边形 52"/>
            <p:cNvSpPr/>
            <p:nvPr/>
          </p:nvSpPr>
          <p:spPr>
            <a:xfrm>
              <a:off x="7567273" y="3027509"/>
              <a:ext cx="1834926" cy="1997677"/>
            </a:xfrm>
            <a:custGeom>
              <a:avLst/>
              <a:gdLst>
                <a:gd name="connsiteX0" fmla="*/ 917463 w 1834926"/>
                <a:gd name="connsiteY0" fmla="*/ 0 h 1997677"/>
                <a:gd name="connsiteX1" fmla="*/ 1834926 w 1834926"/>
                <a:gd name="connsiteY1" fmla="*/ 917463 h 1997677"/>
                <a:gd name="connsiteX2" fmla="*/ 1102364 w 1834926"/>
                <a:gd name="connsiteY2" fmla="*/ 1816287 h 1997677"/>
                <a:gd name="connsiteX3" fmla="*/ 1016983 w 1834926"/>
                <a:gd name="connsiteY3" fmla="*/ 1829317 h 1997677"/>
                <a:gd name="connsiteX4" fmla="*/ 930925 w 1834926"/>
                <a:gd name="connsiteY4" fmla="*/ 1997677 h 1997677"/>
                <a:gd name="connsiteX5" fmla="*/ 850447 w 1834926"/>
                <a:gd name="connsiteY5" fmla="*/ 1831542 h 1997677"/>
                <a:gd name="connsiteX6" fmla="*/ 823658 w 1834926"/>
                <a:gd name="connsiteY6" fmla="*/ 1830189 h 1997677"/>
                <a:gd name="connsiteX7" fmla="*/ 0 w 1834926"/>
                <a:gd name="connsiteY7" fmla="*/ 917463 h 1997677"/>
                <a:gd name="connsiteX8" fmla="*/ 917463 w 1834926"/>
                <a:gd name="connsiteY8" fmla="*/ 0 h 199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4926" h="1997677">
                  <a:moveTo>
                    <a:pt x="917463" y="0"/>
                  </a:moveTo>
                  <a:cubicBezTo>
                    <a:pt x="1424164" y="0"/>
                    <a:pt x="1834926" y="410762"/>
                    <a:pt x="1834926" y="917463"/>
                  </a:cubicBezTo>
                  <a:cubicBezTo>
                    <a:pt x="1834926" y="1360827"/>
                    <a:pt x="1520436" y="1730737"/>
                    <a:pt x="1102364" y="1816287"/>
                  </a:cubicBezTo>
                  <a:lnTo>
                    <a:pt x="1016983" y="1829317"/>
                  </a:lnTo>
                  <a:lnTo>
                    <a:pt x="930925" y="1997677"/>
                  </a:lnTo>
                  <a:lnTo>
                    <a:pt x="850447" y="1831542"/>
                  </a:lnTo>
                  <a:lnTo>
                    <a:pt x="823658" y="1830189"/>
                  </a:lnTo>
                  <a:cubicBezTo>
                    <a:pt x="361022" y="1783206"/>
                    <a:pt x="0" y="1392495"/>
                    <a:pt x="0" y="917463"/>
                  </a:cubicBezTo>
                  <a:cubicBezTo>
                    <a:pt x="0" y="410762"/>
                    <a:pt x="410762" y="0"/>
                    <a:pt x="917463"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54" name="KSO_Shape"/>
            <p:cNvSpPr/>
            <p:nvPr/>
          </p:nvSpPr>
          <p:spPr bwMode="auto">
            <a:xfrm>
              <a:off x="8272488" y="3431336"/>
              <a:ext cx="520284" cy="433570"/>
            </a:xfrm>
            <a:custGeom>
              <a:avLst/>
              <a:gdLst>
                <a:gd name="T0" fmla="*/ 2147483646 w 282"/>
                <a:gd name="T1" fmla="*/ 2147483646 h 235"/>
                <a:gd name="T2" fmla="*/ 2147483646 w 282"/>
                <a:gd name="T3" fmla="*/ 2147483646 h 235"/>
                <a:gd name="T4" fmla="*/ 2147483646 w 282"/>
                <a:gd name="T5" fmla="*/ 2147483646 h 235"/>
                <a:gd name="T6" fmla="*/ 2147483646 w 282"/>
                <a:gd name="T7" fmla="*/ 2147483646 h 235"/>
                <a:gd name="T8" fmla="*/ 2147483646 w 282"/>
                <a:gd name="T9" fmla="*/ 2147483646 h 235"/>
                <a:gd name="T10" fmla="*/ 2147483646 w 282"/>
                <a:gd name="T11" fmla="*/ 2147483646 h 235"/>
                <a:gd name="T12" fmla="*/ 2147483646 w 282"/>
                <a:gd name="T13" fmla="*/ 2147483646 h 235"/>
                <a:gd name="T14" fmla="*/ 2147483646 w 282"/>
                <a:gd name="T15" fmla="*/ 2147483646 h 235"/>
                <a:gd name="T16" fmla="*/ 2147483646 w 282"/>
                <a:gd name="T17" fmla="*/ 2147483646 h 235"/>
                <a:gd name="T18" fmla="*/ 2147483646 w 282"/>
                <a:gd name="T19" fmla="*/ 2147483646 h 235"/>
                <a:gd name="T20" fmla="*/ 2147483646 w 282"/>
                <a:gd name="T21" fmla="*/ 2147483646 h 235"/>
                <a:gd name="T22" fmla="*/ 2147483646 w 282"/>
                <a:gd name="T23" fmla="*/ 2147483646 h 235"/>
                <a:gd name="T24" fmla="*/ 2147483646 w 282"/>
                <a:gd name="T25" fmla="*/ 2147483646 h 235"/>
                <a:gd name="T26" fmla="*/ 2147483646 w 282"/>
                <a:gd name="T27" fmla="*/ 2147483646 h 235"/>
                <a:gd name="T28" fmla="*/ 2147483646 w 282"/>
                <a:gd name="T29" fmla="*/ 2147483646 h 235"/>
                <a:gd name="T30" fmla="*/ 2147483646 w 282"/>
                <a:gd name="T31" fmla="*/ 2147483646 h 235"/>
                <a:gd name="T32" fmla="*/ 2147483646 w 282"/>
                <a:gd name="T33" fmla="*/ 2147483646 h 235"/>
                <a:gd name="T34" fmla="*/ 2147483646 w 282"/>
                <a:gd name="T35" fmla="*/ 2147483646 h 235"/>
                <a:gd name="T36" fmla="*/ 2147483646 w 282"/>
                <a:gd name="T37" fmla="*/ 2147483646 h 235"/>
                <a:gd name="T38" fmla="*/ 2147483646 w 282"/>
                <a:gd name="T39" fmla="*/ 2147483646 h 235"/>
                <a:gd name="T40" fmla="*/ 2147483646 w 282"/>
                <a:gd name="T41" fmla="*/ 2147483646 h 235"/>
                <a:gd name="T42" fmla="*/ 2147483646 w 282"/>
                <a:gd name="T43" fmla="*/ 2147483646 h 235"/>
                <a:gd name="T44" fmla="*/ 2147483646 w 282"/>
                <a:gd name="T45" fmla="*/ 2147483646 h 235"/>
                <a:gd name="T46" fmla="*/ 2147483646 w 282"/>
                <a:gd name="T47" fmla="*/ 2147483646 h 235"/>
                <a:gd name="T48" fmla="*/ 2147483646 w 282"/>
                <a:gd name="T49" fmla="*/ 2147483646 h 235"/>
                <a:gd name="T50" fmla="*/ 2147483646 w 282"/>
                <a:gd name="T51" fmla="*/ 2147483646 h 235"/>
                <a:gd name="T52" fmla="*/ 2147483646 w 282"/>
                <a:gd name="T53" fmla="*/ 2147483646 h 235"/>
                <a:gd name="T54" fmla="*/ 2147483646 w 282"/>
                <a:gd name="T55" fmla="*/ 2147483646 h 235"/>
                <a:gd name="T56" fmla="*/ 2147483646 w 282"/>
                <a:gd name="T57" fmla="*/ 2147483646 h 235"/>
                <a:gd name="T58" fmla="*/ 2147483646 w 282"/>
                <a:gd name="T59" fmla="*/ 2147483646 h 235"/>
                <a:gd name="T60" fmla="*/ 2147483646 w 282"/>
                <a:gd name="T61" fmla="*/ 2147483646 h 235"/>
                <a:gd name="T62" fmla="*/ 2147483646 w 282"/>
                <a:gd name="T63" fmla="*/ 2147483646 h 235"/>
                <a:gd name="T64" fmla="*/ 2147483646 w 282"/>
                <a:gd name="T65" fmla="*/ 2147483646 h 235"/>
                <a:gd name="T66" fmla="*/ 2147483646 w 282"/>
                <a:gd name="T67" fmla="*/ 2147483646 h 235"/>
                <a:gd name="T68" fmla="*/ 2147483646 w 282"/>
                <a:gd name="T69" fmla="*/ 2147483646 h 235"/>
                <a:gd name="T70" fmla="*/ 2147483646 w 282"/>
                <a:gd name="T71" fmla="*/ 2147483646 h 235"/>
                <a:gd name="T72" fmla="*/ 2147483646 w 282"/>
                <a:gd name="T73" fmla="*/ 2147483646 h 235"/>
                <a:gd name="T74" fmla="*/ 2147483646 w 282"/>
                <a:gd name="T75" fmla="*/ 2147483646 h 235"/>
                <a:gd name="T76" fmla="*/ 2147483646 w 282"/>
                <a:gd name="T77" fmla="*/ 2147483646 h 235"/>
                <a:gd name="T78" fmla="*/ 2147483646 w 282"/>
                <a:gd name="T79" fmla="*/ 2147483646 h 235"/>
                <a:gd name="T80" fmla="*/ 2147483646 w 282"/>
                <a:gd name="T81" fmla="*/ 2147483646 h 235"/>
                <a:gd name="T82" fmla="*/ 2147483646 w 282"/>
                <a:gd name="T83" fmla="*/ 2147483646 h 235"/>
                <a:gd name="T84" fmla="*/ 2147483646 w 282"/>
                <a:gd name="T85" fmla="*/ 2147483646 h 235"/>
                <a:gd name="T86" fmla="*/ 2147483646 w 282"/>
                <a:gd name="T87" fmla="*/ 2147483646 h 235"/>
                <a:gd name="T88" fmla="*/ 2147483646 w 282"/>
                <a:gd name="T89" fmla="*/ 2147483646 h 235"/>
                <a:gd name="T90" fmla="*/ 2147483646 w 282"/>
                <a:gd name="T91" fmla="*/ 2147483646 h 235"/>
                <a:gd name="T92" fmla="*/ 2147483646 w 282"/>
                <a:gd name="T93" fmla="*/ 2147483646 h 235"/>
                <a:gd name="T94" fmla="*/ 2147483646 w 282"/>
                <a:gd name="T95" fmla="*/ 2147483646 h 235"/>
                <a:gd name="T96" fmla="*/ 2147483646 w 282"/>
                <a:gd name="T97" fmla="*/ 2147483646 h 235"/>
                <a:gd name="T98" fmla="*/ 2147483646 w 282"/>
                <a:gd name="T99" fmla="*/ 2147483646 h 235"/>
                <a:gd name="T100" fmla="*/ 2147483646 w 282"/>
                <a:gd name="T101" fmla="*/ 2147483646 h 235"/>
                <a:gd name="T102" fmla="*/ 0 w 282"/>
                <a:gd name="T103" fmla="*/ 2147483646 h 235"/>
                <a:gd name="T104" fmla="*/ 0 w 282"/>
                <a:gd name="T105" fmla="*/ 2147483646 h 235"/>
                <a:gd name="T106" fmla="*/ 2147483646 w 282"/>
                <a:gd name="T107" fmla="*/ 2147483646 h 235"/>
                <a:gd name="T108" fmla="*/ 2147483646 w 282"/>
                <a:gd name="T109" fmla="*/ 2147483646 h 235"/>
                <a:gd name="T110" fmla="*/ 2147483646 w 282"/>
                <a:gd name="T111" fmla="*/ 2147483646 h 235"/>
                <a:gd name="T112" fmla="*/ 2147483646 w 282"/>
                <a:gd name="T113" fmla="*/ 2147483646 h 235"/>
                <a:gd name="T114" fmla="*/ 2147483646 w 282"/>
                <a:gd name="T115" fmla="*/ 2147483646 h 235"/>
                <a:gd name="T116" fmla="*/ 2147483646 w 282"/>
                <a:gd name="T117" fmla="*/ 2147483646 h 235"/>
                <a:gd name="T118" fmla="*/ 2147483646 w 282"/>
                <a:gd name="T119" fmla="*/ 2147483646 h 235"/>
                <a:gd name="T120" fmla="*/ 2147483646 w 282"/>
                <a:gd name="T121" fmla="*/ 2147483646 h 235"/>
                <a:gd name="T122" fmla="*/ 2147483646 w 282"/>
                <a:gd name="T123" fmla="*/ 2147483646 h 23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2" h="235">
                  <a:moveTo>
                    <a:pt x="28" y="131"/>
                  </a:moveTo>
                  <a:cubicBezTo>
                    <a:pt x="28" y="53"/>
                    <a:pt x="28" y="53"/>
                    <a:pt x="28" y="53"/>
                  </a:cubicBezTo>
                  <a:cubicBezTo>
                    <a:pt x="28" y="44"/>
                    <a:pt x="36" y="36"/>
                    <a:pt x="46" y="36"/>
                  </a:cubicBezTo>
                  <a:cubicBezTo>
                    <a:pt x="62" y="36"/>
                    <a:pt x="62" y="36"/>
                    <a:pt x="62" y="36"/>
                  </a:cubicBezTo>
                  <a:cubicBezTo>
                    <a:pt x="62" y="148"/>
                    <a:pt x="62" y="148"/>
                    <a:pt x="62" y="148"/>
                  </a:cubicBezTo>
                  <a:cubicBezTo>
                    <a:pt x="46" y="148"/>
                    <a:pt x="46" y="148"/>
                    <a:pt x="46" y="148"/>
                  </a:cubicBezTo>
                  <a:cubicBezTo>
                    <a:pt x="36" y="148"/>
                    <a:pt x="28" y="140"/>
                    <a:pt x="28" y="131"/>
                  </a:cubicBezTo>
                  <a:close/>
                  <a:moveTo>
                    <a:pt x="214" y="131"/>
                  </a:moveTo>
                  <a:cubicBezTo>
                    <a:pt x="214" y="53"/>
                    <a:pt x="214" y="53"/>
                    <a:pt x="214" y="53"/>
                  </a:cubicBezTo>
                  <a:cubicBezTo>
                    <a:pt x="214" y="44"/>
                    <a:pt x="207" y="36"/>
                    <a:pt x="197" y="36"/>
                  </a:cubicBezTo>
                  <a:cubicBezTo>
                    <a:pt x="180" y="36"/>
                    <a:pt x="180" y="36"/>
                    <a:pt x="180" y="36"/>
                  </a:cubicBezTo>
                  <a:cubicBezTo>
                    <a:pt x="180" y="148"/>
                    <a:pt x="180" y="148"/>
                    <a:pt x="180" y="148"/>
                  </a:cubicBezTo>
                  <a:cubicBezTo>
                    <a:pt x="197" y="148"/>
                    <a:pt x="197" y="148"/>
                    <a:pt x="197" y="148"/>
                  </a:cubicBezTo>
                  <a:cubicBezTo>
                    <a:pt x="207" y="148"/>
                    <a:pt x="214" y="140"/>
                    <a:pt x="214" y="131"/>
                  </a:cubicBezTo>
                  <a:close/>
                  <a:moveTo>
                    <a:pt x="154" y="36"/>
                  </a:moveTo>
                  <a:cubicBezTo>
                    <a:pt x="152" y="21"/>
                    <a:pt x="143" y="13"/>
                    <a:pt x="131" y="13"/>
                  </a:cubicBezTo>
                  <a:cubicBezTo>
                    <a:pt x="112" y="13"/>
                    <a:pt x="112" y="13"/>
                    <a:pt x="112" y="13"/>
                  </a:cubicBezTo>
                  <a:cubicBezTo>
                    <a:pt x="100" y="13"/>
                    <a:pt x="91" y="21"/>
                    <a:pt x="89" y="36"/>
                  </a:cubicBezTo>
                  <a:cubicBezTo>
                    <a:pt x="77" y="36"/>
                    <a:pt x="77" y="36"/>
                    <a:pt x="77" y="36"/>
                  </a:cubicBezTo>
                  <a:cubicBezTo>
                    <a:pt x="77" y="148"/>
                    <a:pt x="77" y="148"/>
                    <a:pt x="77" y="148"/>
                  </a:cubicBezTo>
                  <a:cubicBezTo>
                    <a:pt x="166" y="148"/>
                    <a:pt x="166" y="148"/>
                    <a:pt x="166" y="148"/>
                  </a:cubicBezTo>
                  <a:cubicBezTo>
                    <a:pt x="166" y="36"/>
                    <a:pt x="166" y="36"/>
                    <a:pt x="166" y="36"/>
                  </a:cubicBezTo>
                  <a:lnTo>
                    <a:pt x="154" y="36"/>
                  </a:lnTo>
                  <a:close/>
                  <a:moveTo>
                    <a:pt x="101" y="36"/>
                  </a:moveTo>
                  <a:cubicBezTo>
                    <a:pt x="102" y="23"/>
                    <a:pt x="110" y="23"/>
                    <a:pt x="112" y="23"/>
                  </a:cubicBezTo>
                  <a:cubicBezTo>
                    <a:pt x="131" y="23"/>
                    <a:pt x="131" y="23"/>
                    <a:pt x="131" y="23"/>
                  </a:cubicBezTo>
                  <a:cubicBezTo>
                    <a:pt x="137" y="23"/>
                    <a:pt x="141" y="27"/>
                    <a:pt x="142" y="36"/>
                  </a:cubicBezTo>
                  <a:lnTo>
                    <a:pt x="101" y="36"/>
                  </a:lnTo>
                  <a:close/>
                  <a:moveTo>
                    <a:pt x="42" y="187"/>
                  </a:moveTo>
                  <a:cubicBezTo>
                    <a:pt x="28" y="187"/>
                    <a:pt x="17" y="198"/>
                    <a:pt x="17" y="211"/>
                  </a:cubicBezTo>
                  <a:cubicBezTo>
                    <a:pt x="17" y="224"/>
                    <a:pt x="28" y="235"/>
                    <a:pt x="42" y="235"/>
                  </a:cubicBezTo>
                  <a:cubicBezTo>
                    <a:pt x="55" y="235"/>
                    <a:pt x="66" y="224"/>
                    <a:pt x="66" y="211"/>
                  </a:cubicBezTo>
                  <a:cubicBezTo>
                    <a:pt x="66" y="198"/>
                    <a:pt x="55" y="187"/>
                    <a:pt x="42" y="187"/>
                  </a:cubicBezTo>
                  <a:close/>
                  <a:moveTo>
                    <a:pt x="42" y="224"/>
                  </a:moveTo>
                  <a:cubicBezTo>
                    <a:pt x="34" y="224"/>
                    <a:pt x="29" y="218"/>
                    <a:pt x="29" y="211"/>
                  </a:cubicBezTo>
                  <a:cubicBezTo>
                    <a:pt x="29" y="204"/>
                    <a:pt x="34" y="198"/>
                    <a:pt x="42" y="198"/>
                  </a:cubicBezTo>
                  <a:cubicBezTo>
                    <a:pt x="49" y="198"/>
                    <a:pt x="54" y="204"/>
                    <a:pt x="54" y="211"/>
                  </a:cubicBezTo>
                  <a:cubicBezTo>
                    <a:pt x="54" y="218"/>
                    <a:pt x="49" y="224"/>
                    <a:pt x="42" y="224"/>
                  </a:cubicBezTo>
                  <a:close/>
                  <a:moveTo>
                    <a:pt x="202" y="187"/>
                  </a:moveTo>
                  <a:cubicBezTo>
                    <a:pt x="188" y="187"/>
                    <a:pt x="177" y="198"/>
                    <a:pt x="177" y="211"/>
                  </a:cubicBezTo>
                  <a:cubicBezTo>
                    <a:pt x="177" y="224"/>
                    <a:pt x="188" y="235"/>
                    <a:pt x="202" y="235"/>
                  </a:cubicBezTo>
                  <a:cubicBezTo>
                    <a:pt x="215" y="235"/>
                    <a:pt x="226" y="224"/>
                    <a:pt x="226" y="211"/>
                  </a:cubicBezTo>
                  <a:cubicBezTo>
                    <a:pt x="226" y="198"/>
                    <a:pt x="215" y="187"/>
                    <a:pt x="202" y="187"/>
                  </a:cubicBezTo>
                  <a:close/>
                  <a:moveTo>
                    <a:pt x="202" y="224"/>
                  </a:moveTo>
                  <a:cubicBezTo>
                    <a:pt x="194" y="224"/>
                    <a:pt x="189" y="218"/>
                    <a:pt x="189" y="211"/>
                  </a:cubicBezTo>
                  <a:cubicBezTo>
                    <a:pt x="189" y="204"/>
                    <a:pt x="194" y="198"/>
                    <a:pt x="202" y="198"/>
                  </a:cubicBezTo>
                  <a:cubicBezTo>
                    <a:pt x="209" y="198"/>
                    <a:pt x="214" y="204"/>
                    <a:pt x="214" y="211"/>
                  </a:cubicBezTo>
                  <a:cubicBezTo>
                    <a:pt x="214" y="218"/>
                    <a:pt x="209" y="224"/>
                    <a:pt x="202" y="224"/>
                  </a:cubicBezTo>
                  <a:close/>
                  <a:moveTo>
                    <a:pt x="275" y="20"/>
                  </a:moveTo>
                  <a:cubicBezTo>
                    <a:pt x="246" y="36"/>
                    <a:pt x="246" y="36"/>
                    <a:pt x="246" y="36"/>
                  </a:cubicBezTo>
                  <a:cubicBezTo>
                    <a:pt x="246" y="179"/>
                    <a:pt x="246" y="179"/>
                    <a:pt x="246" y="179"/>
                  </a:cubicBezTo>
                  <a:cubicBezTo>
                    <a:pt x="0" y="179"/>
                    <a:pt x="0" y="179"/>
                    <a:pt x="0" y="179"/>
                  </a:cubicBezTo>
                  <a:cubicBezTo>
                    <a:pt x="0" y="140"/>
                    <a:pt x="0" y="140"/>
                    <a:pt x="0" y="140"/>
                  </a:cubicBezTo>
                  <a:cubicBezTo>
                    <a:pt x="19" y="140"/>
                    <a:pt x="19" y="140"/>
                    <a:pt x="19" y="140"/>
                  </a:cubicBezTo>
                  <a:cubicBezTo>
                    <a:pt x="19" y="160"/>
                    <a:pt x="19" y="160"/>
                    <a:pt x="19" y="160"/>
                  </a:cubicBezTo>
                  <a:cubicBezTo>
                    <a:pt x="226" y="160"/>
                    <a:pt x="226" y="160"/>
                    <a:pt x="226" y="160"/>
                  </a:cubicBezTo>
                  <a:cubicBezTo>
                    <a:pt x="226" y="31"/>
                    <a:pt x="226" y="31"/>
                    <a:pt x="226" y="31"/>
                  </a:cubicBezTo>
                  <a:cubicBezTo>
                    <a:pt x="226" y="31"/>
                    <a:pt x="226" y="30"/>
                    <a:pt x="226" y="29"/>
                  </a:cubicBezTo>
                  <a:cubicBezTo>
                    <a:pt x="227" y="26"/>
                    <a:pt x="228" y="23"/>
                    <a:pt x="231" y="22"/>
                  </a:cubicBezTo>
                  <a:cubicBezTo>
                    <a:pt x="266" y="3"/>
                    <a:pt x="266" y="3"/>
                    <a:pt x="266" y="3"/>
                  </a:cubicBezTo>
                  <a:cubicBezTo>
                    <a:pt x="271" y="0"/>
                    <a:pt x="277" y="2"/>
                    <a:pt x="279" y="7"/>
                  </a:cubicBezTo>
                  <a:cubicBezTo>
                    <a:pt x="282" y="12"/>
                    <a:pt x="280" y="17"/>
                    <a:pt x="275" y="20"/>
                  </a:cubicBezTo>
                  <a:close/>
                </a:path>
              </a:pathLst>
            </a:custGeom>
            <a:solidFill>
              <a:schemeClr val="bg1"/>
            </a:solidFill>
            <a:ln>
              <a:noFill/>
            </a:ln>
          </p:spPr>
          <p:txBody>
            <a:bodyPr anchor="ctr"/>
            <a:lstStyle/>
            <a:p>
              <a:endParaRPr lang="zh-CN" altLang="en-US" sz="2000">
                <a:solidFill>
                  <a:schemeClr val="bg1"/>
                </a:solidFill>
                <a:latin typeface="微软雅黑" panose="020B0503020204020204" pitchFamily="34" charset="-122"/>
                <a:ea typeface="微软雅黑" panose="020B0503020204020204" pitchFamily="34" charset="-122"/>
              </a:endParaRPr>
            </a:p>
          </p:txBody>
        </p:sp>
        <p:sp>
          <p:nvSpPr>
            <p:cNvPr id="55" name="文本框 63"/>
            <p:cNvSpPr txBox="1"/>
            <p:nvPr/>
          </p:nvSpPr>
          <p:spPr>
            <a:xfrm>
              <a:off x="7925165" y="3989043"/>
              <a:ext cx="1477034"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输入标题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56" name="矩形 55"/>
          <p:cNvSpPr/>
          <p:nvPr/>
        </p:nvSpPr>
        <p:spPr>
          <a:xfrm>
            <a:off x="2281163" y="3808550"/>
            <a:ext cx="1849962" cy="1212640"/>
          </a:xfrm>
          <a:prstGeom prst="rect">
            <a:avLst/>
          </a:prstGeom>
        </p:spPr>
        <p:txBody>
          <a:bodyPr wrap="square">
            <a:spAutoFit/>
          </a:bodyPr>
          <a:lstStyle/>
          <a:p>
            <a:pPr>
              <a:lnSpc>
                <a:spcPct val="130000"/>
              </a:lnSpc>
              <a:spcBef>
                <a:spcPct val="0"/>
              </a:spcBef>
              <a:buNone/>
            </a:pPr>
            <a:r>
              <a:rPr lang="zh-CN" altLang="en-US" sz="14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a:t>
            </a:r>
            <a:r>
              <a:rPr lang="zh-CN" altLang="en-US" sz="1400" dirty="0" smtClean="0">
                <a:solidFill>
                  <a:srgbClr val="2C3637"/>
                </a:solidFill>
                <a:latin typeface="微软雅黑" panose="020B0503020204020204" pitchFamily="34" charset="-122"/>
                <a:ea typeface="微软雅黑" panose="020B0503020204020204" pitchFamily="34" charset="-122"/>
              </a:rPr>
              <a:t>粘贴。</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57" name="矩形 56"/>
          <p:cNvSpPr/>
          <p:nvPr/>
        </p:nvSpPr>
        <p:spPr>
          <a:xfrm>
            <a:off x="4319633" y="3767554"/>
            <a:ext cx="1849962" cy="1212640"/>
          </a:xfrm>
          <a:prstGeom prst="rect">
            <a:avLst/>
          </a:prstGeom>
        </p:spPr>
        <p:txBody>
          <a:bodyPr wrap="square">
            <a:spAutoFit/>
          </a:bodyPr>
          <a:lstStyle/>
          <a:p>
            <a:pPr>
              <a:lnSpc>
                <a:spcPct val="130000"/>
              </a:lnSpc>
              <a:spcBef>
                <a:spcPct val="0"/>
              </a:spcBef>
              <a:buNone/>
            </a:pPr>
            <a:r>
              <a:rPr lang="zh-CN" altLang="en-US" sz="14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a:t>
            </a:r>
            <a:r>
              <a:rPr lang="zh-CN" altLang="en-US" sz="1400" dirty="0" smtClean="0">
                <a:solidFill>
                  <a:srgbClr val="2C3637"/>
                </a:solidFill>
                <a:latin typeface="微软雅黑" panose="020B0503020204020204" pitchFamily="34" charset="-122"/>
                <a:ea typeface="微软雅黑" panose="020B0503020204020204" pitchFamily="34" charset="-122"/>
              </a:rPr>
              <a:t>粘贴。</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58" name="矩形 57"/>
          <p:cNvSpPr/>
          <p:nvPr/>
        </p:nvSpPr>
        <p:spPr>
          <a:xfrm>
            <a:off x="6385619" y="3767554"/>
            <a:ext cx="1849962" cy="1212640"/>
          </a:xfrm>
          <a:prstGeom prst="rect">
            <a:avLst/>
          </a:prstGeom>
        </p:spPr>
        <p:txBody>
          <a:bodyPr wrap="square">
            <a:spAutoFit/>
          </a:bodyPr>
          <a:lstStyle/>
          <a:p>
            <a:pPr>
              <a:lnSpc>
                <a:spcPct val="130000"/>
              </a:lnSpc>
              <a:spcBef>
                <a:spcPct val="0"/>
              </a:spcBef>
              <a:buNone/>
            </a:pPr>
            <a:r>
              <a:rPr lang="zh-CN" altLang="en-US" sz="14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a:t>
            </a:r>
            <a:r>
              <a:rPr lang="zh-CN" altLang="en-US" sz="1400" dirty="0" smtClean="0">
                <a:solidFill>
                  <a:srgbClr val="2C3637"/>
                </a:solidFill>
                <a:latin typeface="微软雅黑" panose="020B0503020204020204" pitchFamily="34" charset="-122"/>
                <a:ea typeface="微软雅黑" panose="020B0503020204020204" pitchFamily="34" charset="-122"/>
              </a:rPr>
              <a:t>粘贴。</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59" name="矩形 58"/>
          <p:cNvSpPr/>
          <p:nvPr/>
        </p:nvSpPr>
        <p:spPr>
          <a:xfrm>
            <a:off x="8280073" y="3767554"/>
            <a:ext cx="1849962" cy="1212640"/>
          </a:xfrm>
          <a:prstGeom prst="rect">
            <a:avLst/>
          </a:prstGeom>
        </p:spPr>
        <p:txBody>
          <a:bodyPr wrap="square">
            <a:spAutoFit/>
          </a:bodyPr>
          <a:lstStyle/>
          <a:p>
            <a:pPr>
              <a:lnSpc>
                <a:spcPct val="130000"/>
              </a:lnSpc>
              <a:spcBef>
                <a:spcPct val="0"/>
              </a:spcBef>
              <a:buNone/>
            </a:pPr>
            <a:r>
              <a:rPr lang="zh-CN" altLang="en-US" sz="1400" dirty="0">
                <a:solidFill>
                  <a:srgbClr val="2C3637"/>
                </a:solidFill>
                <a:latin typeface="微软雅黑" panose="020B0503020204020204" pitchFamily="34" charset="-122"/>
                <a:ea typeface="微软雅黑" panose="020B0503020204020204" pitchFamily="34" charset="-122"/>
              </a:rPr>
              <a:t>您的内容打在这里，或者通过复制您的文本后，在此框中选择</a:t>
            </a:r>
            <a:r>
              <a:rPr lang="zh-CN" altLang="en-US" sz="1400" dirty="0" smtClean="0">
                <a:solidFill>
                  <a:srgbClr val="2C3637"/>
                </a:solidFill>
                <a:latin typeface="微软雅黑" panose="020B0503020204020204" pitchFamily="34" charset="-122"/>
                <a:ea typeface="微软雅黑" panose="020B0503020204020204" pitchFamily="34" charset="-122"/>
              </a:rPr>
              <a:t>粘贴。</a:t>
            </a:r>
            <a:endParaRPr lang="zh-CN" altLang="en-US" sz="1400" dirty="0">
              <a:solidFill>
                <a:srgbClr val="2C3637"/>
              </a:solidFill>
              <a:latin typeface="微软雅黑" panose="020B0503020204020204" pitchFamily="34" charset="-122"/>
              <a:ea typeface="微软雅黑" panose="020B0503020204020204" pitchFamily="34" charset="-122"/>
            </a:endParaRPr>
          </a:p>
        </p:txBody>
      </p:sp>
      <p:sp>
        <p:nvSpPr>
          <p:cNvPr id="60" name="文本框 61"/>
          <p:cNvSpPr txBox="1"/>
          <p:nvPr/>
        </p:nvSpPr>
        <p:spPr>
          <a:xfrm>
            <a:off x="1803759" y="5263295"/>
            <a:ext cx="1723549" cy="400110"/>
          </a:xfrm>
          <a:prstGeom prst="rect">
            <a:avLst/>
          </a:prstGeom>
          <a:noFill/>
        </p:spPr>
        <p:txBody>
          <a:bodyPr wrap="none" rtlCol="0">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a:solidFill>
                <a:srgbClr val="2C3637"/>
              </a:solidFill>
              <a:latin typeface="微软雅黑" panose="020B0503020204020204" pitchFamily="34" charset="-122"/>
              <a:ea typeface="微软雅黑" panose="020B0503020204020204" pitchFamily="34" charset="-122"/>
            </a:endParaRPr>
          </a:p>
        </p:txBody>
      </p:sp>
      <p:sp>
        <p:nvSpPr>
          <p:cNvPr id="61" name="矩形 60"/>
          <p:cNvSpPr/>
          <p:nvPr/>
        </p:nvSpPr>
        <p:spPr>
          <a:xfrm>
            <a:off x="1345059" y="5592840"/>
            <a:ext cx="2300749" cy="572464"/>
          </a:xfrm>
          <a:prstGeom prst="rect">
            <a:avLst/>
          </a:prstGeom>
        </p:spPr>
        <p:txBody>
          <a:bodyPr wrap="square">
            <a:spAutoFit/>
          </a:bodyPr>
          <a:lstStyle/>
          <a:p>
            <a:pPr algn="just">
              <a:lnSpc>
                <a:spcPct val="130000"/>
              </a:lnSpc>
            </a:pPr>
            <a:r>
              <a:rPr lang="zh-CN" altLang="en-US" sz="1200" dirty="0" smtClean="0">
                <a:solidFill>
                  <a:srgbClr val="2C3637"/>
                </a:solidFill>
                <a:latin typeface="微软雅黑" panose="020B0503020204020204" pitchFamily="34" charset="-122"/>
                <a:ea typeface="微软雅黑" panose="020B0503020204020204" pitchFamily="34" charset="-122"/>
              </a:rPr>
              <a:t>请在此输入您的详细文本信息和文字介绍信息。</a:t>
            </a:r>
            <a:endParaRPr lang="zh-CN" altLang="en-US" sz="1200" dirty="0">
              <a:solidFill>
                <a:srgbClr val="2C3637"/>
              </a:solidFill>
              <a:latin typeface="微软雅黑" panose="020B0503020204020204" pitchFamily="34" charset="-122"/>
              <a:ea typeface="微软雅黑" panose="020B0503020204020204" pitchFamily="34" charset="-122"/>
            </a:endParaRPr>
          </a:p>
        </p:txBody>
      </p:sp>
      <p:sp>
        <p:nvSpPr>
          <p:cNvPr id="62" name="文本框 64"/>
          <p:cNvSpPr txBox="1"/>
          <p:nvPr/>
        </p:nvSpPr>
        <p:spPr>
          <a:xfrm>
            <a:off x="1490738" y="5275155"/>
            <a:ext cx="263214" cy="338554"/>
          </a:xfrm>
          <a:prstGeom prst="rect">
            <a:avLst/>
          </a:prstGeom>
          <a:solidFill>
            <a:srgbClr val="2C3637"/>
          </a:solidFill>
        </p:spPr>
        <p:txBody>
          <a:bodyPr wrap="none" rtlCol="0">
            <a:spAutoFit/>
          </a:bodyPr>
          <a:lstStyle/>
          <a:p>
            <a:r>
              <a:rPr lang="en-US" altLang="zh-CN" sz="1600" dirty="0">
                <a:solidFill>
                  <a:schemeClr val="bg1"/>
                </a:solidFill>
                <a:latin typeface="Impact MT Std" pitchFamily="34" charset="0"/>
                <a:ea typeface="方正超粗黑简体" panose="03000509000000000000" pitchFamily="65" charset="-122"/>
                <a:cs typeface="Segoe UI Black" panose="020B0A02040204020203" pitchFamily="34" charset="0"/>
              </a:rPr>
              <a:t>1</a:t>
            </a:r>
            <a:endParaRPr lang="zh-CN" altLang="en-US" sz="1600" dirty="0">
              <a:solidFill>
                <a:schemeClr val="bg1"/>
              </a:solidFill>
              <a:latin typeface="Impact MT Std" pitchFamily="34" charset="0"/>
              <a:ea typeface="方正超粗黑简体" panose="03000509000000000000" pitchFamily="65" charset="-122"/>
              <a:cs typeface="Segoe UI Black" panose="020B0A02040204020203" pitchFamily="34" charset="0"/>
            </a:endParaRPr>
          </a:p>
        </p:txBody>
      </p:sp>
      <p:sp>
        <p:nvSpPr>
          <p:cNvPr id="63" name="文本框 61"/>
          <p:cNvSpPr txBox="1"/>
          <p:nvPr/>
        </p:nvSpPr>
        <p:spPr>
          <a:xfrm>
            <a:off x="4248524" y="5237214"/>
            <a:ext cx="1723549" cy="400110"/>
          </a:xfrm>
          <a:prstGeom prst="rect">
            <a:avLst/>
          </a:prstGeom>
          <a:noFill/>
        </p:spPr>
        <p:txBody>
          <a:bodyPr wrap="none" rtlCol="0">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a:solidFill>
                <a:srgbClr val="2C3637"/>
              </a:solidFill>
              <a:latin typeface="微软雅黑" panose="020B0503020204020204" pitchFamily="34" charset="-122"/>
              <a:ea typeface="微软雅黑" panose="020B0503020204020204" pitchFamily="34" charset="-122"/>
            </a:endParaRPr>
          </a:p>
        </p:txBody>
      </p:sp>
      <p:sp>
        <p:nvSpPr>
          <p:cNvPr id="64" name="矩形 63"/>
          <p:cNvSpPr/>
          <p:nvPr/>
        </p:nvSpPr>
        <p:spPr>
          <a:xfrm>
            <a:off x="3789824" y="5566759"/>
            <a:ext cx="2182249" cy="572464"/>
          </a:xfrm>
          <a:prstGeom prst="rect">
            <a:avLst/>
          </a:prstGeom>
        </p:spPr>
        <p:txBody>
          <a:bodyPr wrap="square">
            <a:spAutoFit/>
          </a:bodyPr>
          <a:lstStyle/>
          <a:p>
            <a:pPr algn="just">
              <a:lnSpc>
                <a:spcPct val="130000"/>
              </a:lnSpc>
            </a:pPr>
            <a:r>
              <a:rPr lang="zh-CN" altLang="en-US" sz="1200" dirty="0" smtClean="0">
                <a:solidFill>
                  <a:srgbClr val="2C3637"/>
                </a:solidFill>
                <a:latin typeface="微软雅黑" panose="020B0503020204020204" pitchFamily="34" charset="-122"/>
                <a:ea typeface="微软雅黑" panose="020B0503020204020204" pitchFamily="34" charset="-122"/>
              </a:rPr>
              <a:t>请在此输入您的详细文本信息和文字介绍信息。</a:t>
            </a:r>
            <a:endParaRPr lang="zh-CN" altLang="en-US" sz="1200" dirty="0">
              <a:solidFill>
                <a:srgbClr val="2C3637"/>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3935503" y="5249074"/>
            <a:ext cx="287258" cy="338554"/>
          </a:xfrm>
          <a:prstGeom prst="rect">
            <a:avLst/>
          </a:prstGeom>
          <a:solidFill>
            <a:srgbClr val="2C3637"/>
          </a:solidFill>
        </p:spPr>
        <p:txBody>
          <a:bodyPr wrap="none" rtlCol="0">
            <a:spAutoFit/>
          </a:bodyPr>
          <a:lstStyle/>
          <a:p>
            <a:r>
              <a:rPr lang="en-US" altLang="zh-CN" sz="1600" dirty="0">
                <a:solidFill>
                  <a:schemeClr val="bg1"/>
                </a:solidFill>
                <a:latin typeface="Impact MT Std" pitchFamily="34" charset="0"/>
                <a:ea typeface="方正超粗黑简体" panose="03000509000000000000" pitchFamily="65" charset="-122"/>
                <a:cs typeface="Segoe UI Black" panose="020B0A02040204020203" pitchFamily="34" charset="0"/>
              </a:rPr>
              <a:t>2</a:t>
            </a:r>
            <a:endParaRPr lang="zh-CN" altLang="en-US" sz="1600" dirty="0">
              <a:solidFill>
                <a:schemeClr val="bg1"/>
              </a:solidFill>
              <a:latin typeface="Impact MT Std" pitchFamily="34" charset="0"/>
              <a:ea typeface="方正超粗黑简体" panose="03000509000000000000" pitchFamily="65" charset="-122"/>
              <a:cs typeface="Segoe UI Black" panose="020B0A02040204020203" pitchFamily="34" charset="0"/>
            </a:endParaRPr>
          </a:p>
        </p:txBody>
      </p:sp>
      <p:sp>
        <p:nvSpPr>
          <p:cNvPr id="66" name="文本框 61"/>
          <p:cNvSpPr txBox="1"/>
          <p:nvPr/>
        </p:nvSpPr>
        <p:spPr>
          <a:xfrm>
            <a:off x="6749060" y="5237214"/>
            <a:ext cx="1723549" cy="400110"/>
          </a:xfrm>
          <a:prstGeom prst="rect">
            <a:avLst/>
          </a:prstGeom>
          <a:noFill/>
        </p:spPr>
        <p:txBody>
          <a:bodyPr wrap="none" rtlCol="0">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a:solidFill>
                <a:srgbClr val="2C3637"/>
              </a:solidFill>
              <a:latin typeface="微软雅黑" panose="020B0503020204020204" pitchFamily="34" charset="-122"/>
              <a:ea typeface="微软雅黑" panose="020B0503020204020204" pitchFamily="34" charset="-122"/>
            </a:endParaRPr>
          </a:p>
        </p:txBody>
      </p:sp>
      <p:sp>
        <p:nvSpPr>
          <p:cNvPr id="67" name="矩形 66"/>
          <p:cNvSpPr/>
          <p:nvPr/>
        </p:nvSpPr>
        <p:spPr>
          <a:xfrm>
            <a:off x="6290360" y="5566759"/>
            <a:ext cx="2182249" cy="572464"/>
          </a:xfrm>
          <a:prstGeom prst="rect">
            <a:avLst/>
          </a:prstGeom>
        </p:spPr>
        <p:txBody>
          <a:bodyPr wrap="square">
            <a:spAutoFit/>
          </a:bodyPr>
          <a:lstStyle/>
          <a:p>
            <a:pPr algn="just">
              <a:lnSpc>
                <a:spcPct val="130000"/>
              </a:lnSpc>
            </a:pPr>
            <a:r>
              <a:rPr lang="zh-CN" altLang="en-US" sz="1200" dirty="0" smtClean="0">
                <a:solidFill>
                  <a:srgbClr val="2C3637"/>
                </a:solidFill>
                <a:latin typeface="微软雅黑" panose="020B0503020204020204" pitchFamily="34" charset="-122"/>
                <a:ea typeface="微软雅黑" panose="020B0503020204020204" pitchFamily="34" charset="-122"/>
              </a:rPr>
              <a:t>请在此输入您的详细文本信息和文字介绍信息。</a:t>
            </a:r>
            <a:endParaRPr lang="zh-CN" altLang="en-US" sz="1200" dirty="0">
              <a:solidFill>
                <a:srgbClr val="2C3637"/>
              </a:solidFill>
              <a:latin typeface="微软雅黑" panose="020B0503020204020204" pitchFamily="34" charset="-122"/>
              <a:ea typeface="微软雅黑" panose="020B0503020204020204" pitchFamily="34" charset="-122"/>
            </a:endParaRPr>
          </a:p>
        </p:txBody>
      </p:sp>
      <p:sp>
        <p:nvSpPr>
          <p:cNvPr id="68" name="文本框 64"/>
          <p:cNvSpPr txBox="1"/>
          <p:nvPr/>
        </p:nvSpPr>
        <p:spPr>
          <a:xfrm>
            <a:off x="6436039" y="5249074"/>
            <a:ext cx="293670" cy="338554"/>
          </a:xfrm>
          <a:prstGeom prst="rect">
            <a:avLst/>
          </a:prstGeom>
          <a:solidFill>
            <a:srgbClr val="2C3637"/>
          </a:solidFill>
        </p:spPr>
        <p:txBody>
          <a:bodyPr wrap="none" rtlCol="0">
            <a:spAutoFit/>
          </a:bodyPr>
          <a:lstStyle/>
          <a:p>
            <a:r>
              <a:rPr lang="en-US" altLang="zh-CN" sz="1600" dirty="0">
                <a:solidFill>
                  <a:schemeClr val="bg1"/>
                </a:solidFill>
                <a:latin typeface="Impact MT Std" pitchFamily="34" charset="0"/>
                <a:ea typeface="方正超粗黑简体" panose="03000509000000000000" pitchFamily="65" charset="-122"/>
                <a:cs typeface="Segoe UI Black" panose="020B0A02040204020203" pitchFamily="34" charset="0"/>
              </a:rPr>
              <a:t>3</a:t>
            </a:r>
            <a:endParaRPr lang="zh-CN" altLang="en-US" sz="1600" dirty="0">
              <a:solidFill>
                <a:schemeClr val="bg1"/>
              </a:solidFill>
              <a:latin typeface="Impact MT Std" pitchFamily="34" charset="0"/>
              <a:ea typeface="方正超粗黑简体" panose="03000509000000000000" pitchFamily="65" charset="-122"/>
              <a:cs typeface="Segoe UI Black" panose="020B0A02040204020203" pitchFamily="34" charset="0"/>
            </a:endParaRPr>
          </a:p>
        </p:txBody>
      </p:sp>
      <p:sp>
        <p:nvSpPr>
          <p:cNvPr id="69" name="文本框 61"/>
          <p:cNvSpPr txBox="1"/>
          <p:nvPr/>
        </p:nvSpPr>
        <p:spPr>
          <a:xfrm>
            <a:off x="9177588" y="5237214"/>
            <a:ext cx="1723549" cy="400110"/>
          </a:xfrm>
          <a:prstGeom prst="rect">
            <a:avLst/>
          </a:prstGeom>
          <a:noFill/>
        </p:spPr>
        <p:txBody>
          <a:bodyPr wrap="none" rtlCol="0">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000" b="1" dirty="0">
              <a:solidFill>
                <a:srgbClr val="2C3637"/>
              </a:solidFill>
              <a:latin typeface="微软雅黑" panose="020B0503020204020204" pitchFamily="34" charset="-122"/>
              <a:ea typeface="微软雅黑" panose="020B0503020204020204" pitchFamily="34" charset="-122"/>
            </a:endParaRPr>
          </a:p>
        </p:txBody>
      </p:sp>
      <p:sp>
        <p:nvSpPr>
          <p:cNvPr id="70" name="矩形 69"/>
          <p:cNvSpPr/>
          <p:nvPr/>
        </p:nvSpPr>
        <p:spPr>
          <a:xfrm>
            <a:off x="8718888" y="5566759"/>
            <a:ext cx="2182249" cy="572464"/>
          </a:xfrm>
          <a:prstGeom prst="rect">
            <a:avLst/>
          </a:prstGeom>
        </p:spPr>
        <p:txBody>
          <a:bodyPr wrap="square">
            <a:spAutoFit/>
          </a:bodyPr>
          <a:lstStyle/>
          <a:p>
            <a:pPr algn="just">
              <a:lnSpc>
                <a:spcPct val="130000"/>
              </a:lnSpc>
            </a:pPr>
            <a:r>
              <a:rPr lang="zh-CN" altLang="en-US" sz="1200" dirty="0" smtClean="0">
                <a:solidFill>
                  <a:srgbClr val="2C3637"/>
                </a:solidFill>
                <a:latin typeface="微软雅黑" panose="020B0503020204020204" pitchFamily="34" charset="-122"/>
                <a:ea typeface="微软雅黑" panose="020B0503020204020204" pitchFamily="34" charset="-122"/>
              </a:rPr>
              <a:t>请在此输入您的详细文本信息和文字介绍信息。</a:t>
            </a:r>
            <a:endParaRPr lang="zh-CN" altLang="en-US" sz="1200" dirty="0">
              <a:solidFill>
                <a:srgbClr val="2C3637"/>
              </a:solidFill>
              <a:latin typeface="微软雅黑" panose="020B0503020204020204" pitchFamily="34" charset="-122"/>
              <a:ea typeface="微软雅黑" panose="020B0503020204020204" pitchFamily="34" charset="-122"/>
            </a:endParaRPr>
          </a:p>
        </p:txBody>
      </p:sp>
      <p:sp>
        <p:nvSpPr>
          <p:cNvPr id="71" name="文本框 64"/>
          <p:cNvSpPr txBox="1"/>
          <p:nvPr/>
        </p:nvSpPr>
        <p:spPr>
          <a:xfrm>
            <a:off x="8864567" y="5249074"/>
            <a:ext cx="287258" cy="338554"/>
          </a:xfrm>
          <a:prstGeom prst="rect">
            <a:avLst/>
          </a:prstGeom>
          <a:solidFill>
            <a:srgbClr val="2C3637"/>
          </a:solidFill>
        </p:spPr>
        <p:txBody>
          <a:bodyPr wrap="none" rtlCol="0">
            <a:spAutoFit/>
          </a:bodyPr>
          <a:lstStyle/>
          <a:p>
            <a:r>
              <a:rPr lang="en-US" altLang="zh-CN" sz="1600" dirty="0">
                <a:solidFill>
                  <a:schemeClr val="bg1"/>
                </a:solidFill>
                <a:latin typeface="Impact MT Std" pitchFamily="34" charset="0"/>
                <a:ea typeface="方正超粗黑简体" panose="03000509000000000000" pitchFamily="65" charset="-122"/>
                <a:cs typeface="Segoe UI Black" panose="020B0A02040204020203" pitchFamily="34" charset="0"/>
              </a:rPr>
              <a:t>4</a:t>
            </a:r>
            <a:endParaRPr lang="zh-CN" altLang="en-US" sz="1600" dirty="0">
              <a:solidFill>
                <a:schemeClr val="bg1"/>
              </a:solidFill>
              <a:latin typeface="Impact MT Std" pitchFamily="34" charset="0"/>
              <a:ea typeface="方正超粗黑简体" panose="03000509000000000000" pitchFamily="65" charset="-122"/>
              <a:cs typeface="Segoe UI Black" panose="020B0A02040204020203" pitchFamily="34" charset="0"/>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 calcmode="lin" valueType="num">
                                      <p:cBhvr>
                                        <p:cTn id="9" dur="500" fill="hold"/>
                                        <p:tgtEl>
                                          <p:spTgt spid="35"/>
                                        </p:tgtEl>
                                        <p:attrNameLst>
                                          <p:attrName>style.rotation</p:attrName>
                                        </p:attrNameLst>
                                      </p:cBhvr>
                                      <p:tavLst>
                                        <p:tav tm="0">
                                          <p:val>
                                            <p:fltVal val="360"/>
                                          </p:val>
                                        </p:tav>
                                        <p:tav tm="100000">
                                          <p:val>
                                            <p:fltVal val="0"/>
                                          </p:val>
                                        </p:tav>
                                      </p:tavLst>
                                    </p:anim>
                                    <p:animEffect transition="in" filter="fade">
                                      <p:cBhvr>
                                        <p:cTn id="10" dur="500"/>
                                        <p:tgtEl>
                                          <p:spTgt spid="3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wipe(left)">
                                      <p:cBhvr>
                                        <p:cTn id="14" dur="3000"/>
                                        <p:tgtEl>
                                          <p:spTgt spid="34"/>
                                        </p:tgtEl>
                                      </p:cBhvr>
                                    </p:animEffect>
                                  </p:childTnLst>
                                </p:cTn>
                              </p:par>
                              <p:par>
                                <p:cTn id="15" presetID="49" presetClass="entr" presetSubtype="0" decel="100000" fill="hold" grpId="0" nodeType="withEffect">
                                  <p:stCondLst>
                                    <p:cond delay="250"/>
                                  </p:stCondLst>
                                  <p:childTnLst>
                                    <p:set>
                                      <p:cBhvr>
                                        <p:cTn id="16" dur="1" fill="hold">
                                          <p:stCondLst>
                                            <p:cond delay="0"/>
                                          </p:stCondLst>
                                        </p:cTn>
                                        <p:tgtEl>
                                          <p:spTgt spid="37"/>
                                        </p:tgtEl>
                                        <p:attrNameLst>
                                          <p:attrName>style.visibility</p:attrName>
                                        </p:attrNameLst>
                                      </p:cBhvr>
                                      <p:to>
                                        <p:strVal val="visible"/>
                                      </p:to>
                                    </p:set>
                                    <p:anim calcmode="lin" valueType="num">
                                      <p:cBhvr>
                                        <p:cTn id="17" dur="500" fill="hold"/>
                                        <p:tgtEl>
                                          <p:spTgt spid="37"/>
                                        </p:tgtEl>
                                        <p:attrNameLst>
                                          <p:attrName>ppt_w</p:attrName>
                                        </p:attrNameLst>
                                      </p:cBhvr>
                                      <p:tavLst>
                                        <p:tav tm="0">
                                          <p:val>
                                            <p:fltVal val="0"/>
                                          </p:val>
                                        </p:tav>
                                        <p:tav tm="100000">
                                          <p:val>
                                            <p:strVal val="#ppt_w"/>
                                          </p:val>
                                        </p:tav>
                                      </p:tavLst>
                                    </p:anim>
                                    <p:anim calcmode="lin" valueType="num">
                                      <p:cBhvr>
                                        <p:cTn id="18" dur="500" fill="hold"/>
                                        <p:tgtEl>
                                          <p:spTgt spid="37"/>
                                        </p:tgtEl>
                                        <p:attrNameLst>
                                          <p:attrName>ppt_h</p:attrName>
                                        </p:attrNameLst>
                                      </p:cBhvr>
                                      <p:tavLst>
                                        <p:tav tm="0">
                                          <p:val>
                                            <p:fltVal val="0"/>
                                          </p:val>
                                        </p:tav>
                                        <p:tav tm="100000">
                                          <p:val>
                                            <p:strVal val="#ppt_h"/>
                                          </p:val>
                                        </p:tav>
                                      </p:tavLst>
                                    </p:anim>
                                    <p:anim calcmode="lin" valueType="num">
                                      <p:cBhvr>
                                        <p:cTn id="19" dur="500" fill="hold"/>
                                        <p:tgtEl>
                                          <p:spTgt spid="37"/>
                                        </p:tgtEl>
                                        <p:attrNameLst>
                                          <p:attrName>style.rotation</p:attrName>
                                        </p:attrNameLst>
                                      </p:cBhvr>
                                      <p:tavLst>
                                        <p:tav tm="0">
                                          <p:val>
                                            <p:fltVal val="360"/>
                                          </p:val>
                                        </p:tav>
                                        <p:tav tm="100000">
                                          <p:val>
                                            <p:fltVal val="0"/>
                                          </p:val>
                                        </p:tav>
                                      </p:tavLst>
                                    </p:anim>
                                    <p:animEffect transition="in" filter="fade">
                                      <p:cBhvr>
                                        <p:cTn id="20" dur="500"/>
                                        <p:tgtEl>
                                          <p:spTgt spid="37"/>
                                        </p:tgtEl>
                                      </p:cBhvr>
                                    </p:animEffect>
                                  </p:childTnLst>
                                </p:cTn>
                              </p:par>
                              <p:par>
                                <p:cTn id="21" presetID="49" presetClass="entr" presetSubtype="0" decel="100000" fill="hold" grpId="0" nodeType="withEffect">
                                  <p:stCondLst>
                                    <p:cond delay="750"/>
                                  </p:stCondLst>
                                  <p:childTnLst>
                                    <p:set>
                                      <p:cBhvr>
                                        <p:cTn id="22" dur="1" fill="hold">
                                          <p:stCondLst>
                                            <p:cond delay="0"/>
                                          </p:stCondLst>
                                        </p:cTn>
                                        <p:tgtEl>
                                          <p:spTgt spid="38"/>
                                        </p:tgtEl>
                                        <p:attrNameLst>
                                          <p:attrName>style.visibility</p:attrName>
                                        </p:attrNameLst>
                                      </p:cBhvr>
                                      <p:to>
                                        <p:strVal val="visible"/>
                                      </p:to>
                                    </p:set>
                                    <p:anim calcmode="lin" valueType="num">
                                      <p:cBhvr>
                                        <p:cTn id="23" dur="500" fill="hold"/>
                                        <p:tgtEl>
                                          <p:spTgt spid="38"/>
                                        </p:tgtEl>
                                        <p:attrNameLst>
                                          <p:attrName>ppt_w</p:attrName>
                                        </p:attrNameLst>
                                      </p:cBhvr>
                                      <p:tavLst>
                                        <p:tav tm="0">
                                          <p:val>
                                            <p:fltVal val="0"/>
                                          </p:val>
                                        </p:tav>
                                        <p:tav tm="100000">
                                          <p:val>
                                            <p:strVal val="#ppt_w"/>
                                          </p:val>
                                        </p:tav>
                                      </p:tavLst>
                                    </p:anim>
                                    <p:anim calcmode="lin" valueType="num">
                                      <p:cBhvr>
                                        <p:cTn id="24" dur="500" fill="hold"/>
                                        <p:tgtEl>
                                          <p:spTgt spid="38"/>
                                        </p:tgtEl>
                                        <p:attrNameLst>
                                          <p:attrName>ppt_h</p:attrName>
                                        </p:attrNameLst>
                                      </p:cBhvr>
                                      <p:tavLst>
                                        <p:tav tm="0">
                                          <p:val>
                                            <p:fltVal val="0"/>
                                          </p:val>
                                        </p:tav>
                                        <p:tav tm="100000">
                                          <p:val>
                                            <p:strVal val="#ppt_h"/>
                                          </p:val>
                                        </p:tav>
                                      </p:tavLst>
                                    </p:anim>
                                    <p:anim calcmode="lin" valueType="num">
                                      <p:cBhvr>
                                        <p:cTn id="25" dur="500" fill="hold"/>
                                        <p:tgtEl>
                                          <p:spTgt spid="38"/>
                                        </p:tgtEl>
                                        <p:attrNameLst>
                                          <p:attrName>style.rotation</p:attrName>
                                        </p:attrNameLst>
                                      </p:cBhvr>
                                      <p:tavLst>
                                        <p:tav tm="0">
                                          <p:val>
                                            <p:fltVal val="360"/>
                                          </p:val>
                                        </p:tav>
                                        <p:tav tm="100000">
                                          <p:val>
                                            <p:fltVal val="0"/>
                                          </p:val>
                                        </p:tav>
                                      </p:tavLst>
                                    </p:anim>
                                    <p:animEffect transition="in" filter="fade">
                                      <p:cBhvr>
                                        <p:cTn id="26" dur="500"/>
                                        <p:tgtEl>
                                          <p:spTgt spid="38"/>
                                        </p:tgtEl>
                                      </p:cBhvr>
                                    </p:animEffect>
                                  </p:childTnLst>
                                </p:cTn>
                              </p:par>
                              <p:par>
                                <p:cTn id="27" presetID="49" presetClass="entr" presetSubtype="0" decel="100000" fill="hold" grpId="0" nodeType="withEffect">
                                  <p:stCondLst>
                                    <p:cond delay="1250"/>
                                  </p:stCondLst>
                                  <p:childTnLst>
                                    <p:set>
                                      <p:cBhvr>
                                        <p:cTn id="28" dur="1" fill="hold">
                                          <p:stCondLst>
                                            <p:cond delay="0"/>
                                          </p:stCondLst>
                                        </p:cTn>
                                        <p:tgtEl>
                                          <p:spTgt spid="39"/>
                                        </p:tgtEl>
                                        <p:attrNameLst>
                                          <p:attrName>style.visibility</p:attrName>
                                        </p:attrNameLst>
                                      </p:cBhvr>
                                      <p:to>
                                        <p:strVal val="visible"/>
                                      </p:to>
                                    </p:set>
                                    <p:anim calcmode="lin" valueType="num">
                                      <p:cBhvr>
                                        <p:cTn id="29" dur="500" fill="hold"/>
                                        <p:tgtEl>
                                          <p:spTgt spid="39"/>
                                        </p:tgtEl>
                                        <p:attrNameLst>
                                          <p:attrName>ppt_w</p:attrName>
                                        </p:attrNameLst>
                                      </p:cBhvr>
                                      <p:tavLst>
                                        <p:tav tm="0">
                                          <p:val>
                                            <p:fltVal val="0"/>
                                          </p:val>
                                        </p:tav>
                                        <p:tav tm="100000">
                                          <p:val>
                                            <p:strVal val="#ppt_w"/>
                                          </p:val>
                                        </p:tav>
                                      </p:tavLst>
                                    </p:anim>
                                    <p:anim calcmode="lin" valueType="num">
                                      <p:cBhvr>
                                        <p:cTn id="30" dur="500" fill="hold"/>
                                        <p:tgtEl>
                                          <p:spTgt spid="39"/>
                                        </p:tgtEl>
                                        <p:attrNameLst>
                                          <p:attrName>ppt_h</p:attrName>
                                        </p:attrNameLst>
                                      </p:cBhvr>
                                      <p:tavLst>
                                        <p:tav tm="0">
                                          <p:val>
                                            <p:fltVal val="0"/>
                                          </p:val>
                                        </p:tav>
                                        <p:tav tm="100000">
                                          <p:val>
                                            <p:strVal val="#ppt_h"/>
                                          </p:val>
                                        </p:tav>
                                      </p:tavLst>
                                    </p:anim>
                                    <p:anim calcmode="lin" valueType="num">
                                      <p:cBhvr>
                                        <p:cTn id="31" dur="500" fill="hold"/>
                                        <p:tgtEl>
                                          <p:spTgt spid="39"/>
                                        </p:tgtEl>
                                        <p:attrNameLst>
                                          <p:attrName>style.rotation</p:attrName>
                                        </p:attrNameLst>
                                      </p:cBhvr>
                                      <p:tavLst>
                                        <p:tav tm="0">
                                          <p:val>
                                            <p:fltVal val="360"/>
                                          </p:val>
                                        </p:tav>
                                        <p:tav tm="100000">
                                          <p:val>
                                            <p:fltVal val="0"/>
                                          </p:val>
                                        </p:tav>
                                      </p:tavLst>
                                    </p:anim>
                                    <p:animEffect transition="in" filter="fade">
                                      <p:cBhvr>
                                        <p:cTn id="32" dur="500"/>
                                        <p:tgtEl>
                                          <p:spTgt spid="39"/>
                                        </p:tgtEl>
                                      </p:cBhvr>
                                    </p:animEffect>
                                  </p:childTnLst>
                                </p:cTn>
                              </p:par>
                              <p:par>
                                <p:cTn id="33" presetID="49" presetClass="entr" presetSubtype="0" decel="100000" fill="hold" grpId="0" nodeType="withEffect">
                                  <p:stCondLst>
                                    <p:cond delay="1750"/>
                                  </p:stCondLst>
                                  <p:childTnLst>
                                    <p:set>
                                      <p:cBhvr>
                                        <p:cTn id="34" dur="1" fill="hold">
                                          <p:stCondLst>
                                            <p:cond delay="0"/>
                                          </p:stCondLst>
                                        </p:cTn>
                                        <p:tgtEl>
                                          <p:spTgt spid="40"/>
                                        </p:tgtEl>
                                        <p:attrNameLst>
                                          <p:attrName>style.visibility</p:attrName>
                                        </p:attrNameLst>
                                      </p:cBhvr>
                                      <p:to>
                                        <p:strVal val="visible"/>
                                      </p:to>
                                    </p:set>
                                    <p:anim calcmode="lin" valueType="num">
                                      <p:cBhvr>
                                        <p:cTn id="35" dur="500" fill="hold"/>
                                        <p:tgtEl>
                                          <p:spTgt spid="40"/>
                                        </p:tgtEl>
                                        <p:attrNameLst>
                                          <p:attrName>ppt_w</p:attrName>
                                        </p:attrNameLst>
                                      </p:cBhvr>
                                      <p:tavLst>
                                        <p:tav tm="0">
                                          <p:val>
                                            <p:fltVal val="0"/>
                                          </p:val>
                                        </p:tav>
                                        <p:tav tm="100000">
                                          <p:val>
                                            <p:strVal val="#ppt_w"/>
                                          </p:val>
                                        </p:tav>
                                      </p:tavLst>
                                    </p:anim>
                                    <p:anim calcmode="lin" valueType="num">
                                      <p:cBhvr>
                                        <p:cTn id="36" dur="500" fill="hold"/>
                                        <p:tgtEl>
                                          <p:spTgt spid="40"/>
                                        </p:tgtEl>
                                        <p:attrNameLst>
                                          <p:attrName>ppt_h</p:attrName>
                                        </p:attrNameLst>
                                      </p:cBhvr>
                                      <p:tavLst>
                                        <p:tav tm="0">
                                          <p:val>
                                            <p:fltVal val="0"/>
                                          </p:val>
                                        </p:tav>
                                        <p:tav tm="100000">
                                          <p:val>
                                            <p:strVal val="#ppt_h"/>
                                          </p:val>
                                        </p:tav>
                                      </p:tavLst>
                                    </p:anim>
                                    <p:anim calcmode="lin" valueType="num">
                                      <p:cBhvr>
                                        <p:cTn id="37" dur="500" fill="hold"/>
                                        <p:tgtEl>
                                          <p:spTgt spid="40"/>
                                        </p:tgtEl>
                                        <p:attrNameLst>
                                          <p:attrName>style.rotation</p:attrName>
                                        </p:attrNameLst>
                                      </p:cBhvr>
                                      <p:tavLst>
                                        <p:tav tm="0">
                                          <p:val>
                                            <p:fltVal val="360"/>
                                          </p:val>
                                        </p:tav>
                                        <p:tav tm="100000">
                                          <p:val>
                                            <p:fltVal val="0"/>
                                          </p:val>
                                        </p:tav>
                                      </p:tavLst>
                                    </p:anim>
                                    <p:animEffect transition="in" filter="fade">
                                      <p:cBhvr>
                                        <p:cTn id="38" dur="500"/>
                                        <p:tgtEl>
                                          <p:spTgt spid="40"/>
                                        </p:tgtEl>
                                      </p:cBhvr>
                                    </p:animEffect>
                                  </p:childTnLst>
                                </p:cTn>
                              </p:par>
                              <p:par>
                                <p:cTn id="39" presetID="49" presetClass="entr" presetSubtype="0" decel="100000" fill="hold" grpId="0" nodeType="withEffect">
                                  <p:stCondLst>
                                    <p:cond delay="2250"/>
                                  </p:stCondLst>
                                  <p:childTnLst>
                                    <p:set>
                                      <p:cBhvr>
                                        <p:cTn id="40" dur="1" fill="hold">
                                          <p:stCondLst>
                                            <p:cond delay="0"/>
                                          </p:stCondLst>
                                        </p:cTn>
                                        <p:tgtEl>
                                          <p:spTgt spid="36"/>
                                        </p:tgtEl>
                                        <p:attrNameLst>
                                          <p:attrName>style.visibility</p:attrName>
                                        </p:attrNameLst>
                                      </p:cBhvr>
                                      <p:to>
                                        <p:strVal val="visible"/>
                                      </p:to>
                                    </p:set>
                                    <p:anim calcmode="lin" valueType="num">
                                      <p:cBhvr>
                                        <p:cTn id="41" dur="500" fill="hold"/>
                                        <p:tgtEl>
                                          <p:spTgt spid="36"/>
                                        </p:tgtEl>
                                        <p:attrNameLst>
                                          <p:attrName>ppt_w</p:attrName>
                                        </p:attrNameLst>
                                      </p:cBhvr>
                                      <p:tavLst>
                                        <p:tav tm="0">
                                          <p:val>
                                            <p:fltVal val="0"/>
                                          </p:val>
                                        </p:tav>
                                        <p:tav tm="100000">
                                          <p:val>
                                            <p:strVal val="#ppt_w"/>
                                          </p:val>
                                        </p:tav>
                                      </p:tavLst>
                                    </p:anim>
                                    <p:anim calcmode="lin" valueType="num">
                                      <p:cBhvr>
                                        <p:cTn id="42" dur="500" fill="hold"/>
                                        <p:tgtEl>
                                          <p:spTgt spid="36"/>
                                        </p:tgtEl>
                                        <p:attrNameLst>
                                          <p:attrName>ppt_h</p:attrName>
                                        </p:attrNameLst>
                                      </p:cBhvr>
                                      <p:tavLst>
                                        <p:tav tm="0">
                                          <p:val>
                                            <p:fltVal val="0"/>
                                          </p:val>
                                        </p:tav>
                                        <p:tav tm="100000">
                                          <p:val>
                                            <p:strVal val="#ppt_h"/>
                                          </p:val>
                                        </p:tav>
                                      </p:tavLst>
                                    </p:anim>
                                    <p:anim calcmode="lin" valueType="num">
                                      <p:cBhvr>
                                        <p:cTn id="43" dur="500" fill="hold"/>
                                        <p:tgtEl>
                                          <p:spTgt spid="36"/>
                                        </p:tgtEl>
                                        <p:attrNameLst>
                                          <p:attrName>style.rotation</p:attrName>
                                        </p:attrNameLst>
                                      </p:cBhvr>
                                      <p:tavLst>
                                        <p:tav tm="0">
                                          <p:val>
                                            <p:fltVal val="360"/>
                                          </p:val>
                                        </p:tav>
                                        <p:tav tm="100000">
                                          <p:val>
                                            <p:fltVal val="0"/>
                                          </p:val>
                                        </p:tav>
                                      </p:tavLst>
                                    </p:anim>
                                    <p:animEffect transition="in" filter="fade">
                                      <p:cBhvr>
                                        <p:cTn id="44" dur="500"/>
                                        <p:tgtEl>
                                          <p:spTgt spid="36"/>
                                        </p:tgtEl>
                                      </p:cBhvr>
                                    </p:animEffect>
                                  </p:childTnLst>
                                </p:cTn>
                              </p:par>
                            </p:childTnLst>
                          </p:cTn>
                        </p:par>
                        <p:par>
                          <p:cTn id="45" fill="hold">
                            <p:stCondLst>
                              <p:cond delay="3500"/>
                            </p:stCondLst>
                            <p:childTnLst>
                              <p:par>
                                <p:cTn id="46" presetID="42" presetClass="entr" presetSubtype="0"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1000"/>
                                        <p:tgtEl>
                                          <p:spTgt spid="41"/>
                                        </p:tgtEl>
                                      </p:cBhvr>
                                    </p:animEffect>
                                    <p:anim calcmode="lin" valueType="num">
                                      <p:cBhvr>
                                        <p:cTn id="49" dur="1000" fill="hold"/>
                                        <p:tgtEl>
                                          <p:spTgt spid="41"/>
                                        </p:tgtEl>
                                        <p:attrNameLst>
                                          <p:attrName>ppt_x</p:attrName>
                                        </p:attrNameLst>
                                      </p:cBhvr>
                                      <p:tavLst>
                                        <p:tav tm="0">
                                          <p:val>
                                            <p:strVal val="#ppt_x"/>
                                          </p:val>
                                        </p:tav>
                                        <p:tav tm="100000">
                                          <p:val>
                                            <p:strVal val="#ppt_x"/>
                                          </p:val>
                                        </p:tav>
                                      </p:tavLst>
                                    </p:anim>
                                    <p:anim calcmode="lin" valueType="num">
                                      <p:cBhvr>
                                        <p:cTn id="50" dur="1000" fill="hold"/>
                                        <p:tgtEl>
                                          <p:spTgt spid="41"/>
                                        </p:tgtEl>
                                        <p:attrNameLst>
                                          <p:attrName>ppt_y</p:attrName>
                                        </p:attrNameLst>
                                      </p:cBhvr>
                                      <p:tavLst>
                                        <p:tav tm="0">
                                          <p:val>
                                            <p:strVal val="#ppt_y+.1"/>
                                          </p:val>
                                        </p:tav>
                                        <p:tav tm="100000">
                                          <p:val>
                                            <p:strVal val="#ppt_y"/>
                                          </p:val>
                                        </p:tav>
                                      </p:tavLst>
                                    </p:anim>
                                  </p:childTnLst>
                                </p:cTn>
                              </p:par>
                            </p:childTnLst>
                          </p:cTn>
                        </p:par>
                        <p:par>
                          <p:cTn id="51" fill="hold">
                            <p:stCondLst>
                              <p:cond delay="4500"/>
                            </p:stCondLst>
                            <p:childTnLst>
                              <p:par>
                                <p:cTn id="52" presetID="42" presetClass="entr" presetSubtype="0" fill="hold" nodeType="after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1000"/>
                                        <p:tgtEl>
                                          <p:spTgt spid="47"/>
                                        </p:tgtEl>
                                      </p:cBhvr>
                                    </p:animEffect>
                                    <p:anim calcmode="lin" valueType="num">
                                      <p:cBhvr>
                                        <p:cTn id="55" dur="1000" fill="hold"/>
                                        <p:tgtEl>
                                          <p:spTgt spid="47"/>
                                        </p:tgtEl>
                                        <p:attrNameLst>
                                          <p:attrName>ppt_x</p:attrName>
                                        </p:attrNameLst>
                                      </p:cBhvr>
                                      <p:tavLst>
                                        <p:tav tm="0">
                                          <p:val>
                                            <p:strVal val="#ppt_x"/>
                                          </p:val>
                                        </p:tav>
                                        <p:tav tm="100000">
                                          <p:val>
                                            <p:strVal val="#ppt_x"/>
                                          </p:val>
                                        </p:tav>
                                      </p:tavLst>
                                    </p:anim>
                                    <p:anim calcmode="lin" valueType="num">
                                      <p:cBhvr>
                                        <p:cTn id="56" dur="1000" fill="hold"/>
                                        <p:tgtEl>
                                          <p:spTgt spid="47"/>
                                        </p:tgtEl>
                                        <p:attrNameLst>
                                          <p:attrName>ppt_y</p:attrName>
                                        </p:attrNameLst>
                                      </p:cBhvr>
                                      <p:tavLst>
                                        <p:tav tm="0">
                                          <p:val>
                                            <p:strVal val="#ppt_y+.1"/>
                                          </p:val>
                                        </p:tav>
                                        <p:tav tm="100000">
                                          <p:val>
                                            <p:strVal val="#ppt_y"/>
                                          </p:val>
                                        </p:tav>
                                      </p:tavLst>
                                    </p:anim>
                                  </p:childTnLst>
                                </p:cTn>
                              </p:par>
                            </p:childTnLst>
                          </p:cTn>
                        </p:par>
                        <p:par>
                          <p:cTn id="57" fill="hold">
                            <p:stCondLst>
                              <p:cond delay="5500"/>
                            </p:stCondLst>
                            <p:childTnLst>
                              <p:par>
                                <p:cTn id="58" presetID="42" presetClass="entr" presetSubtype="0" fill="hold"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1000"/>
                                        <p:tgtEl>
                                          <p:spTgt spid="30"/>
                                        </p:tgtEl>
                                      </p:cBhvr>
                                    </p:animEffect>
                                    <p:anim calcmode="lin" valueType="num">
                                      <p:cBhvr>
                                        <p:cTn id="61" dur="1000" fill="hold"/>
                                        <p:tgtEl>
                                          <p:spTgt spid="30"/>
                                        </p:tgtEl>
                                        <p:attrNameLst>
                                          <p:attrName>ppt_x</p:attrName>
                                        </p:attrNameLst>
                                      </p:cBhvr>
                                      <p:tavLst>
                                        <p:tav tm="0">
                                          <p:val>
                                            <p:strVal val="#ppt_x"/>
                                          </p:val>
                                        </p:tav>
                                        <p:tav tm="100000">
                                          <p:val>
                                            <p:strVal val="#ppt_x"/>
                                          </p:val>
                                        </p:tav>
                                      </p:tavLst>
                                    </p:anim>
                                    <p:anim calcmode="lin" valueType="num">
                                      <p:cBhvr>
                                        <p:cTn id="62" dur="1000" fill="hold"/>
                                        <p:tgtEl>
                                          <p:spTgt spid="30"/>
                                        </p:tgtEl>
                                        <p:attrNameLst>
                                          <p:attrName>ppt_y</p:attrName>
                                        </p:attrNameLst>
                                      </p:cBhvr>
                                      <p:tavLst>
                                        <p:tav tm="0">
                                          <p:val>
                                            <p:strVal val="#ppt_y+.1"/>
                                          </p:val>
                                        </p:tav>
                                        <p:tav tm="100000">
                                          <p:val>
                                            <p:strVal val="#ppt_y"/>
                                          </p:val>
                                        </p:tav>
                                      </p:tavLst>
                                    </p:anim>
                                  </p:childTnLst>
                                </p:cTn>
                              </p:par>
                            </p:childTnLst>
                          </p:cTn>
                        </p:par>
                        <p:par>
                          <p:cTn id="63" fill="hold">
                            <p:stCondLst>
                              <p:cond delay="6500"/>
                            </p:stCondLst>
                            <p:childTnLst>
                              <p:par>
                                <p:cTn id="64" presetID="42" presetClass="entr" presetSubtype="0" fill="hold" nodeType="after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fade">
                                      <p:cBhvr>
                                        <p:cTn id="66" dur="1000"/>
                                        <p:tgtEl>
                                          <p:spTgt spid="52"/>
                                        </p:tgtEl>
                                      </p:cBhvr>
                                    </p:animEffect>
                                    <p:anim calcmode="lin" valueType="num">
                                      <p:cBhvr>
                                        <p:cTn id="67" dur="1000" fill="hold"/>
                                        <p:tgtEl>
                                          <p:spTgt spid="52"/>
                                        </p:tgtEl>
                                        <p:attrNameLst>
                                          <p:attrName>ppt_x</p:attrName>
                                        </p:attrNameLst>
                                      </p:cBhvr>
                                      <p:tavLst>
                                        <p:tav tm="0">
                                          <p:val>
                                            <p:strVal val="#ppt_x"/>
                                          </p:val>
                                        </p:tav>
                                        <p:tav tm="100000">
                                          <p:val>
                                            <p:strVal val="#ppt_x"/>
                                          </p:val>
                                        </p:tav>
                                      </p:tavLst>
                                    </p:anim>
                                    <p:anim calcmode="lin" valueType="num">
                                      <p:cBhvr>
                                        <p:cTn id="68" dur="1000" fill="hold"/>
                                        <p:tgtEl>
                                          <p:spTgt spid="52"/>
                                        </p:tgtEl>
                                        <p:attrNameLst>
                                          <p:attrName>ppt_y</p:attrName>
                                        </p:attrNameLst>
                                      </p:cBhvr>
                                      <p:tavLst>
                                        <p:tav tm="0">
                                          <p:val>
                                            <p:strVal val="#ppt_y+.1"/>
                                          </p:val>
                                        </p:tav>
                                        <p:tav tm="100000">
                                          <p:val>
                                            <p:strVal val="#ppt_y"/>
                                          </p:val>
                                        </p:tav>
                                      </p:tavLst>
                                    </p:anim>
                                  </p:childTnLst>
                                </p:cTn>
                              </p:par>
                              <p:par>
                                <p:cTn id="69" presetID="53" presetClass="entr" presetSubtype="16" fill="hold" grpId="0" nodeType="withEffect">
                                  <p:stCondLst>
                                    <p:cond delay="500"/>
                                  </p:stCondLst>
                                  <p:childTnLst>
                                    <p:set>
                                      <p:cBhvr>
                                        <p:cTn id="70" dur="1" fill="hold">
                                          <p:stCondLst>
                                            <p:cond delay="0"/>
                                          </p:stCondLst>
                                        </p:cTn>
                                        <p:tgtEl>
                                          <p:spTgt spid="56"/>
                                        </p:tgtEl>
                                        <p:attrNameLst>
                                          <p:attrName>style.visibility</p:attrName>
                                        </p:attrNameLst>
                                      </p:cBhvr>
                                      <p:to>
                                        <p:strVal val="visible"/>
                                      </p:to>
                                    </p:set>
                                    <p:anim calcmode="lin" valueType="num">
                                      <p:cBhvr>
                                        <p:cTn id="71" dur="500" fill="hold"/>
                                        <p:tgtEl>
                                          <p:spTgt spid="56"/>
                                        </p:tgtEl>
                                        <p:attrNameLst>
                                          <p:attrName>ppt_w</p:attrName>
                                        </p:attrNameLst>
                                      </p:cBhvr>
                                      <p:tavLst>
                                        <p:tav tm="0">
                                          <p:val>
                                            <p:fltVal val="0"/>
                                          </p:val>
                                        </p:tav>
                                        <p:tav tm="100000">
                                          <p:val>
                                            <p:strVal val="#ppt_w"/>
                                          </p:val>
                                        </p:tav>
                                      </p:tavLst>
                                    </p:anim>
                                    <p:anim calcmode="lin" valueType="num">
                                      <p:cBhvr>
                                        <p:cTn id="72" dur="500" fill="hold"/>
                                        <p:tgtEl>
                                          <p:spTgt spid="56"/>
                                        </p:tgtEl>
                                        <p:attrNameLst>
                                          <p:attrName>ppt_h</p:attrName>
                                        </p:attrNameLst>
                                      </p:cBhvr>
                                      <p:tavLst>
                                        <p:tav tm="0">
                                          <p:val>
                                            <p:fltVal val="0"/>
                                          </p:val>
                                        </p:tav>
                                        <p:tav tm="100000">
                                          <p:val>
                                            <p:strVal val="#ppt_h"/>
                                          </p:val>
                                        </p:tav>
                                      </p:tavLst>
                                    </p:anim>
                                    <p:animEffect transition="in" filter="fade">
                                      <p:cBhvr>
                                        <p:cTn id="73" dur="500"/>
                                        <p:tgtEl>
                                          <p:spTgt spid="56"/>
                                        </p:tgtEl>
                                      </p:cBhvr>
                                    </p:animEffect>
                                  </p:childTnLst>
                                </p:cTn>
                              </p:par>
                              <p:par>
                                <p:cTn id="74" presetID="53" presetClass="entr" presetSubtype="16" fill="hold" grpId="0" nodeType="withEffect">
                                  <p:stCondLst>
                                    <p:cond delay="500"/>
                                  </p:stCondLst>
                                  <p:childTnLst>
                                    <p:set>
                                      <p:cBhvr>
                                        <p:cTn id="75" dur="1" fill="hold">
                                          <p:stCondLst>
                                            <p:cond delay="0"/>
                                          </p:stCondLst>
                                        </p:cTn>
                                        <p:tgtEl>
                                          <p:spTgt spid="57"/>
                                        </p:tgtEl>
                                        <p:attrNameLst>
                                          <p:attrName>style.visibility</p:attrName>
                                        </p:attrNameLst>
                                      </p:cBhvr>
                                      <p:to>
                                        <p:strVal val="visible"/>
                                      </p:to>
                                    </p:set>
                                    <p:anim calcmode="lin" valueType="num">
                                      <p:cBhvr>
                                        <p:cTn id="76" dur="500" fill="hold"/>
                                        <p:tgtEl>
                                          <p:spTgt spid="57"/>
                                        </p:tgtEl>
                                        <p:attrNameLst>
                                          <p:attrName>ppt_w</p:attrName>
                                        </p:attrNameLst>
                                      </p:cBhvr>
                                      <p:tavLst>
                                        <p:tav tm="0">
                                          <p:val>
                                            <p:fltVal val="0"/>
                                          </p:val>
                                        </p:tav>
                                        <p:tav tm="100000">
                                          <p:val>
                                            <p:strVal val="#ppt_w"/>
                                          </p:val>
                                        </p:tav>
                                      </p:tavLst>
                                    </p:anim>
                                    <p:anim calcmode="lin" valueType="num">
                                      <p:cBhvr>
                                        <p:cTn id="77" dur="500" fill="hold"/>
                                        <p:tgtEl>
                                          <p:spTgt spid="57"/>
                                        </p:tgtEl>
                                        <p:attrNameLst>
                                          <p:attrName>ppt_h</p:attrName>
                                        </p:attrNameLst>
                                      </p:cBhvr>
                                      <p:tavLst>
                                        <p:tav tm="0">
                                          <p:val>
                                            <p:fltVal val="0"/>
                                          </p:val>
                                        </p:tav>
                                        <p:tav tm="100000">
                                          <p:val>
                                            <p:strVal val="#ppt_h"/>
                                          </p:val>
                                        </p:tav>
                                      </p:tavLst>
                                    </p:anim>
                                    <p:animEffect transition="in" filter="fade">
                                      <p:cBhvr>
                                        <p:cTn id="78" dur="500"/>
                                        <p:tgtEl>
                                          <p:spTgt spid="57"/>
                                        </p:tgtEl>
                                      </p:cBhvr>
                                    </p:animEffect>
                                  </p:childTnLst>
                                </p:cTn>
                              </p:par>
                              <p:par>
                                <p:cTn id="79" presetID="53" presetClass="entr" presetSubtype="16" fill="hold" grpId="0" nodeType="withEffect">
                                  <p:stCondLst>
                                    <p:cond delay="500"/>
                                  </p:stCondLst>
                                  <p:childTnLst>
                                    <p:set>
                                      <p:cBhvr>
                                        <p:cTn id="80" dur="1" fill="hold">
                                          <p:stCondLst>
                                            <p:cond delay="0"/>
                                          </p:stCondLst>
                                        </p:cTn>
                                        <p:tgtEl>
                                          <p:spTgt spid="58"/>
                                        </p:tgtEl>
                                        <p:attrNameLst>
                                          <p:attrName>style.visibility</p:attrName>
                                        </p:attrNameLst>
                                      </p:cBhvr>
                                      <p:to>
                                        <p:strVal val="visible"/>
                                      </p:to>
                                    </p:set>
                                    <p:anim calcmode="lin" valueType="num">
                                      <p:cBhvr>
                                        <p:cTn id="81" dur="500" fill="hold"/>
                                        <p:tgtEl>
                                          <p:spTgt spid="58"/>
                                        </p:tgtEl>
                                        <p:attrNameLst>
                                          <p:attrName>ppt_w</p:attrName>
                                        </p:attrNameLst>
                                      </p:cBhvr>
                                      <p:tavLst>
                                        <p:tav tm="0">
                                          <p:val>
                                            <p:fltVal val="0"/>
                                          </p:val>
                                        </p:tav>
                                        <p:tav tm="100000">
                                          <p:val>
                                            <p:strVal val="#ppt_w"/>
                                          </p:val>
                                        </p:tav>
                                      </p:tavLst>
                                    </p:anim>
                                    <p:anim calcmode="lin" valueType="num">
                                      <p:cBhvr>
                                        <p:cTn id="82" dur="500" fill="hold"/>
                                        <p:tgtEl>
                                          <p:spTgt spid="58"/>
                                        </p:tgtEl>
                                        <p:attrNameLst>
                                          <p:attrName>ppt_h</p:attrName>
                                        </p:attrNameLst>
                                      </p:cBhvr>
                                      <p:tavLst>
                                        <p:tav tm="0">
                                          <p:val>
                                            <p:fltVal val="0"/>
                                          </p:val>
                                        </p:tav>
                                        <p:tav tm="100000">
                                          <p:val>
                                            <p:strVal val="#ppt_h"/>
                                          </p:val>
                                        </p:tav>
                                      </p:tavLst>
                                    </p:anim>
                                    <p:animEffect transition="in" filter="fade">
                                      <p:cBhvr>
                                        <p:cTn id="83" dur="500"/>
                                        <p:tgtEl>
                                          <p:spTgt spid="58"/>
                                        </p:tgtEl>
                                      </p:cBhvr>
                                    </p:animEffect>
                                  </p:childTnLst>
                                </p:cTn>
                              </p:par>
                              <p:par>
                                <p:cTn id="84" presetID="53" presetClass="entr" presetSubtype="16" fill="hold" grpId="0" nodeType="withEffect">
                                  <p:stCondLst>
                                    <p:cond delay="500"/>
                                  </p:stCondLst>
                                  <p:childTnLst>
                                    <p:set>
                                      <p:cBhvr>
                                        <p:cTn id="85" dur="1" fill="hold">
                                          <p:stCondLst>
                                            <p:cond delay="0"/>
                                          </p:stCondLst>
                                        </p:cTn>
                                        <p:tgtEl>
                                          <p:spTgt spid="59"/>
                                        </p:tgtEl>
                                        <p:attrNameLst>
                                          <p:attrName>style.visibility</p:attrName>
                                        </p:attrNameLst>
                                      </p:cBhvr>
                                      <p:to>
                                        <p:strVal val="visible"/>
                                      </p:to>
                                    </p:set>
                                    <p:anim calcmode="lin" valueType="num">
                                      <p:cBhvr>
                                        <p:cTn id="86" dur="500" fill="hold"/>
                                        <p:tgtEl>
                                          <p:spTgt spid="59"/>
                                        </p:tgtEl>
                                        <p:attrNameLst>
                                          <p:attrName>ppt_w</p:attrName>
                                        </p:attrNameLst>
                                      </p:cBhvr>
                                      <p:tavLst>
                                        <p:tav tm="0">
                                          <p:val>
                                            <p:fltVal val="0"/>
                                          </p:val>
                                        </p:tav>
                                        <p:tav tm="100000">
                                          <p:val>
                                            <p:strVal val="#ppt_w"/>
                                          </p:val>
                                        </p:tav>
                                      </p:tavLst>
                                    </p:anim>
                                    <p:anim calcmode="lin" valueType="num">
                                      <p:cBhvr>
                                        <p:cTn id="87" dur="500" fill="hold"/>
                                        <p:tgtEl>
                                          <p:spTgt spid="59"/>
                                        </p:tgtEl>
                                        <p:attrNameLst>
                                          <p:attrName>ppt_h</p:attrName>
                                        </p:attrNameLst>
                                      </p:cBhvr>
                                      <p:tavLst>
                                        <p:tav tm="0">
                                          <p:val>
                                            <p:fltVal val="0"/>
                                          </p:val>
                                        </p:tav>
                                        <p:tav tm="100000">
                                          <p:val>
                                            <p:strVal val="#ppt_h"/>
                                          </p:val>
                                        </p:tav>
                                      </p:tavLst>
                                    </p:anim>
                                    <p:animEffect transition="in" filter="fade">
                                      <p:cBhvr>
                                        <p:cTn id="88" dur="500"/>
                                        <p:tgtEl>
                                          <p:spTgt spid="59"/>
                                        </p:tgtEl>
                                      </p:cBhvr>
                                    </p:animEffect>
                                  </p:childTnLst>
                                </p:cTn>
                              </p:par>
                              <p:par>
                                <p:cTn id="89" presetID="53" presetClass="entr" presetSubtype="16" fill="hold" grpId="0" nodeType="withEffect">
                                  <p:stCondLst>
                                    <p:cond delay="1000"/>
                                  </p:stCondLst>
                                  <p:childTnLst>
                                    <p:set>
                                      <p:cBhvr>
                                        <p:cTn id="90" dur="1" fill="hold">
                                          <p:stCondLst>
                                            <p:cond delay="0"/>
                                          </p:stCondLst>
                                        </p:cTn>
                                        <p:tgtEl>
                                          <p:spTgt spid="60"/>
                                        </p:tgtEl>
                                        <p:attrNameLst>
                                          <p:attrName>style.visibility</p:attrName>
                                        </p:attrNameLst>
                                      </p:cBhvr>
                                      <p:to>
                                        <p:strVal val="visible"/>
                                      </p:to>
                                    </p:set>
                                    <p:anim calcmode="lin" valueType="num">
                                      <p:cBhvr>
                                        <p:cTn id="91" dur="500" fill="hold"/>
                                        <p:tgtEl>
                                          <p:spTgt spid="60"/>
                                        </p:tgtEl>
                                        <p:attrNameLst>
                                          <p:attrName>ppt_w</p:attrName>
                                        </p:attrNameLst>
                                      </p:cBhvr>
                                      <p:tavLst>
                                        <p:tav tm="0">
                                          <p:val>
                                            <p:fltVal val="0"/>
                                          </p:val>
                                        </p:tav>
                                        <p:tav tm="100000">
                                          <p:val>
                                            <p:strVal val="#ppt_w"/>
                                          </p:val>
                                        </p:tav>
                                      </p:tavLst>
                                    </p:anim>
                                    <p:anim calcmode="lin" valueType="num">
                                      <p:cBhvr>
                                        <p:cTn id="92" dur="500" fill="hold"/>
                                        <p:tgtEl>
                                          <p:spTgt spid="60"/>
                                        </p:tgtEl>
                                        <p:attrNameLst>
                                          <p:attrName>ppt_h</p:attrName>
                                        </p:attrNameLst>
                                      </p:cBhvr>
                                      <p:tavLst>
                                        <p:tav tm="0">
                                          <p:val>
                                            <p:fltVal val="0"/>
                                          </p:val>
                                        </p:tav>
                                        <p:tav tm="100000">
                                          <p:val>
                                            <p:strVal val="#ppt_h"/>
                                          </p:val>
                                        </p:tav>
                                      </p:tavLst>
                                    </p:anim>
                                    <p:animEffect transition="in" filter="fade">
                                      <p:cBhvr>
                                        <p:cTn id="93" dur="500"/>
                                        <p:tgtEl>
                                          <p:spTgt spid="60"/>
                                        </p:tgtEl>
                                      </p:cBhvr>
                                    </p:animEffect>
                                  </p:childTnLst>
                                </p:cTn>
                              </p:par>
                              <p:par>
                                <p:cTn id="94" presetID="53" presetClass="entr" presetSubtype="16" fill="hold" grpId="0" nodeType="withEffect">
                                  <p:stCondLst>
                                    <p:cond delay="1000"/>
                                  </p:stCondLst>
                                  <p:childTnLst>
                                    <p:set>
                                      <p:cBhvr>
                                        <p:cTn id="95" dur="1" fill="hold">
                                          <p:stCondLst>
                                            <p:cond delay="0"/>
                                          </p:stCondLst>
                                        </p:cTn>
                                        <p:tgtEl>
                                          <p:spTgt spid="61"/>
                                        </p:tgtEl>
                                        <p:attrNameLst>
                                          <p:attrName>style.visibility</p:attrName>
                                        </p:attrNameLst>
                                      </p:cBhvr>
                                      <p:to>
                                        <p:strVal val="visible"/>
                                      </p:to>
                                    </p:set>
                                    <p:anim calcmode="lin" valueType="num">
                                      <p:cBhvr>
                                        <p:cTn id="96" dur="500" fill="hold"/>
                                        <p:tgtEl>
                                          <p:spTgt spid="61"/>
                                        </p:tgtEl>
                                        <p:attrNameLst>
                                          <p:attrName>ppt_w</p:attrName>
                                        </p:attrNameLst>
                                      </p:cBhvr>
                                      <p:tavLst>
                                        <p:tav tm="0">
                                          <p:val>
                                            <p:fltVal val="0"/>
                                          </p:val>
                                        </p:tav>
                                        <p:tav tm="100000">
                                          <p:val>
                                            <p:strVal val="#ppt_w"/>
                                          </p:val>
                                        </p:tav>
                                      </p:tavLst>
                                    </p:anim>
                                    <p:anim calcmode="lin" valueType="num">
                                      <p:cBhvr>
                                        <p:cTn id="97" dur="500" fill="hold"/>
                                        <p:tgtEl>
                                          <p:spTgt spid="61"/>
                                        </p:tgtEl>
                                        <p:attrNameLst>
                                          <p:attrName>ppt_h</p:attrName>
                                        </p:attrNameLst>
                                      </p:cBhvr>
                                      <p:tavLst>
                                        <p:tav tm="0">
                                          <p:val>
                                            <p:fltVal val="0"/>
                                          </p:val>
                                        </p:tav>
                                        <p:tav tm="100000">
                                          <p:val>
                                            <p:strVal val="#ppt_h"/>
                                          </p:val>
                                        </p:tav>
                                      </p:tavLst>
                                    </p:anim>
                                    <p:animEffect transition="in" filter="fade">
                                      <p:cBhvr>
                                        <p:cTn id="98" dur="500"/>
                                        <p:tgtEl>
                                          <p:spTgt spid="61"/>
                                        </p:tgtEl>
                                      </p:cBhvr>
                                    </p:animEffect>
                                  </p:childTnLst>
                                </p:cTn>
                              </p:par>
                              <p:par>
                                <p:cTn id="99" presetID="53" presetClass="entr" presetSubtype="16" fill="hold" grpId="0" nodeType="withEffect">
                                  <p:stCondLst>
                                    <p:cond delay="1000"/>
                                  </p:stCondLst>
                                  <p:childTnLst>
                                    <p:set>
                                      <p:cBhvr>
                                        <p:cTn id="100" dur="1" fill="hold">
                                          <p:stCondLst>
                                            <p:cond delay="0"/>
                                          </p:stCondLst>
                                        </p:cTn>
                                        <p:tgtEl>
                                          <p:spTgt spid="62"/>
                                        </p:tgtEl>
                                        <p:attrNameLst>
                                          <p:attrName>style.visibility</p:attrName>
                                        </p:attrNameLst>
                                      </p:cBhvr>
                                      <p:to>
                                        <p:strVal val="visible"/>
                                      </p:to>
                                    </p:set>
                                    <p:anim calcmode="lin" valueType="num">
                                      <p:cBhvr>
                                        <p:cTn id="101" dur="500" fill="hold"/>
                                        <p:tgtEl>
                                          <p:spTgt spid="62"/>
                                        </p:tgtEl>
                                        <p:attrNameLst>
                                          <p:attrName>ppt_w</p:attrName>
                                        </p:attrNameLst>
                                      </p:cBhvr>
                                      <p:tavLst>
                                        <p:tav tm="0">
                                          <p:val>
                                            <p:fltVal val="0"/>
                                          </p:val>
                                        </p:tav>
                                        <p:tav tm="100000">
                                          <p:val>
                                            <p:strVal val="#ppt_w"/>
                                          </p:val>
                                        </p:tav>
                                      </p:tavLst>
                                    </p:anim>
                                    <p:anim calcmode="lin" valueType="num">
                                      <p:cBhvr>
                                        <p:cTn id="102" dur="500" fill="hold"/>
                                        <p:tgtEl>
                                          <p:spTgt spid="62"/>
                                        </p:tgtEl>
                                        <p:attrNameLst>
                                          <p:attrName>ppt_h</p:attrName>
                                        </p:attrNameLst>
                                      </p:cBhvr>
                                      <p:tavLst>
                                        <p:tav tm="0">
                                          <p:val>
                                            <p:fltVal val="0"/>
                                          </p:val>
                                        </p:tav>
                                        <p:tav tm="100000">
                                          <p:val>
                                            <p:strVal val="#ppt_h"/>
                                          </p:val>
                                        </p:tav>
                                      </p:tavLst>
                                    </p:anim>
                                    <p:animEffect transition="in" filter="fade">
                                      <p:cBhvr>
                                        <p:cTn id="103" dur="500"/>
                                        <p:tgtEl>
                                          <p:spTgt spid="62"/>
                                        </p:tgtEl>
                                      </p:cBhvr>
                                    </p:animEffect>
                                  </p:childTnLst>
                                </p:cTn>
                              </p:par>
                              <p:par>
                                <p:cTn id="104" presetID="53" presetClass="entr" presetSubtype="16" fill="hold" grpId="0" nodeType="withEffect">
                                  <p:stCondLst>
                                    <p:cond delay="1000"/>
                                  </p:stCondLst>
                                  <p:childTnLst>
                                    <p:set>
                                      <p:cBhvr>
                                        <p:cTn id="105" dur="1" fill="hold">
                                          <p:stCondLst>
                                            <p:cond delay="0"/>
                                          </p:stCondLst>
                                        </p:cTn>
                                        <p:tgtEl>
                                          <p:spTgt spid="63"/>
                                        </p:tgtEl>
                                        <p:attrNameLst>
                                          <p:attrName>style.visibility</p:attrName>
                                        </p:attrNameLst>
                                      </p:cBhvr>
                                      <p:to>
                                        <p:strVal val="visible"/>
                                      </p:to>
                                    </p:set>
                                    <p:anim calcmode="lin" valueType="num">
                                      <p:cBhvr>
                                        <p:cTn id="106" dur="500" fill="hold"/>
                                        <p:tgtEl>
                                          <p:spTgt spid="63"/>
                                        </p:tgtEl>
                                        <p:attrNameLst>
                                          <p:attrName>ppt_w</p:attrName>
                                        </p:attrNameLst>
                                      </p:cBhvr>
                                      <p:tavLst>
                                        <p:tav tm="0">
                                          <p:val>
                                            <p:fltVal val="0"/>
                                          </p:val>
                                        </p:tav>
                                        <p:tav tm="100000">
                                          <p:val>
                                            <p:strVal val="#ppt_w"/>
                                          </p:val>
                                        </p:tav>
                                      </p:tavLst>
                                    </p:anim>
                                    <p:anim calcmode="lin" valueType="num">
                                      <p:cBhvr>
                                        <p:cTn id="107" dur="500" fill="hold"/>
                                        <p:tgtEl>
                                          <p:spTgt spid="63"/>
                                        </p:tgtEl>
                                        <p:attrNameLst>
                                          <p:attrName>ppt_h</p:attrName>
                                        </p:attrNameLst>
                                      </p:cBhvr>
                                      <p:tavLst>
                                        <p:tav tm="0">
                                          <p:val>
                                            <p:fltVal val="0"/>
                                          </p:val>
                                        </p:tav>
                                        <p:tav tm="100000">
                                          <p:val>
                                            <p:strVal val="#ppt_h"/>
                                          </p:val>
                                        </p:tav>
                                      </p:tavLst>
                                    </p:anim>
                                    <p:animEffect transition="in" filter="fade">
                                      <p:cBhvr>
                                        <p:cTn id="108" dur="500"/>
                                        <p:tgtEl>
                                          <p:spTgt spid="63"/>
                                        </p:tgtEl>
                                      </p:cBhvr>
                                    </p:animEffect>
                                  </p:childTnLst>
                                </p:cTn>
                              </p:par>
                              <p:par>
                                <p:cTn id="109" presetID="53" presetClass="entr" presetSubtype="16" fill="hold" grpId="0" nodeType="withEffect">
                                  <p:stCondLst>
                                    <p:cond delay="1000"/>
                                  </p:stCondLst>
                                  <p:childTnLst>
                                    <p:set>
                                      <p:cBhvr>
                                        <p:cTn id="110" dur="1" fill="hold">
                                          <p:stCondLst>
                                            <p:cond delay="0"/>
                                          </p:stCondLst>
                                        </p:cTn>
                                        <p:tgtEl>
                                          <p:spTgt spid="64"/>
                                        </p:tgtEl>
                                        <p:attrNameLst>
                                          <p:attrName>style.visibility</p:attrName>
                                        </p:attrNameLst>
                                      </p:cBhvr>
                                      <p:to>
                                        <p:strVal val="visible"/>
                                      </p:to>
                                    </p:set>
                                    <p:anim calcmode="lin" valueType="num">
                                      <p:cBhvr>
                                        <p:cTn id="111" dur="500" fill="hold"/>
                                        <p:tgtEl>
                                          <p:spTgt spid="64"/>
                                        </p:tgtEl>
                                        <p:attrNameLst>
                                          <p:attrName>ppt_w</p:attrName>
                                        </p:attrNameLst>
                                      </p:cBhvr>
                                      <p:tavLst>
                                        <p:tav tm="0">
                                          <p:val>
                                            <p:fltVal val="0"/>
                                          </p:val>
                                        </p:tav>
                                        <p:tav tm="100000">
                                          <p:val>
                                            <p:strVal val="#ppt_w"/>
                                          </p:val>
                                        </p:tav>
                                      </p:tavLst>
                                    </p:anim>
                                    <p:anim calcmode="lin" valueType="num">
                                      <p:cBhvr>
                                        <p:cTn id="112" dur="500" fill="hold"/>
                                        <p:tgtEl>
                                          <p:spTgt spid="64"/>
                                        </p:tgtEl>
                                        <p:attrNameLst>
                                          <p:attrName>ppt_h</p:attrName>
                                        </p:attrNameLst>
                                      </p:cBhvr>
                                      <p:tavLst>
                                        <p:tav tm="0">
                                          <p:val>
                                            <p:fltVal val="0"/>
                                          </p:val>
                                        </p:tav>
                                        <p:tav tm="100000">
                                          <p:val>
                                            <p:strVal val="#ppt_h"/>
                                          </p:val>
                                        </p:tav>
                                      </p:tavLst>
                                    </p:anim>
                                    <p:animEffect transition="in" filter="fade">
                                      <p:cBhvr>
                                        <p:cTn id="113" dur="500"/>
                                        <p:tgtEl>
                                          <p:spTgt spid="64"/>
                                        </p:tgtEl>
                                      </p:cBhvr>
                                    </p:animEffect>
                                  </p:childTnLst>
                                </p:cTn>
                              </p:par>
                              <p:par>
                                <p:cTn id="114" presetID="53" presetClass="entr" presetSubtype="16" fill="hold" grpId="0" nodeType="withEffect">
                                  <p:stCondLst>
                                    <p:cond delay="1000"/>
                                  </p:stCondLst>
                                  <p:childTnLst>
                                    <p:set>
                                      <p:cBhvr>
                                        <p:cTn id="115" dur="1" fill="hold">
                                          <p:stCondLst>
                                            <p:cond delay="0"/>
                                          </p:stCondLst>
                                        </p:cTn>
                                        <p:tgtEl>
                                          <p:spTgt spid="65"/>
                                        </p:tgtEl>
                                        <p:attrNameLst>
                                          <p:attrName>style.visibility</p:attrName>
                                        </p:attrNameLst>
                                      </p:cBhvr>
                                      <p:to>
                                        <p:strVal val="visible"/>
                                      </p:to>
                                    </p:set>
                                    <p:anim calcmode="lin" valueType="num">
                                      <p:cBhvr>
                                        <p:cTn id="116" dur="500" fill="hold"/>
                                        <p:tgtEl>
                                          <p:spTgt spid="65"/>
                                        </p:tgtEl>
                                        <p:attrNameLst>
                                          <p:attrName>ppt_w</p:attrName>
                                        </p:attrNameLst>
                                      </p:cBhvr>
                                      <p:tavLst>
                                        <p:tav tm="0">
                                          <p:val>
                                            <p:fltVal val="0"/>
                                          </p:val>
                                        </p:tav>
                                        <p:tav tm="100000">
                                          <p:val>
                                            <p:strVal val="#ppt_w"/>
                                          </p:val>
                                        </p:tav>
                                      </p:tavLst>
                                    </p:anim>
                                    <p:anim calcmode="lin" valueType="num">
                                      <p:cBhvr>
                                        <p:cTn id="117" dur="500" fill="hold"/>
                                        <p:tgtEl>
                                          <p:spTgt spid="65"/>
                                        </p:tgtEl>
                                        <p:attrNameLst>
                                          <p:attrName>ppt_h</p:attrName>
                                        </p:attrNameLst>
                                      </p:cBhvr>
                                      <p:tavLst>
                                        <p:tav tm="0">
                                          <p:val>
                                            <p:fltVal val="0"/>
                                          </p:val>
                                        </p:tav>
                                        <p:tav tm="100000">
                                          <p:val>
                                            <p:strVal val="#ppt_h"/>
                                          </p:val>
                                        </p:tav>
                                      </p:tavLst>
                                    </p:anim>
                                    <p:animEffect transition="in" filter="fade">
                                      <p:cBhvr>
                                        <p:cTn id="118" dur="500"/>
                                        <p:tgtEl>
                                          <p:spTgt spid="65"/>
                                        </p:tgtEl>
                                      </p:cBhvr>
                                    </p:animEffect>
                                  </p:childTnLst>
                                </p:cTn>
                              </p:par>
                              <p:par>
                                <p:cTn id="119" presetID="53" presetClass="entr" presetSubtype="16" fill="hold" grpId="0" nodeType="withEffect">
                                  <p:stCondLst>
                                    <p:cond delay="1000"/>
                                  </p:stCondLst>
                                  <p:childTnLst>
                                    <p:set>
                                      <p:cBhvr>
                                        <p:cTn id="120" dur="1" fill="hold">
                                          <p:stCondLst>
                                            <p:cond delay="0"/>
                                          </p:stCondLst>
                                        </p:cTn>
                                        <p:tgtEl>
                                          <p:spTgt spid="66"/>
                                        </p:tgtEl>
                                        <p:attrNameLst>
                                          <p:attrName>style.visibility</p:attrName>
                                        </p:attrNameLst>
                                      </p:cBhvr>
                                      <p:to>
                                        <p:strVal val="visible"/>
                                      </p:to>
                                    </p:set>
                                    <p:anim calcmode="lin" valueType="num">
                                      <p:cBhvr>
                                        <p:cTn id="121" dur="500" fill="hold"/>
                                        <p:tgtEl>
                                          <p:spTgt spid="66"/>
                                        </p:tgtEl>
                                        <p:attrNameLst>
                                          <p:attrName>ppt_w</p:attrName>
                                        </p:attrNameLst>
                                      </p:cBhvr>
                                      <p:tavLst>
                                        <p:tav tm="0">
                                          <p:val>
                                            <p:fltVal val="0"/>
                                          </p:val>
                                        </p:tav>
                                        <p:tav tm="100000">
                                          <p:val>
                                            <p:strVal val="#ppt_w"/>
                                          </p:val>
                                        </p:tav>
                                      </p:tavLst>
                                    </p:anim>
                                    <p:anim calcmode="lin" valueType="num">
                                      <p:cBhvr>
                                        <p:cTn id="122" dur="500" fill="hold"/>
                                        <p:tgtEl>
                                          <p:spTgt spid="66"/>
                                        </p:tgtEl>
                                        <p:attrNameLst>
                                          <p:attrName>ppt_h</p:attrName>
                                        </p:attrNameLst>
                                      </p:cBhvr>
                                      <p:tavLst>
                                        <p:tav tm="0">
                                          <p:val>
                                            <p:fltVal val="0"/>
                                          </p:val>
                                        </p:tav>
                                        <p:tav tm="100000">
                                          <p:val>
                                            <p:strVal val="#ppt_h"/>
                                          </p:val>
                                        </p:tav>
                                      </p:tavLst>
                                    </p:anim>
                                    <p:animEffect transition="in" filter="fade">
                                      <p:cBhvr>
                                        <p:cTn id="123" dur="500"/>
                                        <p:tgtEl>
                                          <p:spTgt spid="66"/>
                                        </p:tgtEl>
                                      </p:cBhvr>
                                    </p:animEffect>
                                  </p:childTnLst>
                                </p:cTn>
                              </p:par>
                              <p:par>
                                <p:cTn id="124" presetID="53" presetClass="entr" presetSubtype="16" fill="hold" grpId="0" nodeType="withEffect">
                                  <p:stCondLst>
                                    <p:cond delay="1000"/>
                                  </p:stCondLst>
                                  <p:childTnLst>
                                    <p:set>
                                      <p:cBhvr>
                                        <p:cTn id="125" dur="1" fill="hold">
                                          <p:stCondLst>
                                            <p:cond delay="0"/>
                                          </p:stCondLst>
                                        </p:cTn>
                                        <p:tgtEl>
                                          <p:spTgt spid="67"/>
                                        </p:tgtEl>
                                        <p:attrNameLst>
                                          <p:attrName>style.visibility</p:attrName>
                                        </p:attrNameLst>
                                      </p:cBhvr>
                                      <p:to>
                                        <p:strVal val="visible"/>
                                      </p:to>
                                    </p:set>
                                    <p:anim calcmode="lin" valueType="num">
                                      <p:cBhvr>
                                        <p:cTn id="126" dur="500" fill="hold"/>
                                        <p:tgtEl>
                                          <p:spTgt spid="67"/>
                                        </p:tgtEl>
                                        <p:attrNameLst>
                                          <p:attrName>ppt_w</p:attrName>
                                        </p:attrNameLst>
                                      </p:cBhvr>
                                      <p:tavLst>
                                        <p:tav tm="0">
                                          <p:val>
                                            <p:fltVal val="0"/>
                                          </p:val>
                                        </p:tav>
                                        <p:tav tm="100000">
                                          <p:val>
                                            <p:strVal val="#ppt_w"/>
                                          </p:val>
                                        </p:tav>
                                      </p:tavLst>
                                    </p:anim>
                                    <p:anim calcmode="lin" valueType="num">
                                      <p:cBhvr>
                                        <p:cTn id="127" dur="500" fill="hold"/>
                                        <p:tgtEl>
                                          <p:spTgt spid="67"/>
                                        </p:tgtEl>
                                        <p:attrNameLst>
                                          <p:attrName>ppt_h</p:attrName>
                                        </p:attrNameLst>
                                      </p:cBhvr>
                                      <p:tavLst>
                                        <p:tav tm="0">
                                          <p:val>
                                            <p:fltVal val="0"/>
                                          </p:val>
                                        </p:tav>
                                        <p:tav tm="100000">
                                          <p:val>
                                            <p:strVal val="#ppt_h"/>
                                          </p:val>
                                        </p:tav>
                                      </p:tavLst>
                                    </p:anim>
                                    <p:animEffect transition="in" filter="fade">
                                      <p:cBhvr>
                                        <p:cTn id="128" dur="500"/>
                                        <p:tgtEl>
                                          <p:spTgt spid="67"/>
                                        </p:tgtEl>
                                      </p:cBhvr>
                                    </p:animEffect>
                                  </p:childTnLst>
                                </p:cTn>
                              </p:par>
                              <p:par>
                                <p:cTn id="129" presetID="53" presetClass="entr" presetSubtype="16" fill="hold" grpId="0" nodeType="withEffect">
                                  <p:stCondLst>
                                    <p:cond delay="1000"/>
                                  </p:stCondLst>
                                  <p:childTnLst>
                                    <p:set>
                                      <p:cBhvr>
                                        <p:cTn id="130" dur="1" fill="hold">
                                          <p:stCondLst>
                                            <p:cond delay="0"/>
                                          </p:stCondLst>
                                        </p:cTn>
                                        <p:tgtEl>
                                          <p:spTgt spid="68"/>
                                        </p:tgtEl>
                                        <p:attrNameLst>
                                          <p:attrName>style.visibility</p:attrName>
                                        </p:attrNameLst>
                                      </p:cBhvr>
                                      <p:to>
                                        <p:strVal val="visible"/>
                                      </p:to>
                                    </p:set>
                                    <p:anim calcmode="lin" valueType="num">
                                      <p:cBhvr>
                                        <p:cTn id="131" dur="500" fill="hold"/>
                                        <p:tgtEl>
                                          <p:spTgt spid="68"/>
                                        </p:tgtEl>
                                        <p:attrNameLst>
                                          <p:attrName>ppt_w</p:attrName>
                                        </p:attrNameLst>
                                      </p:cBhvr>
                                      <p:tavLst>
                                        <p:tav tm="0">
                                          <p:val>
                                            <p:fltVal val="0"/>
                                          </p:val>
                                        </p:tav>
                                        <p:tav tm="100000">
                                          <p:val>
                                            <p:strVal val="#ppt_w"/>
                                          </p:val>
                                        </p:tav>
                                      </p:tavLst>
                                    </p:anim>
                                    <p:anim calcmode="lin" valueType="num">
                                      <p:cBhvr>
                                        <p:cTn id="132" dur="500" fill="hold"/>
                                        <p:tgtEl>
                                          <p:spTgt spid="68"/>
                                        </p:tgtEl>
                                        <p:attrNameLst>
                                          <p:attrName>ppt_h</p:attrName>
                                        </p:attrNameLst>
                                      </p:cBhvr>
                                      <p:tavLst>
                                        <p:tav tm="0">
                                          <p:val>
                                            <p:fltVal val="0"/>
                                          </p:val>
                                        </p:tav>
                                        <p:tav tm="100000">
                                          <p:val>
                                            <p:strVal val="#ppt_h"/>
                                          </p:val>
                                        </p:tav>
                                      </p:tavLst>
                                    </p:anim>
                                    <p:animEffect transition="in" filter="fade">
                                      <p:cBhvr>
                                        <p:cTn id="133" dur="500"/>
                                        <p:tgtEl>
                                          <p:spTgt spid="68"/>
                                        </p:tgtEl>
                                      </p:cBhvr>
                                    </p:animEffect>
                                  </p:childTnLst>
                                </p:cTn>
                              </p:par>
                              <p:par>
                                <p:cTn id="134" presetID="53" presetClass="entr" presetSubtype="16" fill="hold" grpId="0" nodeType="withEffect">
                                  <p:stCondLst>
                                    <p:cond delay="1000"/>
                                  </p:stCondLst>
                                  <p:childTnLst>
                                    <p:set>
                                      <p:cBhvr>
                                        <p:cTn id="135" dur="1" fill="hold">
                                          <p:stCondLst>
                                            <p:cond delay="0"/>
                                          </p:stCondLst>
                                        </p:cTn>
                                        <p:tgtEl>
                                          <p:spTgt spid="69"/>
                                        </p:tgtEl>
                                        <p:attrNameLst>
                                          <p:attrName>style.visibility</p:attrName>
                                        </p:attrNameLst>
                                      </p:cBhvr>
                                      <p:to>
                                        <p:strVal val="visible"/>
                                      </p:to>
                                    </p:set>
                                    <p:anim calcmode="lin" valueType="num">
                                      <p:cBhvr>
                                        <p:cTn id="136" dur="500" fill="hold"/>
                                        <p:tgtEl>
                                          <p:spTgt spid="69"/>
                                        </p:tgtEl>
                                        <p:attrNameLst>
                                          <p:attrName>ppt_w</p:attrName>
                                        </p:attrNameLst>
                                      </p:cBhvr>
                                      <p:tavLst>
                                        <p:tav tm="0">
                                          <p:val>
                                            <p:fltVal val="0"/>
                                          </p:val>
                                        </p:tav>
                                        <p:tav tm="100000">
                                          <p:val>
                                            <p:strVal val="#ppt_w"/>
                                          </p:val>
                                        </p:tav>
                                      </p:tavLst>
                                    </p:anim>
                                    <p:anim calcmode="lin" valueType="num">
                                      <p:cBhvr>
                                        <p:cTn id="137" dur="500" fill="hold"/>
                                        <p:tgtEl>
                                          <p:spTgt spid="69"/>
                                        </p:tgtEl>
                                        <p:attrNameLst>
                                          <p:attrName>ppt_h</p:attrName>
                                        </p:attrNameLst>
                                      </p:cBhvr>
                                      <p:tavLst>
                                        <p:tav tm="0">
                                          <p:val>
                                            <p:fltVal val="0"/>
                                          </p:val>
                                        </p:tav>
                                        <p:tav tm="100000">
                                          <p:val>
                                            <p:strVal val="#ppt_h"/>
                                          </p:val>
                                        </p:tav>
                                      </p:tavLst>
                                    </p:anim>
                                    <p:animEffect transition="in" filter="fade">
                                      <p:cBhvr>
                                        <p:cTn id="138" dur="500"/>
                                        <p:tgtEl>
                                          <p:spTgt spid="69"/>
                                        </p:tgtEl>
                                      </p:cBhvr>
                                    </p:animEffect>
                                  </p:childTnLst>
                                </p:cTn>
                              </p:par>
                              <p:par>
                                <p:cTn id="139" presetID="53" presetClass="entr" presetSubtype="16" fill="hold" grpId="0" nodeType="withEffect">
                                  <p:stCondLst>
                                    <p:cond delay="1000"/>
                                  </p:stCondLst>
                                  <p:childTnLst>
                                    <p:set>
                                      <p:cBhvr>
                                        <p:cTn id="140" dur="1" fill="hold">
                                          <p:stCondLst>
                                            <p:cond delay="0"/>
                                          </p:stCondLst>
                                        </p:cTn>
                                        <p:tgtEl>
                                          <p:spTgt spid="70"/>
                                        </p:tgtEl>
                                        <p:attrNameLst>
                                          <p:attrName>style.visibility</p:attrName>
                                        </p:attrNameLst>
                                      </p:cBhvr>
                                      <p:to>
                                        <p:strVal val="visible"/>
                                      </p:to>
                                    </p:set>
                                    <p:anim calcmode="lin" valueType="num">
                                      <p:cBhvr>
                                        <p:cTn id="141" dur="500" fill="hold"/>
                                        <p:tgtEl>
                                          <p:spTgt spid="70"/>
                                        </p:tgtEl>
                                        <p:attrNameLst>
                                          <p:attrName>ppt_w</p:attrName>
                                        </p:attrNameLst>
                                      </p:cBhvr>
                                      <p:tavLst>
                                        <p:tav tm="0">
                                          <p:val>
                                            <p:fltVal val="0"/>
                                          </p:val>
                                        </p:tav>
                                        <p:tav tm="100000">
                                          <p:val>
                                            <p:strVal val="#ppt_w"/>
                                          </p:val>
                                        </p:tav>
                                      </p:tavLst>
                                    </p:anim>
                                    <p:anim calcmode="lin" valueType="num">
                                      <p:cBhvr>
                                        <p:cTn id="142" dur="500" fill="hold"/>
                                        <p:tgtEl>
                                          <p:spTgt spid="70"/>
                                        </p:tgtEl>
                                        <p:attrNameLst>
                                          <p:attrName>ppt_h</p:attrName>
                                        </p:attrNameLst>
                                      </p:cBhvr>
                                      <p:tavLst>
                                        <p:tav tm="0">
                                          <p:val>
                                            <p:fltVal val="0"/>
                                          </p:val>
                                        </p:tav>
                                        <p:tav tm="100000">
                                          <p:val>
                                            <p:strVal val="#ppt_h"/>
                                          </p:val>
                                        </p:tav>
                                      </p:tavLst>
                                    </p:anim>
                                    <p:animEffect transition="in" filter="fade">
                                      <p:cBhvr>
                                        <p:cTn id="143" dur="500"/>
                                        <p:tgtEl>
                                          <p:spTgt spid="70"/>
                                        </p:tgtEl>
                                      </p:cBhvr>
                                    </p:animEffect>
                                  </p:childTnLst>
                                </p:cTn>
                              </p:par>
                              <p:par>
                                <p:cTn id="144" presetID="53" presetClass="entr" presetSubtype="16" fill="hold" grpId="0" nodeType="withEffect">
                                  <p:stCondLst>
                                    <p:cond delay="1000"/>
                                  </p:stCondLst>
                                  <p:childTnLst>
                                    <p:set>
                                      <p:cBhvr>
                                        <p:cTn id="145" dur="1" fill="hold">
                                          <p:stCondLst>
                                            <p:cond delay="0"/>
                                          </p:stCondLst>
                                        </p:cTn>
                                        <p:tgtEl>
                                          <p:spTgt spid="71"/>
                                        </p:tgtEl>
                                        <p:attrNameLst>
                                          <p:attrName>style.visibility</p:attrName>
                                        </p:attrNameLst>
                                      </p:cBhvr>
                                      <p:to>
                                        <p:strVal val="visible"/>
                                      </p:to>
                                    </p:set>
                                    <p:anim calcmode="lin" valueType="num">
                                      <p:cBhvr>
                                        <p:cTn id="146" dur="500" fill="hold"/>
                                        <p:tgtEl>
                                          <p:spTgt spid="71"/>
                                        </p:tgtEl>
                                        <p:attrNameLst>
                                          <p:attrName>ppt_w</p:attrName>
                                        </p:attrNameLst>
                                      </p:cBhvr>
                                      <p:tavLst>
                                        <p:tav tm="0">
                                          <p:val>
                                            <p:fltVal val="0"/>
                                          </p:val>
                                        </p:tav>
                                        <p:tav tm="100000">
                                          <p:val>
                                            <p:strVal val="#ppt_w"/>
                                          </p:val>
                                        </p:tav>
                                      </p:tavLst>
                                    </p:anim>
                                    <p:anim calcmode="lin" valueType="num">
                                      <p:cBhvr>
                                        <p:cTn id="147" dur="500" fill="hold"/>
                                        <p:tgtEl>
                                          <p:spTgt spid="71"/>
                                        </p:tgtEl>
                                        <p:attrNameLst>
                                          <p:attrName>ppt_h</p:attrName>
                                        </p:attrNameLst>
                                      </p:cBhvr>
                                      <p:tavLst>
                                        <p:tav tm="0">
                                          <p:val>
                                            <p:fltVal val="0"/>
                                          </p:val>
                                        </p:tav>
                                        <p:tav tm="100000">
                                          <p:val>
                                            <p:strVal val="#ppt_h"/>
                                          </p:val>
                                        </p:tav>
                                      </p:tavLst>
                                    </p:anim>
                                    <p:animEffect transition="in" filter="fade">
                                      <p:cBhvr>
                                        <p:cTn id="14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56" grpId="0"/>
      <p:bldP spid="57" grpId="0"/>
      <p:bldP spid="58" grpId="0"/>
      <p:bldP spid="59" grpId="0"/>
      <p:bldP spid="60" grpId="0"/>
      <p:bldP spid="61" grpId="0"/>
      <p:bldP spid="62" grpId="0" animBg="1"/>
      <p:bldP spid="63" grpId="0"/>
      <p:bldP spid="64" grpId="0"/>
      <p:bldP spid="65" grpId="0" animBg="1"/>
      <p:bldP spid="66" grpId="0"/>
      <p:bldP spid="67" grpId="0"/>
      <p:bldP spid="68" grpId="0" animBg="1"/>
      <p:bldP spid="69" grpId="0"/>
      <p:bldP spid="70" grpId="0"/>
      <p:bldP spid="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MARKET DEVELOPMENT PLAN</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30" name="Freeform 9"/>
          <p:cNvSpPr/>
          <p:nvPr/>
        </p:nvSpPr>
        <p:spPr bwMode="auto">
          <a:xfrm rot="13500000">
            <a:off x="1761436" y="2435409"/>
            <a:ext cx="2139941" cy="2139940"/>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31" name="Freeform 9"/>
          <p:cNvSpPr/>
          <p:nvPr/>
        </p:nvSpPr>
        <p:spPr bwMode="auto">
          <a:xfrm rot="13500000">
            <a:off x="4097971" y="2430039"/>
            <a:ext cx="2139941" cy="2139940"/>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rgbClr val="E62A2A"/>
          </a:solidFill>
          <a:ln>
            <a:noFill/>
          </a:ln>
        </p:spPr>
        <p:txBody>
          <a:bodyPr vert="horz" wrap="square" lIns="91440" tIns="45720" rIns="91440" bIns="45720" numCol="1" anchor="t" anchorCtr="0" compatLnSpc="1"/>
          <a:lstStyle/>
          <a:p>
            <a:endParaRPr lang="id-ID"/>
          </a:p>
        </p:txBody>
      </p:sp>
      <p:sp>
        <p:nvSpPr>
          <p:cNvPr id="32" name="Freeform 9"/>
          <p:cNvSpPr/>
          <p:nvPr/>
        </p:nvSpPr>
        <p:spPr bwMode="auto">
          <a:xfrm rot="2700000">
            <a:off x="2926431" y="1279909"/>
            <a:ext cx="2139941" cy="2139941"/>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rgbClr val="C00000"/>
          </a:solidFill>
          <a:ln>
            <a:noFill/>
          </a:ln>
        </p:spPr>
        <p:txBody>
          <a:bodyPr vert="horz" wrap="square" lIns="91440" tIns="45720" rIns="91440" bIns="45720" numCol="1" anchor="t" anchorCtr="0" compatLnSpc="1"/>
          <a:lstStyle/>
          <a:p>
            <a:endParaRPr lang="id-ID"/>
          </a:p>
        </p:txBody>
      </p:sp>
      <p:grpSp>
        <p:nvGrpSpPr>
          <p:cNvPr id="33" name="Group 10"/>
          <p:cNvGrpSpPr/>
          <p:nvPr/>
        </p:nvGrpSpPr>
        <p:grpSpPr>
          <a:xfrm>
            <a:off x="1982986" y="2617126"/>
            <a:ext cx="599208" cy="492388"/>
            <a:chOff x="7836195" y="3464708"/>
            <a:chExt cx="599208" cy="492388"/>
          </a:xfrm>
        </p:grpSpPr>
        <p:sp>
          <p:nvSpPr>
            <p:cNvPr id="34" name="Oval 11"/>
            <p:cNvSpPr/>
            <p:nvPr/>
          </p:nvSpPr>
          <p:spPr>
            <a:xfrm rot="2700000">
              <a:off x="7882236" y="3464708"/>
              <a:ext cx="492388" cy="492388"/>
            </a:xfrm>
            <a:prstGeom prst="ellipse">
              <a:avLst/>
            </a:prstGeom>
            <a:solidFill>
              <a:srgbClr val="F9F9F9"/>
            </a:solidFill>
            <a:ln w="133350">
              <a:solidFill>
                <a:srgbClr val="E62A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C00000"/>
                </a:solidFill>
                <a:latin typeface="微软雅黑" panose="020B0503020204020204" pitchFamily="34" charset="-122"/>
                <a:ea typeface="微软雅黑" panose="020B0503020204020204" pitchFamily="34" charset="-122"/>
              </a:endParaRPr>
            </a:p>
          </p:txBody>
        </p:sp>
        <p:sp>
          <p:nvSpPr>
            <p:cNvPr id="35" name="TextBox 34"/>
            <p:cNvSpPr txBox="1"/>
            <p:nvPr/>
          </p:nvSpPr>
          <p:spPr>
            <a:xfrm>
              <a:off x="7836195" y="3536805"/>
              <a:ext cx="599208" cy="369332"/>
            </a:xfrm>
            <a:prstGeom prst="rect">
              <a:avLst/>
            </a:prstGeom>
            <a:noFill/>
          </p:spPr>
          <p:txBody>
            <a:bodyPr wrap="square" rtlCol="0">
              <a:spAutoFit/>
            </a:bodyPr>
            <a:lstStyle/>
            <a:p>
              <a:pPr algn="ctr"/>
              <a:r>
                <a:rPr lang="id-ID" b="1" dirty="0" smtClean="0">
                  <a:solidFill>
                    <a:srgbClr val="C00000"/>
                  </a:solidFill>
                  <a:latin typeface="微软雅黑" panose="020B0503020204020204" pitchFamily="34" charset="-122"/>
                  <a:ea typeface="微软雅黑" panose="020B0503020204020204" pitchFamily="34" charset="-122"/>
                </a:rPr>
                <a:t>01</a:t>
              </a:r>
              <a:endParaRPr lang="id-ID" b="1" dirty="0">
                <a:solidFill>
                  <a:srgbClr val="C00000"/>
                </a:solidFill>
                <a:latin typeface="微软雅黑" panose="020B0503020204020204" pitchFamily="34" charset="-122"/>
                <a:ea typeface="微软雅黑" panose="020B0503020204020204" pitchFamily="34" charset="-122"/>
              </a:endParaRPr>
            </a:p>
          </p:txBody>
        </p:sp>
      </p:grpSp>
      <p:grpSp>
        <p:nvGrpSpPr>
          <p:cNvPr id="36" name="Group 13"/>
          <p:cNvGrpSpPr/>
          <p:nvPr/>
        </p:nvGrpSpPr>
        <p:grpSpPr>
          <a:xfrm>
            <a:off x="3692401" y="1108017"/>
            <a:ext cx="599208" cy="492388"/>
            <a:chOff x="9545610" y="1955599"/>
            <a:chExt cx="599208" cy="492388"/>
          </a:xfrm>
        </p:grpSpPr>
        <p:sp>
          <p:nvSpPr>
            <p:cNvPr id="37" name="Oval 14"/>
            <p:cNvSpPr/>
            <p:nvPr/>
          </p:nvSpPr>
          <p:spPr>
            <a:xfrm rot="2700000">
              <a:off x="9603416" y="1955599"/>
              <a:ext cx="492388" cy="492388"/>
            </a:xfrm>
            <a:prstGeom prst="ellipse">
              <a:avLst/>
            </a:prstGeom>
            <a:solidFill>
              <a:schemeClr val="bg1"/>
            </a:solidFill>
            <a:ln w="133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5">
                    <a:lumMod val="75000"/>
                  </a:schemeClr>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9545610" y="2019602"/>
              <a:ext cx="599208" cy="369332"/>
            </a:xfrm>
            <a:prstGeom prst="rect">
              <a:avLst/>
            </a:prstGeom>
            <a:noFill/>
          </p:spPr>
          <p:txBody>
            <a:bodyPr wrap="square" rtlCol="0">
              <a:spAutoFit/>
            </a:bodyPr>
            <a:lstStyle/>
            <a:p>
              <a:pPr algn="ctr"/>
              <a:r>
                <a:rPr lang="id-ID" b="1" dirty="0" smtClean="0">
                  <a:solidFill>
                    <a:srgbClr val="C00000"/>
                  </a:solidFill>
                  <a:latin typeface="微软雅黑" panose="020B0503020204020204" pitchFamily="34" charset="-122"/>
                  <a:ea typeface="微软雅黑" panose="020B0503020204020204" pitchFamily="34" charset="-122"/>
                </a:rPr>
                <a:t>02</a:t>
              </a:r>
              <a:endParaRPr lang="id-ID" b="1" dirty="0">
                <a:solidFill>
                  <a:srgbClr val="C00000"/>
                </a:solidFill>
                <a:latin typeface="微软雅黑" panose="020B0503020204020204" pitchFamily="34" charset="-122"/>
                <a:ea typeface="微软雅黑" panose="020B0503020204020204" pitchFamily="34" charset="-122"/>
              </a:endParaRPr>
            </a:p>
          </p:txBody>
        </p:sp>
      </p:grpSp>
      <p:grpSp>
        <p:nvGrpSpPr>
          <p:cNvPr id="39" name="Group 16"/>
          <p:cNvGrpSpPr/>
          <p:nvPr/>
        </p:nvGrpSpPr>
        <p:grpSpPr>
          <a:xfrm>
            <a:off x="5445201" y="2627695"/>
            <a:ext cx="599208" cy="492388"/>
            <a:chOff x="10716797" y="5108091"/>
            <a:chExt cx="599208" cy="492388"/>
          </a:xfrm>
        </p:grpSpPr>
        <p:sp>
          <p:nvSpPr>
            <p:cNvPr id="40" name="Oval 17"/>
            <p:cNvSpPr/>
            <p:nvPr/>
          </p:nvSpPr>
          <p:spPr>
            <a:xfrm rot="2700000">
              <a:off x="10774955" y="5108091"/>
              <a:ext cx="492388" cy="492388"/>
            </a:xfrm>
            <a:prstGeom prst="ellipse">
              <a:avLst/>
            </a:prstGeom>
            <a:solidFill>
              <a:srgbClr val="F9F9F9"/>
            </a:solidFill>
            <a:ln w="133350">
              <a:solidFill>
                <a:srgbClr val="E62A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C00000"/>
                </a:solidFill>
                <a:latin typeface="微软雅黑" panose="020B0503020204020204" pitchFamily="34" charset="-122"/>
                <a:ea typeface="微软雅黑" panose="020B0503020204020204" pitchFamily="34" charset="-122"/>
              </a:endParaRPr>
            </a:p>
          </p:txBody>
        </p:sp>
        <p:sp>
          <p:nvSpPr>
            <p:cNvPr id="41" name="TextBox 40"/>
            <p:cNvSpPr txBox="1"/>
            <p:nvPr/>
          </p:nvSpPr>
          <p:spPr>
            <a:xfrm>
              <a:off x="10716797" y="5178591"/>
              <a:ext cx="599208" cy="369332"/>
            </a:xfrm>
            <a:prstGeom prst="rect">
              <a:avLst/>
            </a:prstGeom>
            <a:noFill/>
          </p:spPr>
          <p:txBody>
            <a:bodyPr wrap="square" rtlCol="0">
              <a:spAutoFit/>
            </a:bodyPr>
            <a:lstStyle/>
            <a:p>
              <a:pPr algn="ctr"/>
              <a:r>
                <a:rPr lang="id-ID" b="1" dirty="0" smtClean="0">
                  <a:solidFill>
                    <a:srgbClr val="C00000"/>
                  </a:solidFill>
                  <a:latin typeface="微软雅黑" panose="020B0503020204020204" pitchFamily="34" charset="-122"/>
                  <a:ea typeface="微软雅黑" panose="020B0503020204020204" pitchFamily="34" charset="-122"/>
                </a:rPr>
                <a:t>03</a:t>
              </a:r>
              <a:endParaRPr lang="id-ID" b="1" dirty="0">
                <a:solidFill>
                  <a:srgbClr val="C00000"/>
                </a:solidFill>
                <a:latin typeface="微软雅黑" panose="020B0503020204020204" pitchFamily="34" charset="-122"/>
                <a:ea typeface="微软雅黑" panose="020B0503020204020204" pitchFamily="34" charset="-122"/>
              </a:endParaRPr>
            </a:p>
          </p:txBody>
        </p:sp>
      </p:grpSp>
      <p:sp>
        <p:nvSpPr>
          <p:cNvPr id="44" name="Freeform 19"/>
          <p:cNvSpPr>
            <a:spLocks noEditPoints="1"/>
          </p:cNvSpPr>
          <p:nvPr/>
        </p:nvSpPr>
        <p:spPr bwMode="auto">
          <a:xfrm>
            <a:off x="3762685" y="2095237"/>
            <a:ext cx="458640" cy="442874"/>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rgbClr val="C00000"/>
          </a:solidFill>
          <a:ln>
            <a:noFill/>
          </a:ln>
        </p:spPr>
        <p:txBody>
          <a:bodyPr vert="horz" wrap="square" lIns="91440" tIns="45720" rIns="91440" bIns="45720" numCol="1" anchor="t" anchorCtr="0" compatLnSpc="1"/>
          <a:lstStyle/>
          <a:p>
            <a:endParaRPr lang="id-ID">
              <a:solidFill>
                <a:srgbClr val="55735B"/>
              </a:solidFill>
              <a:latin typeface="微软雅黑" panose="020B0503020204020204" pitchFamily="34" charset="-122"/>
              <a:ea typeface="微软雅黑" panose="020B0503020204020204" pitchFamily="34" charset="-122"/>
            </a:endParaRPr>
          </a:p>
        </p:txBody>
      </p:sp>
      <p:sp>
        <p:nvSpPr>
          <p:cNvPr id="45" name="Freeform 23"/>
          <p:cNvSpPr>
            <a:spLocks noEditPoints="1"/>
          </p:cNvSpPr>
          <p:nvPr/>
        </p:nvSpPr>
        <p:spPr bwMode="auto">
          <a:xfrm>
            <a:off x="2604115" y="3404418"/>
            <a:ext cx="442875" cy="335381"/>
          </a:xfrm>
          <a:custGeom>
            <a:avLst/>
            <a:gdLst>
              <a:gd name="T0" fmla="*/ 105 w 128"/>
              <a:gd name="T1" fmla="*/ 2 h 96"/>
              <a:gd name="T2" fmla="*/ 28 w 128"/>
              <a:gd name="T3" fmla="*/ 0 h 96"/>
              <a:gd name="T4" fmla="*/ 2 w 128"/>
              <a:gd name="T5" fmla="*/ 23 h 96"/>
              <a:gd name="T6" fmla="*/ 2 w 128"/>
              <a:gd name="T7" fmla="*/ 34 h 96"/>
              <a:gd name="T8" fmla="*/ 64 w 128"/>
              <a:gd name="T9" fmla="*/ 96 h 96"/>
              <a:gd name="T10" fmla="*/ 126 w 128"/>
              <a:gd name="T11" fmla="*/ 34 h 96"/>
              <a:gd name="T12" fmla="*/ 126 w 128"/>
              <a:gd name="T13" fmla="*/ 23 h 96"/>
              <a:gd name="T14" fmla="*/ 55 w 128"/>
              <a:gd name="T15" fmla="*/ 28 h 96"/>
              <a:gd name="T16" fmla="*/ 73 w 128"/>
              <a:gd name="T17" fmla="*/ 28 h 96"/>
              <a:gd name="T18" fmla="*/ 78 w 128"/>
              <a:gd name="T19" fmla="*/ 9 h 96"/>
              <a:gd name="T20" fmla="*/ 76 w 128"/>
              <a:gd name="T21" fmla="*/ 25 h 96"/>
              <a:gd name="T22" fmla="*/ 52 w 128"/>
              <a:gd name="T23" fmla="*/ 25 h 96"/>
              <a:gd name="T24" fmla="*/ 50 w 128"/>
              <a:gd name="T25" fmla="*/ 9 h 96"/>
              <a:gd name="T26" fmla="*/ 52 w 128"/>
              <a:gd name="T27" fmla="*/ 25 h 96"/>
              <a:gd name="T28" fmla="*/ 64 w 128"/>
              <a:gd name="T29" fmla="*/ 82 h 96"/>
              <a:gd name="T30" fmla="*/ 74 w 128"/>
              <a:gd name="T31" fmla="*/ 32 h 96"/>
              <a:gd name="T32" fmla="*/ 98 w 128"/>
              <a:gd name="T33" fmla="*/ 32 h 96"/>
              <a:gd name="T34" fmla="*/ 78 w 128"/>
              <a:gd name="T35" fmla="*/ 32 h 96"/>
              <a:gd name="T36" fmla="*/ 89 w 128"/>
              <a:gd name="T37" fmla="*/ 20 h 96"/>
              <a:gd name="T38" fmla="*/ 79 w 128"/>
              <a:gd name="T39" fmla="*/ 28 h 96"/>
              <a:gd name="T40" fmla="*/ 97 w 128"/>
              <a:gd name="T41" fmla="*/ 8 h 96"/>
              <a:gd name="T42" fmla="*/ 83 w 128"/>
              <a:gd name="T43" fmla="*/ 8 h 96"/>
              <a:gd name="T44" fmla="*/ 55 w 128"/>
              <a:gd name="T45" fmla="*/ 8 h 96"/>
              <a:gd name="T46" fmla="*/ 64 w 128"/>
              <a:gd name="T47" fmla="*/ 15 h 96"/>
              <a:gd name="T48" fmla="*/ 31 w 128"/>
              <a:gd name="T49" fmla="*/ 8 h 96"/>
              <a:gd name="T50" fmla="*/ 39 w 128"/>
              <a:gd name="T51" fmla="*/ 14 h 96"/>
              <a:gd name="T52" fmla="*/ 49 w 128"/>
              <a:gd name="T53" fmla="*/ 28 h 96"/>
              <a:gd name="T54" fmla="*/ 39 w 128"/>
              <a:gd name="T55" fmla="*/ 20 h 96"/>
              <a:gd name="T56" fmla="*/ 60 w 128"/>
              <a:gd name="T57" fmla="*/ 81 h 96"/>
              <a:gd name="T58" fmla="*/ 50 w 128"/>
              <a:gd name="T59" fmla="*/ 32 h 96"/>
              <a:gd name="T60" fmla="*/ 11 w 128"/>
              <a:gd name="T61" fmla="*/ 32 h 96"/>
              <a:gd name="T62" fmla="*/ 51 w 128"/>
              <a:gd name="T63" fmla="*/ 74 h 96"/>
              <a:gd name="T64" fmla="*/ 117 w 128"/>
              <a:gd name="T65" fmla="*/ 32 h 96"/>
              <a:gd name="T66" fmla="*/ 102 w 128"/>
              <a:gd name="T67" fmla="*/ 32 h 96"/>
              <a:gd name="T68" fmla="*/ 92 w 128"/>
              <a:gd name="T69" fmla="*/ 17 h 96"/>
              <a:gd name="T70" fmla="*/ 120 w 128"/>
              <a:gd name="T71" fmla="*/ 28 h 96"/>
              <a:gd name="T72" fmla="*/ 27 w 128"/>
              <a:gd name="T73" fmla="*/ 10 h 96"/>
              <a:gd name="T74" fmla="*/ 25 w 128"/>
              <a:gd name="T75" fmla="*/ 28 h 96"/>
              <a:gd name="T76" fmla="*/ 27 w 128"/>
              <a:gd name="T77" fmla="*/ 1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8" h="96">
                <a:moveTo>
                  <a:pt x="126" y="23"/>
                </a:moveTo>
                <a:cubicBezTo>
                  <a:pt x="105" y="2"/>
                  <a:pt x="105" y="2"/>
                  <a:pt x="105" y="2"/>
                </a:cubicBezTo>
                <a:cubicBezTo>
                  <a:pt x="104" y="1"/>
                  <a:pt x="102" y="0"/>
                  <a:pt x="100" y="0"/>
                </a:cubicBezTo>
                <a:cubicBezTo>
                  <a:pt x="28" y="0"/>
                  <a:pt x="28" y="0"/>
                  <a:pt x="28" y="0"/>
                </a:cubicBezTo>
                <a:cubicBezTo>
                  <a:pt x="26" y="0"/>
                  <a:pt x="24" y="1"/>
                  <a:pt x="23" y="2"/>
                </a:cubicBezTo>
                <a:cubicBezTo>
                  <a:pt x="2" y="23"/>
                  <a:pt x="2" y="23"/>
                  <a:pt x="2" y="23"/>
                </a:cubicBezTo>
                <a:cubicBezTo>
                  <a:pt x="1" y="24"/>
                  <a:pt x="0" y="26"/>
                  <a:pt x="0" y="28"/>
                </a:cubicBezTo>
                <a:cubicBezTo>
                  <a:pt x="0" y="30"/>
                  <a:pt x="1" y="32"/>
                  <a:pt x="2" y="34"/>
                </a:cubicBezTo>
                <a:cubicBezTo>
                  <a:pt x="58" y="93"/>
                  <a:pt x="58" y="93"/>
                  <a:pt x="58" y="93"/>
                </a:cubicBezTo>
                <a:cubicBezTo>
                  <a:pt x="60" y="95"/>
                  <a:pt x="62" y="96"/>
                  <a:pt x="64" y="96"/>
                </a:cubicBezTo>
                <a:cubicBezTo>
                  <a:pt x="66" y="96"/>
                  <a:pt x="68" y="95"/>
                  <a:pt x="70" y="93"/>
                </a:cubicBezTo>
                <a:cubicBezTo>
                  <a:pt x="126" y="34"/>
                  <a:pt x="126" y="34"/>
                  <a:pt x="126" y="34"/>
                </a:cubicBezTo>
                <a:cubicBezTo>
                  <a:pt x="127" y="32"/>
                  <a:pt x="128" y="30"/>
                  <a:pt x="128" y="28"/>
                </a:cubicBezTo>
                <a:cubicBezTo>
                  <a:pt x="128" y="26"/>
                  <a:pt x="127" y="24"/>
                  <a:pt x="126" y="23"/>
                </a:cubicBezTo>
                <a:close/>
                <a:moveTo>
                  <a:pt x="73" y="28"/>
                </a:moveTo>
                <a:cubicBezTo>
                  <a:pt x="55" y="28"/>
                  <a:pt x="55" y="28"/>
                  <a:pt x="55" y="28"/>
                </a:cubicBezTo>
                <a:cubicBezTo>
                  <a:pt x="64" y="21"/>
                  <a:pt x="64" y="21"/>
                  <a:pt x="64" y="21"/>
                </a:cubicBezTo>
                <a:lnTo>
                  <a:pt x="73" y="28"/>
                </a:lnTo>
                <a:close/>
                <a:moveTo>
                  <a:pt x="67" y="18"/>
                </a:moveTo>
                <a:cubicBezTo>
                  <a:pt x="78" y="9"/>
                  <a:pt x="78" y="9"/>
                  <a:pt x="78" y="9"/>
                </a:cubicBezTo>
                <a:cubicBezTo>
                  <a:pt x="86" y="17"/>
                  <a:pt x="86" y="17"/>
                  <a:pt x="86" y="17"/>
                </a:cubicBezTo>
                <a:cubicBezTo>
                  <a:pt x="76" y="25"/>
                  <a:pt x="76" y="25"/>
                  <a:pt x="76" y="25"/>
                </a:cubicBezTo>
                <a:lnTo>
                  <a:pt x="67" y="18"/>
                </a:lnTo>
                <a:close/>
                <a:moveTo>
                  <a:pt x="52" y="25"/>
                </a:moveTo>
                <a:cubicBezTo>
                  <a:pt x="42" y="17"/>
                  <a:pt x="42" y="17"/>
                  <a:pt x="42" y="17"/>
                </a:cubicBezTo>
                <a:cubicBezTo>
                  <a:pt x="50" y="9"/>
                  <a:pt x="50" y="9"/>
                  <a:pt x="50" y="9"/>
                </a:cubicBezTo>
                <a:cubicBezTo>
                  <a:pt x="61" y="18"/>
                  <a:pt x="61" y="18"/>
                  <a:pt x="61" y="18"/>
                </a:cubicBezTo>
                <a:lnTo>
                  <a:pt x="52" y="25"/>
                </a:lnTo>
                <a:close/>
                <a:moveTo>
                  <a:pt x="74" y="32"/>
                </a:moveTo>
                <a:cubicBezTo>
                  <a:pt x="64" y="82"/>
                  <a:pt x="64" y="82"/>
                  <a:pt x="64" y="82"/>
                </a:cubicBezTo>
                <a:cubicBezTo>
                  <a:pt x="54" y="32"/>
                  <a:pt x="54" y="32"/>
                  <a:pt x="54" y="32"/>
                </a:cubicBezTo>
                <a:lnTo>
                  <a:pt x="74" y="32"/>
                </a:lnTo>
                <a:close/>
                <a:moveTo>
                  <a:pt x="78" y="32"/>
                </a:moveTo>
                <a:cubicBezTo>
                  <a:pt x="98" y="32"/>
                  <a:pt x="98" y="32"/>
                  <a:pt x="98" y="32"/>
                </a:cubicBezTo>
                <a:cubicBezTo>
                  <a:pt x="68" y="81"/>
                  <a:pt x="68" y="81"/>
                  <a:pt x="68" y="81"/>
                </a:cubicBezTo>
                <a:lnTo>
                  <a:pt x="78" y="32"/>
                </a:lnTo>
                <a:close/>
                <a:moveTo>
                  <a:pt x="79" y="28"/>
                </a:moveTo>
                <a:cubicBezTo>
                  <a:pt x="89" y="20"/>
                  <a:pt x="89" y="20"/>
                  <a:pt x="89" y="20"/>
                </a:cubicBezTo>
                <a:cubicBezTo>
                  <a:pt x="97" y="28"/>
                  <a:pt x="97" y="28"/>
                  <a:pt x="97" y="28"/>
                </a:cubicBezTo>
                <a:lnTo>
                  <a:pt x="79" y="28"/>
                </a:lnTo>
                <a:close/>
                <a:moveTo>
                  <a:pt x="83" y="8"/>
                </a:moveTo>
                <a:cubicBezTo>
                  <a:pt x="97" y="8"/>
                  <a:pt x="97" y="8"/>
                  <a:pt x="97" y="8"/>
                </a:cubicBezTo>
                <a:cubicBezTo>
                  <a:pt x="89" y="14"/>
                  <a:pt x="89" y="14"/>
                  <a:pt x="89" y="14"/>
                </a:cubicBezTo>
                <a:lnTo>
                  <a:pt x="83" y="8"/>
                </a:lnTo>
                <a:close/>
                <a:moveTo>
                  <a:pt x="64" y="15"/>
                </a:moveTo>
                <a:cubicBezTo>
                  <a:pt x="55" y="8"/>
                  <a:pt x="55" y="8"/>
                  <a:pt x="55" y="8"/>
                </a:cubicBezTo>
                <a:cubicBezTo>
                  <a:pt x="73" y="8"/>
                  <a:pt x="73" y="8"/>
                  <a:pt x="73" y="8"/>
                </a:cubicBezTo>
                <a:lnTo>
                  <a:pt x="64" y="15"/>
                </a:lnTo>
                <a:close/>
                <a:moveTo>
                  <a:pt x="39" y="14"/>
                </a:moveTo>
                <a:cubicBezTo>
                  <a:pt x="31" y="8"/>
                  <a:pt x="31" y="8"/>
                  <a:pt x="31" y="8"/>
                </a:cubicBezTo>
                <a:cubicBezTo>
                  <a:pt x="45" y="8"/>
                  <a:pt x="45" y="8"/>
                  <a:pt x="45" y="8"/>
                </a:cubicBezTo>
                <a:lnTo>
                  <a:pt x="39" y="14"/>
                </a:lnTo>
                <a:close/>
                <a:moveTo>
                  <a:pt x="39" y="20"/>
                </a:moveTo>
                <a:cubicBezTo>
                  <a:pt x="49" y="28"/>
                  <a:pt x="49" y="28"/>
                  <a:pt x="49" y="28"/>
                </a:cubicBezTo>
                <a:cubicBezTo>
                  <a:pt x="31" y="28"/>
                  <a:pt x="31" y="28"/>
                  <a:pt x="31" y="28"/>
                </a:cubicBezTo>
                <a:lnTo>
                  <a:pt x="39" y="20"/>
                </a:lnTo>
                <a:close/>
                <a:moveTo>
                  <a:pt x="50" y="32"/>
                </a:moveTo>
                <a:cubicBezTo>
                  <a:pt x="60" y="81"/>
                  <a:pt x="60" y="81"/>
                  <a:pt x="60" y="81"/>
                </a:cubicBezTo>
                <a:cubicBezTo>
                  <a:pt x="30" y="32"/>
                  <a:pt x="30" y="32"/>
                  <a:pt x="30" y="32"/>
                </a:cubicBezTo>
                <a:lnTo>
                  <a:pt x="50" y="32"/>
                </a:lnTo>
                <a:close/>
                <a:moveTo>
                  <a:pt x="51" y="74"/>
                </a:moveTo>
                <a:cubicBezTo>
                  <a:pt x="11" y="32"/>
                  <a:pt x="11" y="32"/>
                  <a:pt x="11" y="32"/>
                </a:cubicBezTo>
                <a:cubicBezTo>
                  <a:pt x="26" y="32"/>
                  <a:pt x="26" y="32"/>
                  <a:pt x="26" y="32"/>
                </a:cubicBezTo>
                <a:lnTo>
                  <a:pt x="51" y="74"/>
                </a:lnTo>
                <a:close/>
                <a:moveTo>
                  <a:pt x="102" y="32"/>
                </a:moveTo>
                <a:cubicBezTo>
                  <a:pt x="117" y="32"/>
                  <a:pt x="117" y="32"/>
                  <a:pt x="117" y="32"/>
                </a:cubicBezTo>
                <a:cubicBezTo>
                  <a:pt x="77" y="74"/>
                  <a:pt x="77" y="74"/>
                  <a:pt x="77" y="74"/>
                </a:cubicBezTo>
                <a:lnTo>
                  <a:pt x="102" y="32"/>
                </a:lnTo>
                <a:close/>
                <a:moveTo>
                  <a:pt x="103" y="28"/>
                </a:moveTo>
                <a:cubicBezTo>
                  <a:pt x="92" y="17"/>
                  <a:pt x="92" y="17"/>
                  <a:pt x="92" y="17"/>
                </a:cubicBezTo>
                <a:cubicBezTo>
                  <a:pt x="101" y="10"/>
                  <a:pt x="101" y="10"/>
                  <a:pt x="101" y="10"/>
                </a:cubicBezTo>
                <a:cubicBezTo>
                  <a:pt x="120" y="28"/>
                  <a:pt x="120" y="28"/>
                  <a:pt x="120" y="28"/>
                </a:cubicBezTo>
                <a:lnTo>
                  <a:pt x="103" y="28"/>
                </a:lnTo>
                <a:close/>
                <a:moveTo>
                  <a:pt x="27" y="10"/>
                </a:moveTo>
                <a:cubicBezTo>
                  <a:pt x="36" y="17"/>
                  <a:pt x="36" y="17"/>
                  <a:pt x="36" y="17"/>
                </a:cubicBezTo>
                <a:cubicBezTo>
                  <a:pt x="25" y="28"/>
                  <a:pt x="25" y="28"/>
                  <a:pt x="25" y="28"/>
                </a:cubicBezTo>
                <a:cubicBezTo>
                  <a:pt x="8" y="28"/>
                  <a:pt x="8" y="28"/>
                  <a:pt x="8" y="28"/>
                </a:cubicBezTo>
                <a:lnTo>
                  <a:pt x="27" y="10"/>
                </a:lnTo>
                <a:close/>
              </a:path>
            </a:pathLst>
          </a:custGeom>
          <a:solidFill>
            <a:srgbClr val="E62A2A"/>
          </a:solidFill>
          <a:ln>
            <a:noFill/>
          </a:ln>
        </p:spPr>
        <p:txBody>
          <a:bodyPr vert="horz" wrap="square" lIns="91440" tIns="45720" rIns="91440" bIns="45720" numCol="1" anchor="t" anchorCtr="0" compatLnSpc="1"/>
          <a:lstStyle/>
          <a:p>
            <a:endParaRPr lang="id-ID"/>
          </a:p>
        </p:txBody>
      </p:sp>
      <p:grpSp>
        <p:nvGrpSpPr>
          <p:cNvPr id="46" name="Group 24"/>
          <p:cNvGrpSpPr/>
          <p:nvPr/>
        </p:nvGrpSpPr>
        <p:grpSpPr>
          <a:xfrm>
            <a:off x="4937455" y="3349155"/>
            <a:ext cx="451474" cy="442875"/>
            <a:chOff x="6786562" y="796925"/>
            <a:chExt cx="500063" cy="490538"/>
          </a:xfrm>
          <a:solidFill>
            <a:srgbClr val="E62A2A"/>
          </a:solidFill>
        </p:grpSpPr>
        <p:sp>
          <p:nvSpPr>
            <p:cNvPr id="47" name="Freeform 27"/>
            <p:cNvSpPr>
              <a:spLocks noEditPoints="1"/>
            </p:cNvSpPr>
            <p:nvPr/>
          </p:nvSpPr>
          <p:spPr bwMode="auto">
            <a:xfrm>
              <a:off x="6786562" y="796925"/>
              <a:ext cx="500063" cy="490538"/>
            </a:xfrm>
            <a:custGeom>
              <a:avLst/>
              <a:gdLst>
                <a:gd name="T0" fmla="*/ 127 w 130"/>
                <a:gd name="T1" fmla="*/ 42 h 128"/>
                <a:gd name="T2" fmla="*/ 87 w 130"/>
                <a:gd name="T3" fmla="*/ 2 h 128"/>
                <a:gd name="T4" fmla="*/ 79 w 130"/>
                <a:gd name="T5" fmla="*/ 0 h 128"/>
                <a:gd name="T6" fmla="*/ 75 w 130"/>
                <a:gd name="T7" fmla="*/ 2 h 128"/>
                <a:gd name="T8" fmla="*/ 73 w 130"/>
                <a:gd name="T9" fmla="*/ 6 h 128"/>
                <a:gd name="T10" fmla="*/ 64 w 130"/>
                <a:gd name="T11" fmla="*/ 21 h 128"/>
                <a:gd name="T12" fmla="*/ 41 w 130"/>
                <a:gd name="T13" fmla="*/ 37 h 128"/>
                <a:gd name="T14" fmla="*/ 15 w 130"/>
                <a:gd name="T15" fmla="*/ 55 h 128"/>
                <a:gd name="T16" fmla="*/ 1 w 130"/>
                <a:gd name="T17" fmla="*/ 78 h 128"/>
                <a:gd name="T18" fmla="*/ 3 w 130"/>
                <a:gd name="T19" fmla="*/ 86 h 128"/>
                <a:gd name="T20" fmla="*/ 43 w 130"/>
                <a:gd name="T21" fmla="*/ 126 h 128"/>
                <a:gd name="T22" fmla="*/ 51 w 130"/>
                <a:gd name="T23" fmla="*/ 128 h 128"/>
                <a:gd name="T24" fmla="*/ 55 w 130"/>
                <a:gd name="T25" fmla="*/ 126 h 128"/>
                <a:gd name="T26" fmla="*/ 57 w 130"/>
                <a:gd name="T27" fmla="*/ 122 h 128"/>
                <a:gd name="T28" fmla="*/ 66 w 130"/>
                <a:gd name="T29" fmla="*/ 107 h 128"/>
                <a:gd name="T30" fmla="*/ 89 w 130"/>
                <a:gd name="T31" fmla="*/ 91 h 128"/>
                <a:gd name="T32" fmla="*/ 115 w 130"/>
                <a:gd name="T33" fmla="*/ 73 h 128"/>
                <a:gd name="T34" fmla="*/ 129 w 130"/>
                <a:gd name="T35" fmla="*/ 50 h 128"/>
                <a:gd name="T36" fmla="*/ 127 w 130"/>
                <a:gd name="T37" fmla="*/ 42 h 128"/>
                <a:gd name="T38" fmla="*/ 49 w 130"/>
                <a:gd name="T39" fmla="*/ 120 h 128"/>
                <a:gd name="T40" fmla="*/ 9 w 130"/>
                <a:gd name="T41" fmla="*/ 80 h 128"/>
                <a:gd name="T42" fmla="*/ 81 w 130"/>
                <a:gd name="T43" fmla="*/ 8 h 128"/>
                <a:gd name="T44" fmla="*/ 121 w 130"/>
                <a:gd name="T45" fmla="*/ 48 h 128"/>
                <a:gd name="T46" fmla="*/ 49 w 130"/>
                <a:gd name="T47"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128">
                  <a:moveTo>
                    <a:pt x="127" y="42"/>
                  </a:moveTo>
                  <a:cubicBezTo>
                    <a:pt x="87" y="2"/>
                    <a:pt x="87" y="2"/>
                    <a:pt x="87" y="2"/>
                  </a:cubicBezTo>
                  <a:cubicBezTo>
                    <a:pt x="85" y="0"/>
                    <a:pt x="82" y="0"/>
                    <a:pt x="79" y="0"/>
                  </a:cubicBezTo>
                  <a:cubicBezTo>
                    <a:pt x="78" y="1"/>
                    <a:pt x="76" y="1"/>
                    <a:pt x="75" y="2"/>
                  </a:cubicBezTo>
                  <a:cubicBezTo>
                    <a:pt x="74" y="3"/>
                    <a:pt x="74" y="4"/>
                    <a:pt x="73" y="6"/>
                  </a:cubicBezTo>
                  <a:cubicBezTo>
                    <a:pt x="72" y="12"/>
                    <a:pt x="68" y="17"/>
                    <a:pt x="64" y="21"/>
                  </a:cubicBezTo>
                  <a:cubicBezTo>
                    <a:pt x="58" y="27"/>
                    <a:pt x="50" y="32"/>
                    <a:pt x="41" y="37"/>
                  </a:cubicBezTo>
                  <a:cubicBezTo>
                    <a:pt x="32" y="42"/>
                    <a:pt x="23" y="48"/>
                    <a:pt x="15" y="55"/>
                  </a:cubicBezTo>
                  <a:cubicBezTo>
                    <a:pt x="8" y="62"/>
                    <a:pt x="4" y="69"/>
                    <a:pt x="1" y="78"/>
                  </a:cubicBezTo>
                  <a:cubicBezTo>
                    <a:pt x="0" y="80"/>
                    <a:pt x="1" y="84"/>
                    <a:pt x="3" y="86"/>
                  </a:cubicBezTo>
                  <a:cubicBezTo>
                    <a:pt x="43" y="126"/>
                    <a:pt x="43" y="126"/>
                    <a:pt x="43" y="126"/>
                  </a:cubicBezTo>
                  <a:cubicBezTo>
                    <a:pt x="45" y="128"/>
                    <a:pt x="48" y="128"/>
                    <a:pt x="51" y="128"/>
                  </a:cubicBezTo>
                  <a:cubicBezTo>
                    <a:pt x="52" y="127"/>
                    <a:pt x="54" y="127"/>
                    <a:pt x="55" y="126"/>
                  </a:cubicBezTo>
                  <a:cubicBezTo>
                    <a:pt x="56" y="125"/>
                    <a:pt x="56" y="124"/>
                    <a:pt x="57" y="122"/>
                  </a:cubicBezTo>
                  <a:cubicBezTo>
                    <a:pt x="58" y="116"/>
                    <a:pt x="62" y="111"/>
                    <a:pt x="66" y="107"/>
                  </a:cubicBezTo>
                  <a:cubicBezTo>
                    <a:pt x="72" y="101"/>
                    <a:pt x="80" y="96"/>
                    <a:pt x="89" y="91"/>
                  </a:cubicBezTo>
                  <a:cubicBezTo>
                    <a:pt x="98" y="86"/>
                    <a:pt x="107" y="80"/>
                    <a:pt x="115" y="73"/>
                  </a:cubicBezTo>
                  <a:cubicBezTo>
                    <a:pt x="122" y="66"/>
                    <a:pt x="126" y="59"/>
                    <a:pt x="129" y="50"/>
                  </a:cubicBezTo>
                  <a:cubicBezTo>
                    <a:pt x="130" y="48"/>
                    <a:pt x="129" y="44"/>
                    <a:pt x="127" y="42"/>
                  </a:cubicBezTo>
                  <a:close/>
                  <a:moveTo>
                    <a:pt x="49" y="120"/>
                  </a:moveTo>
                  <a:cubicBezTo>
                    <a:pt x="36" y="107"/>
                    <a:pt x="22" y="93"/>
                    <a:pt x="9" y="80"/>
                  </a:cubicBezTo>
                  <a:cubicBezTo>
                    <a:pt x="20" y="43"/>
                    <a:pt x="70" y="45"/>
                    <a:pt x="81" y="8"/>
                  </a:cubicBezTo>
                  <a:cubicBezTo>
                    <a:pt x="94" y="21"/>
                    <a:pt x="108" y="35"/>
                    <a:pt x="121" y="48"/>
                  </a:cubicBezTo>
                  <a:cubicBezTo>
                    <a:pt x="110" y="85"/>
                    <a:pt x="60" y="83"/>
                    <a:pt x="4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8" name="Freeform 28"/>
            <p:cNvSpPr>
              <a:spLocks noEditPoints="1"/>
            </p:cNvSpPr>
            <p:nvPr/>
          </p:nvSpPr>
          <p:spPr bwMode="auto">
            <a:xfrm>
              <a:off x="6967538" y="969963"/>
              <a:ext cx="134938" cy="138113"/>
            </a:xfrm>
            <a:custGeom>
              <a:avLst/>
              <a:gdLst>
                <a:gd name="T0" fmla="*/ 28 w 35"/>
                <a:gd name="T1" fmla="*/ 12 h 36"/>
                <a:gd name="T2" fmla="*/ 20 w 35"/>
                <a:gd name="T3" fmla="*/ 13 h 36"/>
                <a:gd name="T4" fmla="*/ 10 w 35"/>
                <a:gd name="T5" fmla="*/ 7 h 36"/>
                <a:gd name="T6" fmla="*/ 15 w 35"/>
                <a:gd name="T7" fmla="*/ 6 h 36"/>
                <a:gd name="T8" fmla="*/ 19 w 35"/>
                <a:gd name="T9" fmla="*/ 6 h 36"/>
                <a:gd name="T10" fmla="*/ 20 w 35"/>
                <a:gd name="T11" fmla="*/ 2 h 36"/>
                <a:gd name="T12" fmla="*/ 13 w 35"/>
                <a:gd name="T13" fmla="*/ 1 h 36"/>
                <a:gd name="T14" fmla="*/ 6 w 35"/>
                <a:gd name="T15" fmla="*/ 4 h 36"/>
                <a:gd name="T16" fmla="*/ 5 w 35"/>
                <a:gd name="T17" fmla="*/ 3 h 36"/>
                <a:gd name="T18" fmla="*/ 3 w 35"/>
                <a:gd name="T19" fmla="*/ 5 h 36"/>
                <a:gd name="T20" fmla="*/ 4 w 35"/>
                <a:gd name="T21" fmla="*/ 6 h 36"/>
                <a:gd name="T22" fmla="*/ 1 w 35"/>
                <a:gd name="T23" fmla="*/ 15 h 36"/>
                <a:gd name="T24" fmla="*/ 3 w 35"/>
                <a:gd name="T25" fmla="*/ 22 h 36"/>
                <a:gd name="T26" fmla="*/ 18 w 35"/>
                <a:gd name="T27" fmla="*/ 21 h 36"/>
                <a:gd name="T28" fmla="*/ 23 w 35"/>
                <a:gd name="T29" fmla="*/ 31 h 36"/>
                <a:gd name="T30" fmla="*/ 19 w 35"/>
                <a:gd name="T31" fmla="*/ 30 h 36"/>
                <a:gd name="T32" fmla="*/ 16 w 35"/>
                <a:gd name="T33" fmla="*/ 28 h 36"/>
                <a:gd name="T34" fmla="*/ 13 w 35"/>
                <a:gd name="T35" fmla="*/ 31 h 36"/>
                <a:gd name="T36" fmla="*/ 17 w 35"/>
                <a:gd name="T37" fmla="*/ 35 h 36"/>
                <a:gd name="T38" fmla="*/ 25 w 35"/>
                <a:gd name="T39" fmla="*/ 36 h 36"/>
                <a:gd name="T40" fmla="*/ 31 w 35"/>
                <a:gd name="T41" fmla="*/ 35 h 36"/>
                <a:gd name="T42" fmla="*/ 33 w 35"/>
                <a:gd name="T43" fmla="*/ 34 h 36"/>
                <a:gd name="T44" fmla="*/ 33 w 35"/>
                <a:gd name="T45" fmla="*/ 32 h 36"/>
                <a:gd name="T46" fmla="*/ 34 w 35"/>
                <a:gd name="T47" fmla="*/ 26 h 36"/>
                <a:gd name="T48" fmla="*/ 35 w 35"/>
                <a:gd name="T49" fmla="*/ 18 h 36"/>
                <a:gd name="T50" fmla="*/ 10 w 35"/>
                <a:gd name="T51" fmla="*/ 17 h 36"/>
                <a:gd name="T52" fmla="*/ 6 w 35"/>
                <a:gd name="T53" fmla="*/ 15 h 36"/>
                <a:gd name="T54" fmla="*/ 7 w 35"/>
                <a:gd name="T55" fmla="*/ 11 h 36"/>
                <a:gd name="T56" fmla="*/ 14 w 35"/>
                <a:gd name="T57" fmla="*/ 16 h 36"/>
                <a:gd name="T58" fmla="*/ 29 w 35"/>
                <a:gd name="T59" fmla="*/ 25 h 36"/>
                <a:gd name="T60" fmla="*/ 21 w 35"/>
                <a:gd name="T61" fmla="*/ 20 h 36"/>
                <a:gd name="T62" fmla="*/ 25 w 35"/>
                <a:gd name="T63" fmla="*/ 18 h 36"/>
                <a:gd name="T64" fmla="*/ 28 w 35"/>
                <a:gd name="T65" fmla="*/ 20 h 36"/>
                <a:gd name="T66" fmla="*/ 29 w 35"/>
                <a:gd name="T67"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36">
                  <a:moveTo>
                    <a:pt x="32" y="15"/>
                  </a:moveTo>
                  <a:cubicBezTo>
                    <a:pt x="31" y="14"/>
                    <a:pt x="30" y="13"/>
                    <a:pt x="28" y="12"/>
                  </a:cubicBezTo>
                  <a:cubicBezTo>
                    <a:pt x="27" y="12"/>
                    <a:pt x="26" y="12"/>
                    <a:pt x="24" y="12"/>
                  </a:cubicBezTo>
                  <a:cubicBezTo>
                    <a:pt x="23" y="12"/>
                    <a:pt x="22" y="12"/>
                    <a:pt x="20" y="13"/>
                  </a:cubicBezTo>
                  <a:cubicBezTo>
                    <a:pt x="19" y="13"/>
                    <a:pt x="18" y="14"/>
                    <a:pt x="16" y="15"/>
                  </a:cubicBezTo>
                  <a:cubicBezTo>
                    <a:pt x="14" y="12"/>
                    <a:pt x="12" y="10"/>
                    <a:pt x="10" y="7"/>
                  </a:cubicBezTo>
                  <a:cubicBezTo>
                    <a:pt x="11" y="7"/>
                    <a:pt x="12" y="6"/>
                    <a:pt x="13" y="6"/>
                  </a:cubicBezTo>
                  <a:cubicBezTo>
                    <a:pt x="14" y="6"/>
                    <a:pt x="14" y="6"/>
                    <a:pt x="15" y="6"/>
                  </a:cubicBezTo>
                  <a:cubicBezTo>
                    <a:pt x="16" y="7"/>
                    <a:pt x="17" y="7"/>
                    <a:pt x="18" y="7"/>
                  </a:cubicBezTo>
                  <a:cubicBezTo>
                    <a:pt x="18" y="7"/>
                    <a:pt x="19" y="7"/>
                    <a:pt x="19" y="6"/>
                  </a:cubicBezTo>
                  <a:cubicBezTo>
                    <a:pt x="20" y="6"/>
                    <a:pt x="20" y="5"/>
                    <a:pt x="20" y="5"/>
                  </a:cubicBezTo>
                  <a:cubicBezTo>
                    <a:pt x="20" y="4"/>
                    <a:pt x="20" y="3"/>
                    <a:pt x="20" y="2"/>
                  </a:cubicBezTo>
                  <a:cubicBezTo>
                    <a:pt x="19" y="1"/>
                    <a:pt x="18" y="1"/>
                    <a:pt x="16" y="0"/>
                  </a:cubicBezTo>
                  <a:cubicBezTo>
                    <a:pt x="15" y="0"/>
                    <a:pt x="14" y="0"/>
                    <a:pt x="13" y="1"/>
                  </a:cubicBezTo>
                  <a:cubicBezTo>
                    <a:pt x="11" y="1"/>
                    <a:pt x="10" y="1"/>
                    <a:pt x="9" y="2"/>
                  </a:cubicBezTo>
                  <a:cubicBezTo>
                    <a:pt x="8" y="3"/>
                    <a:pt x="7" y="3"/>
                    <a:pt x="6" y="4"/>
                  </a:cubicBezTo>
                  <a:cubicBezTo>
                    <a:pt x="6" y="4"/>
                    <a:pt x="6" y="3"/>
                    <a:pt x="6" y="3"/>
                  </a:cubicBezTo>
                  <a:cubicBezTo>
                    <a:pt x="5" y="3"/>
                    <a:pt x="5" y="3"/>
                    <a:pt x="5" y="3"/>
                  </a:cubicBezTo>
                  <a:cubicBezTo>
                    <a:pt x="4" y="3"/>
                    <a:pt x="4" y="3"/>
                    <a:pt x="3" y="3"/>
                  </a:cubicBezTo>
                  <a:cubicBezTo>
                    <a:pt x="3" y="4"/>
                    <a:pt x="3" y="4"/>
                    <a:pt x="3" y="5"/>
                  </a:cubicBezTo>
                  <a:cubicBezTo>
                    <a:pt x="3" y="5"/>
                    <a:pt x="3" y="5"/>
                    <a:pt x="4" y="6"/>
                  </a:cubicBezTo>
                  <a:cubicBezTo>
                    <a:pt x="4" y="6"/>
                    <a:pt x="4" y="6"/>
                    <a:pt x="4" y="6"/>
                  </a:cubicBezTo>
                  <a:cubicBezTo>
                    <a:pt x="3" y="7"/>
                    <a:pt x="2" y="9"/>
                    <a:pt x="2" y="10"/>
                  </a:cubicBezTo>
                  <a:cubicBezTo>
                    <a:pt x="1" y="12"/>
                    <a:pt x="1" y="13"/>
                    <a:pt x="1" y="15"/>
                  </a:cubicBezTo>
                  <a:cubicBezTo>
                    <a:pt x="0" y="16"/>
                    <a:pt x="1" y="17"/>
                    <a:pt x="1" y="18"/>
                  </a:cubicBezTo>
                  <a:cubicBezTo>
                    <a:pt x="1" y="20"/>
                    <a:pt x="2" y="21"/>
                    <a:pt x="3" y="22"/>
                  </a:cubicBezTo>
                  <a:cubicBezTo>
                    <a:pt x="5" y="23"/>
                    <a:pt x="8" y="24"/>
                    <a:pt x="10" y="24"/>
                  </a:cubicBezTo>
                  <a:cubicBezTo>
                    <a:pt x="13" y="23"/>
                    <a:pt x="15" y="23"/>
                    <a:pt x="18" y="21"/>
                  </a:cubicBezTo>
                  <a:cubicBezTo>
                    <a:pt x="21" y="24"/>
                    <a:pt x="23" y="27"/>
                    <a:pt x="25" y="29"/>
                  </a:cubicBezTo>
                  <a:cubicBezTo>
                    <a:pt x="24" y="30"/>
                    <a:pt x="24" y="30"/>
                    <a:pt x="23" y="31"/>
                  </a:cubicBezTo>
                  <a:cubicBezTo>
                    <a:pt x="22" y="31"/>
                    <a:pt x="21" y="31"/>
                    <a:pt x="21" y="31"/>
                  </a:cubicBezTo>
                  <a:cubicBezTo>
                    <a:pt x="20" y="30"/>
                    <a:pt x="20" y="30"/>
                    <a:pt x="19" y="30"/>
                  </a:cubicBezTo>
                  <a:cubicBezTo>
                    <a:pt x="18" y="29"/>
                    <a:pt x="18" y="29"/>
                    <a:pt x="17" y="29"/>
                  </a:cubicBezTo>
                  <a:cubicBezTo>
                    <a:pt x="17" y="28"/>
                    <a:pt x="16" y="28"/>
                    <a:pt x="16" y="28"/>
                  </a:cubicBezTo>
                  <a:cubicBezTo>
                    <a:pt x="15" y="28"/>
                    <a:pt x="15" y="29"/>
                    <a:pt x="14" y="29"/>
                  </a:cubicBezTo>
                  <a:cubicBezTo>
                    <a:pt x="13" y="30"/>
                    <a:pt x="13" y="30"/>
                    <a:pt x="13" y="31"/>
                  </a:cubicBezTo>
                  <a:cubicBezTo>
                    <a:pt x="13" y="32"/>
                    <a:pt x="13" y="33"/>
                    <a:pt x="14" y="33"/>
                  </a:cubicBezTo>
                  <a:cubicBezTo>
                    <a:pt x="15" y="34"/>
                    <a:pt x="16" y="35"/>
                    <a:pt x="17" y="35"/>
                  </a:cubicBezTo>
                  <a:cubicBezTo>
                    <a:pt x="18" y="36"/>
                    <a:pt x="19" y="36"/>
                    <a:pt x="20" y="36"/>
                  </a:cubicBezTo>
                  <a:cubicBezTo>
                    <a:pt x="22" y="36"/>
                    <a:pt x="23" y="36"/>
                    <a:pt x="25" y="36"/>
                  </a:cubicBezTo>
                  <a:cubicBezTo>
                    <a:pt x="26" y="35"/>
                    <a:pt x="27" y="34"/>
                    <a:pt x="29" y="33"/>
                  </a:cubicBezTo>
                  <a:cubicBezTo>
                    <a:pt x="30" y="33"/>
                    <a:pt x="30" y="34"/>
                    <a:pt x="31" y="35"/>
                  </a:cubicBezTo>
                  <a:cubicBezTo>
                    <a:pt x="31" y="35"/>
                    <a:pt x="32" y="35"/>
                    <a:pt x="32" y="35"/>
                  </a:cubicBezTo>
                  <a:cubicBezTo>
                    <a:pt x="33" y="35"/>
                    <a:pt x="33" y="35"/>
                    <a:pt x="33" y="34"/>
                  </a:cubicBezTo>
                  <a:cubicBezTo>
                    <a:pt x="33" y="34"/>
                    <a:pt x="34" y="34"/>
                    <a:pt x="34" y="33"/>
                  </a:cubicBezTo>
                  <a:cubicBezTo>
                    <a:pt x="34" y="33"/>
                    <a:pt x="33" y="32"/>
                    <a:pt x="33" y="32"/>
                  </a:cubicBezTo>
                  <a:cubicBezTo>
                    <a:pt x="32" y="32"/>
                    <a:pt x="32" y="31"/>
                    <a:pt x="31" y="30"/>
                  </a:cubicBezTo>
                  <a:cubicBezTo>
                    <a:pt x="32" y="29"/>
                    <a:pt x="33" y="27"/>
                    <a:pt x="34" y="26"/>
                  </a:cubicBezTo>
                  <a:cubicBezTo>
                    <a:pt x="35" y="24"/>
                    <a:pt x="35" y="23"/>
                    <a:pt x="35" y="21"/>
                  </a:cubicBezTo>
                  <a:cubicBezTo>
                    <a:pt x="35" y="20"/>
                    <a:pt x="35" y="19"/>
                    <a:pt x="35" y="18"/>
                  </a:cubicBezTo>
                  <a:cubicBezTo>
                    <a:pt x="34" y="17"/>
                    <a:pt x="33" y="16"/>
                    <a:pt x="32" y="15"/>
                  </a:cubicBezTo>
                  <a:close/>
                  <a:moveTo>
                    <a:pt x="10" y="17"/>
                  </a:moveTo>
                  <a:cubicBezTo>
                    <a:pt x="9" y="17"/>
                    <a:pt x="8" y="17"/>
                    <a:pt x="7" y="16"/>
                  </a:cubicBezTo>
                  <a:cubicBezTo>
                    <a:pt x="7" y="16"/>
                    <a:pt x="6" y="15"/>
                    <a:pt x="6" y="15"/>
                  </a:cubicBezTo>
                  <a:cubicBezTo>
                    <a:pt x="6" y="14"/>
                    <a:pt x="6" y="14"/>
                    <a:pt x="6" y="13"/>
                  </a:cubicBezTo>
                  <a:cubicBezTo>
                    <a:pt x="6" y="13"/>
                    <a:pt x="6" y="12"/>
                    <a:pt x="7" y="11"/>
                  </a:cubicBezTo>
                  <a:cubicBezTo>
                    <a:pt x="7" y="11"/>
                    <a:pt x="7" y="10"/>
                    <a:pt x="8" y="9"/>
                  </a:cubicBezTo>
                  <a:cubicBezTo>
                    <a:pt x="10" y="11"/>
                    <a:pt x="12" y="14"/>
                    <a:pt x="14" y="16"/>
                  </a:cubicBezTo>
                  <a:cubicBezTo>
                    <a:pt x="12" y="17"/>
                    <a:pt x="11" y="17"/>
                    <a:pt x="10" y="17"/>
                  </a:cubicBezTo>
                  <a:close/>
                  <a:moveTo>
                    <a:pt x="29" y="25"/>
                  </a:moveTo>
                  <a:cubicBezTo>
                    <a:pt x="28" y="26"/>
                    <a:pt x="28" y="27"/>
                    <a:pt x="27" y="27"/>
                  </a:cubicBezTo>
                  <a:cubicBezTo>
                    <a:pt x="25" y="25"/>
                    <a:pt x="23" y="22"/>
                    <a:pt x="21" y="20"/>
                  </a:cubicBezTo>
                  <a:cubicBezTo>
                    <a:pt x="21" y="20"/>
                    <a:pt x="22" y="19"/>
                    <a:pt x="23" y="19"/>
                  </a:cubicBezTo>
                  <a:cubicBezTo>
                    <a:pt x="23" y="19"/>
                    <a:pt x="24" y="19"/>
                    <a:pt x="25" y="18"/>
                  </a:cubicBezTo>
                  <a:cubicBezTo>
                    <a:pt x="25" y="18"/>
                    <a:pt x="26" y="18"/>
                    <a:pt x="27" y="19"/>
                  </a:cubicBezTo>
                  <a:cubicBezTo>
                    <a:pt x="27" y="19"/>
                    <a:pt x="28" y="19"/>
                    <a:pt x="28" y="20"/>
                  </a:cubicBezTo>
                  <a:cubicBezTo>
                    <a:pt x="29" y="20"/>
                    <a:pt x="29" y="21"/>
                    <a:pt x="29" y="21"/>
                  </a:cubicBezTo>
                  <a:cubicBezTo>
                    <a:pt x="30" y="22"/>
                    <a:pt x="30" y="23"/>
                    <a:pt x="29" y="23"/>
                  </a:cubicBezTo>
                  <a:cubicBezTo>
                    <a:pt x="29" y="24"/>
                    <a:pt x="29" y="25"/>
                    <a:pt x="2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9" name="Freeform 29"/>
            <p:cNvSpPr/>
            <p:nvPr/>
          </p:nvSpPr>
          <p:spPr bwMode="auto">
            <a:xfrm>
              <a:off x="6956425" y="1135063"/>
              <a:ext cx="73025" cy="79375"/>
            </a:xfrm>
            <a:custGeom>
              <a:avLst/>
              <a:gdLst>
                <a:gd name="T0" fmla="*/ 16 w 19"/>
                <a:gd name="T1" fmla="*/ 1 h 21"/>
                <a:gd name="T2" fmla="*/ 16 w 19"/>
                <a:gd name="T3" fmla="*/ 1 h 21"/>
                <a:gd name="T4" fmla="*/ 9 w 19"/>
                <a:gd name="T5" fmla="*/ 7 h 21"/>
                <a:gd name="T6" fmla="*/ 3 w 19"/>
                <a:gd name="T7" fmla="*/ 14 h 21"/>
                <a:gd name="T8" fmla="*/ 0 w 19"/>
                <a:gd name="T9" fmla="*/ 17 h 21"/>
                <a:gd name="T10" fmla="*/ 0 w 19"/>
                <a:gd name="T11" fmla="*/ 17 h 21"/>
                <a:gd name="T12" fmla="*/ 0 w 19"/>
                <a:gd name="T13" fmla="*/ 20 h 21"/>
                <a:gd name="T14" fmla="*/ 3 w 19"/>
                <a:gd name="T15" fmla="*/ 20 h 21"/>
                <a:gd name="T16" fmla="*/ 3 w 19"/>
                <a:gd name="T17" fmla="*/ 20 h 21"/>
                <a:gd name="T18" fmla="*/ 6 w 19"/>
                <a:gd name="T19" fmla="*/ 16 h 21"/>
                <a:gd name="T20" fmla="*/ 11 w 19"/>
                <a:gd name="T21" fmla="*/ 10 h 21"/>
                <a:gd name="T22" fmla="*/ 18 w 19"/>
                <a:gd name="T23" fmla="*/ 4 h 21"/>
                <a:gd name="T24" fmla="*/ 18 w 19"/>
                <a:gd name="T25" fmla="*/ 4 h 21"/>
                <a:gd name="T26" fmla="*/ 19 w 19"/>
                <a:gd name="T27" fmla="*/ 4 h 21"/>
                <a:gd name="T28" fmla="*/ 19 w 19"/>
                <a:gd name="T29" fmla="*/ 1 h 21"/>
                <a:gd name="T30" fmla="*/ 16 w 19"/>
                <a:gd name="T3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21">
                  <a:moveTo>
                    <a:pt x="16" y="1"/>
                  </a:moveTo>
                  <a:cubicBezTo>
                    <a:pt x="16" y="1"/>
                    <a:pt x="16" y="1"/>
                    <a:pt x="16" y="1"/>
                  </a:cubicBezTo>
                  <a:cubicBezTo>
                    <a:pt x="13" y="3"/>
                    <a:pt x="11" y="5"/>
                    <a:pt x="9" y="7"/>
                  </a:cubicBezTo>
                  <a:cubicBezTo>
                    <a:pt x="6" y="9"/>
                    <a:pt x="5" y="11"/>
                    <a:pt x="3" y="14"/>
                  </a:cubicBezTo>
                  <a:cubicBezTo>
                    <a:pt x="0" y="17"/>
                    <a:pt x="0" y="17"/>
                    <a:pt x="0" y="17"/>
                  </a:cubicBezTo>
                  <a:cubicBezTo>
                    <a:pt x="0" y="17"/>
                    <a:pt x="0" y="17"/>
                    <a:pt x="0" y="17"/>
                  </a:cubicBezTo>
                  <a:cubicBezTo>
                    <a:pt x="0" y="18"/>
                    <a:pt x="0" y="19"/>
                    <a:pt x="0" y="20"/>
                  </a:cubicBezTo>
                  <a:cubicBezTo>
                    <a:pt x="1" y="21"/>
                    <a:pt x="2" y="21"/>
                    <a:pt x="3" y="20"/>
                  </a:cubicBezTo>
                  <a:cubicBezTo>
                    <a:pt x="3" y="20"/>
                    <a:pt x="3" y="20"/>
                    <a:pt x="3" y="20"/>
                  </a:cubicBezTo>
                  <a:cubicBezTo>
                    <a:pt x="6" y="16"/>
                    <a:pt x="6" y="16"/>
                    <a:pt x="6" y="16"/>
                  </a:cubicBezTo>
                  <a:cubicBezTo>
                    <a:pt x="8" y="14"/>
                    <a:pt x="9" y="12"/>
                    <a:pt x="11" y="10"/>
                  </a:cubicBezTo>
                  <a:cubicBezTo>
                    <a:pt x="14" y="8"/>
                    <a:pt x="16" y="6"/>
                    <a:pt x="18" y="4"/>
                  </a:cubicBezTo>
                  <a:cubicBezTo>
                    <a:pt x="18" y="4"/>
                    <a:pt x="18" y="4"/>
                    <a:pt x="18" y="4"/>
                  </a:cubicBezTo>
                  <a:cubicBezTo>
                    <a:pt x="18" y="4"/>
                    <a:pt x="18" y="4"/>
                    <a:pt x="19" y="4"/>
                  </a:cubicBezTo>
                  <a:cubicBezTo>
                    <a:pt x="19" y="3"/>
                    <a:pt x="19" y="2"/>
                    <a:pt x="19" y="1"/>
                  </a:cubicBezTo>
                  <a:cubicBezTo>
                    <a:pt x="18" y="0"/>
                    <a:pt x="17"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0" name="Freeform 30"/>
            <p:cNvSpPr/>
            <p:nvPr/>
          </p:nvSpPr>
          <p:spPr bwMode="auto">
            <a:xfrm>
              <a:off x="7043738" y="873125"/>
              <a:ext cx="77788" cy="80963"/>
            </a:xfrm>
            <a:custGeom>
              <a:avLst/>
              <a:gdLst>
                <a:gd name="T0" fmla="*/ 8 w 20"/>
                <a:gd name="T1" fmla="*/ 11 h 21"/>
                <a:gd name="T2" fmla="*/ 1 w 20"/>
                <a:gd name="T3" fmla="*/ 17 h 21"/>
                <a:gd name="T4" fmla="*/ 0 w 20"/>
                <a:gd name="T5" fmla="*/ 17 h 21"/>
                <a:gd name="T6" fmla="*/ 0 w 20"/>
                <a:gd name="T7" fmla="*/ 20 h 21"/>
                <a:gd name="T8" fmla="*/ 3 w 20"/>
                <a:gd name="T9" fmla="*/ 20 h 21"/>
                <a:gd name="T10" fmla="*/ 3 w 20"/>
                <a:gd name="T11" fmla="*/ 20 h 21"/>
                <a:gd name="T12" fmla="*/ 10 w 20"/>
                <a:gd name="T13" fmla="*/ 14 h 21"/>
                <a:gd name="T14" fmla="*/ 16 w 20"/>
                <a:gd name="T15" fmla="*/ 7 h 21"/>
                <a:gd name="T16" fmla="*/ 19 w 20"/>
                <a:gd name="T17" fmla="*/ 3 h 21"/>
                <a:gd name="T18" fmla="*/ 19 w 20"/>
                <a:gd name="T19" fmla="*/ 3 h 21"/>
                <a:gd name="T20" fmla="*/ 19 w 20"/>
                <a:gd name="T21" fmla="*/ 0 h 21"/>
                <a:gd name="T22" fmla="*/ 16 w 20"/>
                <a:gd name="T23" fmla="*/ 0 h 21"/>
                <a:gd name="T24" fmla="*/ 16 w 20"/>
                <a:gd name="T25" fmla="*/ 1 h 21"/>
                <a:gd name="T26" fmla="*/ 13 w 20"/>
                <a:gd name="T27" fmla="*/ 5 h 21"/>
                <a:gd name="T28" fmla="*/ 8 w 20"/>
                <a:gd name="T29" fmla="*/ 1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21">
                  <a:moveTo>
                    <a:pt x="8" y="11"/>
                  </a:moveTo>
                  <a:cubicBezTo>
                    <a:pt x="5" y="13"/>
                    <a:pt x="3" y="15"/>
                    <a:pt x="1" y="17"/>
                  </a:cubicBezTo>
                  <a:cubicBezTo>
                    <a:pt x="1" y="17"/>
                    <a:pt x="0" y="17"/>
                    <a:pt x="0" y="17"/>
                  </a:cubicBezTo>
                  <a:cubicBezTo>
                    <a:pt x="0" y="18"/>
                    <a:pt x="0" y="19"/>
                    <a:pt x="0" y="20"/>
                  </a:cubicBezTo>
                  <a:cubicBezTo>
                    <a:pt x="1" y="21"/>
                    <a:pt x="2" y="21"/>
                    <a:pt x="3" y="20"/>
                  </a:cubicBezTo>
                  <a:cubicBezTo>
                    <a:pt x="3" y="20"/>
                    <a:pt x="3" y="20"/>
                    <a:pt x="3" y="20"/>
                  </a:cubicBezTo>
                  <a:cubicBezTo>
                    <a:pt x="6" y="18"/>
                    <a:pt x="8" y="16"/>
                    <a:pt x="10" y="14"/>
                  </a:cubicBezTo>
                  <a:cubicBezTo>
                    <a:pt x="13" y="12"/>
                    <a:pt x="14" y="9"/>
                    <a:pt x="16" y="7"/>
                  </a:cubicBezTo>
                  <a:cubicBezTo>
                    <a:pt x="19" y="3"/>
                    <a:pt x="19" y="3"/>
                    <a:pt x="19" y="3"/>
                  </a:cubicBezTo>
                  <a:cubicBezTo>
                    <a:pt x="19" y="3"/>
                    <a:pt x="19" y="3"/>
                    <a:pt x="19" y="3"/>
                  </a:cubicBezTo>
                  <a:cubicBezTo>
                    <a:pt x="20" y="2"/>
                    <a:pt x="20" y="1"/>
                    <a:pt x="19" y="0"/>
                  </a:cubicBezTo>
                  <a:cubicBezTo>
                    <a:pt x="18" y="0"/>
                    <a:pt x="17" y="0"/>
                    <a:pt x="16" y="0"/>
                  </a:cubicBezTo>
                  <a:cubicBezTo>
                    <a:pt x="16" y="1"/>
                    <a:pt x="16" y="1"/>
                    <a:pt x="16" y="1"/>
                  </a:cubicBezTo>
                  <a:cubicBezTo>
                    <a:pt x="13" y="5"/>
                    <a:pt x="13" y="5"/>
                    <a:pt x="13" y="5"/>
                  </a:cubicBezTo>
                  <a:cubicBezTo>
                    <a:pt x="11" y="7"/>
                    <a:pt x="10" y="9"/>
                    <a:pt x="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51" name="椭圆 50"/>
          <p:cNvSpPr/>
          <p:nvPr/>
        </p:nvSpPr>
        <p:spPr>
          <a:xfrm>
            <a:off x="6767600" y="1910336"/>
            <a:ext cx="576622" cy="576785"/>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Impact MT Std" pitchFamily="34" charset="0"/>
                <a:ea typeface="微软雅黑" panose="020B0503020204020204" pitchFamily="34" charset="-122"/>
              </a:rPr>
              <a:t>1</a:t>
            </a:r>
            <a:endParaRPr lang="zh-CN" altLang="en-US" dirty="0">
              <a:latin typeface="Impact MT Std" pitchFamily="34" charset="0"/>
              <a:ea typeface="微软雅黑" panose="020B0503020204020204" pitchFamily="34" charset="-122"/>
            </a:endParaRPr>
          </a:p>
        </p:txBody>
      </p:sp>
      <p:sp>
        <p:nvSpPr>
          <p:cNvPr id="52" name="椭圆 51"/>
          <p:cNvSpPr/>
          <p:nvPr/>
        </p:nvSpPr>
        <p:spPr>
          <a:xfrm>
            <a:off x="6767601" y="2630416"/>
            <a:ext cx="576622" cy="5767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Impact MT Std" pitchFamily="34" charset="0"/>
                <a:ea typeface="微软雅黑" panose="020B0503020204020204" pitchFamily="34" charset="-122"/>
              </a:rPr>
              <a:t>2</a:t>
            </a:r>
            <a:endParaRPr lang="zh-CN" altLang="en-US" dirty="0">
              <a:latin typeface="Impact MT Std" pitchFamily="34" charset="0"/>
              <a:ea typeface="微软雅黑" panose="020B0503020204020204" pitchFamily="34" charset="-122"/>
            </a:endParaRPr>
          </a:p>
        </p:txBody>
      </p:sp>
      <p:sp>
        <p:nvSpPr>
          <p:cNvPr id="53" name="椭圆 52"/>
          <p:cNvSpPr/>
          <p:nvPr/>
        </p:nvSpPr>
        <p:spPr>
          <a:xfrm>
            <a:off x="6767601" y="3367296"/>
            <a:ext cx="576622" cy="576785"/>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Impact MT Std" pitchFamily="34" charset="0"/>
                <a:ea typeface="微软雅黑" panose="020B0503020204020204" pitchFamily="34" charset="-122"/>
              </a:rPr>
              <a:t>3</a:t>
            </a:r>
            <a:endParaRPr lang="zh-CN" altLang="en-US" dirty="0">
              <a:latin typeface="Impact MT Std" pitchFamily="34" charset="0"/>
              <a:ea typeface="微软雅黑" panose="020B0503020204020204" pitchFamily="34" charset="-122"/>
            </a:endParaRPr>
          </a:p>
        </p:txBody>
      </p:sp>
      <p:sp>
        <p:nvSpPr>
          <p:cNvPr id="54" name="标题 11"/>
          <p:cNvSpPr txBox="1"/>
          <p:nvPr/>
        </p:nvSpPr>
        <p:spPr>
          <a:xfrm>
            <a:off x="7344223" y="1978501"/>
            <a:ext cx="3145851"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标题 11"/>
          <p:cNvSpPr txBox="1"/>
          <p:nvPr/>
        </p:nvSpPr>
        <p:spPr>
          <a:xfrm>
            <a:off x="7344224" y="2698581"/>
            <a:ext cx="3145851" cy="79665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6" name="标题 11"/>
          <p:cNvSpPr txBox="1"/>
          <p:nvPr/>
        </p:nvSpPr>
        <p:spPr>
          <a:xfrm>
            <a:off x="7344224" y="3435461"/>
            <a:ext cx="3145851" cy="796652"/>
          </a:xfrm>
          <a:prstGeom prst="rect">
            <a:avLst/>
          </a:prstGeom>
        </p:spPr>
        <p:txBody>
          <a:bodyP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请在此处输入详细的文字介绍信息和简介，</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表达图表的</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含义</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亮亮图文旗舰店  https://liangliangtuwen.tmall.com</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l"/>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2101143" y="5374957"/>
            <a:ext cx="8172908" cy="646331"/>
          </a:xfrm>
          <a:prstGeom prst="rect">
            <a:avLst/>
          </a:prstGeom>
          <a:noFill/>
        </p:spPr>
        <p:txBody>
          <a:bodyPr wrap="square" lIns="0" tIns="0" rIns="0" bIns="0" rtlCol="0">
            <a:spAutoFit/>
          </a:bodyPr>
          <a:lstStyle/>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点击输入简要文字解说，解说文字尽量概括精炼，不用多余的文字修饰，简洁精准的 解说所提炼的核心概念。点击输入简要文字解说，解说文字尽量概括精炼，不用多余的文字修饰，简洁精准的 解说所提炼的核心概念。</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75" name="TextBox 74"/>
          <p:cNvSpPr txBox="1"/>
          <p:nvPr/>
        </p:nvSpPr>
        <p:spPr>
          <a:xfrm>
            <a:off x="5190372" y="4940007"/>
            <a:ext cx="2059343" cy="307777"/>
          </a:xfrm>
          <a:prstGeom prst="rect">
            <a:avLst/>
          </a:prstGeom>
          <a:noFill/>
        </p:spPr>
        <p:txBody>
          <a:bodyPr wrap="square" lIns="0" tIns="0" rIns="0" bIns="0" rtlCol="0">
            <a:spAutoFit/>
          </a:bodyPr>
          <a:lstStyle/>
          <a:p>
            <a:r>
              <a:rPr lang="zh-CN" altLang="en-US" sz="2000" b="1" dirty="0" smtClean="0">
                <a:solidFill>
                  <a:schemeClr val="tx1">
                    <a:lumMod val="75000"/>
                    <a:lumOff val="25000"/>
                  </a:schemeClr>
                </a:solidFill>
                <a:latin typeface="Impact MT Std" pitchFamily="34" charset="0"/>
                <a:ea typeface="微软雅黑" panose="020B0503020204020204" pitchFamily="34" charset="-122"/>
              </a:rPr>
              <a:t>点击输入标题文本</a:t>
            </a:r>
            <a:endParaRPr lang="zh-CN" altLang="en-US" sz="20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100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500"/>
                                        <p:tgtEl>
                                          <p:spTgt spid="31"/>
                                        </p:tgtEl>
                                      </p:cBhvr>
                                    </p:animEffect>
                                  </p:childTnLst>
                                </p:cTn>
                              </p:par>
                              <p:par>
                                <p:cTn id="8" presetID="22" presetClass="entr" presetSubtype="2" fill="hold" grpId="0" nodeType="withEffect">
                                  <p:stCondLst>
                                    <p:cond delay="1500"/>
                                  </p:stCondLst>
                                  <p:childTnLst>
                                    <p:set>
                                      <p:cBhvr>
                                        <p:cTn id="9" dur="1" fill="hold">
                                          <p:stCondLst>
                                            <p:cond delay="0"/>
                                          </p:stCondLst>
                                        </p:cTn>
                                        <p:tgtEl>
                                          <p:spTgt spid="32"/>
                                        </p:tgtEl>
                                        <p:attrNameLst>
                                          <p:attrName>style.visibility</p:attrName>
                                        </p:attrNameLst>
                                      </p:cBhvr>
                                      <p:to>
                                        <p:strVal val="visible"/>
                                      </p:to>
                                    </p:set>
                                    <p:animEffect transition="in" filter="wipe(right)">
                                      <p:cBhvr>
                                        <p:cTn id="10" dur="500"/>
                                        <p:tgtEl>
                                          <p:spTgt spid="32"/>
                                        </p:tgtEl>
                                      </p:cBhvr>
                                    </p:animEffect>
                                  </p:childTnLst>
                                </p:cTn>
                              </p:par>
                              <p:par>
                                <p:cTn id="11" presetID="22" presetClass="entr" presetSubtype="2" fill="hold" grpId="0" nodeType="withEffect">
                                  <p:stCondLst>
                                    <p:cond delay="2000"/>
                                  </p:stCondLst>
                                  <p:childTnLst>
                                    <p:set>
                                      <p:cBhvr>
                                        <p:cTn id="12" dur="1" fill="hold">
                                          <p:stCondLst>
                                            <p:cond delay="0"/>
                                          </p:stCondLst>
                                        </p:cTn>
                                        <p:tgtEl>
                                          <p:spTgt spid="30"/>
                                        </p:tgtEl>
                                        <p:attrNameLst>
                                          <p:attrName>style.visibility</p:attrName>
                                        </p:attrNameLst>
                                      </p:cBhvr>
                                      <p:to>
                                        <p:strVal val="visible"/>
                                      </p:to>
                                    </p:set>
                                    <p:animEffect transition="in" filter="wipe(right)">
                                      <p:cBhvr>
                                        <p:cTn id="13" dur="500"/>
                                        <p:tgtEl>
                                          <p:spTgt spid="30"/>
                                        </p:tgtEl>
                                      </p:cBhvr>
                                    </p:animEffect>
                                  </p:childTnLst>
                                </p:cTn>
                              </p:par>
                              <p:par>
                                <p:cTn id="14" presetID="42" presetClass="entr" presetSubtype="0" fill="hold" nodeType="withEffect">
                                  <p:stCondLst>
                                    <p:cond delay="250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1000"/>
                                        <p:tgtEl>
                                          <p:spTgt spid="33"/>
                                        </p:tgtEl>
                                      </p:cBhvr>
                                    </p:animEffect>
                                    <p:anim calcmode="lin" valueType="num">
                                      <p:cBhvr>
                                        <p:cTn id="17" dur="1000" fill="hold"/>
                                        <p:tgtEl>
                                          <p:spTgt spid="33"/>
                                        </p:tgtEl>
                                        <p:attrNameLst>
                                          <p:attrName>ppt_x</p:attrName>
                                        </p:attrNameLst>
                                      </p:cBhvr>
                                      <p:tavLst>
                                        <p:tav tm="0">
                                          <p:val>
                                            <p:strVal val="#ppt_x"/>
                                          </p:val>
                                        </p:tav>
                                        <p:tav tm="100000">
                                          <p:val>
                                            <p:strVal val="#ppt_x"/>
                                          </p:val>
                                        </p:tav>
                                      </p:tavLst>
                                    </p:anim>
                                    <p:anim calcmode="lin" valueType="num">
                                      <p:cBhvr>
                                        <p:cTn id="18" dur="1000" fill="hold"/>
                                        <p:tgtEl>
                                          <p:spTgt spid="3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250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1000"/>
                                        <p:tgtEl>
                                          <p:spTgt spid="36"/>
                                        </p:tgtEl>
                                      </p:cBhvr>
                                    </p:animEffect>
                                    <p:anim calcmode="lin" valueType="num">
                                      <p:cBhvr>
                                        <p:cTn id="22" dur="1000" fill="hold"/>
                                        <p:tgtEl>
                                          <p:spTgt spid="36"/>
                                        </p:tgtEl>
                                        <p:attrNameLst>
                                          <p:attrName>ppt_x</p:attrName>
                                        </p:attrNameLst>
                                      </p:cBhvr>
                                      <p:tavLst>
                                        <p:tav tm="0">
                                          <p:val>
                                            <p:strVal val="#ppt_x"/>
                                          </p:val>
                                        </p:tav>
                                        <p:tav tm="100000">
                                          <p:val>
                                            <p:strVal val="#ppt_x"/>
                                          </p:val>
                                        </p:tav>
                                      </p:tavLst>
                                    </p:anim>
                                    <p:anim calcmode="lin" valueType="num">
                                      <p:cBhvr>
                                        <p:cTn id="23" dur="1000" fill="hold"/>
                                        <p:tgtEl>
                                          <p:spTgt spid="36"/>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25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1000"/>
                                        <p:tgtEl>
                                          <p:spTgt spid="39"/>
                                        </p:tgtEl>
                                      </p:cBhvr>
                                    </p:animEffect>
                                    <p:anim calcmode="lin" valueType="num">
                                      <p:cBhvr>
                                        <p:cTn id="27" dur="1000" fill="hold"/>
                                        <p:tgtEl>
                                          <p:spTgt spid="39"/>
                                        </p:tgtEl>
                                        <p:attrNameLst>
                                          <p:attrName>ppt_x</p:attrName>
                                        </p:attrNameLst>
                                      </p:cBhvr>
                                      <p:tavLst>
                                        <p:tav tm="0">
                                          <p:val>
                                            <p:strVal val="#ppt_x"/>
                                          </p:val>
                                        </p:tav>
                                        <p:tav tm="100000">
                                          <p:val>
                                            <p:strVal val="#ppt_x"/>
                                          </p:val>
                                        </p:tav>
                                      </p:tavLst>
                                    </p:anim>
                                    <p:anim calcmode="lin" valueType="num">
                                      <p:cBhvr>
                                        <p:cTn id="28" dur="1000" fill="hold"/>
                                        <p:tgtEl>
                                          <p:spTgt spid="39"/>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childTnLst>
                          </p:cTn>
                        </p:par>
                        <p:par>
                          <p:cTn id="48" fill="hold">
                            <p:stCondLst>
                              <p:cond delay="3500"/>
                            </p:stCondLst>
                            <p:childTnLst>
                              <p:par>
                                <p:cTn id="49" presetID="10" presetClass="entr" presetSubtype="0" fill="hold" grpId="0" nodeType="afterEffect">
                                  <p:stCondLst>
                                    <p:cond delay="0"/>
                                  </p:stCondLst>
                                  <p:childTnLst>
                                    <p:set>
                                      <p:cBhvr>
                                        <p:cTn id="50" dur="1" fill="hold">
                                          <p:stCondLst>
                                            <p:cond delay="0"/>
                                          </p:stCondLst>
                                        </p:cTn>
                                        <p:tgtEl>
                                          <p:spTgt spid="53"/>
                                        </p:tgtEl>
                                        <p:attrNameLst>
                                          <p:attrName>style.visibility</p:attrName>
                                        </p:attrNameLst>
                                      </p:cBhvr>
                                      <p:to>
                                        <p:strVal val="visible"/>
                                      </p:to>
                                    </p:set>
                                    <p:animEffect transition="in" filter="fade">
                                      <p:cBhvr>
                                        <p:cTn id="51" dur="500"/>
                                        <p:tgtEl>
                                          <p:spTgt spid="53"/>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animEffect transition="in" filter="fade">
                                      <p:cBhvr>
                                        <p:cTn id="57" dur="500"/>
                                        <p:tgtEl>
                                          <p:spTgt spid="54"/>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55"/>
                                        </p:tgtEl>
                                        <p:attrNameLst>
                                          <p:attrName>style.visibility</p:attrName>
                                        </p:attrNameLst>
                                      </p:cBhvr>
                                      <p:to>
                                        <p:strVal val="visible"/>
                                      </p:to>
                                    </p:set>
                                    <p:anim calcmode="lin" valueType="num">
                                      <p:cBhvr>
                                        <p:cTn id="61" dur="500" fill="hold"/>
                                        <p:tgtEl>
                                          <p:spTgt spid="55"/>
                                        </p:tgtEl>
                                        <p:attrNameLst>
                                          <p:attrName>ppt_w</p:attrName>
                                        </p:attrNameLst>
                                      </p:cBhvr>
                                      <p:tavLst>
                                        <p:tav tm="0">
                                          <p:val>
                                            <p:fltVal val="0"/>
                                          </p:val>
                                        </p:tav>
                                        <p:tav tm="100000">
                                          <p:val>
                                            <p:strVal val="#ppt_w"/>
                                          </p:val>
                                        </p:tav>
                                      </p:tavLst>
                                    </p:anim>
                                    <p:anim calcmode="lin" valueType="num">
                                      <p:cBhvr>
                                        <p:cTn id="62" dur="500" fill="hold"/>
                                        <p:tgtEl>
                                          <p:spTgt spid="55"/>
                                        </p:tgtEl>
                                        <p:attrNameLst>
                                          <p:attrName>ppt_h</p:attrName>
                                        </p:attrNameLst>
                                      </p:cBhvr>
                                      <p:tavLst>
                                        <p:tav tm="0">
                                          <p:val>
                                            <p:fltVal val="0"/>
                                          </p:val>
                                        </p:tav>
                                        <p:tav tm="100000">
                                          <p:val>
                                            <p:strVal val="#ppt_h"/>
                                          </p:val>
                                        </p:tav>
                                      </p:tavLst>
                                    </p:anim>
                                    <p:animEffect transition="in" filter="fade">
                                      <p:cBhvr>
                                        <p:cTn id="63" dur="500"/>
                                        <p:tgtEl>
                                          <p:spTgt spid="55"/>
                                        </p:tgtEl>
                                      </p:cBhvr>
                                    </p:animEffect>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56"/>
                                        </p:tgtEl>
                                        <p:attrNameLst>
                                          <p:attrName>style.visibility</p:attrName>
                                        </p:attrNameLst>
                                      </p:cBhvr>
                                      <p:to>
                                        <p:strVal val="visible"/>
                                      </p:to>
                                    </p:set>
                                    <p:anim calcmode="lin" valueType="num">
                                      <p:cBhvr>
                                        <p:cTn id="67" dur="500" fill="hold"/>
                                        <p:tgtEl>
                                          <p:spTgt spid="56"/>
                                        </p:tgtEl>
                                        <p:attrNameLst>
                                          <p:attrName>ppt_w</p:attrName>
                                        </p:attrNameLst>
                                      </p:cBhvr>
                                      <p:tavLst>
                                        <p:tav tm="0">
                                          <p:val>
                                            <p:fltVal val="0"/>
                                          </p:val>
                                        </p:tav>
                                        <p:tav tm="100000">
                                          <p:val>
                                            <p:strVal val="#ppt_w"/>
                                          </p:val>
                                        </p:tav>
                                      </p:tavLst>
                                    </p:anim>
                                    <p:anim calcmode="lin" valueType="num">
                                      <p:cBhvr>
                                        <p:cTn id="68" dur="500" fill="hold"/>
                                        <p:tgtEl>
                                          <p:spTgt spid="56"/>
                                        </p:tgtEl>
                                        <p:attrNameLst>
                                          <p:attrName>ppt_h</p:attrName>
                                        </p:attrNameLst>
                                      </p:cBhvr>
                                      <p:tavLst>
                                        <p:tav tm="0">
                                          <p:val>
                                            <p:fltVal val="0"/>
                                          </p:val>
                                        </p:tav>
                                        <p:tav tm="100000">
                                          <p:val>
                                            <p:strVal val="#ppt_h"/>
                                          </p:val>
                                        </p:tav>
                                      </p:tavLst>
                                    </p:anim>
                                    <p:animEffect transition="in" filter="fade">
                                      <p:cBhvr>
                                        <p:cTn id="69" dur="500"/>
                                        <p:tgtEl>
                                          <p:spTgt spid="56"/>
                                        </p:tgtEl>
                                      </p:cBhvr>
                                    </p:animEffect>
                                  </p:childTnLst>
                                </p:cTn>
                              </p:par>
                            </p:childTnLst>
                          </p:cTn>
                        </p:par>
                        <p:par>
                          <p:cTn id="70" fill="hold">
                            <p:stCondLst>
                              <p:cond delay="5500"/>
                            </p:stCondLst>
                            <p:childTnLst>
                              <p:par>
                                <p:cTn id="71" presetID="2" presetClass="entr" presetSubtype="2" fill="hold" grpId="0" nodeType="afterEffect">
                                  <p:stCondLst>
                                    <p:cond delay="0"/>
                                  </p:stCondLst>
                                  <p:childTnLst>
                                    <p:set>
                                      <p:cBhvr>
                                        <p:cTn id="72" dur="1" fill="hold">
                                          <p:stCondLst>
                                            <p:cond delay="0"/>
                                          </p:stCondLst>
                                        </p:cTn>
                                        <p:tgtEl>
                                          <p:spTgt spid="75"/>
                                        </p:tgtEl>
                                        <p:attrNameLst>
                                          <p:attrName>style.visibility</p:attrName>
                                        </p:attrNameLst>
                                      </p:cBhvr>
                                      <p:to>
                                        <p:strVal val="visible"/>
                                      </p:to>
                                    </p:set>
                                    <p:anim calcmode="lin" valueType="num">
                                      <p:cBhvr additive="base">
                                        <p:cTn id="73" dur="300" fill="hold"/>
                                        <p:tgtEl>
                                          <p:spTgt spid="75"/>
                                        </p:tgtEl>
                                        <p:attrNameLst>
                                          <p:attrName>ppt_x</p:attrName>
                                        </p:attrNameLst>
                                      </p:cBhvr>
                                      <p:tavLst>
                                        <p:tav tm="0">
                                          <p:val>
                                            <p:strVal val="1+#ppt_w/2"/>
                                          </p:val>
                                        </p:tav>
                                        <p:tav tm="100000">
                                          <p:val>
                                            <p:strVal val="#ppt_x"/>
                                          </p:val>
                                        </p:tav>
                                      </p:tavLst>
                                    </p:anim>
                                    <p:anim calcmode="lin" valueType="num">
                                      <p:cBhvr additive="base">
                                        <p:cTn id="74" dur="300" fill="hold"/>
                                        <p:tgtEl>
                                          <p:spTgt spid="75"/>
                                        </p:tgtEl>
                                        <p:attrNameLst>
                                          <p:attrName>ppt_y</p:attrName>
                                        </p:attrNameLst>
                                      </p:cBhvr>
                                      <p:tavLst>
                                        <p:tav tm="0">
                                          <p:val>
                                            <p:strVal val="#ppt_y"/>
                                          </p:val>
                                        </p:tav>
                                        <p:tav tm="100000">
                                          <p:val>
                                            <p:strVal val="#ppt_y"/>
                                          </p:val>
                                        </p:tav>
                                      </p:tavLst>
                                    </p:anim>
                                  </p:childTnLst>
                                </p:cTn>
                              </p:par>
                            </p:childTnLst>
                          </p:cTn>
                        </p:par>
                        <p:par>
                          <p:cTn id="75" fill="hold">
                            <p:stCondLst>
                              <p:cond delay="6000"/>
                            </p:stCondLst>
                            <p:childTnLst>
                              <p:par>
                                <p:cTn id="76" presetID="2" presetClass="entr" presetSubtype="2" fill="hold" grpId="0" nodeType="after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300" fill="hold"/>
                                        <p:tgtEl>
                                          <p:spTgt spid="74"/>
                                        </p:tgtEl>
                                        <p:attrNameLst>
                                          <p:attrName>ppt_x</p:attrName>
                                        </p:attrNameLst>
                                      </p:cBhvr>
                                      <p:tavLst>
                                        <p:tav tm="0">
                                          <p:val>
                                            <p:strVal val="1+#ppt_w/2"/>
                                          </p:val>
                                        </p:tav>
                                        <p:tav tm="100000">
                                          <p:val>
                                            <p:strVal val="#ppt_x"/>
                                          </p:val>
                                        </p:tav>
                                      </p:tavLst>
                                    </p:anim>
                                    <p:anim calcmode="lin" valueType="num">
                                      <p:cBhvr additive="base">
                                        <p:cTn id="79" dur="300" fill="hold"/>
                                        <p:tgtEl>
                                          <p:spTgt spid="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44" grpId="0" animBg="1"/>
      <p:bldP spid="45" grpId="0" animBg="1"/>
      <p:bldP spid="51" grpId="0" animBg="1"/>
      <p:bldP spid="52" grpId="0" animBg="1"/>
      <p:bldP spid="53" grpId="0" animBg="1"/>
      <p:bldP spid="54" grpId="0"/>
      <p:bldP spid="55" grpId="0"/>
      <p:bldP spid="56" grpId="0"/>
      <p:bldP spid="74" grpId="0"/>
      <p:bldP spid="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COST BUDGET</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41" name="Oval 120"/>
          <p:cNvSpPr>
            <a:spLocks noChangeAspect="1"/>
          </p:cNvSpPr>
          <p:nvPr/>
        </p:nvSpPr>
        <p:spPr>
          <a:xfrm>
            <a:off x="3492834" y="2357617"/>
            <a:ext cx="972910" cy="972910"/>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105"/>
          <p:cNvSpPr>
            <a:spLocks noChangeAspect="1"/>
          </p:cNvSpPr>
          <p:nvPr/>
        </p:nvSpPr>
        <p:spPr>
          <a:xfrm>
            <a:off x="7016522" y="2465786"/>
            <a:ext cx="756709" cy="756709"/>
          </a:xfrm>
          <a:prstGeom prst="ellipse">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106"/>
          <p:cNvSpPr>
            <a:spLocks noChangeAspect="1"/>
          </p:cNvSpPr>
          <p:nvPr/>
        </p:nvSpPr>
        <p:spPr>
          <a:xfrm>
            <a:off x="2548008" y="2303566"/>
            <a:ext cx="1081012" cy="1081012"/>
          </a:xfrm>
          <a:prstGeom prst="ellipse">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109"/>
          <p:cNvSpPr>
            <a:spLocks noChangeAspect="1"/>
          </p:cNvSpPr>
          <p:nvPr/>
        </p:nvSpPr>
        <p:spPr>
          <a:xfrm>
            <a:off x="4880702" y="2185644"/>
            <a:ext cx="1297214" cy="1297214"/>
          </a:xfrm>
          <a:prstGeom prst="ellipse">
            <a:avLst/>
          </a:prstGeom>
          <a:blipFill rotWithShape="1">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111"/>
          <p:cNvSpPr>
            <a:spLocks noChangeAspect="1"/>
          </p:cNvSpPr>
          <p:nvPr/>
        </p:nvSpPr>
        <p:spPr>
          <a:xfrm>
            <a:off x="4315817" y="2449543"/>
            <a:ext cx="756709" cy="756709"/>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112"/>
          <p:cNvSpPr>
            <a:spLocks noChangeAspect="1"/>
          </p:cNvSpPr>
          <p:nvPr/>
        </p:nvSpPr>
        <p:spPr>
          <a:xfrm>
            <a:off x="6024736" y="2303566"/>
            <a:ext cx="1081012" cy="1081012"/>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113"/>
          <p:cNvSpPr>
            <a:spLocks noChangeAspect="1"/>
          </p:cNvSpPr>
          <p:nvPr/>
        </p:nvSpPr>
        <p:spPr>
          <a:xfrm>
            <a:off x="7645388" y="2503593"/>
            <a:ext cx="648607" cy="648607"/>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114"/>
          <p:cNvSpPr>
            <a:spLocks noChangeAspect="1"/>
          </p:cNvSpPr>
          <p:nvPr/>
        </p:nvSpPr>
        <p:spPr>
          <a:xfrm>
            <a:off x="8177212" y="2077543"/>
            <a:ext cx="1513416" cy="1513416"/>
          </a:xfrm>
          <a:prstGeom prst="ellipse">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115"/>
          <p:cNvSpPr>
            <a:spLocks noChangeAspect="1"/>
          </p:cNvSpPr>
          <p:nvPr/>
        </p:nvSpPr>
        <p:spPr>
          <a:xfrm>
            <a:off x="9517165" y="2341441"/>
            <a:ext cx="972910" cy="972910"/>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119"/>
          <p:cNvSpPr>
            <a:spLocks noChangeAspect="1"/>
          </p:cNvSpPr>
          <p:nvPr/>
        </p:nvSpPr>
        <p:spPr>
          <a:xfrm>
            <a:off x="2046882" y="2509948"/>
            <a:ext cx="648607" cy="648607"/>
          </a:xfrm>
          <a:prstGeom prst="ellipse">
            <a:avLst/>
          </a:prstGeom>
          <a:solidFill>
            <a:srgbClr val="E62A2A">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6" name="Group 121"/>
          <p:cNvGrpSpPr/>
          <p:nvPr/>
        </p:nvGrpSpPr>
        <p:grpSpPr>
          <a:xfrm>
            <a:off x="2021796" y="3311867"/>
            <a:ext cx="718145" cy="825872"/>
            <a:chOff x="1088727" y="2876550"/>
            <a:chExt cx="718145" cy="825872"/>
          </a:xfrm>
        </p:grpSpPr>
        <p:cxnSp>
          <p:nvCxnSpPr>
            <p:cNvPr id="57" name="Straight Connector 122"/>
            <p:cNvCxnSpPr/>
            <p:nvPr/>
          </p:nvCxnSpPr>
          <p:spPr>
            <a:xfrm>
              <a:off x="1447800" y="2876550"/>
              <a:ext cx="0" cy="6096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8" name="Rectangle 1436"/>
            <p:cNvSpPr>
              <a:spLocks noChangeArrowheads="1"/>
            </p:cNvSpPr>
            <p:nvPr/>
          </p:nvSpPr>
          <p:spPr bwMode="auto">
            <a:xfrm>
              <a:off x="1088727" y="348697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59" name="Group 124"/>
          <p:cNvGrpSpPr/>
          <p:nvPr/>
        </p:nvGrpSpPr>
        <p:grpSpPr>
          <a:xfrm>
            <a:off x="2740397" y="1412776"/>
            <a:ext cx="718145" cy="766976"/>
            <a:chOff x="1560584" y="1499974"/>
            <a:chExt cx="718145" cy="766976"/>
          </a:xfrm>
        </p:grpSpPr>
        <p:cxnSp>
          <p:nvCxnSpPr>
            <p:cNvPr id="60" name="Straight Connector 125"/>
            <p:cNvCxnSpPr/>
            <p:nvPr/>
          </p:nvCxnSpPr>
          <p:spPr>
            <a:xfrm flipV="1">
              <a:off x="1919654" y="1757797"/>
              <a:ext cx="0" cy="509153"/>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1" name="Rectangle 1436"/>
            <p:cNvSpPr>
              <a:spLocks noChangeArrowheads="1"/>
            </p:cNvSpPr>
            <p:nvPr/>
          </p:nvSpPr>
          <p:spPr bwMode="auto">
            <a:xfrm>
              <a:off x="1560584" y="1499974"/>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62" name="Group 127"/>
          <p:cNvGrpSpPr/>
          <p:nvPr/>
        </p:nvGrpSpPr>
        <p:grpSpPr>
          <a:xfrm>
            <a:off x="4335432" y="1412776"/>
            <a:ext cx="718145" cy="881276"/>
            <a:chOff x="2618590" y="1499974"/>
            <a:chExt cx="718145" cy="881276"/>
          </a:xfrm>
        </p:grpSpPr>
        <p:cxnSp>
          <p:nvCxnSpPr>
            <p:cNvPr id="63" name="Straight Connector 128"/>
            <p:cNvCxnSpPr/>
            <p:nvPr/>
          </p:nvCxnSpPr>
          <p:spPr>
            <a:xfrm flipV="1">
              <a:off x="2977662" y="1762991"/>
              <a:ext cx="0" cy="618259"/>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4" name="Rectangle 1436"/>
            <p:cNvSpPr>
              <a:spLocks noChangeArrowheads="1"/>
            </p:cNvSpPr>
            <p:nvPr/>
          </p:nvSpPr>
          <p:spPr bwMode="auto">
            <a:xfrm>
              <a:off x="2618590" y="1499974"/>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65" name="Group 130"/>
          <p:cNvGrpSpPr/>
          <p:nvPr/>
        </p:nvGrpSpPr>
        <p:grpSpPr>
          <a:xfrm>
            <a:off x="6202612" y="1412776"/>
            <a:ext cx="718145" cy="766976"/>
            <a:chOff x="3905200" y="1499974"/>
            <a:chExt cx="718145" cy="766976"/>
          </a:xfrm>
        </p:grpSpPr>
        <p:cxnSp>
          <p:nvCxnSpPr>
            <p:cNvPr id="66" name="Straight Connector 131"/>
            <p:cNvCxnSpPr/>
            <p:nvPr/>
          </p:nvCxnSpPr>
          <p:spPr>
            <a:xfrm flipV="1">
              <a:off x="4264270" y="1757797"/>
              <a:ext cx="0" cy="509153"/>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7" name="Rectangle 1436"/>
            <p:cNvSpPr>
              <a:spLocks noChangeArrowheads="1"/>
            </p:cNvSpPr>
            <p:nvPr/>
          </p:nvSpPr>
          <p:spPr bwMode="auto">
            <a:xfrm>
              <a:off x="3905200" y="1499974"/>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68" name="Group 133"/>
          <p:cNvGrpSpPr/>
          <p:nvPr/>
        </p:nvGrpSpPr>
        <p:grpSpPr>
          <a:xfrm>
            <a:off x="7596399" y="1412776"/>
            <a:ext cx="718145" cy="919376"/>
            <a:chOff x="4863561" y="1499974"/>
            <a:chExt cx="718145" cy="919376"/>
          </a:xfrm>
        </p:grpSpPr>
        <p:cxnSp>
          <p:nvCxnSpPr>
            <p:cNvPr id="69" name="Straight Connector 134"/>
            <p:cNvCxnSpPr/>
            <p:nvPr/>
          </p:nvCxnSpPr>
          <p:spPr>
            <a:xfrm flipV="1">
              <a:off x="5222632" y="1761259"/>
              <a:ext cx="0" cy="658091"/>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0" name="Rectangle 1436"/>
            <p:cNvSpPr>
              <a:spLocks noChangeArrowheads="1"/>
            </p:cNvSpPr>
            <p:nvPr/>
          </p:nvSpPr>
          <p:spPr bwMode="auto">
            <a:xfrm>
              <a:off x="4863561" y="1499974"/>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71" name="Group 136"/>
          <p:cNvGrpSpPr/>
          <p:nvPr/>
        </p:nvGrpSpPr>
        <p:grpSpPr>
          <a:xfrm>
            <a:off x="9626860" y="1412776"/>
            <a:ext cx="718145" cy="805076"/>
            <a:chOff x="6226367" y="1499974"/>
            <a:chExt cx="718145" cy="805076"/>
          </a:xfrm>
        </p:grpSpPr>
        <p:cxnSp>
          <p:nvCxnSpPr>
            <p:cNvPr id="72" name="Straight Connector 137"/>
            <p:cNvCxnSpPr/>
            <p:nvPr/>
          </p:nvCxnSpPr>
          <p:spPr>
            <a:xfrm flipV="1">
              <a:off x="6585440" y="1759529"/>
              <a:ext cx="0" cy="545521"/>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3" name="Rectangle 1436"/>
            <p:cNvSpPr>
              <a:spLocks noChangeArrowheads="1"/>
            </p:cNvSpPr>
            <p:nvPr/>
          </p:nvSpPr>
          <p:spPr bwMode="auto">
            <a:xfrm>
              <a:off x="6226367" y="1499974"/>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77" name="Group 142"/>
          <p:cNvGrpSpPr/>
          <p:nvPr/>
        </p:nvGrpSpPr>
        <p:grpSpPr>
          <a:xfrm>
            <a:off x="3602317" y="3426167"/>
            <a:ext cx="718145" cy="711572"/>
            <a:chOff x="2146735" y="2990850"/>
            <a:chExt cx="718145" cy="711572"/>
          </a:xfrm>
        </p:grpSpPr>
        <p:cxnSp>
          <p:nvCxnSpPr>
            <p:cNvPr id="78" name="Straight Connector 143"/>
            <p:cNvCxnSpPr/>
            <p:nvPr/>
          </p:nvCxnSpPr>
          <p:spPr>
            <a:xfrm>
              <a:off x="2505808" y="2990850"/>
              <a:ext cx="0" cy="4953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9" name="Rectangle 1436"/>
            <p:cNvSpPr>
              <a:spLocks noChangeArrowheads="1"/>
            </p:cNvSpPr>
            <p:nvPr/>
          </p:nvSpPr>
          <p:spPr bwMode="auto">
            <a:xfrm>
              <a:off x="2146735" y="348697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84" name="Group 145"/>
          <p:cNvGrpSpPr/>
          <p:nvPr/>
        </p:nvGrpSpPr>
        <p:grpSpPr>
          <a:xfrm>
            <a:off x="5153811" y="3540467"/>
            <a:ext cx="718145" cy="597272"/>
            <a:chOff x="3204745" y="3105150"/>
            <a:chExt cx="718145" cy="597272"/>
          </a:xfrm>
        </p:grpSpPr>
        <p:cxnSp>
          <p:nvCxnSpPr>
            <p:cNvPr id="85" name="Straight Connector 146"/>
            <p:cNvCxnSpPr/>
            <p:nvPr/>
          </p:nvCxnSpPr>
          <p:spPr>
            <a:xfrm>
              <a:off x="3563816" y="3105150"/>
              <a:ext cx="0" cy="3810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6" name="Rectangle 1436"/>
            <p:cNvSpPr>
              <a:spLocks noChangeArrowheads="1"/>
            </p:cNvSpPr>
            <p:nvPr/>
          </p:nvSpPr>
          <p:spPr bwMode="auto">
            <a:xfrm>
              <a:off x="3204745" y="348697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87" name="Group 148"/>
          <p:cNvGrpSpPr/>
          <p:nvPr/>
        </p:nvGrpSpPr>
        <p:grpSpPr>
          <a:xfrm>
            <a:off x="7021128" y="3349967"/>
            <a:ext cx="718145" cy="787772"/>
            <a:chOff x="4506006" y="2914650"/>
            <a:chExt cx="718145" cy="787772"/>
          </a:xfrm>
        </p:grpSpPr>
        <p:cxnSp>
          <p:nvCxnSpPr>
            <p:cNvPr id="88" name="Straight Connector 149"/>
            <p:cNvCxnSpPr/>
            <p:nvPr/>
          </p:nvCxnSpPr>
          <p:spPr>
            <a:xfrm>
              <a:off x="4865078" y="2914650"/>
              <a:ext cx="0" cy="5715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9" name="Rectangle 1436"/>
            <p:cNvSpPr>
              <a:spLocks noChangeArrowheads="1"/>
            </p:cNvSpPr>
            <p:nvPr/>
          </p:nvSpPr>
          <p:spPr bwMode="auto">
            <a:xfrm>
              <a:off x="4506006" y="348697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grpSp>
        <p:nvGrpSpPr>
          <p:cNvPr id="90" name="Group 151"/>
          <p:cNvGrpSpPr/>
          <p:nvPr/>
        </p:nvGrpSpPr>
        <p:grpSpPr>
          <a:xfrm>
            <a:off x="8598022" y="3616667"/>
            <a:ext cx="718145" cy="521072"/>
            <a:chOff x="5487815" y="3181350"/>
            <a:chExt cx="718145" cy="521072"/>
          </a:xfrm>
        </p:grpSpPr>
        <p:cxnSp>
          <p:nvCxnSpPr>
            <p:cNvPr id="91" name="Straight Connector 152"/>
            <p:cNvCxnSpPr/>
            <p:nvPr/>
          </p:nvCxnSpPr>
          <p:spPr>
            <a:xfrm>
              <a:off x="5846886" y="3181350"/>
              <a:ext cx="0" cy="3048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2" name="Rectangle 1436"/>
            <p:cNvSpPr>
              <a:spLocks noChangeArrowheads="1"/>
            </p:cNvSpPr>
            <p:nvPr/>
          </p:nvSpPr>
          <p:spPr bwMode="auto">
            <a:xfrm>
              <a:off x="5487815" y="348697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lvl="0" algn="ctr" fontAlgn="base">
                <a:spcBef>
                  <a:spcPct val="0"/>
                </a:spcBef>
                <a:spcAft>
                  <a:spcPct val="0"/>
                </a:spcAft>
              </a:pPr>
              <a:r>
                <a:rPr lang="zh-CN" altLang="en-US" sz="1400" b="1" dirty="0" smtClean="0">
                  <a:solidFill>
                    <a:schemeClr val="tx1">
                      <a:lumMod val="75000"/>
                      <a:lumOff val="25000"/>
                    </a:schemeClr>
                  </a:solidFill>
                  <a:latin typeface="Impact MT Std" pitchFamily="34" charset="0"/>
                  <a:ea typeface="微软雅黑" panose="020B0503020204020204" pitchFamily="34" charset="-122"/>
                </a:rPr>
                <a:t>输入标题</a:t>
              </a:r>
              <a:endParaRPr kumimoji="0" lang="en-US" sz="3600" i="0" u="none" strike="noStrike" cap="none" normalizeH="0" baseline="0" dirty="0" smtClean="0">
                <a:ln>
                  <a:noFill/>
                </a:ln>
                <a:solidFill>
                  <a:schemeClr val="bg1">
                    <a:lumMod val="50000"/>
                  </a:schemeClr>
                </a:solidFill>
                <a:effectLst/>
                <a:cs typeface="Arial" panose="020B0604020202020204" pitchFamily="34" charset="0"/>
              </a:endParaRPr>
            </a:p>
          </p:txBody>
        </p:sp>
      </p:grpSp>
      <p:sp>
        <p:nvSpPr>
          <p:cNvPr id="127" name="TextBox 126"/>
          <p:cNvSpPr txBox="1"/>
          <p:nvPr/>
        </p:nvSpPr>
        <p:spPr>
          <a:xfrm>
            <a:off x="2239687" y="5158933"/>
            <a:ext cx="8172908" cy="646331"/>
          </a:xfrm>
          <a:prstGeom prst="rect">
            <a:avLst/>
          </a:prstGeom>
          <a:noFill/>
        </p:spPr>
        <p:txBody>
          <a:bodyPr wrap="square" lIns="0" tIns="0" rIns="0" bIns="0" rtlCol="0">
            <a:spAutoFit/>
          </a:bodyPr>
          <a:lstStyle/>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点击输入简要文字解说，解说文字尽量概括精炼，不用多余的文字修饰，简洁精准的 解说所提炼的核心概念。点击输入简要文字解说，解说文字尽量概括精炼，不用多余的文字修饰，简洁精准的 解说所提炼的核心概念。</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128" name="TextBox 127"/>
          <p:cNvSpPr txBox="1"/>
          <p:nvPr/>
        </p:nvSpPr>
        <p:spPr>
          <a:xfrm>
            <a:off x="5328916" y="4723983"/>
            <a:ext cx="2059343" cy="307777"/>
          </a:xfrm>
          <a:prstGeom prst="rect">
            <a:avLst/>
          </a:prstGeom>
          <a:noFill/>
        </p:spPr>
        <p:txBody>
          <a:bodyPr wrap="square" lIns="0" tIns="0" rIns="0" bIns="0" rtlCol="0">
            <a:spAutoFit/>
          </a:bodyPr>
          <a:lstStyle/>
          <a:p>
            <a:r>
              <a:rPr lang="zh-CN" altLang="en-US" sz="2000" b="1" dirty="0" smtClean="0">
                <a:solidFill>
                  <a:schemeClr val="tx1">
                    <a:lumMod val="75000"/>
                    <a:lumOff val="25000"/>
                  </a:schemeClr>
                </a:solidFill>
                <a:latin typeface="Impact MT Std" pitchFamily="34" charset="0"/>
                <a:ea typeface="微软雅黑" panose="020B0503020204020204" pitchFamily="34" charset="-122"/>
              </a:rPr>
              <a:t>点击输入标题文本</a:t>
            </a:r>
            <a:endParaRPr lang="zh-CN" altLang="en-US" sz="2000" b="1" dirty="0">
              <a:solidFill>
                <a:schemeClr val="tx1">
                  <a:lumMod val="75000"/>
                  <a:lumOff val="25000"/>
                </a:schemeClr>
              </a:solidFill>
              <a:latin typeface="Impact MT Std" pitchFamily="34" charset="0"/>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5"/>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p:cTn id="13" dur="500" fill="hold"/>
                                        <p:tgtEl>
                                          <p:spTgt spid="45"/>
                                        </p:tgtEl>
                                        <p:attrNameLst>
                                          <p:attrName>ppt_w</p:attrName>
                                        </p:attrNameLst>
                                      </p:cBhvr>
                                      <p:tavLst>
                                        <p:tav tm="0">
                                          <p:val>
                                            <p:fltVal val="0"/>
                                          </p:val>
                                        </p:tav>
                                        <p:tav tm="100000">
                                          <p:val>
                                            <p:strVal val="#ppt_w"/>
                                          </p:val>
                                        </p:tav>
                                      </p:tavLst>
                                    </p:anim>
                                    <p:anim calcmode="lin" valueType="num">
                                      <p:cBhvr>
                                        <p:cTn id="14" dur="500" fill="hold"/>
                                        <p:tgtEl>
                                          <p:spTgt spid="45"/>
                                        </p:tgtEl>
                                        <p:attrNameLst>
                                          <p:attrName>ppt_h</p:attrName>
                                        </p:attrNameLst>
                                      </p:cBhvr>
                                      <p:tavLst>
                                        <p:tav tm="0">
                                          <p:val>
                                            <p:fltVal val="0"/>
                                          </p:val>
                                        </p:tav>
                                        <p:tav tm="100000">
                                          <p:val>
                                            <p:strVal val="#ppt_h"/>
                                          </p:val>
                                        </p:tav>
                                      </p:tavLst>
                                    </p:anim>
                                    <p:animEffect transition="in" filter="fade">
                                      <p:cBhvr>
                                        <p:cTn id="15" dur="500"/>
                                        <p:tgtEl>
                                          <p:spTgt spid="45"/>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p:cTn id="19" dur="500" fill="hold"/>
                                        <p:tgtEl>
                                          <p:spTgt spid="41"/>
                                        </p:tgtEl>
                                        <p:attrNameLst>
                                          <p:attrName>ppt_w</p:attrName>
                                        </p:attrNameLst>
                                      </p:cBhvr>
                                      <p:tavLst>
                                        <p:tav tm="0">
                                          <p:val>
                                            <p:fltVal val="0"/>
                                          </p:val>
                                        </p:tav>
                                        <p:tav tm="100000">
                                          <p:val>
                                            <p:strVal val="#ppt_w"/>
                                          </p:val>
                                        </p:tav>
                                      </p:tavLst>
                                    </p:anim>
                                    <p:anim calcmode="lin" valueType="num">
                                      <p:cBhvr>
                                        <p:cTn id="20" dur="500" fill="hold"/>
                                        <p:tgtEl>
                                          <p:spTgt spid="41"/>
                                        </p:tgtEl>
                                        <p:attrNameLst>
                                          <p:attrName>ppt_h</p:attrName>
                                        </p:attrNameLst>
                                      </p:cBhvr>
                                      <p:tavLst>
                                        <p:tav tm="0">
                                          <p:val>
                                            <p:fltVal val="0"/>
                                          </p:val>
                                        </p:tav>
                                        <p:tav tm="100000">
                                          <p:val>
                                            <p:strVal val="#ppt_h"/>
                                          </p:val>
                                        </p:tav>
                                      </p:tavLst>
                                    </p:anim>
                                    <p:animEffect transition="in" filter="fade">
                                      <p:cBhvr>
                                        <p:cTn id="21" dur="500"/>
                                        <p:tgtEl>
                                          <p:spTgt spid="41"/>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p:cTn id="25" dur="500" fill="hold"/>
                                        <p:tgtEl>
                                          <p:spTgt spid="47"/>
                                        </p:tgtEl>
                                        <p:attrNameLst>
                                          <p:attrName>ppt_w</p:attrName>
                                        </p:attrNameLst>
                                      </p:cBhvr>
                                      <p:tavLst>
                                        <p:tav tm="0">
                                          <p:val>
                                            <p:fltVal val="0"/>
                                          </p:val>
                                        </p:tav>
                                        <p:tav tm="100000">
                                          <p:val>
                                            <p:strVal val="#ppt_w"/>
                                          </p:val>
                                        </p:tav>
                                      </p:tavLst>
                                    </p:anim>
                                    <p:anim calcmode="lin" valueType="num">
                                      <p:cBhvr>
                                        <p:cTn id="26" dur="500" fill="hold"/>
                                        <p:tgtEl>
                                          <p:spTgt spid="47"/>
                                        </p:tgtEl>
                                        <p:attrNameLst>
                                          <p:attrName>ppt_h</p:attrName>
                                        </p:attrNameLst>
                                      </p:cBhvr>
                                      <p:tavLst>
                                        <p:tav tm="0">
                                          <p:val>
                                            <p:fltVal val="0"/>
                                          </p:val>
                                        </p:tav>
                                        <p:tav tm="100000">
                                          <p:val>
                                            <p:strVal val="#ppt_h"/>
                                          </p:val>
                                        </p:tav>
                                      </p:tavLst>
                                    </p:anim>
                                    <p:animEffect transition="in" filter="fade">
                                      <p:cBhvr>
                                        <p:cTn id="27" dur="500"/>
                                        <p:tgtEl>
                                          <p:spTgt spid="47"/>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p:cTn id="31" dur="500" fill="hold"/>
                                        <p:tgtEl>
                                          <p:spTgt spid="46"/>
                                        </p:tgtEl>
                                        <p:attrNameLst>
                                          <p:attrName>ppt_w</p:attrName>
                                        </p:attrNameLst>
                                      </p:cBhvr>
                                      <p:tavLst>
                                        <p:tav tm="0">
                                          <p:val>
                                            <p:fltVal val="0"/>
                                          </p:val>
                                        </p:tav>
                                        <p:tav tm="100000">
                                          <p:val>
                                            <p:strVal val="#ppt_w"/>
                                          </p:val>
                                        </p:tav>
                                      </p:tavLst>
                                    </p:anim>
                                    <p:anim calcmode="lin" valueType="num">
                                      <p:cBhvr>
                                        <p:cTn id="32" dur="500" fill="hold"/>
                                        <p:tgtEl>
                                          <p:spTgt spid="46"/>
                                        </p:tgtEl>
                                        <p:attrNameLst>
                                          <p:attrName>ppt_h</p:attrName>
                                        </p:attrNameLst>
                                      </p:cBhvr>
                                      <p:tavLst>
                                        <p:tav tm="0">
                                          <p:val>
                                            <p:fltVal val="0"/>
                                          </p:val>
                                        </p:tav>
                                        <p:tav tm="100000">
                                          <p:val>
                                            <p:strVal val="#ppt_h"/>
                                          </p:val>
                                        </p:tav>
                                      </p:tavLst>
                                    </p:anim>
                                    <p:animEffect transition="in" filter="fade">
                                      <p:cBhvr>
                                        <p:cTn id="33" dur="500"/>
                                        <p:tgtEl>
                                          <p:spTgt spid="46"/>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p:cTn id="37" dur="500" fill="hold"/>
                                        <p:tgtEl>
                                          <p:spTgt spid="48"/>
                                        </p:tgtEl>
                                        <p:attrNameLst>
                                          <p:attrName>ppt_w</p:attrName>
                                        </p:attrNameLst>
                                      </p:cBhvr>
                                      <p:tavLst>
                                        <p:tav tm="0">
                                          <p:val>
                                            <p:fltVal val="0"/>
                                          </p:val>
                                        </p:tav>
                                        <p:tav tm="100000">
                                          <p:val>
                                            <p:strVal val="#ppt_w"/>
                                          </p:val>
                                        </p:tav>
                                      </p:tavLst>
                                    </p:anim>
                                    <p:anim calcmode="lin" valueType="num">
                                      <p:cBhvr>
                                        <p:cTn id="38" dur="500" fill="hold"/>
                                        <p:tgtEl>
                                          <p:spTgt spid="48"/>
                                        </p:tgtEl>
                                        <p:attrNameLst>
                                          <p:attrName>ppt_h</p:attrName>
                                        </p:attrNameLst>
                                      </p:cBhvr>
                                      <p:tavLst>
                                        <p:tav tm="0">
                                          <p:val>
                                            <p:fltVal val="0"/>
                                          </p:val>
                                        </p:tav>
                                        <p:tav tm="100000">
                                          <p:val>
                                            <p:strVal val="#ppt_h"/>
                                          </p:val>
                                        </p:tav>
                                      </p:tavLst>
                                    </p:anim>
                                    <p:animEffect transition="in" filter="fade">
                                      <p:cBhvr>
                                        <p:cTn id="39" dur="500"/>
                                        <p:tgtEl>
                                          <p:spTgt spid="48"/>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animEffect transition="in" filter="fade">
                                      <p:cBhvr>
                                        <p:cTn id="45" dur="500"/>
                                        <p:tgtEl>
                                          <p:spTgt spid="44"/>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49"/>
                                        </p:tgtEl>
                                        <p:attrNameLst>
                                          <p:attrName>style.visibility</p:attrName>
                                        </p:attrNameLst>
                                      </p:cBhvr>
                                      <p:to>
                                        <p:strVal val="visible"/>
                                      </p:to>
                                    </p:set>
                                    <p:anim calcmode="lin" valueType="num">
                                      <p:cBhvr>
                                        <p:cTn id="49" dur="500" fill="hold"/>
                                        <p:tgtEl>
                                          <p:spTgt spid="49"/>
                                        </p:tgtEl>
                                        <p:attrNameLst>
                                          <p:attrName>ppt_w</p:attrName>
                                        </p:attrNameLst>
                                      </p:cBhvr>
                                      <p:tavLst>
                                        <p:tav tm="0">
                                          <p:val>
                                            <p:fltVal val="0"/>
                                          </p:val>
                                        </p:tav>
                                        <p:tav tm="100000">
                                          <p:val>
                                            <p:strVal val="#ppt_w"/>
                                          </p:val>
                                        </p:tav>
                                      </p:tavLst>
                                    </p:anim>
                                    <p:anim calcmode="lin" valueType="num">
                                      <p:cBhvr>
                                        <p:cTn id="50" dur="500" fill="hold"/>
                                        <p:tgtEl>
                                          <p:spTgt spid="49"/>
                                        </p:tgtEl>
                                        <p:attrNameLst>
                                          <p:attrName>ppt_h</p:attrName>
                                        </p:attrNameLst>
                                      </p:cBhvr>
                                      <p:tavLst>
                                        <p:tav tm="0">
                                          <p:val>
                                            <p:fltVal val="0"/>
                                          </p:val>
                                        </p:tav>
                                        <p:tav tm="100000">
                                          <p:val>
                                            <p:strVal val="#ppt_h"/>
                                          </p:val>
                                        </p:tav>
                                      </p:tavLst>
                                    </p:anim>
                                    <p:animEffect transition="in" filter="fade">
                                      <p:cBhvr>
                                        <p:cTn id="51" dur="500"/>
                                        <p:tgtEl>
                                          <p:spTgt spid="49"/>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p:cTn id="55" dur="500" fill="hold"/>
                                        <p:tgtEl>
                                          <p:spTgt spid="50"/>
                                        </p:tgtEl>
                                        <p:attrNameLst>
                                          <p:attrName>ppt_w</p:attrName>
                                        </p:attrNameLst>
                                      </p:cBhvr>
                                      <p:tavLst>
                                        <p:tav tm="0">
                                          <p:val>
                                            <p:fltVal val="0"/>
                                          </p:val>
                                        </p:tav>
                                        <p:tav tm="100000">
                                          <p:val>
                                            <p:strVal val="#ppt_w"/>
                                          </p:val>
                                        </p:tav>
                                      </p:tavLst>
                                    </p:anim>
                                    <p:anim calcmode="lin" valueType="num">
                                      <p:cBhvr>
                                        <p:cTn id="56" dur="500" fill="hold"/>
                                        <p:tgtEl>
                                          <p:spTgt spid="50"/>
                                        </p:tgtEl>
                                        <p:attrNameLst>
                                          <p:attrName>ppt_h</p:attrName>
                                        </p:attrNameLst>
                                      </p:cBhvr>
                                      <p:tavLst>
                                        <p:tav tm="0">
                                          <p:val>
                                            <p:fltVal val="0"/>
                                          </p:val>
                                        </p:tav>
                                        <p:tav tm="100000">
                                          <p:val>
                                            <p:strVal val="#ppt_h"/>
                                          </p:val>
                                        </p:tav>
                                      </p:tavLst>
                                    </p:anim>
                                    <p:animEffect transition="in" filter="fade">
                                      <p:cBhvr>
                                        <p:cTn id="57" dur="500"/>
                                        <p:tgtEl>
                                          <p:spTgt spid="50"/>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51"/>
                                        </p:tgtEl>
                                        <p:attrNameLst>
                                          <p:attrName>style.visibility</p:attrName>
                                        </p:attrNameLst>
                                      </p:cBhvr>
                                      <p:to>
                                        <p:strVal val="visible"/>
                                      </p:to>
                                    </p:set>
                                    <p:anim calcmode="lin" valueType="num">
                                      <p:cBhvr>
                                        <p:cTn id="61" dur="500" fill="hold"/>
                                        <p:tgtEl>
                                          <p:spTgt spid="51"/>
                                        </p:tgtEl>
                                        <p:attrNameLst>
                                          <p:attrName>ppt_w</p:attrName>
                                        </p:attrNameLst>
                                      </p:cBhvr>
                                      <p:tavLst>
                                        <p:tav tm="0">
                                          <p:val>
                                            <p:fltVal val="0"/>
                                          </p:val>
                                        </p:tav>
                                        <p:tav tm="100000">
                                          <p:val>
                                            <p:strVal val="#ppt_w"/>
                                          </p:val>
                                        </p:tav>
                                      </p:tavLst>
                                    </p:anim>
                                    <p:anim calcmode="lin" valueType="num">
                                      <p:cBhvr>
                                        <p:cTn id="62" dur="500" fill="hold"/>
                                        <p:tgtEl>
                                          <p:spTgt spid="51"/>
                                        </p:tgtEl>
                                        <p:attrNameLst>
                                          <p:attrName>ppt_h</p:attrName>
                                        </p:attrNameLst>
                                      </p:cBhvr>
                                      <p:tavLst>
                                        <p:tav tm="0">
                                          <p:val>
                                            <p:fltVal val="0"/>
                                          </p:val>
                                        </p:tav>
                                        <p:tav tm="100000">
                                          <p:val>
                                            <p:strVal val="#ppt_h"/>
                                          </p:val>
                                        </p:tav>
                                      </p:tavLst>
                                    </p:anim>
                                    <p:animEffect transition="in" filter="fade">
                                      <p:cBhvr>
                                        <p:cTn id="63" dur="500"/>
                                        <p:tgtEl>
                                          <p:spTgt spid="51"/>
                                        </p:tgtEl>
                                      </p:cBhvr>
                                    </p:animEffect>
                                  </p:childTnLst>
                                </p:cTn>
                              </p:par>
                            </p:childTnLst>
                          </p:cTn>
                        </p:par>
                        <p:par>
                          <p:cTn id="64" fill="hold">
                            <p:stCondLst>
                              <p:cond delay="5000"/>
                            </p:stCondLst>
                            <p:childTnLst>
                              <p:par>
                                <p:cTn id="65" presetID="22" presetClass="entr" presetSubtype="1" fill="hold" nodeType="after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wipe(up)">
                                      <p:cBhvr>
                                        <p:cTn id="67" dur="500"/>
                                        <p:tgtEl>
                                          <p:spTgt spid="56"/>
                                        </p:tgtEl>
                                      </p:cBhvr>
                                    </p:animEffect>
                                  </p:childTnLst>
                                </p:cTn>
                              </p:par>
                            </p:childTnLst>
                          </p:cTn>
                        </p:par>
                        <p:par>
                          <p:cTn id="68" fill="hold">
                            <p:stCondLst>
                              <p:cond delay="5500"/>
                            </p:stCondLst>
                            <p:childTnLst>
                              <p:par>
                                <p:cTn id="69" presetID="22" presetClass="entr" presetSubtype="4" fill="hold" nodeType="after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wipe(down)">
                                      <p:cBhvr>
                                        <p:cTn id="71" dur="500"/>
                                        <p:tgtEl>
                                          <p:spTgt spid="59"/>
                                        </p:tgtEl>
                                      </p:cBhvr>
                                    </p:animEffect>
                                  </p:childTnLst>
                                </p:cTn>
                              </p:par>
                            </p:childTnLst>
                          </p:cTn>
                        </p:par>
                        <p:par>
                          <p:cTn id="72" fill="hold">
                            <p:stCondLst>
                              <p:cond delay="6000"/>
                            </p:stCondLst>
                            <p:childTnLst>
                              <p:par>
                                <p:cTn id="73" presetID="22" presetClass="entr" presetSubtype="1" fill="hold" nodeType="afterEffect">
                                  <p:stCondLst>
                                    <p:cond delay="0"/>
                                  </p:stCondLst>
                                  <p:childTnLst>
                                    <p:set>
                                      <p:cBhvr>
                                        <p:cTn id="74" dur="1" fill="hold">
                                          <p:stCondLst>
                                            <p:cond delay="0"/>
                                          </p:stCondLst>
                                        </p:cTn>
                                        <p:tgtEl>
                                          <p:spTgt spid="77"/>
                                        </p:tgtEl>
                                        <p:attrNameLst>
                                          <p:attrName>style.visibility</p:attrName>
                                        </p:attrNameLst>
                                      </p:cBhvr>
                                      <p:to>
                                        <p:strVal val="visible"/>
                                      </p:to>
                                    </p:set>
                                    <p:animEffect transition="in" filter="wipe(up)">
                                      <p:cBhvr>
                                        <p:cTn id="75" dur="500"/>
                                        <p:tgtEl>
                                          <p:spTgt spid="77"/>
                                        </p:tgtEl>
                                      </p:cBhvr>
                                    </p:animEffect>
                                  </p:childTnLst>
                                </p:cTn>
                              </p:par>
                            </p:childTnLst>
                          </p:cTn>
                        </p:par>
                        <p:par>
                          <p:cTn id="76" fill="hold">
                            <p:stCondLst>
                              <p:cond delay="6500"/>
                            </p:stCondLst>
                            <p:childTnLst>
                              <p:par>
                                <p:cTn id="77" presetID="22" presetClass="entr" presetSubtype="4" fill="hold" nodeType="after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wipe(down)">
                                      <p:cBhvr>
                                        <p:cTn id="79" dur="500"/>
                                        <p:tgtEl>
                                          <p:spTgt spid="62"/>
                                        </p:tgtEl>
                                      </p:cBhvr>
                                    </p:animEffect>
                                  </p:childTnLst>
                                </p:cTn>
                              </p:par>
                            </p:childTnLst>
                          </p:cTn>
                        </p:par>
                        <p:par>
                          <p:cTn id="80" fill="hold">
                            <p:stCondLst>
                              <p:cond delay="7000"/>
                            </p:stCondLst>
                            <p:childTnLst>
                              <p:par>
                                <p:cTn id="81" presetID="22" presetClass="entr" presetSubtype="1" fill="hold" nodeType="afterEffect">
                                  <p:stCondLst>
                                    <p:cond delay="0"/>
                                  </p:stCondLst>
                                  <p:childTnLst>
                                    <p:set>
                                      <p:cBhvr>
                                        <p:cTn id="82" dur="1" fill="hold">
                                          <p:stCondLst>
                                            <p:cond delay="0"/>
                                          </p:stCondLst>
                                        </p:cTn>
                                        <p:tgtEl>
                                          <p:spTgt spid="84"/>
                                        </p:tgtEl>
                                        <p:attrNameLst>
                                          <p:attrName>style.visibility</p:attrName>
                                        </p:attrNameLst>
                                      </p:cBhvr>
                                      <p:to>
                                        <p:strVal val="visible"/>
                                      </p:to>
                                    </p:set>
                                    <p:animEffect transition="in" filter="wipe(up)">
                                      <p:cBhvr>
                                        <p:cTn id="83" dur="500"/>
                                        <p:tgtEl>
                                          <p:spTgt spid="84"/>
                                        </p:tgtEl>
                                      </p:cBhvr>
                                    </p:animEffect>
                                  </p:childTnLst>
                                </p:cTn>
                              </p:par>
                            </p:childTnLst>
                          </p:cTn>
                        </p:par>
                        <p:par>
                          <p:cTn id="84" fill="hold">
                            <p:stCondLst>
                              <p:cond delay="7500"/>
                            </p:stCondLst>
                            <p:childTnLst>
                              <p:par>
                                <p:cTn id="85" presetID="22" presetClass="entr" presetSubtype="4" fill="hold" nodeType="afterEffect">
                                  <p:stCondLst>
                                    <p:cond delay="0"/>
                                  </p:stCondLst>
                                  <p:childTnLst>
                                    <p:set>
                                      <p:cBhvr>
                                        <p:cTn id="86" dur="1" fill="hold">
                                          <p:stCondLst>
                                            <p:cond delay="0"/>
                                          </p:stCondLst>
                                        </p:cTn>
                                        <p:tgtEl>
                                          <p:spTgt spid="65"/>
                                        </p:tgtEl>
                                        <p:attrNameLst>
                                          <p:attrName>style.visibility</p:attrName>
                                        </p:attrNameLst>
                                      </p:cBhvr>
                                      <p:to>
                                        <p:strVal val="visible"/>
                                      </p:to>
                                    </p:set>
                                    <p:animEffect transition="in" filter="wipe(down)">
                                      <p:cBhvr>
                                        <p:cTn id="87" dur="500"/>
                                        <p:tgtEl>
                                          <p:spTgt spid="65"/>
                                        </p:tgtEl>
                                      </p:cBhvr>
                                    </p:animEffect>
                                  </p:childTnLst>
                                </p:cTn>
                              </p:par>
                            </p:childTnLst>
                          </p:cTn>
                        </p:par>
                        <p:par>
                          <p:cTn id="88" fill="hold">
                            <p:stCondLst>
                              <p:cond delay="8000"/>
                            </p:stCondLst>
                            <p:childTnLst>
                              <p:par>
                                <p:cTn id="89" presetID="22" presetClass="entr" presetSubtype="1" fill="hold" nodeType="afterEffect">
                                  <p:stCondLst>
                                    <p:cond delay="0"/>
                                  </p:stCondLst>
                                  <p:childTnLst>
                                    <p:set>
                                      <p:cBhvr>
                                        <p:cTn id="90" dur="1" fill="hold">
                                          <p:stCondLst>
                                            <p:cond delay="0"/>
                                          </p:stCondLst>
                                        </p:cTn>
                                        <p:tgtEl>
                                          <p:spTgt spid="87"/>
                                        </p:tgtEl>
                                        <p:attrNameLst>
                                          <p:attrName>style.visibility</p:attrName>
                                        </p:attrNameLst>
                                      </p:cBhvr>
                                      <p:to>
                                        <p:strVal val="visible"/>
                                      </p:to>
                                    </p:set>
                                    <p:animEffect transition="in" filter="wipe(up)">
                                      <p:cBhvr>
                                        <p:cTn id="91" dur="500"/>
                                        <p:tgtEl>
                                          <p:spTgt spid="87"/>
                                        </p:tgtEl>
                                      </p:cBhvr>
                                    </p:animEffect>
                                  </p:childTnLst>
                                </p:cTn>
                              </p:par>
                            </p:childTnLst>
                          </p:cTn>
                        </p:par>
                        <p:par>
                          <p:cTn id="92" fill="hold">
                            <p:stCondLst>
                              <p:cond delay="8500"/>
                            </p:stCondLst>
                            <p:childTnLst>
                              <p:par>
                                <p:cTn id="93" presetID="22" presetClass="entr" presetSubtype="4" fill="hold"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par>
                          <p:cTn id="96" fill="hold">
                            <p:stCondLst>
                              <p:cond delay="9000"/>
                            </p:stCondLst>
                            <p:childTnLst>
                              <p:par>
                                <p:cTn id="97" presetID="22" presetClass="entr" presetSubtype="1" fill="hold" nodeType="afterEffect">
                                  <p:stCondLst>
                                    <p:cond delay="0"/>
                                  </p:stCondLst>
                                  <p:childTnLst>
                                    <p:set>
                                      <p:cBhvr>
                                        <p:cTn id="98" dur="1" fill="hold">
                                          <p:stCondLst>
                                            <p:cond delay="0"/>
                                          </p:stCondLst>
                                        </p:cTn>
                                        <p:tgtEl>
                                          <p:spTgt spid="90"/>
                                        </p:tgtEl>
                                        <p:attrNameLst>
                                          <p:attrName>style.visibility</p:attrName>
                                        </p:attrNameLst>
                                      </p:cBhvr>
                                      <p:to>
                                        <p:strVal val="visible"/>
                                      </p:to>
                                    </p:set>
                                    <p:animEffect transition="in" filter="wipe(up)">
                                      <p:cBhvr>
                                        <p:cTn id="99" dur="500"/>
                                        <p:tgtEl>
                                          <p:spTgt spid="90"/>
                                        </p:tgtEl>
                                      </p:cBhvr>
                                    </p:animEffect>
                                  </p:childTnLst>
                                </p:cTn>
                              </p:par>
                            </p:childTnLst>
                          </p:cTn>
                        </p:par>
                        <p:par>
                          <p:cTn id="100" fill="hold">
                            <p:stCondLst>
                              <p:cond delay="9500"/>
                            </p:stCondLst>
                            <p:childTnLst>
                              <p:par>
                                <p:cTn id="101" presetID="22" presetClass="entr" presetSubtype="4" fill="hold" nodeType="afterEffect">
                                  <p:stCondLst>
                                    <p:cond delay="0"/>
                                  </p:stCondLst>
                                  <p:childTnLst>
                                    <p:set>
                                      <p:cBhvr>
                                        <p:cTn id="102" dur="1" fill="hold">
                                          <p:stCondLst>
                                            <p:cond delay="0"/>
                                          </p:stCondLst>
                                        </p:cTn>
                                        <p:tgtEl>
                                          <p:spTgt spid="71"/>
                                        </p:tgtEl>
                                        <p:attrNameLst>
                                          <p:attrName>style.visibility</p:attrName>
                                        </p:attrNameLst>
                                      </p:cBhvr>
                                      <p:to>
                                        <p:strVal val="visible"/>
                                      </p:to>
                                    </p:set>
                                    <p:animEffect transition="in" filter="wipe(down)">
                                      <p:cBhvr>
                                        <p:cTn id="103" dur="500"/>
                                        <p:tgtEl>
                                          <p:spTgt spid="71"/>
                                        </p:tgtEl>
                                      </p:cBhvr>
                                    </p:animEffect>
                                  </p:childTnLst>
                                </p:cTn>
                              </p:par>
                            </p:childTnLst>
                          </p:cTn>
                        </p:par>
                        <p:par>
                          <p:cTn id="104" fill="hold">
                            <p:stCondLst>
                              <p:cond delay="10000"/>
                            </p:stCondLst>
                            <p:childTnLst>
                              <p:par>
                                <p:cTn id="105" presetID="2" presetClass="entr" presetSubtype="2" fill="hold" grpId="0" nodeType="afterEffect">
                                  <p:stCondLst>
                                    <p:cond delay="0"/>
                                  </p:stCondLst>
                                  <p:childTnLst>
                                    <p:set>
                                      <p:cBhvr>
                                        <p:cTn id="106" dur="1" fill="hold">
                                          <p:stCondLst>
                                            <p:cond delay="0"/>
                                          </p:stCondLst>
                                        </p:cTn>
                                        <p:tgtEl>
                                          <p:spTgt spid="128"/>
                                        </p:tgtEl>
                                        <p:attrNameLst>
                                          <p:attrName>style.visibility</p:attrName>
                                        </p:attrNameLst>
                                      </p:cBhvr>
                                      <p:to>
                                        <p:strVal val="visible"/>
                                      </p:to>
                                    </p:set>
                                    <p:anim calcmode="lin" valueType="num">
                                      <p:cBhvr additive="base">
                                        <p:cTn id="107" dur="300" fill="hold"/>
                                        <p:tgtEl>
                                          <p:spTgt spid="128"/>
                                        </p:tgtEl>
                                        <p:attrNameLst>
                                          <p:attrName>ppt_x</p:attrName>
                                        </p:attrNameLst>
                                      </p:cBhvr>
                                      <p:tavLst>
                                        <p:tav tm="0">
                                          <p:val>
                                            <p:strVal val="1+#ppt_w/2"/>
                                          </p:val>
                                        </p:tav>
                                        <p:tav tm="100000">
                                          <p:val>
                                            <p:strVal val="#ppt_x"/>
                                          </p:val>
                                        </p:tav>
                                      </p:tavLst>
                                    </p:anim>
                                    <p:anim calcmode="lin" valueType="num">
                                      <p:cBhvr additive="base">
                                        <p:cTn id="108" dur="300" fill="hold"/>
                                        <p:tgtEl>
                                          <p:spTgt spid="128"/>
                                        </p:tgtEl>
                                        <p:attrNameLst>
                                          <p:attrName>ppt_y</p:attrName>
                                        </p:attrNameLst>
                                      </p:cBhvr>
                                      <p:tavLst>
                                        <p:tav tm="0">
                                          <p:val>
                                            <p:strVal val="#ppt_y"/>
                                          </p:val>
                                        </p:tav>
                                        <p:tav tm="100000">
                                          <p:val>
                                            <p:strVal val="#ppt_y"/>
                                          </p:val>
                                        </p:tav>
                                      </p:tavLst>
                                    </p:anim>
                                  </p:childTnLst>
                                </p:cTn>
                              </p:par>
                            </p:childTnLst>
                          </p:cTn>
                        </p:par>
                        <p:par>
                          <p:cTn id="109" fill="hold">
                            <p:stCondLst>
                              <p:cond delay="10500"/>
                            </p:stCondLst>
                            <p:childTnLst>
                              <p:par>
                                <p:cTn id="110" presetID="2" presetClass="entr" presetSubtype="2" fill="hold" grpId="0" nodeType="afterEffect">
                                  <p:stCondLst>
                                    <p:cond delay="0"/>
                                  </p:stCondLst>
                                  <p:childTnLst>
                                    <p:set>
                                      <p:cBhvr>
                                        <p:cTn id="111" dur="1" fill="hold">
                                          <p:stCondLst>
                                            <p:cond delay="0"/>
                                          </p:stCondLst>
                                        </p:cTn>
                                        <p:tgtEl>
                                          <p:spTgt spid="127"/>
                                        </p:tgtEl>
                                        <p:attrNameLst>
                                          <p:attrName>style.visibility</p:attrName>
                                        </p:attrNameLst>
                                      </p:cBhvr>
                                      <p:to>
                                        <p:strVal val="visible"/>
                                      </p:to>
                                    </p:set>
                                    <p:anim calcmode="lin" valueType="num">
                                      <p:cBhvr additive="base">
                                        <p:cTn id="112" dur="300" fill="hold"/>
                                        <p:tgtEl>
                                          <p:spTgt spid="127"/>
                                        </p:tgtEl>
                                        <p:attrNameLst>
                                          <p:attrName>ppt_x</p:attrName>
                                        </p:attrNameLst>
                                      </p:cBhvr>
                                      <p:tavLst>
                                        <p:tav tm="0">
                                          <p:val>
                                            <p:strVal val="1+#ppt_w/2"/>
                                          </p:val>
                                        </p:tav>
                                        <p:tav tm="100000">
                                          <p:val>
                                            <p:strVal val="#ppt_x"/>
                                          </p:val>
                                        </p:tav>
                                      </p:tavLst>
                                    </p:anim>
                                    <p:anim calcmode="lin" valueType="num">
                                      <p:cBhvr additive="base">
                                        <p:cTn id="113" dur="300" fill="hold"/>
                                        <p:tgtEl>
                                          <p:spTgt spid="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4" grpId="0" bldLvl="0" animBg="1"/>
      <p:bldP spid="45" grpId="0" bldLvl="0" animBg="1"/>
      <p:bldP spid="46" grpId="0" bldLvl="0" animBg="1"/>
      <p:bldP spid="47" grpId="0" animBg="1"/>
      <p:bldP spid="48" grpId="0" animBg="1"/>
      <p:bldP spid="49" grpId="0" animBg="1"/>
      <p:bldP spid="50" grpId="0" bldLvl="0" animBg="1"/>
      <p:bldP spid="51" grpId="0" animBg="1"/>
      <p:bldP spid="55" grpId="0" animBg="1"/>
      <p:bldP spid="127" grpId="0"/>
      <p:bldP spid="1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4892558" y="972607"/>
            <a:ext cx="2448272" cy="244827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6097595" y="836712"/>
            <a:ext cx="72000" cy="7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标题 4"/>
          <p:cNvSpPr txBox="1"/>
          <p:nvPr/>
        </p:nvSpPr>
        <p:spPr>
          <a:xfrm>
            <a:off x="4945459" y="2780928"/>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chemeClr val="bg1"/>
                </a:solidFill>
                <a:latin typeface="微软雅黑" panose="020B0503020204020204" pitchFamily="34" charset="-122"/>
                <a:ea typeface="微软雅黑" panose="020B0503020204020204" pitchFamily="34" charset="-122"/>
              </a:rPr>
              <a:t>第五章</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65" name="椭圆 64"/>
          <p:cNvSpPr/>
          <p:nvPr/>
        </p:nvSpPr>
        <p:spPr>
          <a:xfrm>
            <a:off x="4996314" y="1076363"/>
            <a:ext cx="2240761" cy="224076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43" name="图片 42" descr="8b2aa8cd0ee32ba7e508288bd027fd0c"/>
          <p:cNvPicPr>
            <a:picLocks noChangeAspect="1"/>
          </p:cNvPicPr>
          <p:nvPr/>
        </p:nvPicPr>
        <p:blipFill>
          <a:blip r:embed="rId1"/>
          <a:stretch>
            <a:fillRect/>
          </a:stretch>
        </p:blipFill>
        <p:spPr>
          <a:xfrm>
            <a:off x="5124450" y="836930"/>
            <a:ext cx="2019300" cy="2107565"/>
          </a:xfrm>
          <a:prstGeom prst="rect">
            <a:avLst/>
          </a:prstGeom>
        </p:spPr>
      </p:pic>
      <p:grpSp>
        <p:nvGrpSpPr>
          <p:cNvPr id="3" name="组合 2"/>
          <p:cNvGrpSpPr/>
          <p:nvPr/>
        </p:nvGrpSpPr>
        <p:grpSpPr>
          <a:xfrm>
            <a:off x="4808413" y="4406540"/>
            <a:ext cx="1436675" cy="227965"/>
            <a:chOff x="4369395" y="3284984"/>
            <a:chExt cx="1436675" cy="227965"/>
          </a:xfrm>
        </p:grpSpPr>
        <p:sp>
          <p:nvSpPr>
            <p:cNvPr id="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69395" y="3316401"/>
              <a:ext cx="168551" cy="168551"/>
              <a:chOff x="5005199" y="3717032"/>
              <a:chExt cx="168551" cy="168551"/>
            </a:xfrm>
          </p:grpSpPr>
          <p:sp>
            <p:nvSpPr>
              <p:cNvPr id="6" name="椭圆 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7" name="等腰三角形 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8" name="组合 7"/>
          <p:cNvGrpSpPr/>
          <p:nvPr/>
        </p:nvGrpSpPr>
        <p:grpSpPr>
          <a:xfrm>
            <a:off x="6461112" y="4406540"/>
            <a:ext cx="1436675" cy="227965"/>
            <a:chOff x="4369395" y="3284984"/>
            <a:chExt cx="1436675" cy="227965"/>
          </a:xfrm>
        </p:grpSpPr>
        <p:sp>
          <p:nvSpPr>
            <p:cNvPr id="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69395" y="3316401"/>
              <a:ext cx="168551" cy="168551"/>
              <a:chOff x="5005199" y="3717032"/>
              <a:chExt cx="168551" cy="168551"/>
            </a:xfrm>
          </p:grpSpPr>
          <p:sp>
            <p:nvSpPr>
              <p:cNvPr id="11" name="椭圆 1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2" name="等腰三角形 1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3" name="组合 12"/>
          <p:cNvGrpSpPr/>
          <p:nvPr/>
        </p:nvGrpSpPr>
        <p:grpSpPr>
          <a:xfrm>
            <a:off x="4808413" y="4797732"/>
            <a:ext cx="1436675" cy="227965"/>
            <a:chOff x="4369395" y="3284984"/>
            <a:chExt cx="1436675" cy="227965"/>
          </a:xfrm>
        </p:grpSpPr>
        <p:sp>
          <p:nvSpPr>
            <p:cNvPr id="14"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369395" y="3316401"/>
              <a:ext cx="168551" cy="168551"/>
              <a:chOff x="5005199" y="3717032"/>
              <a:chExt cx="168551" cy="168551"/>
            </a:xfrm>
          </p:grpSpPr>
          <p:sp>
            <p:nvSpPr>
              <p:cNvPr id="16" name="椭圆 15"/>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17" name="等腰三角形 16"/>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grpSp>
        <p:nvGrpSpPr>
          <p:cNvPr id="18" name="组合 17"/>
          <p:cNvGrpSpPr/>
          <p:nvPr/>
        </p:nvGrpSpPr>
        <p:grpSpPr>
          <a:xfrm>
            <a:off x="6461112" y="4797152"/>
            <a:ext cx="1436675" cy="227965"/>
            <a:chOff x="4369395" y="3284984"/>
            <a:chExt cx="1436675" cy="227965"/>
          </a:xfrm>
        </p:grpSpPr>
        <p:sp>
          <p:nvSpPr>
            <p:cNvPr id="19" name="文本框 9"/>
            <p:cNvSpPr txBox="1"/>
            <p:nvPr/>
          </p:nvSpPr>
          <p:spPr>
            <a:xfrm>
              <a:off x="4581935" y="3284984"/>
              <a:ext cx="1224135" cy="227965"/>
            </a:xfrm>
            <a:prstGeom prst="rect">
              <a:avLst/>
            </a:prstGeom>
            <a:noFill/>
          </p:spPr>
          <p:txBody>
            <a:bodyPr wrap="square" lIns="0" tIns="0" rIns="0" bIns="0" rtlCol="0">
              <a:spAutoFit/>
            </a:bodyPr>
            <a:lstStyle/>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4369395" y="3316401"/>
              <a:ext cx="168551" cy="168551"/>
              <a:chOff x="5005199" y="3717032"/>
              <a:chExt cx="168551" cy="168551"/>
            </a:xfrm>
          </p:grpSpPr>
          <p:sp>
            <p:nvSpPr>
              <p:cNvPr id="21" name="椭圆 20"/>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sp>
            <p:nvSpPr>
              <p:cNvPr id="22" name="等腰三角形 21"/>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endParaRPr>
              </a:p>
            </p:txBody>
          </p:sp>
        </p:grpSp>
      </p:grpSp>
      <p:sp>
        <p:nvSpPr>
          <p:cNvPr id="23" name="标题 4"/>
          <p:cNvSpPr txBox="1"/>
          <p:nvPr/>
        </p:nvSpPr>
        <p:spPr>
          <a:xfrm>
            <a:off x="4945459" y="3819612"/>
            <a:ext cx="2376264" cy="4734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smtClean="0">
                <a:solidFill>
                  <a:srgbClr val="2C3637"/>
                </a:solidFill>
                <a:latin typeface="微软雅黑" panose="020B0503020204020204" pitchFamily="34" charset="-122"/>
                <a:ea typeface="微软雅黑" panose="020B0503020204020204" pitchFamily="34" charset="-122"/>
              </a:rPr>
              <a:t>此处添加标题</a:t>
            </a:r>
            <a:endParaRPr lang="zh-CN" altLang="en-US" sz="2400" b="1" dirty="0" smtClean="0">
              <a:solidFill>
                <a:srgbClr val="2C3637"/>
              </a:soli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a:off x="4808413" y="4293096"/>
            <a:ext cx="2477306" cy="0"/>
          </a:xfrm>
          <a:prstGeom prst="line">
            <a:avLst/>
          </a:prstGeom>
          <a:ln>
            <a:solidFill>
              <a:srgbClr val="2C3637"/>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4808413" y="5139997"/>
            <a:ext cx="1436675" cy="227965"/>
            <a:chOff x="4369395" y="3284984"/>
            <a:chExt cx="1436675" cy="227965"/>
          </a:xfrm>
        </p:grpSpPr>
        <p:sp>
          <p:nvSpPr>
            <p:cNvPr id="25"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9395" y="3316401"/>
              <a:ext cx="168551" cy="168551"/>
              <a:chOff x="5005199" y="3717032"/>
              <a:chExt cx="168551" cy="168551"/>
            </a:xfrm>
          </p:grpSpPr>
          <p:sp>
            <p:nvSpPr>
              <p:cNvPr id="27" name="椭圆 2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28" name="等腰三角形 27"/>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grpSp>
        <p:nvGrpSpPr>
          <p:cNvPr id="29" name="组合 28"/>
          <p:cNvGrpSpPr/>
          <p:nvPr/>
        </p:nvGrpSpPr>
        <p:grpSpPr>
          <a:xfrm>
            <a:off x="6461112" y="5139417"/>
            <a:ext cx="1436675" cy="227965"/>
            <a:chOff x="4369395" y="3284984"/>
            <a:chExt cx="1436675" cy="227965"/>
          </a:xfrm>
        </p:grpSpPr>
        <p:sp>
          <p:nvSpPr>
            <p:cNvPr id="42" name="文本框 9"/>
            <p:cNvSpPr txBox="1"/>
            <p:nvPr/>
          </p:nvSpPr>
          <p:spPr>
            <a:xfrm>
              <a:off x="4581935" y="3284984"/>
              <a:ext cx="1224135" cy="227965"/>
            </a:xfrm>
            <a:prstGeom prst="rect">
              <a:avLst/>
            </a:prstGeom>
            <a:noFill/>
          </p:spPr>
          <p:txBody>
            <a:bodyPr wrap="square" lIns="0" tIns="0" rIns="0" bIns="0" rtlCol="0">
              <a:spAutoFit/>
            </a:bodyPr>
            <a:p>
              <a:pPr marL="0" lvl="1"/>
              <a:r>
                <a:rPr lang="zh-CN" altLang="en-US" sz="1400" dirty="0" smtClean="0">
                  <a:solidFill>
                    <a:srgbClr val="2C3637"/>
                  </a:solidFill>
                  <a:latin typeface="微软雅黑" panose="020B0503020204020204" pitchFamily="34" charset="-122"/>
                  <a:ea typeface="微软雅黑" panose="020B0503020204020204" pitchFamily="34" charset="-122"/>
                </a:rPr>
                <a:t>添加标题</a:t>
              </a:r>
              <a:endParaRPr lang="zh-CN" altLang="en-US" sz="1400" dirty="0" smtClean="0">
                <a:solidFill>
                  <a:srgbClr val="2C3637"/>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4369395" y="3316401"/>
              <a:ext cx="168551" cy="168551"/>
              <a:chOff x="5005199" y="3717032"/>
              <a:chExt cx="168551" cy="168551"/>
            </a:xfrm>
          </p:grpSpPr>
          <p:sp>
            <p:nvSpPr>
              <p:cNvPr id="87" name="椭圆 86"/>
              <p:cNvSpPr/>
              <p:nvPr/>
            </p:nvSpPr>
            <p:spPr>
              <a:xfrm>
                <a:off x="5005199" y="3717032"/>
                <a:ext cx="168551" cy="168551"/>
              </a:xfrm>
              <a:prstGeom prst="ellipse">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sp>
            <p:nvSpPr>
              <p:cNvPr id="93" name="等腰三角形 92"/>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C3637"/>
                  </a:solidFill>
                </a:endParaRPr>
              </a:p>
            </p:txBody>
          </p:sp>
        </p:grpSp>
      </p:grpSp>
      <p:pic>
        <p:nvPicPr>
          <p:cNvPr id="95" name="图片 94" descr="09eea0 2a48acf833b9858910a08d5c1b"/>
          <p:cNvPicPr>
            <a:picLocks noChangeAspect="1"/>
          </p:cNvPicPr>
          <p:nvPr/>
        </p:nvPicPr>
        <p:blipFill>
          <a:blip r:embed="rId2"/>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p:cTn id="13" dur="500" fill="hold"/>
                                        <p:tgtEl>
                                          <p:spTgt spid="65"/>
                                        </p:tgtEl>
                                        <p:attrNameLst>
                                          <p:attrName>ppt_w</p:attrName>
                                        </p:attrNameLst>
                                      </p:cBhvr>
                                      <p:tavLst>
                                        <p:tav tm="0">
                                          <p:val>
                                            <p:fltVal val="0"/>
                                          </p:val>
                                        </p:tav>
                                        <p:tav tm="100000">
                                          <p:val>
                                            <p:strVal val="#ppt_w"/>
                                          </p:val>
                                        </p:tav>
                                      </p:tavLst>
                                    </p:anim>
                                    <p:anim calcmode="lin" valueType="num">
                                      <p:cBhvr>
                                        <p:cTn id="14" dur="500" fill="hold"/>
                                        <p:tgtEl>
                                          <p:spTgt spid="65"/>
                                        </p:tgtEl>
                                        <p:attrNameLst>
                                          <p:attrName>ppt_h</p:attrName>
                                        </p:attrNameLst>
                                      </p:cBhvr>
                                      <p:tavLst>
                                        <p:tav tm="0">
                                          <p:val>
                                            <p:fltVal val="0"/>
                                          </p:val>
                                        </p:tav>
                                        <p:tav tm="100000">
                                          <p:val>
                                            <p:strVal val="#ppt_h"/>
                                          </p:val>
                                        </p:tav>
                                      </p:tavLst>
                                    </p:anim>
                                    <p:animEffect transition="in" filter="fade">
                                      <p:cBhvr>
                                        <p:cTn id="15" dur="500"/>
                                        <p:tgtEl>
                                          <p:spTgt spid="65"/>
                                        </p:tgtEl>
                                      </p:cBhvr>
                                    </p:animEffect>
                                  </p:childTnLst>
                                </p:cTn>
                              </p:par>
                              <p:par>
                                <p:cTn id="16" presetID="53" presetClass="entr" presetSubtype="16" fill="hold" grpId="0" nodeType="withEffect">
                                  <p:stCondLst>
                                    <p:cond delay="1000"/>
                                  </p:stCondLst>
                                  <p:iterate type="lt">
                                    <p:tmPct val="0"/>
                                  </p:iterate>
                                  <p:childTnLst>
                                    <p:set>
                                      <p:cBhvr>
                                        <p:cTn id="17" dur="1" fill="hold">
                                          <p:stCondLst>
                                            <p:cond delay="0"/>
                                          </p:stCondLst>
                                        </p:cTn>
                                        <p:tgtEl>
                                          <p:spTgt spid="64"/>
                                        </p:tgtEl>
                                        <p:attrNameLst>
                                          <p:attrName>style.visibility</p:attrName>
                                        </p:attrNameLst>
                                      </p:cBhvr>
                                      <p:to>
                                        <p:strVal val="visible"/>
                                      </p:to>
                                    </p:set>
                                    <p:anim calcmode="lin" valueType="num">
                                      <p:cBhvr>
                                        <p:cTn id="18" dur="500" fill="hold"/>
                                        <p:tgtEl>
                                          <p:spTgt spid="64"/>
                                        </p:tgtEl>
                                        <p:attrNameLst>
                                          <p:attrName>ppt_w</p:attrName>
                                        </p:attrNameLst>
                                      </p:cBhvr>
                                      <p:tavLst>
                                        <p:tav tm="0">
                                          <p:val>
                                            <p:fltVal val="0"/>
                                          </p:val>
                                        </p:tav>
                                        <p:tav tm="100000">
                                          <p:val>
                                            <p:strVal val="#ppt_w"/>
                                          </p:val>
                                        </p:tav>
                                      </p:tavLst>
                                    </p:anim>
                                    <p:anim calcmode="lin" valueType="num">
                                      <p:cBhvr>
                                        <p:cTn id="19" dur="500" fill="hold"/>
                                        <p:tgtEl>
                                          <p:spTgt spid="64"/>
                                        </p:tgtEl>
                                        <p:attrNameLst>
                                          <p:attrName>ppt_h</p:attrName>
                                        </p:attrNameLst>
                                      </p:cBhvr>
                                      <p:tavLst>
                                        <p:tav tm="0">
                                          <p:val>
                                            <p:fltVal val="0"/>
                                          </p:val>
                                        </p:tav>
                                        <p:tav tm="100000">
                                          <p:val>
                                            <p:strVal val="#ppt_h"/>
                                          </p:val>
                                        </p:tav>
                                      </p:tavLst>
                                    </p:anim>
                                    <p:animEffect transition="in" filter="fade">
                                      <p:cBhvr>
                                        <p:cTn id="20" dur="500"/>
                                        <p:tgtEl>
                                          <p:spTgt spid="64"/>
                                        </p:tgtEl>
                                      </p:cBhvr>
                                    </p:animEffect>
                                  </p:childTnLst>
                                </p:cTn>
                              </p:par>
                            </p:childTnLst>
                          </p:cTn>
                        </p:par>
                        <p:par>
                          <p:cTn id="21" fill="hold">
                            <p:stCondLst>
                              <p:cond delay="2500"/>
                            </p:stCondLst>
                            <p:childTnLst>
                              <p:par>
                                <p:cTn id="22" presetID="10" presetClass="entr" presetSubtype="0" fill="hold" grpId="1" nodeType="after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500"/>
                                        <p:tgtEl>
                                          <p:spTgt spid="54"/>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500"/>
                                        <p:tgtEl>
                                          <p:spTgt spid="56"/>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59"/>
                                        </p:tgtEl>
                                        <p:attrNameLst>
                                          <p:attrName>style.visibility</p:attrName>
                                        </p:attrNameLst>
                                      </p:cBhvr>
                                      <p:to>
                                        <p:strVal val="visible"/>
                                      </p:to>
                                    </p:set>
                                    <p:animEffect transition="in" filter="fade">
                                      <p:cBhvr>
                                        <p:cTn id="39" dur="500"/>
                                        <p:tgtEl>
                                          <p:spTgt spid="59"/>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grpId="1"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1"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childTnLst>
                          </p:cTn>
                        </p:par>
                        <p:par>
                          <p:cTn id="52" fill="hold">
                            <p:stCondLst>
                              <p:cond delay="3000"/>
                            </p:stCondLst>
                            <p:childTnLst>
                              <p:par>
                                <p:cTn id="53"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4" dur="2000" fill="hold"/>
                                        <p:tgtEl>
                                          <p:spTgt spid="54"/>
                                        </p:tgtEl>
                                        <p:attrNameLst>
                                          <p:attrName>ppt_x</p:attrName>
                                          <p:attrName>ppt_y</p:attrName>
                                        </p:attrNameLst>
                                      </p:cBhvr>
                                      <p:rCtr x="17" y="18981"/>
                                    </p:animMotion>
                                  </p:childTnLst>
                                </p:cTn>
                              </p:par>
                              <p:par>
                                <p:cTn id="55"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6" dur="2000" fill="hold"/>
                                        <p:tgtEl>
                                          <p:spTgt spid="55"/>
                                        </p:tgtEl>
                                        <p:attrNameLst>
                                          <p:attrName>ppt_x</p:attrName>
                                          <p:attrName>ppt_y</p:attrName>
                                        </p:attrNameLst>
                                      </p:cBhvr>
                                      <p:rCtr x="17" y="18981"/>
                                    </p:animMotion>
                                  </p:childTnLst>
                                </p:cTn>
                              </p:par>
                              <p:par>
                                <p:cTn id="57"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58" dur="2000" fill="hold"/>
                                        <p:tgtEl>
                                          <p:spTgt spid="56"/>
                                        </p:tgtEl>
                                        <p:attrNameLst>
                                          <p:attrName>ppt_x</p:attrName>
                                          <p:attrName>ppt_y</p:attrName>
                                        </p:attrNameLst>
                                      </p:cBhvr>
                                      <p:rCtr x="17" y="18981"/>
                                    </p:animMotion>
                                  </p:childTnLst>
                                </p:cTn>
                              </p:par>
                              <p:par>
                                <p:cTn id="59"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0" dur="2000" fill="hold"/>
                                        <p:tgtEl>
                                          <p:spTgt spid="57"/>
                                        </p:tgtEl>
                                        <p:attrNameLst>
                                          <p:attrName>ppt_x</p:attrName>
                                          <p:attrName>ppt_y</p:attrName>
                                        </p:attrNameLst>
                                      </p:cBhvr>
                                      <p:rCtr x="17" y="18981"/>
                                    </p:animMotion>
                                  </p:childTnLst>
                                </p:cTn>
                              </p:par>
                              <p:par>
                                <p:cTn id="61"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2" dur="2000" fill="hold"/>
                                        <p:tgtEl>
                                          <p:spTgt spid="58"/>
                                        </p:tgtEl>
                                        <p:attrNameLst>
                                          <p:attrName>ppt_x</p:attrName>
                                          <p:attrName>ppt_y</p:attrName>
                                        </p:attrNameLst>
                                      </p:cBhvr>
                                      <p:rCtr x="17" y="18981"/>
                                    </p:animMotion>
                                  </p:childTnLst>
                                </p:cTn>
                              </p:par>
                              <p:par>
                                <p:cTn id="63"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4" dur="2000" fill="hold"/>
                                        <p:tgtEl>
                                          <p:spTgt spid="59"/>
                                        </p:tgtEl>
                                        <p:attrNameLst>
                                          <p:attrName>ppt_x</p:attrName>
                                          <p:attrName>ppt_y</p:attrName>
                                        </p:attrNameLst>
                                      </p:cBhvr>
                                      <p:rCtr x="17" y="18981"/>
                                    </p:animMotion>
                                  </p:childTnLst>
                                </p:cTn>
                              </p:par>
                              <p:par>
                                <p:cTn id="65"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6" dur="2000" fill="hold"/>
                                        <p:tgtEl>
                                          <p:spTgt spid="60"/>
                                        </p:tgtEl>
                                        <p:attrNameLst>
                                          <p:attrName>ppt_x</p:attrName>
                                          <p:attrName>ppt_y</p:attrName>
                                        </p:attrNameLst>
                                      </p:cBhvr>
                                      <p:rCtr x="17" y="18981"/>
                                    </p:animMotion>
                                  </p:childTnLst>
                                </p:cTn>
                              </p:par>
                              <p:par>
                                <p:cTn id="67"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68" dur="2000" fill="hold"/>
                                        <p:tgtEl>
                                          <p:spTgt spid="61"/>
                                        </p:tgtEl>
                                        <p:attrNameLst>
                                          <p:attrName>ppt_x</p:attrName>
                                          <p:attrName>ppt_y</p:attrName>
                                        </p:attrNameLst>
                                      </p:cBhvr>
                                      <p:rCtr x="17" y="18981"/>
                                    </p:animMotion>
                                  </p:childTnLst>
                                </p:cTn>
                              </p:par>
                              <p:par>
                                <p:cTn id="69"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0" dur="2000" fill="hold"/>
                                        <p:tgtEl>
                                          <p:spTgt spid="62"/>
                                        </p:tgtEl>
                                        <p:attrNameLst>
                                          <p:attrName>ppt_x</p:attrName>
                                          <p:attrName>ppt_y</p:attrName>
                                        </p:attrNameLst>
                                      </p:cBhvr>
                                      <p:rCtr x="17" y="18981"/>
                                    </p:animMotion>
                                  </p:childTnLst>
                                </p:cTn>
                              </p:par>
                              <p:par>
                                <p:cTn id="71"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72" dur="2000" fill="hold"/>
                                        <p:tgtEl>
                                          <p:spTgt spid="63"/>
                                        </p:tgtEl>
                                        <p:attrNameLst>
                                          <p:attrName>ppt_x</p:attrName>
                                          <p:attrName>ppt_y</p:attrName>
                                        </p:attrNameLst>
                                      </p:cBhvr>
                                      <p:rCtr x="17" y="18981"/>
                                    </p:animMotion>
                                  </p:childTnLst>
                                </p:cTn>
                              </p:par>
                              <p:par>
                                <p:cTn id="73" presetID="53" presetClass="entr" presetSubtype="16" fill="hold" grpId="0" nodeType="withEffect">
                                  <p:stCondLst>
                                    <p:cond delay="2000"/>
                                  </p:stCondLst>
                                  <p:iterate type="lt">
                                    <p:tmPct val="0"/>
                                  </p:iterate>
                                  <p:childTnLst>
                                    <p:set>
                                      <p:cBhvr>
                                        <p:cTn id="74" dur="1" fill="hold">
                                          <p:stCondLst>
                                            <p:cond delay="0"/>
                                          </p:stCondLst>
                                        </p:cTn>
                                        <p:tgtEl>
                                          <p:spTgt spid="23"/>
                                        </p:tgtEl>
                                        <p:attrNameLst>
                                          <p:attrName>style.visibility</p:attrName>
                                        </p:attrNameLst>
                                      </p:cBhvr>
                                      <p:to>
                                        <p:strVal val="visible"/>
                                      </p:to>
                                    </p:set>
                                    <p:anim calcmode="lin" valueType="num">
                                      <p:cBhvr>
                                        <p:cTn id="75" dur="500" fill="hold"/>
                                        <p:tgtEl>
                                          <p:spTgt spid="23"/>
                                        </p:tgtEl>
                                        <p:attrNameLst>
                                          <p:attrName>ppt_w</p:attrName>
                                        </p:attrNameLst>
                                      </p:cBhvr>
                                      <p:tavLst>
                                        <p:tav tm="0">
                                          <p:val>
                                            <p:fltVal val="0"/>
                                          </p:val>
                                        </p:tav>
                                        <p:tav tm="100000">
                                          <p:val>
                                            <p:strVal val="#ppt_w"/>
                                          </p:val>
                                        </p:tav>
                                      </p:tavLst>
                                    </p:anim>
                                    <p:anim calcmode="lin" valueType="num">
                                      <p:cBhvr>
                                        <p:cTn id="76" dur="500" fill="hold"/>
                                        <p:tgtEl>
                                          <p:spTgt spid="23"/>
                                        </p:tgtEl>
                                        <p:attrNameLst>
                                          <p:attrName>ppt_h</p:attrName>
                                        </p:attrNameLst>
                                      </p:cBhvr>
                                      <p:tavLst>
                                        <p:tav tm="0">
                                          <p:val>
                                            <p:fltVal val="0"/>
                                          </p:val>
                                        </p:tav>
                                        <p:tav tm="100000">
                                          <p:val>
                                            <p:strVal val="#ppt_h"/>
                                          </p:val>
                                        </p:tav>
                                      </p:tavLst>
                                    </p:anim>
                                    <p:animEffect transition="in" filter="fade">
                                      <p:cBhvr>
                                        <p:cTn id="77" dur="500"/>
                                        <p:tgtEl>
                                          <p:spTgt spid="23"/>
                                        </p:tgtEl>
                                      </p:cBhvr>
                                    </p:animEffect>
                                  </p:childTnLst>
                                </p:cTn>
                              </p:par>
                              <p:par>
                                <p:cTn id="78" presetID="16" presetClass="entr" presetSubtype="21" fill="hold" nodeType="withEffect">
                                  <p:stCondLst>
                                    <p:cond delay="2000"/>
                                  </p:stCondLst>
                                  <p:childTnLst>
                                    <p:set>
                                      <p:cBhvr>
                                        <p:cTn id="79" dur="1" fill="hold">
                                          <p:stCondLst>
                                            <p:cond delay="0"/>
                                          </p:stCondLst>
                                        </p:cTn>
                                        <p:tgtEl>
                                          <p:spTgt spid="2"/>
                                        </p:tgtEl>
                                        <p:attrNameLst>
                                          <p:attrName>style.visibility</p:attrName>
                                        </p:attrNameLst>
                                      </p:cBhvr>
                                      <p:to>
                                        <p:strVal val="visible"/>
                                      </p:to>
                                    </p:set>
                                    <p:animEffect transition="in" filter="barn(inVertical)">
                                      <p:cBhvr>
                                        <p:cTn id="80" dur="500"/>
                                        <p:tgtEl>
                                          <p:spTgt spid="2"/>
                                        </p:tgtEl>
                                      </p:cBhvr>
                                    </p:animEffect>
                                  </p:childTnLst>
                                </p:cTn>
                              </p:par>
                              <p:par>
                                <p:cTn id="81" presetID="53" presetClass="entr" presetSubtype="16" fill="hold" nodeType="withEffect">
                                  <p:stCondLst>
                                    <p:cond delay="2500"/>
                                  </p:stCondLst>
                                  <p:childTnLst>
                                    <p:set>
                                      <p:cBhvr>
                                        <p:cTn id="82" dur="1" fill="hold">
                                          <p:stCondLst>
                                            <p:cond delay="0"/>
                                          </p:stCondLst>
                                        </p:cTn>
                                        <p:tgtEl>
                                          <p:spTgt spid="3"/>
                                        </p:tgtEl>
                                        <p:attrNameLst>
                                          <p:attrName>style.visibility</p:attrName>
                                        </p:attrNameLst>
                                      </p:cBhvr>
                                      <p:to>
                                        <p:strVal val="visible"/>
                                      </p:to>
                                    </p:set>
                                    <p:anim calcmode="lin" valueType="num">
                                      <p:cBhvr>
                                        <p:cTn id="83" dur="500" fill="hold"/>
                                        <p:tgtEl>
                                          <p:spTgt spid="3"/>
                                        </p:tgtEl>
                                        <p:attrNameLst>
                                          <p:attrName>ppt_w</p:attrName>
                                        </p:attrNameLst>
                                      </p:cBhvr>
                                      <p:tavLst>
                                        <p:tav tm="0">
                                          <p:val>
                                            <p:fltVal val="0"/>
                                          </p:val>
                                        </p:tav>
                                        <p:tav tm="100000">
                                          <p:val>
                                            <p:strVal val="#ppt_w"/>
                                          </p:val>
                                        </p:tav>
                                      </p:tavLst>
                                    </p:anim>
                                    <p:anim calcmode="lin" valueType="num">
                                      <p:cBhvr>
                                        <p:cTn id="84" dur="500" fill="hold"/>
                                        <p:tgtEl>
                                          <p:spTgt spid="3"/>
                                        </p:tgtEl>
                                        <p:attrNameLst>
                                          <p:attrName>ppt_h</p:attrName>
                                        </p:attrNameLst>
                                      </p:cBhvr>
                                      <p:tavLst>
                                        <p:tav tm="0">
                                          <p:val>
                                            <p:fltVal val="0"/>
                                          </p:val>
                                        </p:tav>
                                        <p:tav tm="100000">
                                          <p:val>
                                            <p:strVal val="#ppt_h"/>
                                          </p:val>
                                        </p:tav>
                                      </p:tavLst>
                                    </p:anim>
                                    <p:animEffect transition="in" filter="fade">
                                      <p:cBhvr>
                                        <p:cTn id="85" dur="500"/>
                                        <p:tgtEl>
                                          <p:spTgt spid="3"/>
                                        </p:tgtEl>
                                      </p:cBhvr>
                                    </p:animEffect>
                                  </p:childTnLst>
                                </p:cTn>
                              </p:par>
                              <p:par>
                                <p:cTn id="86" presetID="53" presetClass="entr" presetSubtype="16" fill="hold" nodeType="withEffect">
                                  <p:stCondLst>
                                    <p:cond delay="2500"/>
                                  </p:stCondLst>
                                  <p:childTnLst>
                                    <p:set>
                                      <p:cBhvr>
                                        <p:cTn id="87" dur="1" fill="hold">
                                          <p:stCondLst>
                                            <p:cond delay="0"/>
                                          </p:stCondLst>
                                        </p:cTn>
                                        <p:tgtEl>
                                          <p:spTgt spid="8"/>
                                        </p:tgtEl>
                                        <p:attrNameLst>
                                          <p:attrName>style.visibility</p:attrName>
                                        </p:attrNameLst>
                                      </p:cBhvr>
                                      <p:to>
                                        <p:strVal val="visible"/>
                                      </p:to>
                                    </p:set>
                                    <p:anim calcmode="lin" valueType="num">
                                      <p:cBhvr>
                                        <p:cTn id="88" dur="500" fill="hold"/>
                                        <p:tgtEl>
                                          <p:spTgt spid="8"/>
                                        </p:tgtEl>
                                        <p:attrNameLst>
                                          <p:attrName>ppt_w</p:attrName>
                                        </p:attrNameLst>
                                      </p:cBhvr>
                                      <p:tavLst>
                                        <p:tav tm="0">
                                          <p:val>
                                            <p:fltVal val="0"/>
                                          </p:val>
                                        </p:tav>
                                        <p:tav tm="100000">
                                          <p:val>
                                            <p:strVal val="#ppt_w"/>
                                          </p:val>
                                        </p:tav>
                                      </p:tavLst>
                                    </p:anim>
                                    <p:anim calcmode="lin" valueType="num">
                                      <p:cBhvr>
                                        <p:cTn id="89" dur="500" fill="hold"/>
                                        <p:tgtEl>
                                          <p:spTgt spid="8"/>
                                        </p:tgtEl>
                                        <p:attrNameLst>
                                          <p:attrName>ppt_h</p:attrName>
                                        </p:attrNameLst>
                                      </p:cBhvr>
                                      <p:tavLst>
                                        <p:tav tm="0">
                                          <p:val>
                                            <p:fltVal val="0"/>
                                          </p:val>
                                        </p:tav>
                                        <p:tav tm="100000">
                                          <p:val>
                                            <p:strVal val="#ppt_h"/>
                                          </p:val>
                                        </p:tav>
                                      </p:tavLst>
                                    </p:anim>
                                    <p:animEffect transition="in" filter="fade">
                                      <p:cBhvr>
                                        <p:cTn id="90" dur="500"/>
                                        <p:tgtEl>
                                          <p:spTgt spid="8"/>
                                        </p:tgtEl>
                                      </p:cBhvr>
                                    </p:animEffect>
                                  </p:childTnLst>
                                </p:cTn>
                              </p:par>
                              <p:par>
                                <p:cTn id="91" presetID="53" presetClass="entr" presetSubtype="16" fill="hold" nodeType="withEffect">
                                  <p:stCondLst>
                                    <p:cond delay="250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nodeType="withEffect">
                                  <p:stCondLst>
                                    <p:cond delay="2500"/>
                                  </p:stCondLst>
                                  <p:childTnLst>
                                    <p:set>
                                      <p:cBhvr>
                                        <p:cTn id="97" dur="1" fill="hold">
                                          <p:stCondLst>
                                            <p:cond delay="0"/>
                                          </p:stCondLst>
                                        </p:cTn>
                                        <p:tgtEl>
                                          <p:spTgt spid="18"/>
                                        </p:tgtEl>
                                        <p:attrNameLst>
                                          <p:attrName>style.visibility</p:attrName>
                                        </p:attrNameLst>
                                      </p:cBhvr>
                                      <p:to>
                                        <p:strVal val="visible"/>
                                      </p:to>
                                    </p:set>
                                    <p:anim calcmode="lin" valueType="num">
                                      <p:cBhvr>
                                        <p:cTn id="98" dur="500" fill="hold"/>
                                        <p:tgtEl>
                                          <p:spTgt spid="18"/>
                                        </p:tgtEl>
                                        <p:attrNameLst>
                                          <p:attrName>ppt_w</p:attrName>
                                        </p:attrNameLst>
                                      </p:cBhvr>
                                      <p:tavLst>
                                        <p:tav tm="0">
                                          <p:val>
                                            <p:fltVal val="0"/>
                                          </p:val>
                                        </p:tav>
                                        <p:tav tm="100000">
                                          <p:val>
                                            <p:strVal val="#ppt_w"/>
                                          </p:val>
                                        </p:tav>
                                      </p:tavLst>
                                    </p:anim>
                                    <p:anim calcmode="lin" valueType="num">
                                      <p:cBhvr>
                                        <p:cTn id="99" dur="500" fill="hold"/>
                                        <p:tgtEl>
                                          <p:spTgt spid="18"/>
                                        </p:tgtEl>
                                        <p:attrNameLst>
                                          <p:attrName>ppt_h</p:attrName>
                                        </p:attrNameLst>
                                      </p:cBhvr>
                                      <p:tavLst>
                                        <p:tav tm="0">
                                          <p:val>
                                            <p:fltVal val="0"/>
                                          </p:val>
                                        </p:tav>
                                        <p:tav tm="100000">
                                          <p:val>
                                            <p:strVal val="#ppt_h"/>
                                          </p:val>
                                        </p:tav>
                                      </p:tavLst>
                                    </p:anim>
                                    <p:animEffect transition="in" filter="fade">
                                      <p:cBhvr>
                                        <p:cTn id="100" dur="500"/>
                                        <p:tgtEl>
                                          <p:spTgt spid="18"/>
                                        </p:tgtEl>
                                      </p:cBhvr>
                                    </p:animEffect>
                                  </p:childTnLst>
                                </p:cTn>
                              </p:par>
                              <p:par>
                                <p:cTn id="101" presetID="32" presetClass="emph" presetSubtype="0" fill="hold" nodeType="withEffect">
                                  <p:stCondLst>
                                    <p:cond delay="3000"/>
                                  </p:stCondLst>
                                  <p:childTnLst>
                                    <p:animRot by="120000">
                                      <p:cBhvr>
                                        <p:cTn id="102" dur="100" fill="hold">
                                          <p:stCondLst>
                                            <p:cond delay="0"/>
                                          </p:stCondLst>
                                        </p:cTn>
                                        <p:tgtEl>
                                          <p:spTgt spid="3"/>
                                        </p:tgtEl>
                                        <p:attrNameLst>
                                          <p:attrName>r</p:attrName>
                                        </p:attrNameLst>
                                      </p:cBhvr>
                                    </p:animRot>
                                    <p:animRot by="-240000">
                                      <p:cBhvr>
                                        <p:cTn id="103" dur="200" fill="hold">
                                          <p:stCondLst>
                                            <p:cond delay="200"/>
                                          </p:stCondLst>
                                        </p:cTn>
                                        <p:tgtEl>
                                          <p:spTgt spid="3"/>
                                        </p:tgtEl>
                                        <p:attrNameLst>
                                          <p:attrName>r</p:attrName>
                                        </p:attrNameLst>
                                      </p:cBhvr>
                                    </p:animRot>
                                    <p:animRot by="240000">
                                      <p:cBhvr>
                                        <p:cTn id="104" dur="200" fill="hold">
                                          <p:stCondLst>
                                            <p:cond delay="400"/>
                                          </p:stCondLst>
                                        </p:cTn>
                                        <p:tgtEl>
                                          <p:spTgt spid="3"/>
                                        </p:tgtEl>
                                        <p:attrNameLst>
                                          <p:attrName>r</p:attrName>
                                        </p:attrNameLst>
                                      </p:cBhvr>
                                    </p:animRot>
                                    <p:animRot by="-240000">
                                      <p:cBhvr>
                                        <p:cTn id="105" dur="200" fill="hold">
                                          <p:stCondLst>
                                            <p:cond delay="600"/>
                                          </p:stCondLst>
                                        </p:cTn>
                                        <p:tgtEl>
                                          <p:spTgt spid="3"/>
                                        </p:tgtEl>
                                        <p:attrNameLst>
                                          <p:attrName>r</p:attrName>
                                        </p:attrNameLst>
                                      </p:cBhvr>
                                    </p:animRot>
                                    <p:animRot by="120000">
                                      <p:cBhvr>
                                        <p:cTn id="106" dur="200" fill="hold">
                                          <p:stCondLst>
                                            <p:cond delay="800"/>
                                          </p:stCondLst>
                                        </p:cTn>
                                        <p:tgtEl>
                                          <p:spTgt spid="3"/>
                                        </p:tgtEl>
                                        <p:attrNameLst>
                                          <p:attrName>r</p:attrName>
                                        </p:attrNameLst>
                                      </p:cBhvr>
                                    </p:animRot>
                                  </p:childTnLst>
                                </p:cTn>
                              </p:par>
                              <p:par>
                                <p:cTn id="107" presetID="32" presetClass="emph" presetSubtype="0" fill="hold" nodeType="withEffect">
                                  <p:stCondLst>
                                    <p:cond delay="3000"/>
                                  </p:stCondLst>
                                  <p:childTnLst>
                                    <p:animRot by="120000">
                                      <p:cBhvr>
                                        <p:cTn id="108" dur="100" fill="hold">
                                          <p:stCondLst>
                                            <p:cond delay="0"/>
                                          </p:stCondLst>
                                        </p:cTn>
                                        <p:tgtEl>
                                          <p:spTgt spid="8"/>
                                        </p:tgtEl>
                                        <p:attrNameLst>
                                          <p:attrName>r</p:attrName>
                                        </p:attrNameLst>
                                      </p:cBhvr>
                                    </p:animRot>
                                    <p:animRot by="-240000">
                                      <p:cBhvr>
                                        <p:cTn id="109" dur="200" fill="hold">
                                          <p:stCondLst>
                                            <p:cond delay="200"/>
                                          </p:stCondLst>
                                        </p:cTn>
                                        <p:tgtEl>
                                          <p:spTgt spid="8"/>
                                        </p:tgtEl>
                                        <p:attrNameLst>
                                          <p:attrName>r</p:attrName>
                                        </p:attrNameLst>
                                      </p:cBhvr>
                                    </p:animRot>
                                    <p:animRot by="240000">
                                      <p:cBhvr>
                                        <p:cTn id="110" dur="200" fill="hold">
                                          <p:stCondLst>
                                            <p:cond delay="400"/>
                                          </p:stCondLst>
                                        </p:cTn>
                                        <p:tgtEl>
                                          <p:spTgt spid="8"/>
                                        </p:tgtEl>
                                        <p:attrNameLst>
                                          <p:attrName>r</p:attrName>
                                        </p:attrNameLst>
                                      </p:cBhvr>
                                    </p:animRot>
                                    <p:animRot by="-240000">
                                      <p:cBhvr>
                                        <p:cTn id="111" dur="200" fill="hold">
                                          <p:stCondLst>
                                            <p:cond delay="600"/>
                                          </p:stCondLst>
                                        </p:cTn>
                                        <p:tgtEl>
                                          <p:spTgt spid="8"/>
                                        </p:tgtEl>
                                        <p:attrNameLst>
                                          <p:attrName>r</p:attrName>
                                        </p:attrNameLst>
                                      </p:cBhvr>
                                    </p:animRot>
                                    <p:animRot by="120000">
                                      <p:cBhvr>
                                        <p:cTn id="112" dur="200" fill="hold">
                                          <p:stCondLst>
                                            <p:cond delay="800"/>
                                          </p:stCondLst>
                                        </p:cTn>
                                        <p:tgtEl>
                                          <p:spTgt spid="8"/>
                                        </p:tgtEl>
                                        <p:attrNameLst>
                                          <p:attrName>r</p:attrName>
                                        </p:attrNameLst>
                                      </p:cBhvr>
                                    </p:animRot>
                                  </p:childTnLst>
                                </p:cTn>
                              </p:par>
                              <p:par>
                                <p:cTn id="113" presetID="32" presetClass="emph" presetSubtype="0" fill="hold" nodeType="withEffect">
                                  <p:stCondLst>
                                    <p:cond delay="3000"/>
                                  </p:stCondLst>
                                  <p:childTnLst>
                                    <p:animRot by="120000">
                                      <p:cBhvr>
                                        <p:cTn id="114" dur="100" fill="hold">
                                          <p:stCondLst>
                                            <p:cond delay="0"/>
                                          </p:stCondLst>
                                        </p:cTn>
                                        <p:tgtEl>
                                          <p:spTgt spid="13"/>
                                        </p:tgtEl>
                                        <p:attrNameLst>
                                          <p:attrName>r</p:attrName>
                                        </p:attrNameLst>
                                      </p:cBhvr>
                                    </p:animRot>
                                    <p:animRot by="-240000">
                                      <p:cBhvr>
                                        <p:cTn id="115" dur="200" fill="hold">
                                          <p:stCondLst>
                                            <p:cond delay="200"/>
                                          </p:stCondLst>
                                        </p:cTn>
                                        <p:tgtEl>
                                          <p:spTgt spid="13"/>
                                        </p:tgtEl>
                                        <p:attrNameLst>
                                          <p:attrName>r</p:attrName>
                                        </p:attrNameLst>
                                      </p:cBhvr>
                                    </p:animRot>
                                    <p:animRot by="240000">
                                      <p:cBhvr>
                                        <p:cTn id="116" dur="200" fill="hold">
                                          <p:stCondLst>
                                            <p:cond delay="400"/>
                                          </p:stCondLst>
                                        </p:cTn>
                                        <p:tgtEl>
                                          <p:spTgt spid="13"/>
                                        </p:tgtEl>
                                        <p:attrNameLst>
                                          <p:attrName>r</p:attrName>
                                        </p:attrNameLst>
                                      </p:cBhvr>
                                    </p:animRot>
                                    <p:animRot by="-240000">
                                      <p:cBhvr>
                                        <p:cTn id="117" dur="200" fill="hold">
                                          <p:stCondLst>
                                            <p:cond delay="600"/>
                                          </p:stCondLst>
                                        </p:cTn>
                                        <p:tgtEl>
                                          <p:spTgt spid="13"/>
                                        </p:tgtEl>
                                        <p:attrNameLst>
                                          <p:attrName>r</p:attrName>
                                        </p:attrNameLst>
                                      </p:cBhvr>
                                    </p:animRot>
                                    <p:animRot by="120000">
                                      <p:cBhvr>
                                        <p:cTn id="118" dur="200" fill="hold">
                                          <p:stCondLst>
                                            <p:cond delay="800"/>
                                          </p:stCondLst>
                                        </p:cTn>
                                        <p:tgtEl>
                                          <p:spTgt spid="13"/>
                                        </p:tgtEl>
                                        <p:attrNameLst>
                                          <p:attrName>r</p:attrName>
                                        </p:attrNameLst>
                                      </p:cBhvr>
                                    </p:animRot>
                                  </p:childTnLst>
                                </p:cTn>
                              </p:par>
                              <p:par>
                                <p:cTn id="119" presetID="32" presetClass="emph" presetSubtype="0" fill="hold" nodeType="withEffect">
                                  <p:stCondLst>
                                    <p:cond delay="3000"/>
                                  </p:stCondLst>
                                  <p:childTnLst>
                                    <p:animRot by="120000">
                                      <p:cBhvr>
                                        <p:cTn id="120" dur="100" fill="hold">
                                          <p:stCondLst>
                                            <p:cond delay="0"/>
                                          </p:stCondLst>
                                        </p:cTn>
                                        <p:tgtEl>
                                          <p:spTgt spid="18"/>
                                        </p:tgtEl>
                                        <p:attrNameLst>
                                          <p:attrName>r</p:attrName>
                                        </p:attrNameLst>
                                      </p:cBhvr>
                                    </p:animRot>
                                    <p:animRot by="-240000">
                                      <p:cBhvr>
                                        <p:cTn id="121" dur="200" fill="hold">
                                          <p:stCondLst>
                                            <p:cond delay="200"/>
                                          </p:stCondLst>
                                        </p:cTn>
                                        <p:tgtEl>
                                          <p:spTgt spid="18"/>
                                        </p:tgtEl>
                                        <p:attrNameLst>
                                          <p:attrName>r</p:attrName>
                                        </p:attrNameLst>
                                      </p:cBhvr>
                                    </p:animRot>
                                    <p:animRot by="240000">
                                      <p:cBhvr>
                                        <p:cTn id="122" dur="200" fill="hold">
                                          <p:stCondLst>
                                            <p:cond delay="400"/>
                                          </p:stCondLst>
                                        </p:cTn>
                                        <p:tgtEl>
                                          <p:spTgt spid="18"/>
                                        </p:tgtEl>
                                        <p:attrNameLst>
                                          <p:attrName>r</p:attrName>
                                        </p:attrNameLst>
                                      </p:cBhvr>
                                    </p:animRot>
                                    <p:animRot by="-240000">
                                      <p:cBhvr>
                                        <p:cTn id="123" dur="200" fill="hold">
                                          <p:stCondLst>
                                            <p:cond delay="600"/>
                                          </p:stCondLst>
                                        </p:cTn>
                                        <p:tgtEl>
                                          <p:spTgt spid="18"/>
                                        </p:tgtEl>
                                        <p:attrNameLst>
                                          <p:attrName>r</p:attrName>
                                        </p:attrNameLst>
                                      </p:cBhvr>
                                    </p:animRot>
                                    <p:animRot by="120000">
                                      <p:cBhvr>
                                        <p:cTn id="124" dur="200" fill="hold">
                                          <p:stCondLst>
                                            <p:cond delay="800"/>
                                          </p:stCondLst>
                                        </p:cTn>
                                        <p:tgtEl>
                                          <p:spTgt spid="18"/>
                                        </p:tgtEl>
                                        <p:attrNameLst>
                                          <p:attrName>r</p:attrName>
                                        </p:attrNameLst>
                                      </p:cBhvr>
                                    </p:animRot>
                                  </p:childTnLst>
                                </p:cTn>
                              </p:par>
                              <p:par>
                                <p:cTn id="125" presetID="53" presetClass="entr" presetSubtype="16" fill="hold" nodeType="withEffect">
                                  <p:stCondLst>
                                    <p:cond delay="25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500" fill="hold"/>
                                        <p:tgtEl>
                                          <p:spTgt spid="24"/>
                                        </p:tgtEl>
                                        <p:attrNameLst>
                                          <p:attrName>ppt_w</p:attrName>
                                        </p:attrNameLst>
                                      </p:cBhvr>
                                      <p:tavLst>
                                        <p:tav tm="0">
                                          <p:val>
                                            <p:fltVal val="0"/>
                                          </p:val>
                                        </p:tav>
                                        <p:tav tm="100000">
                                          <p:val>
                                            <p:strVal val="#ppt_w"/>
                                          </p:val>
                                        </p:tav>
                                      </p:tavLst>
                                    </p:anim>
                                    <p:anim calcmode="lin" valueType="num">
                                      <p:cBhvr>
                                        <p:cTn id="128" dur="500" fill="hold"/>
                                        <p:tgtEl>
                                          <p:spTgt spid="24"/>
                                        </p:tgtEl>
                                        <p:attrNameLst>
                                          <p:attrName>ppt_h</p:attrName>
                                        </p:attrNameLst>
                                      </p:cBhvr>
                                      <p:tavLst>
                                        <p:tav tm="0">
                                          <p:val>
                                            <p:fltVal val="0"/>
                                          </p:val>
                                        </p:tav>
                                        <p:tav tm="100000">
                                          <p:val>
                                            <p:strVal val="#ppt_h"/>
                                          </p:val>
                                        </p:tav>
                                      </p:tavLst>
                                    </p:anim>
                                    <p:animEffect transition="in" filter="fade">
                                      <p:cBhvr>
                                        <p:cTn id="129" dur="500"/>
                                        <p:tgtEl>
                                          <p:spTgt spid="24"/>
                                        </p:tgtEl>
                                      </p:cBhvr>
                                    </p:animEffect>
                                  </p:childTnLst>
                                </p:cTn>
                              </p:par>
                              <p:par>
                                <p:cTn id="130" presetID="53" presetClass="entr" presetSubtype="16" fill="hold" nodeType="withEffect">
                                  <p:stCondLst>
                                    <p:cond delay="250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500" fill="hold"/>
                                        <p:tgtEl>
                                          <p:spTgt spid="29"/>
                                        </p:tgtEl>
                                        <p:attrNameLst>
                                          <p:attrName>ppt_w</p:attrName>
                                        </p:attrNameLst>
                                      </p:cBhvr>
                                      <p:tavLst>
                                        <p:tav tm="0">
                                          <p:val>
                                            <p:fltVal val="0"/>
                                          </p:val>
                                        </p:tav>
                                        <p:tav tm="100000">
                                          <p:val>
                                            <p:strVal val="#ppt_w"/>
                                          </p:val>
                                        </p:tav>
                                      </p:tavLst>
                                    </p:anim>
                                    <p:anim calcmode="lin" valueType="num">
                                      <p:cBhvr>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32" presetClass="emph" presetSubtype="0" fill="hold" nodeType="withEffect">
                                  <p:stCondLst>
                                    <p:cond delay="3000"/>
                                  </p:stCondLst>
                                  <p:childTnLst>
                                    <p:animRot by="120000">
                                      <p:cBhvr>
                                        <p:cTn id="136" dur="100" fill="hold">
                                          <p:stCondLst>
                                            <p:cond delay="0"/>
                                          </p:stCondLst>
                                        </p:cTn>
                                        <p:tgtEl>
                                          <p:spTgt spid="24"/>
                                        </p:tgtEl>
                                        <p:attrNameLst>
                                          <p:attrName>r</p:attrName>
                                        </p:attrNameLst>
                                      </p:cBhvr>
                                    </p:animRot>
                                    <p:animRot by="-240000">
                                      <p:cBhvr>
                                        <p:cTn id="137" dur="200" fill="hold">
                                          <p:stCondLst>
                                            <p:cond delay="200"/>
                                          </p:stCondLst>
                                        </p:cTn>
                                        <p:tgtEl>
                                          <p:spTgt spid="24"/>
                                        </p:tgtEl>
                                        <p:attrNameLst>
                                          <p:attrName>r</p:attrName>
                                        </p:attrNameLst>
                                      </p:cBhvr>
                                    </p:animRot>
                                    <p:animRot by="240000">
                                      <p:cBhvr>
                                        <p:cTn id="138" dur="200" fill="hold">
                                          <p:stCondLst>
                                            <p:cond delay="400"/>
                                          </p:stCondLst>
                                        </p:cTn>
                                        <p:tgtEl>
                                          <p:spTgt spid="24"/>
                                        </p:tgtEl>
                                        <p:attrNameLst>
                                          <p:attrName>r</p:attrName>
                                        </p:attrNameLst>
                                      </p:cBhvr>
                                    </p:animRot>
                                    <p:animRot by="-240000">
                                      <p:cBhvr>
                                        <p:cTn id="139" dur="200" fill="hold">
                                          <p:stCondLst>
                                            <p:cond delay="600"/>
                                          </p:stCondLst>
                                        </p:cTn>
                                        <p:tgtEl>
                                          <p:spTgt spid="24"/>
                                        </p:tgtEl>
                                        <p:attrNameLst>
                                          <p:attrName>r</p:attrName>
                                        </p:attrNameLst>
                                      </p:cBhvr>
                                    </p:animRot>
                                    <p:animRot by="120000">
                                      <p:cBhvr>
                                        <p:cTn id="140" dur="200" fill="hold">
                                          <p:stCondLst>
                                            <p:cond delay="800"/>
                                          </p:stCondLst>
                                        </p:cTn>
                                        <p:tgtEl>
                                          <p:spTgt spid="24"/>
                                        </p:tgtEl>
                                        <p:attrNameLst>
                                          <p:attrName>r</p:attrName>
                                        </p:attrNameLst>
                                      </p:cBhvr>
                                    </p:animRot>
                                  </p:childTnLst>
                                </p:cTn>
                              </p:par>
                              <p:par>
                                <p:cTn id="141" presetID="32" presetClass="emph" presetSubtype="0" fill="hold" nodeType="withEffect">
                                  <p:stCondLst>
                                    <p:cond delay="3000"/>
                                  </p:stCondLst>
                                  <p:childTnLst>
                                    <p:animRot by="120000">
                                      <p:cBhvr>
                                        <p:cTn id="142" dur="100" fill="hold">
                                          <p:stCondLst>
                                            <p:cond delay="0"/>
                                          </p:stCondLst>
                                        </p:cTn>
                                        <p:tgtEl>
                                          <p:spTgt spid="29"/>
                                        </p:tgtEl>
                                        <p:attrNameLst>
                                          <p:attrName>r</p:attrName>
                                        </p:attrNameLst>
                                      </p:cBhvr>
                                    </p:animRot>
                                    <p:animRot by="-240000">
                                      <p:cBhvr>
                                        <p:cTn id="143" dur="200" fill="hold">
                                          <p:stCondLst>
                                            <p:cond delay="200"/>
                                          </p:stCondLst>
                                        </p:cTn>
                                        <p:tgtEl>
                                          <p:spTgt spid="29"/>
                                        </p:tgtEl>
                                        <p:attrNameLst>
                                          <p:attrName>r</p:attrName>
                                        </p:attrNameLst>
                                      </p:cBhvr>
                                    </p:animRot>
                                    <p:animRot by="240000">
                                      <p:cBhvr>
                                        <p:cTn id="144" dur="200" fill="hold">
                                          <p:stCondLst>
                                            <p:cond delay="400"/>
                                          </p:stCondLst>
                                        </p:cTn>
                                        <p:tgtEl>
                                          <p:spTgt spid="29"/>
                                        </p:tgtEl>
                                        <p:attrNameLst>
                                          <p:attrName>r</p:attrName>
                                        </p:attrNameLst>
                                      </p:cBhvr>
                                    </p:animRot>
                                    <p:animRot by="-240000">
                                      <p:cBhvr>
                                        <p:cTn id="145" dur="200" fill="hold">
                                          <p:stCondLst>
                                            <p:cond delay="600"/>
                                          </p:stCondLst>
                                        </p:cTn>
                                        <p:tgtEl>
                                          <p:spTgt spid="29"/>
                                        </p:tgtEl>
                                        <p:attrNameLst>
                                          <p:attrName>r</p:attrName>
                                        </p:attrNameLst>
                                      </p:cBhvr>
                                    </p:animRot>
                                    <p:animRot by="120000">
                                      <p:cBhvr>
                                        <p:cTn id="146" dur="200" fill="hold">
                                          <p:stCondLst>
                                            <p:cond delay="800"/>
                                          </p:stCondLst>
                                        </p:cTn>
                                        <p:tgtEl>
                                          <p:spTgt spid="2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p:bldP spid="65" grpId="0" animBg="1"/>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FUNDING GAP</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2012835" y="5158933"/>
            <a:ext cx="8172908" cy="654685"/>
          </a:xfrm>
          <a:prstGeom prst="rect">
            <a:avLst/>
          </a:prstGeom>
          <a:noFill/>
        </p:spPr>
        <p:txBody>
          <a:bodyPr wrap="square" lIns="0" tIns="0" rIns="0" bIns="0" rtlCol="0">
            <a:spAutoFit/>
          </a:bodyPr>
          <a:lstStyle/>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点击输入简要文字解说，解说文字尽量概括精炼，不用多余的文字修饰，简洁精准的 解说所提炼的核心概念。点击输入简要文字解说，亮亮图文旗舰店  https://liangliangtuwen.tmall.com</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解说文字尽量概括精炼，不用多余的文字修饰，简洁精准的 解说所提炼的核心概念。</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70" name="TextBox 69"/>
          <p:cNvSpPr txBox="1"/>
          <p:nvPr/>
        </p:nvSpPr>
        <p:spPr>
          <a:xfrm>
            <a:off x="5138068" y="4723983"/>
            <a:ext cx="2059343" cy="307777"/>
          </a:xfrm>
          <a:prstGeom prst="rect">
            <a:avLst/>
          </a:prstGeom>
          <a:noFill/>
        </p:spPr>
        <p:txBody>
          <a:bodyPr wrap="square" lIns="0" tIns="0" rIns="0" bIns="0" rtlCol="0">
            <a:spAutoFit/>
          </a:bodyPr>
          <a:lstStyle/>
          <a:p>
            <a:r>
              <a:rPr lang="zh-CN" altLang="en-US" sz="2000" b="1" dirty="0" smtClean="0">
                <a:solidFill>
                  <a:schemeClr val="tx1">
                    <a:lumMod val="75000"/>
                    <a:lumOff val="25000"/>
                  </a:schemeClr>
                </a:solidFill>
                <a:latin typeface="Impact MT Std" pitchFamily="34" charset="0"/>
                <a:ea typeface="微软雅黑" panose="020B0503020204020204" pitchFamily="34" charset="-122"/>
              </a:rPr>
              <a:t>点击输入标题文本</a:t>
            </a:r>
            <a:endParaRPr lang="zh-CN" altLang="en-US" sz="2000" b="1" dirty="0">
              <a:solidFill>
                <a:schemeClr val="tx1">
                  <a:lumMod val="75000"/>
                  <a:lumOff val="25000"/>
                </a:schemeClr>
              </a:solidFill>
              <a:latin typeface="Impact MT Std" pitchFamily="34" charset="0"/>
              <a:ea typeface="微软雅黑" panose="020B0503020204020204" pitchFamily="34" charset="-122"/>
            </a:endParaRPr>
          </a:p>
        </p:txBody>
      </p:sp>
      <p:sp>
        <p:nvSpPr>
          <p:cNvPr id="85" name="Oval 12"/>
          <p:cNvSpPr/>
          <p:nvPr/>
        </p:nvSpPr>
        <p:spPr>
          <a:xfrm>
            <a:off x="1984150" y="1319883"/>
            <a:ext cx="1573212" cy="1573212"/>
          </a:xfrm>
          <a:prstGeom prst="ellipse">
            <a:avLst/>
          </a:prstGeom>
          <a:noFill/>
          <a:ln w="101600" cap="rnd" cmpd="sng">
            <a:solidFill>
              <a:schemeClr val="bg1">
                <a:lumMod val="85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86" name="Oval 13"/>
          <p:cNvSpPr/>
          <p:nvPr/>
        </p:nvSpPr>
        <p:spPr>
          <a:xfrm>
            <a:off x="2182587" y="1518320"/>
            <a:ext cx="1176338" cy="11763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Impact MT Std" pitchFamily="34" charset="0"/>
                <a:ea typeface="Open Sans" panose="020B0606030504020204" pitchFamily="34" charset="0"/>
                <a:cs typeface="Open Sans" panose="020B0606030504020204" pitchFamily="34" charset="0"/>
              </a:rPr>
              <a:t>80</a:t>
            </a:r>
            <a:r>
              <a:rPr lang="en-US" sz="2400" b="1" dirty="0" smtClean="0">
                <a:solidFill>
                  <a:schemeClr val="bg1"/>
                </a:solidFill>
                <a:latin typeface="Impact MT Std" pitchFamily="34" charset="0"/>
                <a:ea typeface="Open Sans" panose="020B0606030504020204" pitchFamily="34" charset="0"/>
                <a:cs typeface="Open Sans" panose="020B0606030504020204" pitchFamily="34" charset="0"/>
              </a:rPr>
              <a:t>%</a:t>
            </a:r>
            <a:endParaRPr lang="en-US" sz="2400" b="1" dirty="0">
              <a:solidFill>
                <a:schemeClr val="bg1"/>
              </a:solidFill>
              <a:latin typeface="Impact MT Std" pitchFamily="34" charset="0"/>
              <a:ea typeface="Open Sans" panose="020B0606030504020204" pitchFamily="34" charset="0"/>
              <a:cs typeface="Open Sans" panose="020B0606030504020204" pitchFamily="34" charset="0"/>
            </a:endParaRPr>
          </a:p>
        </p:txBody>
      </p:sp>
      <p:sp>
        <p:nvSpPr>
          <p:cNvPr id="87" name="Arc 14"/>
          <p:cNvSpPr/>
          <p:nvPr/>
        </p:nvSpPr>
        <p:spPr>
          <a:xfrm>
            <a:off x="1984150" y="1319883"/>
            <a:ext cx="1573212" cy="1573212"/>
          </a:xfrm>
          <a:prstGeom prst="arc">
            <a:avLst>
              <a:gd name="adj1" fmla="val 16018236"/>
              <a:gd name="adj2" fmla="val 9832525"/>
            </a:avLst>
          </a:prstGeom>
          <a:noFill/>
          <a:ln w="101600" cap="rnd" cmpd="sng">
            <a:solidFill>
              <a:srgbClr val="C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8" name="Oval 18"/>
          <p:cNvSpPr/>
          <p:nvPr/>
        </p:nvSpPr>
        <p:spPr>
          <a:xfrm>
            <a:off x="4258715" y="1319883"/>
            <a:ext cx="1573212" cy="1573212"/>
          </a:xfrm>
          <a:prstGeom prst="ellipse">
            <a:avLst/>
          </a:prstGeom>
          <a:noFill/>
          <a:ln w="101600" cap="rnd" cmpd="sng">
            <a:solidFill>
              <a:schemeClr val="bg1">
                <a:lumMod val="85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89" name="Oval 19"/>
          <p:cNvSpPr/>
          <p:nvPr/>
        </p:nvSpPr>
        <p:spPr>
          <a:xfrm>
            <a:off x="4457152" y="1518320"/>
            <a:ext cx="1176338" cy="1176338"/>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Impact MT Std" pitchFamily="34" charset="0"/>
                <a:ea typeface="Open Sans" panose="020B0606030504020204" pitchFamily="34" charset="0"/>
                <a:cs typeface="Open Sans" panose="020B0606030504020204" pitchFamily="34" charset="0"/>
              </a:rPr>
              <a:t>50</a:t>
            </a:r>
            <a:r>
              <a:rPr lang="en-US" sz="2400" b="1" dirty="0" smtClean="0">
                <a:solidFill>
                  <a:schemeClr val="bg1"/>
                </a:solidFill>
                <a:latin typeface="Impact MT Std" pitchFamily="34" charset="0"/>
                <a:ea typeface="Open Sans" panose="020B0606030504020204" pitchFamily="34" charset="0"/>
                <a:cs typeface="Open Sans" panose="020B0606030504020204" pitchFamily="34" charset="0"/>
              </a:rPr>
              <a:t>%</a:t>
            </a:r>
            <a:endParaRPr lang="en-US" sz="2400" b="1" dirty="0">
              <a:solidFill>
                <a:schemeClr val="bg1"/>
              </a:solidFill>
              <a:latin typeface="Impact MT Std" pitchFamily="34" charset="0"/>
              <a:ea typeface="Open Sans" panose="020B0606030504020204" pitchFamily="34" charset="0"/>
              <a:cs typeface="Open Sans" panose="020B0606030504020204" pitchFamily="34" charset="0"/>
            </a:endParaRPr>
          </a:p>
        </p:txBody>
      </p:sp>
      <p:sp>
        <p:nvSpPr>
          <p:cNvPr id="90" name="Arc 20"/>
          <p:cNvSpPr/>
          <p:nvPr/>
        </p:nvSpPr>
        <p:spPr>
          <a:xfrm>
            <a:off x="4258715" y="1319883"/>
            <a:ext cx="1573212" cy="1573212"/>
          </a:xfrm>
          <a:prstGeom prst="arc">
            <a:avLst>
              <a:gd name="adj1" fmla="val 16018236"/>
              <a:gd name="adj2" fmla="val 5788795"/>
            </a:avLst>
          </a:prstGeom>
          <a:noFill/>
          <a:ln w="101600" cap="rnd" cmpd="sng">
            <a:solidFill>
              <a:srgbClr val="E62A2A"/>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1" name="Oval 22"/>
          <p:cNvSpPr/>
          <p:nvPr/>
        </p:nvSpPr>
        <p:spPr>
          <a:xfrm>
            <a:off x="6501180" y="1319883"/>
            <a:ext cx="1573213" cy="1573212"/>
          </a:xfrm>
          <a:prstGeom prst="ellipse">
            <a:avLst/>
          </a:prstGeom>
          <a:noFill/>
          <a:ln w="101600" cap="rnd" cmpd="sng">
            <a:solidFill>
              <a:schemeClr val="bg1">
                <a:lumMod val="85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92" name="Oval 23"/>
          <p:cNvSpPr/>
          <p:nvPr/>
        </p:nvSpPr>
        <p:spPr>
          <a:xfrm>
            <a:off x="6699618" y="1518320"/>
            <a:ext cx="1176337" cy="11763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Impact MT Std" pitchFamily="34" charset="0"/>
                <a:ea typeface="Open Sans" panose="020B0606030504020204" pitchFamily="34" charset="0"/>
                <a:cs typeface="Open Sans" panose="020B0606030504020204" pitchFamily="34" charset="0"/>
              </a:rPr>
              <a:t>45</a:t>
            </a:r>
            <a:r>
              <a:rPr lang="en-US" sz="2400" b="1" dirty="0" smtClean="0">
                <a:solidFill>
                  <a:schemeClr val="bg1"/>
                </a:solidFill>
                <a:latin typeface="Impact MT Std" pitchFamily="34" charset="0"/>
                <a:ea typeface="Open Sans" panose="020B0606030504020204" pitchFamily="34" charset="0"/>
                <a:cs typeface="Open Sans" panose="020B0606030504020204" pitchFamily="34" charset="0"/>
              </a:rPr>
              <a:t>%</a:t>
            </a:r>
            <a:endParaRPr lang="en-US" sz="2400" b="1" dirty="0">
              <a:solidFill>
                <a:schemeClr val="bg1"/>
              </a:solidFill>
              <a:latin typeface="Impact MT Std" pitchFamily="34" charset="0"/>
              <a:ea typeface="Open Sans" panose="020B0606030504020204" pitchFamily="34" charset="0"/>
              <a:cs typeface="Open Sans" panose="020B0606030504020204" pitchFamily="34" charset="0"/>
            </a:endParaRPr>
          </a:p>
        </p:txBody>
      </p:sp>
      <p:sp>
        <p:nvSpPr>
          <p:cNvPr id="93" name="Arc 24"/>
          <p:cNvSpPr/>
          <p:nvPr/>
        </p:nvSpPr>
        <p:spPr>
          <a:xfrm>
            <a:off x="6501180" y="1319883"/>
            <a:ext cx="1573213" cy="1573212"/>
          </a:xfrm>
          <a:prstGeom prst="arc">
            <a:avLst>
              <a:gd name="adj1" fmla="val 16018236"/>
              <a:gd name="adj2" fmla="val 3132458"/>
            </a:avLst>
          </a:prstGeom>
          <a:noFill/>
          <a:ln w="101600" cap="rnd" cmpd="sng">
            <a:solidFill>
              <a:srgbClr val="C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4" name="Oval 26"/>
          <p:cNvSpPr/>
          <p:nvPr/>
        </p:nvSpPr>
        <p:spPr>
          <a:xfrm>
            <a:off x="8713113" y="1319883"/>
            <a:ext cx="1573213" cy="1573212"/>
          </a:xfrm>
          <a:prstGeom prst="ellipse">
            <a:avLst/>
          </a:prstGeom>
          <a:noFill/>
          <a:ln w="101600" cap="rnd" cmpd="sng">
            <a:solidFill>
              <a:schemeClr val="bg1">
                <a:lumMod val="85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95" name="Oval 27"/>
          <p:cNvSpPr/>
          <p:nvPr/>
        </p:nvSpPr>
        <p:spPr>
          <a:xfrm>
            <a:off x="8911551" y="1518320"/>
            <a:ext cx="1176337" cy="1176338"/>
          </a:xfrm>
          <a:prstGeom prst="ellipse">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Impact MT Std" pitchFamily="34" charset="0"/>
                <a:ea typeface="Open Sans" panose="020B0606030504020204" pitchFamily="34" charset="0"/>
                <a:cs typeface="Open Sans" panose="020B0606030504020204" pitchFamily="34" charset="0"/>
              </a:rPr>
              <a:t>90</a:t>
            </a:r>
            <a:r>
              <a:rPr lang="en-US" sz="2400" b="1" dirty="0" smtClean="0">
                <a:solidFill>
                  <a:schemeClr val="bg1"/>
                </a:solidFill>
                <a:latin typeface="Impact MT Std" pitchFamily="34" charset="0"/>
                <a:ea typeface="Open Sans" panose="020B0606030504020204" pitchFamily="34" charset="0"/>
                <a:cs typeface="Open Sans" panose="020B0606030504020204" pitchFamily="34" charset="0"/>
              </a:rPr>
              <a:t>%</a:t>
            </a:r>
            <a:endParaRPr lang="en-US" sz="2400" b="1" dirty="0">
              <a:solidFill>
                <a:schemeClr val="bg1"/>
              </a:solidFill>
              <a:latin typeface="Impact MT Std" pitchFamily="34" charset="0"/>
              <a:ea typeface="Open Sans" panose="020B0606030504020204" pitchFamily="34" charset="0"/>
              <a:cs typeface="Open Sans" panose="020B0606030504020204" pitchFamily="34" charset="0"/>
            </a:endParaRPr>
          </a:p>
        </p:txBody>
      </p:sp>
      <p:sp>
        <p:nvSpPr>
          <p:cNvPr id="96" name="Arc 28"/>
          <p:cNvSpPr/>
          <p:nvPr/>
        </p:nvSpPr>
        <p:spPr>
          <a:xfrm>
            <a:off x="8713113" y="1319883"/>
            <a:ext cx="1573213" cy="1573212"/>
          </a:xfrm>
          <a:prstGeom prst="arc">
            <a:avLst>
              <a:gd name="adj1" fmla="val 16018236"/>
              <a:gd name="adj2" fmla="val 13285852"/>
            </a:avLst>
          </a:prstGeom>
          <a:noFill/>
          <a:ln w="101600" cap="rnd" cmpd="sng">
            <a:solidFill>
              <a:srgbClr val="E62A2A"/>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7" name="TextBox 96"/>
          <p:cNvSpPr txBox="1"/>
          <p:nvPr/>
        </p:nvSpPr>
        <p:spPr>
          <a:xfrm>
            <a:off x="1705099" y="3192091"/>
            <a:ext cx="2195512" cy="1207770"/>
          </a:xfrm>
          <a:prstGeom prst="rect">
            <a:avLst/>
          </a:prstGeom>
          <a:noFill/>
        </p:spPr>
        <p:txBody>
          <a:bodyPr>
            <a:spAutoFit/>
          </a:bodyPr>
          <a:lstStyle/>
          <a:p>
            <a:pPr algn="ctr">
              <a:defRPr/>
            </a:pPr>
            <a:r>
              <a:rPr lang="zh-CN" altLang="en-US" b="1" dirty="0" smtClean="0">
                <a:solidFill>
                  <a:schemeClr val="tx1">
                    <a:lumMod val="75000"/>
                    <a:lumOff val="25000"/>
                  </a:schemeClr>
                </a:solidFill>
                <a:latin typeface="Impact MT Std" pitchFamily="34" charset="0"/>
                <a:ea typeface="微软雅黑" panose="020B0503020204020204" pitchFamily="34" charset="-122"/>
              </a:rPr>
              <a:t>此处添加标题</a:t>
            </a: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pPr algn="ctr">
              <a:defRPr/>
            </a:pP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在此处输入详细的文字介绍信息和介表达图表的含义表达图表的含义</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8" name="TextBox 97"/>
          <p:cNvSpPr txBox="1"/>
          <p:nvPr/>
        </p:nvSpPr>
        <p:spPr>
          <a:xfrm>
            <a:off x="3947565" y="3192091"/>
            <a:ext cx="2195512" cy="1207770"/>
          </a:xfrm>
          <a:prstGeom prst="rect">
            <a:avLst/>
          </a:prstGeom>
          <a:noFill/>
        </p:spPr>
        <p:txBody>
          <a:bodyPr>
            <a:spAutoFit/>
          </a:bodyPr>
          <a:lstStyle/>
          <a:p>
            <a:pPr algn="ctr">
              <a:defRPr/>
            </a:pPr>
            <a:r>
              <a:rPr lang="zh-CN" altLang="en-US" b="1" dirty="0" smtClean="0">
                <a:solidFill>
                  <a:schemeClr val="tx1">
                    <a:lumMod val="75000"/>
                    <a:lumOff val="25000"/>
                  </a:schemeClr>
                </a:solidFill>
                <a:latin typeface="Impact MT Std" pitchFamily="34" charset="0"/>
                <a:ea typeface="微软雅黑" panose="020B0503020204020204" pitchFamily="34" charset="-122"/>
              </a:rPr>
              <a:t>此处添加标题</a:t>
            </a: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pPr algn="ctr">
              <a:defRPr/>
            </a:pP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在此处输入详细的文字介绍信息和介表达图表的含义表达图表的含义</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9" name="TextBox 98"/>
          <p:cNvSpPr txBox="1"/>
          <p:nvPr/>
        </p:nvSpPr>
        <p:spPr>
          <a:xfrm>
            <a:off x="6190030" y="3192091"/>
            <a:ext cx="2195513" cy="1207770"/>
          </a:xfrm>
          <a:prstGeom prst="rect">
            <a:avLst/>
          </a:prstGeom>
          <a:noFill/>
        </p:spPr>
        <p:txBody>
          <a:bodyPr>
            <a:spAutoFit/>
          </a:bodyPr>
          <a:lstStyle/>
          <a:p>
            <a:pPr algn="ctr">
              <a:defRPr/>
            </a:pPr>
            <a:r>
              <a:rPr lang="zh-CN" altLang="en-US" b="1" dirty="0" smtClean="0">
                <a:solidFill>
                  <a:schemeClr val="tx1">
                    <a:lumMod val="75000"/>
                    <a:lumOff val="25000"/>
                  </a:schemeClr>
                </a:solidFill>
                <a:latin typeface="Impact MT Std" pitchFamily="34" charset="0"/>
                <a:ea typeface="微软雅黑" panose="020B0503020204020204" pitchFamily="34" charset="-122"/>
              </a:rPr>
              <a:t>此处添加标题</a:t>
            </a: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pPr algn="ctr">
              <a:defRPr/>
            </a:pP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在此处输入详细的文字介绍信息和介表达图表的含义表达图表的含义</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0" name="TextBox 99"/>
          <p:cNvSpPr txBox="1"/>
          <p:nvPr/>
        </p:nvSpPr>
        <p:spPr>
          <a:xfrm>
            <a:off x="8401963" y="3192091"/>
            <a:ext cx="2195513" cy="1207770"/>
          </a:xfrm>
          <a:prstGeom prst="rect">
            <a:avLst/>
          </a:prstGeom>
          <a:noFill/>
        </p:spPr>
        <p:txBody>
          <a:bodyPr>
            <a:spAutoFit/>
          </a:bodyPr>
          <a:lstStyle/>
          <a:p>
            <a:pPr algn="ctr">
              <a:defRPr/>
            </a:pPr>
            <a:r>
              <a:rPr lang="zh-CN" altLang="en-US" b="1" dirty="0" smtClean="0">
                <a:solidFill>
                  <a:schemeClr val="tx1">
                    <a:lumMod val="75000"/>
                    <a:lumOff val="25000"/>
                  </a:schemeClr>
                </a:solidFill>
                <a:latin typeface="Impact MT Std" pitchFamily="34" charset="0"/>
                <a:ea typeface="微软雅黑" panose="020B0503020204020204" pitchFamily="34" charset="-122"/>
              </a:rPr>
              <a:t>此处添加标题</a:t>
            </a: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pPr algn="ctr">
              <a:defRPr/>
            </a:pPr>
            <a:endParaRPr lang="zh-CN" altLang="en-US" b="1" dirty="0" smtClean="0">
              <a:solidFill>
                <a:schemeClr val="tx1">
                  <a:lumMod val="75000"/>
                  <a:lumOff val="25000"/>
                </a:schemeClr>
              </a:solidFill>
              <a:latin typeface="Impact MT Std" pitchFamily="34" charset="0"/>
              <a:ea typeface="微软雅黑" panose="020B0503020204020204" pitchFamily="34" charset="-122"/>
            </a:endParaRPr>
          </a:p>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请</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在此处输入详细的文字介绍信息和介表达图表的含义表达图表的含义</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p:cTn id="7" dur="1000" fill="hold"/>
                                        <p:tgtEl>
                                          <p:spTgt spid="85"/>
                                        </p:tgtEl>
                                        <p:attrNameLst>
                                          <p:attrName>ppt_w</p:attrName>
                                        </p:attrNameLst>
                                      </p:cBhvr>
                                      <p:tavLst>
                                        <p:tav tm="0">
                                          <p:val>
                                            <p:fltVal val="0"/>
                                          </p:val>
                                        </p:tav>
                                        <p:tav tm="100000">
                                          <p:val>
                                            <p:strVal val="#ppt_w"/>
                                          </p:val>
                                        </p:tav>
                                      </p:tavLst>
                                    </p:anim>
                                    <p:anim calcmode="lin" valueType="num">
                                      <p:cBhvr>
                                        <p:cTn id="8" dur="1000" fill="hold"/>
                                        <p:tgtEl>
                                          <p:spTgt spid="85"/>
                                        </p:tgtEl>
                                        <p:attrNameLst>
                                          <p:attrName>ppt_h</p:attrName>
                                        </p:attrNameLst>
                                      </p:cBhvr>
                                      <p:tavLst>
                                        <p:tav tm="0">
                                          <p:val>
                                            <p:fltVal val="0"/>
                                          </p:val>
                                        </p:tav>
                                        <p:tav tm="100000">
                                          <p:val>
                                            <p:strVal val="#ppt_h"/>
                                          </p:val>
                                        </p:tav>
                                      </p:tavLst>
                                    </p:anim>
                                    <p:anim calcmode="lin" valueType="num">
                                      <p:cBhvr>
                                        <p:cTn id="9" dur="1000" fill="hold"/>
                                        <p:tgtEl>
                                          <p:spTgt spid="85"/>
                                        </p:tgtEl>
                                        <p:attrNameLst>
                                          <p:attrName>style.rotation</p:attrName>
                                        </p:attrNameLst>
                                      </p:cBhvr>
                                      <p:tavLst>
                                        <p:tav tm="0">
                                          <p:val>
                                            <p:fltVal val="90"/>
                                          </p:val>
                                        </p:tav>
                                        <p:tav tm="100000">
                                          <p:val>
                                            <p:fltVal val="0"/>
                                          </p:val>
                                        </p:tav>
                                      </p:tavLst>
                                    </p:anim>
                                    <p:animEffect transition="in" filter="fade">
                                      <p:cBhvr>
                                        <p:cTn id="10" dur="1000"/>
                                        <p:tgtEl>
                                          <p:spTgt spid="85"/>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1000" fill="hold"/>
                                        <p:tgtEl>
                                          <p:spTgt spid="86"/>
                                        </p:tgtEl>
                                        <p:attrNameLst>
                                          <p:attrName>ppt_w</p:attrName>
                                        </p:attrNameLst>
                                      </p:cBhvr>
                                      <p:tavLst>
                                        <p:tav tm="0">
                                          <p:val>
                                            <p:fltVal val="0"/>
                                          </p:val>
                                        </p:tav>
                                        <p:tav tm="100000">
                                          <p:val>
                                            <p:strVal val="#ppt_w"/>
                                          </p:val>
                                        </p:tav>
                                      </p:tavLst>
                                    </p:anim>
                                    <p:anim calcmode="lin" valueType="num">
                                      <p:cBhvr>
                                        <p:cTn id="14" dur="1000" fill="hold"/>
                                        <p:tgtEl>
                                          <p:spTgt spid="86"/>
                                        </p:tgtEl>
                                        <p:attrNameLst>
                                          <p:attrName>ppt_h</p:attrName>
                                        </p:attrNameLst>
                                      </p:cBhvr>
                                      <p:tavLst>
                                        <p:tav tm="0">
                                          <p:val>
                                            <p:fltVal val="0"/>
                                          </p:val>
                                        </p:tav>
                                        <p:tav tm="100000">
                                          <p:val>
                                            <p:strVal val="#ppt_h"/>
                                          </p:val>
                                        </p:tav>
                                      </p:tavLst>
                                    </p:anim>
                                    <p:anim calcmode="lin" valueType="num">
                                      <p:cBhvr>
                                        <p:cTn id="15" dur="1000" fill="hold"/>
                                        <p:tgtEl>
                                          <p:spTgt spid="86"/>
                                        </p:tgtEl>
                                        <p:attrNameLst>
                                          <p:attrName>style.rotation</p:attrName>
                                        </p:attrNameLst>
                                      </p:cBhvr>
                                      <p:tavLst>
                                        <p:tav tm="0">
                                          <p:val>
                                            <p:fltVal val="90"/>
                                          </p:val>
                                        </p:tav>
                                        <p:tav tm="100000">
                                          <p:val>
                                            <p:fltVal val="0"/>
                                          </p:val>
                                        </p:tav>
                                      </p:tavLst>
                                    </p:anim>
                                    <p:animEffect transition="in" filter="fade">
                                      <p:cBhvr>
                                        <p:cTn id="16" dur="1000"/>
                                        <p:tgtEl>
                                          <p:spTgt spid="86"/>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87"/>
                                        </p:tgtEl>
                                        <p:attrNameLst>
                                          <p:attrName>style.visibility</p:attrName>
                                        </p:attrNameLst>
                                      </p:cBhvr>
                                      <p:to>
                                        <p:strVal val="visible"/>
                                      </p:to>
                                    </p:set>
                                    <p:anim calcmode="lin" valueType="num">
                                      <p:cBhvr>
                                        <p:cTn id="19" dur="1000" fill="hold"/>
                                        <p:tgtEl>
                                          <p:spTgt spid="87"/>
                                        </p:tgtEl>
                                        <p:attrNameLst>
                                          <p:attrName>ppt_w</p:attrName>
                                        </p:attrNameLst>
                                      </p:cBhvr>
                                      <p:tavLst>
                                        <p:tav tm="0">
                                          <p:val>
                                            <p:fltVal val="0"/>
                                          </p:val>
                                        </p:tav>
                                        <p:tav tm="100000">
                                          <p:val>
                                            <p:strVal val="#ppt_w"/>
                                          </p:val>
                                        </p:tav>
                                      </p:tavLst>
                                    </p:anim>
                                    <p:anim calcmode="lin" valueType="num">
                                      <p:cBhvr>
                                        <p:cTn id="20" dur="1000" fill="hold"/>
                                        <p:tgtEl>
                                          <p:spTgt spid="87"/>
                                        </p:tgtEl>
                                        <p:attrNameLst>
                                          <p:attrName>ppt_h</p:attrName>
                                        </p:attrNameLst>
                                      </p:cBhvr>
                                      <p:tavLst>
                                        <p:tav tm="0">
                                          <p:val>
                                            <p:fltVal val="0"/>
                                          </p:val>
                                        </p:tav>
                                        <p:tav tm="100000">
                                          <p:val>
                                            <p:strVal val="#ppt_h"/>
                                          </p:val>
                                        </p:tav>
                                      </p:tavLst>
                                    </p:anim>
                                    <p:anim calcmode="lin" valueType="num">
                                      <p:cBhvr>
                                        <p:cTn id="21" dur="1000" fill="hold"/>
                                        <p:tgtEl>
                                          <p:spTgt spid="87"/>
                                        </p:tgtEl>
                                        <p:attrNameLst>
                                          <p:attrName>style.rotation</p:attrName>
                                        </p:attrNameLst>
                                      </p:cBhvr>
                                      <p:tavLst>
                                        <p:tav tm="0">
                                          <p:val>
                                            <p:fltVal val="90"/>
                                          </p:val>
                                        </p:tav>
                                        <p:tav tm="100000">
                                          <p:val>
                                            <p:fltVal val="0"/>
                                          </p:val>
                                        </p:tav>
                                      </p:tavLst>
                                    </p:anim>
                                    <p:animEffect transition="in" filter="fade">
                                      <p:cBhvr>
                                        <p:cTn id="22" dur="1000"/>
                                        <p:tgtEl>
                                          <p:spTgt spid="87"/>
                                        </p:tgtEl>
                                      </p:cBhvr>
                                    </p:animEffect>
                                  </p:childTnLst>
                                </p:cTn>
                              </p:par>
                              <p:par>
                                <p:cTn id="23" presetID="31" presetClass="entr" presetSubtype="0" fill="hold" grpId="0" nodeType="withEffect">
                                  <p:stCondLst>
                                    <p:cond delay="500"/>
                                  </p:stCondLst>
                                  <p:childTnLst>
                                    <p:set>
                                      <p:cBhvr>
                                        <p:cTn id="24" dur="1" fill="hold">
                                          <p:stCondLst>
                                            <p:cond delay="0"/>
                                          </p:stCondLst>
                                        </p:cTn>
                                        <p:tgtEl>
                                          <p:spTgt spid="88"/>
                                        </p:tgtEl>
                                        <p:attrNameLst>
                                          <p:attrName>style.visibility</p:attrName>
                                        </p:attrNameLst>
                                      </p:cBhvr>
                                      <p:to>
                                        <p:strVal val="visible"/>
                                      </p:to>
                                    </p:set>
                                    <p:anim calcmode="lin" valueType="num">
                                      <p:cBhvr>
                                        <p:cTn id="25" dur="1000" fill="hold"/>
                                        <p:tgtEl>
                                          <p:spTgt spid="88"/>
                                        </p:tgtEl>
                                        <p:attrNameLst>
                                          <p:attrName>ppt_w</p:attrName>
                                        </p:attrNameLst>
                                      </p:cBhvr>
                                      <p:tavLst>
                                        <p:tav tm="0">
                                          <p:val>
                                            <p:fltVal val="0"/>
                                          </p:val>
                                        </p:tav>
                                        <p:tav tm="100000">
                                          <p:val>
                                            <p:strVal val="#ppt_w"/>
                                          </p:val>
                                        </p:tav>
                                      </p:tavLst>
                                    </p:anim>
                                    <p:anim calcmode="lin" valueType="num">
                                      <p:cBhvr>
                                        <p:cTn id="26" dur="1000" fill="hold"/>
                                        <p:tgtEl>
                                          <p:spTgt spid="88"/>
                                        </p:tgtEl>
                                        <p:attrNameLst>
                                          <p:attrName>ppt_h</p:attrName>
                                        </p:attrNameLst>
                                      </p:cBhvr>
                                      <p:tavLst>
                                        <p:tav tm="0">
                                          <p:val>
                                            <p:fltVal val="0"/>
                                          </p:val>
                                        </p:tav>
                                        <p:tav tm="100000">
                                          <p:val>
                                            <p:strVal val="#ppt_h"/>
                                          </p:val>
                                        </p:tav>
                                      </p:tavLst>
                                    </p:anim>
                                    <p:anim calcmode="lin" valueType="num">
                                      <p:cBhvr>
                                        <p:cTn id="27" dur="1000" fill="hold"/>
                                        <p:tgtEl>
                                          <p:spTgt spid="88"/>
                                        </p:tgtEl>
                                        <p:attrNameLst>
                                          <p:attrName>style.rotation</p:attrName>
                                        </p:attrNameLst>
                                      </p:cBhvr>
                                      <p:tavLst>
                                        <p:tav tm="0">
                                          <p:val>
                                            <p:fltVal val="90"/>
                                          </p:val>
                                        </p:tav>
                                        <p:tav tm="100000">
                                          <p:val>
                                            <p:fltVal val="0"/>
                                          </p:val>
                                        </p:tav>
                                      </p:tavLst>
                                    </p:anim>
                                    <p:animEffect transition="in" filter="fade">
                                      <p:cBhvr>
                                        <p:cTn id="28" dur="1000"/>
                                        <p:tgtEl>
                                          <p:spTgt spid="88"/>
                                        </p:tgtEl>
                                      </p:cBhvr>
                                    </p:animEffect>
                                  </p:childTnLst>
                                </p:cTn>
                              </p:par>
                              <p:par>
                                <p:cTn id="29" presetID="31" presetClass="entr" presetSubtype="0" fill="hold" grpId="0" nodeType="withEffect">
                                  <p:stCondLst>
                                    <p:cond delay="500"/>
                                  </p:stCondLst>
                                  <p:childTnLst>
                                    <p:set>
                                      <p:cBhvr>
                                        <p:cTn id="30" dur="1" fill="hold">
                                          <p:stCondLst>
                                            <p:cond delay="0"/>
                                          </p:stCondLst>
                                        </p:cTn>
                                        <p:tgtEl>
                                          <p:spTgt spid="89"/>
                                        </p:tgtEl>
                                        <p:attrNameLst>
                                          <p:attrName>style.visibility</p:attrName>
                                        </p:attrNameLst>
                                      </p:cBhvr>
                                      <p:to>
                                        <p:strVal val="visible"/>
                                      </p:to>
                                    </p:set>
                                    <p:anim calcmode="lin" valueType="num">
                                      <p:cBhvr>
                                        <p:cTn id="31" dur="1000" fill="hold"/>
                                        <p:tgtEl>
                                          <p:spTgt spid="89"/>
                                        </p:tgtEl>
                                        <p:attrNameLst>
                                          <p:attrName>ppt_w</p:attrName>
                                        </p:attrNameLst>
                                      </p:cBhvr>
                                      <p:tavLst>
                                        <p:tav tm="0">
                                          <p:val>
                                            <p:fltVal val="0"/>
                                          </p:val>
                                        </p:tav>
                                        <p:tav tm="100000">
                                          <p:val>
                                            <p:strVal val="#ppt_w"/>
                                          </p:val>
                                        </p:tav>
                                      </p:tavLst>
                                    </p:anim>
                                    <p:anim calcmode="lin" valueType="num">
                                      <p:cBhvr>
                                        <p:cTn id="32" dur="1000" fill="hold"/>
                                        <p:tgtEl>
                                          <p:spTgt spid="89"/>
                                        </p:tgtEl>
                                        <p:attrNameLst>
                                          <p:attrName>ppt_h</p:attrName>
                                        </p:attrNameLst>
                                      </p:cBhvr>
                                      <p:tavLst>
                                        <p:tav tm="0">
                                          <p:val>
                                            <p:fltVal val="0"/>
                                          </p:val>
                                        </p:tav>
                                        <p:tav tm="100000">
                                          <p:val>
                                            <p:strVal val="#ppt_h"/>
                                          </p:val>
                                        </p:tav>
                                      </p:tavLst>
                                    </p:anim>
                                    <p:anim calcmode="lin" valueType="num">
                                      <p:cBhvr>
                                        <p:cTn id="33" dur="1000" fill="hold"/>
                                        <p:tgtEl>
                                          <p:spTgt spid="89"/>
                                        </p:tgtEl>
                                        <p:attrNameLst>
                                          <p:attrName>style.rotation</p:attrName>
                                        </p:attrNameLst>
                                      </p:cBhvr>
                                      <p:tavLst>
                                        <p:tav tm="0">
                                          <p:val>
                                            <p:fltVal val="90"/>
                                          </p:val>
                                        </p:tav>
                                        <p:tav tm="100000">
                                          <p:val>
                                            <p:fltVal val="0"/>
                                          </p:val>
                                        </p:tav>
                                      </p:tavLst>
                                    </p:anim>
                                    <p:animEffect transition="in" filter="fade">
                                      <p:cBhvr>
                                        <p:cTn id="34" dur="1000"/>
                                        <p:tgtEl>
                                          <p:spTgt spid="89"/>
                                        </p:tgtEl>
                                      </p:cBhvr>
                                    </p:animEffect>
                                  </p:childTnLst>
                                </p:cTn>
                              </p:par>
                              <p:par>
                                <p:cTn id="35" presetID="31" presetClass="entr" presetSubtype="0" fill="hold" grpId="0" nodeType="withEffect">
                                  <p:stCondLst>
                                    <p:cond delay="500"/>
                                  </p:stCondLst>
                                  <p:childTnLst>
                                    <p:set>
                                      <p:cBhvr>
                                        <p:cTn id="36" dur="1" fill="hold">
                                          <p:stCondLst>
                                            <p:cond delay="0"/>
                                          </p:stCondLst>
                                        </p:cTn>
                                        <p:tgtEl>
                                          <p:spTgt spid="90"/>
                                        </p:tgtEl>
                                        <p:attrNameLst>
                                          <p:attrName>style.visibility</p:attrName>
                                        </p:attrNameLst>
                                      </p:cBhvr>
                                      <p:to>
                                        <p:strVal val="visible"/>
                                      </p:to>
                                    </p:set>
                                    <p:anim calcmode="lin" valueType="num">
                                      <p:cBhvr>
                                        <p:cTn id="37" dur="1000" fill="hold"/>
                                        <p:tgtEl>
                                          <p:spTgt spid="90"/>
                                        </p:tgtEl>
                                        <p:attrNameLst>
                                          <p:attrName>ppt_w</p:attrName>
                                        </p:attrNameLst>
                                      </p:cBhvr>
                                      <p:tavLst>
                                        <p:tav tm="0">
                                          <p:val>
                                            <p:fltVal val="0"/>
                                          </p:val>
                                        </p:tav>
                                        <p:tav tm="100000">
                                          <p:val>
                                            <p:strVal val="#ppt_w"/>
                                          </p:val>
                                        </p:tav>
                                      </p:tavLst>
                                    </p:anim>
                                    <p:anim calcmode="lin" valueType="num">
                                      <p:cBhvr>
                                        <p:cTn id="38" dur="1000" fill="hold"/>
                                        <p:tgtEl>
                                          <p:spTgt spid="90"/>
                                        </p:tgtEl>
                                        <p:attrNameLst>
                                          <p:attrName>ppt_h</p:attrName>
                                        </p:attrNameLst>
                                      </p:cBhvr>
                                      <p:tavLst>
                                        <p:tav tm="0">
                                          <p:val>
                                            <p:fltVal val="0"/>
                                          </p:val>
                                        </p:tav>
                                        <p:tav tm="100000">
                                          <p:val>
                                            <p:strVal val="#ppt_h"/>
                                          </p:val>
                                        </p:tav>
                                      </p:tavLst>
                                    </p:anim>
                                    <p:anim calcmode="lin" valueType="num">
                                      <p:cBhvr>
                                        <p:cTn id="39" dur="1000" fill="hold"/>
                                        <p:tgtEl>
                                          <p:spTgt spid="90"/>
                                        </p:tgtEl>
                                        <p:attrNameLst>
                                          <p:attrName>style.rotation</p:attrName>
                                        </p:attrNameLst>
                                      </p:cBhvr>
                                      <p:tavLst>
                                        <p:tav tm="0">
                                          <p:val>
                                            <p:fltVal val="90"/>
                                          </p:val>
                                        </p:tav>
                                        <p:tav tm="100000">
                                          <p:val>
                                            <p:fltVal val="0"/>
                                          </p:val>
                                        </p:tav>
                                      </p:tavLst>
                                    </p:anim>
                                    <p:animEffect transition="in" filter="fade">
                                      <p:cBhvr>
                                        <p:cTn id="40" dur="1000"/>
                                        <p:tgtEl>
                                          <p:spTgt spid="90"/>
                                        </p:tgtEl>
                                      </p:cBhvr>
                                    </p:animEffect>
                                  </p:childTnLst>
                                </p:cTn>
                              </p:par>
                              <p:par>
                                <p:cTn id="41" presetID="31" presetClass="entr" presetSubtype="0" fill="hold" grpId="0" nodeType="withEffect">
                                  <p:stCondLst>
                                    <p:cond delay="1000"/>
                                  </p:stCondLst>
                                  <p:childTnLst>
                                    <p:set>
                                      <p:cBhvr>
                                        <p:cTn id="42" dur="1" fill="hold">
                                          <p:stCondLst>
                                            <p:cond delay="0"/>
                                          </p:stCondLst>
                                        </p:cTn>
                                        <p:tgtEl>
                                          <p:spTgt spid="91"/>
                                        </p:tgtEl>
                                        <p:attrNameLst>
                                          <p:attrName>style.visibility</p:attrName>
                                        </p:attrNameLst>
                                      </p:cBhvr>
                                      <p:to>
                                        <p:strVal val="visible"/>
                                      </p:to>
                                    </p:set>
                                    <p:anim calcmode="lin" valueType="num">
                                      <p:cBhvr>
                                        <p:cTn id="43" dur="1000" fill="hold"/>
                                        <p:tgtEl>
                                          <p:spTgt spid="91"/>
                                        </p:tgtEl>
                                        <p:attrNameLst>
                                          <p:attrName>ppt_w</p:attrName>
                                        </p:attrNameLst>
                                      </p:cBhvr>
                                      <p:tavLst>
                                        <p:tav tm="0">
                                          <p:val>
                                            <p:fltVal val="0"/>
                                          </p:val>
                                        </p:tav>
                                        <p:tav tm="100000">
                                          <p:val>
                                            <p:strVal val="#ppt_w"/>
                                          </p:val>
                                        </p:tav>
                                      </p:tavLst>
                                    </p:anim>
                                    <p:anim calcmode="lin" valueType="num">
                                      <p:cBhvr>
                                        <p:cTn id="44" dur="1000" fill="hold"/>
                                        <p:tgtEl>
                                          <p:spTgt spid="91"/>
                                        </p:tgtEl>
                                        <p:attrNameLst>
                                          <p:attrName>ppt_h</p:attrName>
                                        </p:attrNameLst>
                                      </p:cBhvr>
                                      <p:tavLst>
                                        <p:tav tm="0">
                                          <p:val>
                                            <p:fltVal val="0"/>
                                          </p:val>
                                        </p:tav>
                                        <p:tav tm="100000">
                                          <p:val>
                                            <p:strVal val="#ppt_h"/>
                                          </p:val>
                                        </p:tav>
                                      </p:tavLst>
                                    </p:anim>
                                    <p:anim calcmode="lin" valueType="num">
                                      <p:cBhvr>
                                        <p:cTn id="45" dur="1000" fill="hold"/>
                                        <p:tgtEl>
                                          <p:spTgt spid="91"/>
                                        </p:tgtEl>
                                        <p:attrNameLst>
                                          <p:attrName>style.rotation</p:attrName>
                                        </p:attrNameLst>
                                      </p:cBhvr>
                                      <p:tavLst>
                                        <p:tav tm="0">
                                          <p:val>
                                            <p:fltVal val="90"/>
                                          </p:val>
                                        </p:tav>
                                        <p:tav tm="100000">
                                          <p:val>
                                            <p:fltVal val="0"/>
                                          </p:val>
                                        </p:tav>
                                      </p:tavLst>
                                    </p:anim>
                                    <p:animEffect transition="in" filter="fade">
                                      <p:cBhvr>
                                        <p:cTn id="46" dur="1000"/>
                                        <p:tgtEl>
                                          <p:spTgt spid="91"/>
                                        </p:tgtEl>
                                      </p:cBhvr>
                                    </p:animEffect>
                                  </p:childTnLst>
                                </p:cTn>
                              </p:par>
                              <p:par>
                                <p:cTn id="47" presetID="31" presetClass="entr" presetSubtype="0" fill="hold" grpId="0" nodeType="withEffect">
                                  <p:stCondLst>
                                    <p:cond delay="1000"/>
                                  </p:stCondLst>
                                  <p:childTnLst>
                                    <p:set>
                                      <p:cBhvr>
                                        <p:cTn id="48" dur="1" fill="hold">
                                          <p:stCondLst>
                                            <p:cond delay="0"/>
                                          </p:stCondLst>
                                        </p:cTn>
                                        <p:tgtEl>
                                          <p:spTgt spid="92"/>
                                        </p:tgtEl>
                                        <p:attrNameLst>
                                          <p:attrName>style.visibility</p:attrName>
                                        </p:attrNameLst>
                                      </p:cBhvr>
                                      <p:to>
                                        <p:strVal val="visible"/>
                                      </p:to>
                                    </p:set>
                                    <p:anim calcmode="lin" valueType="num">
                                      <p:cBhvr>
                                        <p:cTn id="49" dur="1000" fill="hold"/>
                                        <p:tgtEl>
                                          <p:spTgt spid="92"/>
                                        </p:tgtEl>
                                        <p:attrNameLst>
                                          <p:attrName>ppt_w</p:attrName>
                                        </p:attrNameLst>
                                      </p:cBhvr>
                                      <p:tavLst>
                                        <p:tav tm="0">
                                          <p:val>
                                            <p:fltVal val="0"/>
                                          </p:val>
                                        </p:tav>
                                        <p:tav tm="100000">
                                          <p:val>
                                            <p:strVal val="#ppt_w"/>
                                          </p:val>
                                        </p:tav>
                                      </p:tavLst>
                                    </p:anim>
                                    <p:anim calcmode="lin" valueType="num">
                                      <p:cBhvr>
                                        <p:cTn id="50" dur="1000" fill="hold"/>
                                        <p:tgtEl>
                                          <p:spTgt spid="92"/>
                                        </p:tgtEl>
                                        <p:attrNameLst>
                                          <p:attrName>ppt_h</p:attrName>
                                        </p:attrNameLst>
                                      </p:cBhvr>
                                      <p:tavLst>
                                        <p:tav tm="0">
                                          <p:val>
                                            <p:fltVal val="0"/>
                                          </p:val>
                                        </p:tav>
                                        <p:tav tm="100000">
                                          <p:val>
                                            <p:strVal val="#ppt_h"/>
                                          </p:val>
                                        </p:tav>
                                      </p:tavLst>
                                    </p:anim>
                                    <p:anim calcmode="lin" valueType="num">
                                      <p:cBhvr>
                                        <p:cTn id="51" dur="1000" fill="hold"/>
                                        <p:tgtEl>
                                          <p:spTgt spid="92"/>
                                        </p:tgtEl>
                                        <p:attrNameLst>
                                          <p:attrName>style.rotation</p:attrName>
                                        </p:attrNameLst>
                                      </p:cBhvr>
                                      <p:tavLst>
                                        <p:tav tm="0">
                                          <p:val>
                                            <p:fltVal val="90"/>
                                          </p:val>
                                        </p:tav>
                                        <p:tav tm="100000">
                                          <p:val>
                                            <p:fltVal val="0"/>
                                          </p:val>
                                        </p:tav>
                                      </p:tavLst>
                                    </p:anim>
                                    <p:animEffect transition="in" filter="fade">
                                      <p:cBhvr>
                                        <p:cTn id="52" dur="1000"/>
                                        <p:tgtEl>
                                          <p:spTgt spid="92"/>
                                        </p:tgtEl>
                                      </p:cBhvr>
                                    </p:animEffect>
                                  </p:childTnLst>
                                </p:cTn>
                              </p:par>
                              <p:par>
                                <p:cTn id="53" presetID="31" presetClass="entr" presetSubtype="0" fill="hold" grpId="0" nodeType="withEffect">
                                  <p:stCondLst>
                                    <p:cond delay="1000"/>
                                  </p:stCondLst>
                                  <p:childTnLst>
                                    <p:set>
                                      <p:cBhvr>
                                        <p:cTn id="54" dur="1" fill="hold">
                                          <p:stCondLst>
                                            <p:cond delay="0"/>
                                          </p:stCondLst>
                                        </p:cTn>
                                        <p:tgtEl>
                                          <p:spTgt spid="93"/>
                                        </p:tgtEl>
                                        <p:attrNameLst>
                                          <p:attrName>style.visibility</p:attrName>
                                        </p:attrNameLst>
                                      </p:cBhvr>
                                      <p:to>
                                        <p:strVal val="visible"/>
                                      </p:to>
                                    </p:set>
                                    <p:anim calcmode="lin" valueType="num">
                                      <p:cBhvr>
                                        <p:cTn id="55" dur="1000" fill="hold"/>
                                        <p:tgtEl>
                                          <p:spTgt spid="93"/>
                                        </p:tgtEl>
                                        <p:attrNameLst>
                                          <p:attrName>ppt_w</p:attrName>
                                        </p:attrNameLst>
                                      </p:cBhvr>
                                      <p:tavLst>
                                        <p:tav tm="0">
                                          <p:val>
                                            <p:fltVal val="0"/>
                                          </p:val>
                                        </p:tav>
                                        <p:tav tm="100000">
                                          <p:val>
                                            <p:strVal val="#ppt_w"/>
                                          </p:val>
                                        </p:tav>
                                      </p:tavLst>
                                    </p:anim>
                                    <p:anim calcmode="lin" valueType="num">
                                      <p:cBhvr>
                                        <p:cTn id="56" dur="1000" fill="hold"/>
                                        <p:tgtEl>
                                          <p:spTgt spid="93"/>
                                        </p:tgtEl>
                                        <p:attrNameLst>
                                          <p:attrName>ppt_h</p:attrName>
                                        </p:attrNameLst>
                                      </p:cBhvr>
                                      <p:tavLst>
                                        <p:tav tm="0">
                                          <p:val>
                                            <p:fltVal val="0"/>
                                          </p:val>
                                        </p:tav>
                                        <p:tav tm="100000">
                                          <p:val>
                                            <p:strVal val="#ppt_h"/>
                                          </p:val>
                                        </p:tav>
                                      </p:tavLst>
                                    </p:anim>
                                    <p:anim calcmode="lin" valueType="num">
                                      <p:cBhvr>
                                        <p:cTn id="57" dur="1000" fill="hold"/>
                                        <p:tgtEl>
                                          <p:spTgt spid="93"/>
                                        </p:tgtEl>
                                        <p:attrNameLst>
                                          <p:attrName>style.rotation</p:attrName>
                                        </p:attrNameLst>
                                      </p:cBhvr>
                                      <p:tavLst>
                                        <p:tav tm="0">
                                          <p:val>
                                            <p:fltVal val="90"/>
                                          </p:val>
                                        </p:tav>
                                        <p:tav tm="100000">
                                          <p:val>
                                            <p:fltVal val="0"/>
                                          </p:val>
                                        </p:tav>
                                      </p:tavLst>
                                    </p:anim>
                                    <p:animEffect transition="in" filter="fade">
                                      <p:cBhvr>
                                        <p:cTn id="58" dur="1000"/>
                                        <p:tgtEl>
                                          <p:spTgt spid="93"/>
                                        </p:tgtEl>
                                      </p:cBhvr>
                                    </p:animEffect>
                                  </p:childTnLst>
                                </p:cTn>
                              </p:par>
                              <p:par>
                                <p:cTn id="59" presetID="31" presetClass="entr" presetSubtype="0" fill="hold" grpId="0" nodeType="withEffect">
                                  <p:stCondLst>
                                    <p:cond delay="1500"/>
                                  </p:stCondLst>
                                  <p:childTnLst>
                                    <p:set>
                                      <p:cBhvr>
                                        <p:cTn id="60" dur="1" fill="hold">
                                          <p:stCondLst>
                                            <p:cond delay="0"/>
                                          </p:stCondLst>
                                        </p:cTn>
                                        <p:tgtEl>
                                          <p:spTgt spid="94"/>
                                        </p:tgtEl>
                                        <p:attrNameLst>
                                          <p:attrName>style.visibility</p:attrName>
                                        </p:attrNameLst>
                                      </p:cBhvr>
                                      <p:to>
                                        <p:strVal val="visible"/>
                                      </p:to>
                                    </p:set>
                                    <p:anim calcmode="lin" valueType="num">
                                      <p:cBhvr>
                                        <p:cTn id="61" dur="1000" fill="hold"/>
                                        <p:tgtEl>
                                          <p:spTgt spid="94"/>
                                        </p:tgtEl>
                                        <p:attrNameLst>
                                          <p:attrName>ppt_w</p:attrName>
                                        </p:attrNameLst>
                                      </p:cBhvr>
                                      <p:tavLst>
                                        <p:tav tm="0">
                                          <p:val>
                                            <p:fltVal val="0"/>
                                          </p:val>
                                        </p:tav>
                                        <p:tav tm="100000">
                                          <p:val>
                                            <p:strVal val="#ppt_w"/>
                                          </p:val>
                                        </p:tav>
                                      </p:tavLst>
                                    </p:anim>
                                    <p:anim calcmode="lin" valueType="num">
                                      <p:cBhvr>
                                        <p:cTn id="62" dur="1000" fill="hold"/>
                                        <p:tgtEl>
                                          <p:spTgt spid="94"/>
                                        </p:tgtEl>
                                        <p:attrNameLst>
                                          <p:attrName>ppt_h</p:attrName>
                                        </p:attrNameLst>
                                      </p:cBhvr>
                                      <p:tavLst>
                                        <p:tav tm="0">
                                          <p:val>
                                            <p:fltVal val="0"/>
                                          </p:val>
                                        </p:tav>
                                        <p:tav tm="100000">
                                          <p:val>
                                            <p:strVal val="#ppt_h"/>
                                          </p:val>
                                        </p:tav>
                                      </p:tavLst>
                                    </p:anim>
                                    <p:anim calcmode="lin" valueType="num">
                                      <p:cBhvr>
                                        <p:cTn id="63" dur="1000" fill="hold"/>
                                        <p:tgtEl>
                                          <p:spTgt spid="94"/>
                                        </p:tgtEl>
                                        <p:attrNameLst>
                                          <p:attrName>style.rotation</p:attrName>
                                        </p:attrNameLst>
                                      </p:cBhvr>
                                      <p:tavLst>
                                        <p:tav tm="0">
                                          <p:val>
                                            <p:fltVal val="90"/>
                                          </p:val>
                                        </p:tav>
                                        <p:tav tm="100000">
                                          <p:val>
                                            <p:fltVal val="0"/>
                                          </p:val>
                                        </p:tav>
                                      </p:tavLst>
                                    </p:anim>
                                    <p:animEffect transition="in" filter="fade">
                                      <p:cBhvr>
                                        <p:cTn id="64" dur="1000"/>
                                        <p:tgtEl>
                                          <p:spTgt spid="94"/>
                                        </p:tgtEl>
                                      </p:cBhvr>
                                    </p:animEffect>
                                  </p:childTnLst>
                                </p:cTn>
                              </p:par>
                              <p:par>
                                <p:cTn id="65" presetID="31" presetClass="entr" presetSubtype="0" fill="hold" grpId="0" nodeType="withEffect">
                                  <p:stCondLst>
                                    <p:cond delay="1500"/>
                                  </p:stCondLst>
                                  <p:childTnLst>
                                    <p:set>
                                      <p:cBhvr>
                                        <p:cTn id="66" dur="1" fill="hold">
                                          <p:stCondLst>
                                            <p:cond delay="0"/>
                                          </p:stCondLst>
                                        </p:cTn>
                                        <p:tgtEl>
                                          <p:spTgt spid="95"/>
                                        </p:tgtEl>
                                        <p:attrNameLst>
                                          <p:attrName>style.visibility</p:attrName>
                                        </p:attrNameLst>
                                      </p:cBhvr>
                                      <p:to>
                                        <p:strVal val="visible"/>
                                      </p:to>
                                    </p:set>
                                    <p:anim calcmode="lin" valueType="num">
                                      <p:cBhvr>
                                        <p:cTn id="67" dur="1000" fill="hold"/>
                                        <p:tgtEl>
                                          <p:spTgt spid="95"/>
                                        </p:tgtEl>
                                        <p:attrNameLst>
                                          <p:attrName>ppt_w</p:attrName>
                                        </p:attrNameLst>
                                      </p:cBhvr>
                                      <p:tavLst>
                                        <p:tav tm="0">
                                          <p:val>
                                            <p:fltVal val="0"/>
                                          </p:val>
                                        </p:tav>
                                        <p:tav tm="100000">
                                          <p:val>
                                            <p:strVal val="#ppt_w"/>
                                          </p:val>
                                        </p:tav>
                                      </p:tavLst>
                                    </p:anim>
                                    <p:anim calcmode="lin" valueType="num">
                                      <p:cBhvr>
                                        <p:cTn id="68" dur="1000" fill="hold"/>
                                        <p:tgtEl>
                                          <p:spTgt spid="95"/>
                                        </p:tgtEl>
                                        <p:attrNameLst>
                                          <p:attrName>ppt_h</p:attrName>
                                        </p:attrNameLst>
                                      </p:cBhvr>
                                      <p:tavLst>
                                        <p:tav tm="0">
                                          <p:val>
                                            <p:fltVal val="0"/>
                                          </p:val>
                                        </p:tav>
                                        <p:tav tm="100000">
                                          <p:val>
                                            <p:strVal val="#ppt_h"/>
                                          </p:val>
                                        </p:tav>
                                      </p:tavLst>
                                    </p:anim>
                                    <p:anim calcmode="lin" valueType="num">
                                      <p:cBhvr>
                                        <p:cTn id="69" dur="1000" fill="hold"/>
                                        <p:tgtEl>
                                          <p:spTgt spid="95"/>
                                        </p:tgtEl>
                                        <p:attrNameLst>
                                          <p:attrName>style.rotation</p:attrName>
                                        </p:attrNameLst>
                                      </p:cBhvr>
                                      <p:tavLst>
                                        <p:tav tm="0">
                                          <p:val>
                                            <p:fltVal val="90"/>
                                          </p:val>
                                        </p:tav>
                                        <p:tav tm="100000">
                                          <p:val>
                                            <p:fltVal val="0"/>
                                          </p:val>
                                        </p:tav>
                                      </p:tavLst>
                                    </p:anim>
                                    <p:animEffect transition="in" filter="fade">
                                      <p:cBhvr>
                                        <p:cTn id="70" dur="1000"/>
                                        <p:tgtEl>
                                          <p:spTgt spid="95"/>
                                        </p:tgtEl>
                                      </p:cBhvr>
                                    </p:animEffect>
                                  </p:childTnLst>
                                </p:cTn>
                              </p:par>
                              <p:par>
                                <p:cTn id="71" presetID="31" presetClass="entr" presetSubtype="0" fill="hold" grpId="0" nodeType="withEffect">
                                  <p:stCondLst>
                                    <p:cond delay="1500"/>
                                  </p:stCondLst>
                                  <p:childTnLst>
                                    <p:set>
                                      <p:cBhvr>
                                        <p:cTn id="72" dur="1" fill="hold">
                                          <p:stCondLst>
                                            <p:cond delay="0"/>
                                          </p:stCondLst>
                                        </p:cTn>
                                        <p:tgtEl>
                                          <p:spTgt spid="96"/>
                                        </p:tgtEl>
                                        <p:attrNameLst>
                                          <p:attrName>style.visibility</p:attrName>
                                        </p:attrNameLst>
                                      </p:cBhvr>
                                      <p:to>
                                        <p:strVal val="visible"/>
                                      </p:to>
                                    </p:set>
                                    <p:anim calcmode="lin" valueType="num">
                                      <p:cBhvr>
                                        <p:cTn id="73" dur="1000" fill="hold"/>
                                        <p:tgtEl>
                                          <p:spTgt spid="96"/>
                                        </p:tgtEl>
                                        <p:attrNameLst>
                                          <p:attrName>ppt_w</p:attrName>
                                        </p:attrNameLst>
                                      </p:cBhvr>
                                      <p:tavLst>
                                        <p:tav tm="0">
                                          <p:val>
                                            <p:fltVal val="0"/>
                                          </p:val>
                                        </p:tav>
                                        <p:tav tm="100000">
                                          <p:val>
                                            <p:strVal val="#ppt_w"/>
                                          </p:val>
                                        </p:tav>
                                      </p:tavLst>
                                    </p:anim>
                                    <p:anim calcmode="lin" valueType="num">
                                      <p:cBhvr>
                                        <p:cTn id="74" dur="1000" fill="hold"/>
                                        <p:tgtEl>
                                          <p:spTgt spid="96"/>
                                        </p:tgtEl>
                                        <p:attrNameLst>
                                          <p:attrName>ppt_h</p:attrName>
                                        </p:attrNameLst>
                                      </p:cBhvr>
                                      <p:tavLst>
                                        <p:tav tm="0">
                                          <p:val>
                                            <p:fltVal val="0"/>
                                          </p:val>
                                        </p:tav>
                                        <p:tav tm="100000">
                                          <p:val>
                                            <p:strVal val="#ppt_h"/>
                                          </p:val>
                                        </p:tav>
                                      </p:tavLst>
                                    </p:anim>
                                    <p:anim calcmode="lin" valueType="num">
                                      <p:cBhvr>
                                        <p:cTn id="75" dur="1000" fill="hold"/>
                                        <p:tgtEl>
                                          <p:spTgt spid="96"/>
                                        </p:tgtEl>
                                        <p:attrNameLst>
                                          <p:attrName>style.rotation</p:attrName>
                                        </p:attrNameLst>
                                      </p:cBhvr>
                                      <p:tavLst>
                                        <p:tav tm="0">
                                          <p:val>
                                            <p:fltVal val="90"/>
                                          </p:val>
                                        </p:tav>
                                        <p:tav tm="100000">
                                          <p:val>
                                            <p:fltVal val="0"/>
                                          </p:val>
                                        </p:tav>
                                      </p:tavLst>
                                    </p:anim>
                                    <p:animEffect transition="in" filter="fade">
                                      <p:cBhvr>
                                        <p:cTn id="76" dur="1000"/>
                                        <p:tgtEl>
                                          <p:spTgt spid="96"/>
                                        </p:tgtEl>
                                      </p:cBhvr>
                                    </p:animEffect>
                                  </p:childTnLst>
                                </p:cTn>
                              </p:par>
                              <p:par>
                                <p:cTn id="77" presetID="42" presetClass="entr" presetSubtype="0" fill="hold" grpId="0" nodeType="withEffect">
                                  <p:stCondLst>
                                    <p:cond delay="200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1000"/>
                                        <p:tgtEl>
                                          <p:spTgt spid="97"/>
                                        </p:tgtEl>
                                      </p:cBhvr>
                                    </p:animEffect>
                                    <p:anim calcmode="lin" valueType="num">
                                      <p:cBhvr>
                                        <p:cTn id="80" dur="1000" fill="hold"/>
                                        <p:tgtEl>
                                          <p:spTgt spid="97"/>
                                        </p:tgtEl>
                                        <p:attrNameLst>
                                          <p:attrName>ppt_x</p:attrName>
                                        </p:attrNameLst>
                                      </p:cBhvr>
                                      <p:tavLst>
                                        <p:tav tm="0">
                                          <p:val>
                                            <p:strVal val="#ppt_x"/>
                                          </p:val>
                                        </p:tav>
                                        <p:tav tm="100000">
                                          <p:val>
                                            <p:strVal val="#ppt_x"/>
                                          </p:val>
                                        </p:tav>
                                      </p:tavLst>
                                    </p:anim>
                                    <p:anim calcmode="lin" valueType="num">
                                      <p:cBhvr>
                                        <p:cTn id="81" dur="1000" fill="hold"/>
                                        <p:tgtEl>
                                          <p:spTgt spid="9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2000"/>
                                  </p:stCondLst>
                                  <p:childTnLst>
                                    <p:set>
                                      <p:cBhvr>
                                        <p:cTn id="83" dur="1" fill="hold">
                                          <p:stCondLst>
                                            <p:cond delay="0"/>
                                          </p:stCondLst>
                                        </p:cTn>
                                        <p:tgtEl>
                                          <p:spTgt spid="98"/>
                                        </p:tgtEl>
                                        <p:attrNameLst>
                                          <p:attrName>style.visibility</p:attrName>
                                        </p:attrNameLst>
                                      </p:cBhvr>
                                      <p:to>
                                        <p:strVal val="visible"/>
                                      </p:to>
                                    </p:set>
                                    <p:animEffect transition="in" filter="fade">
                                      <p:cBhvr>
                                        <p:cTn id="84" dur="1000"/>
                                        <p:tgtEl>
                                          <p:spTgt spid="98"/>
                                        </p:tgtEl>
                                      </p:cBhvr>
                                    </p:animEffect>
                                    <p:anim calcmode="lin" valueType="num">
                                      <p:cBhvr>
                                        <p:cTn id="85" dur="1000" fill="hold"/>
                                        <p:tgtEl>
                                          <p:spTgt spid="98"/>
                                        </p:tgtEl>
                                        <p:attrNameLst>
                                          <p:attrName>ppt_x</p:attrName>
                                        </p:attrNameLst>
                                      </p:cBhvr>
                                      <p:tavLst>
                                        <p:tav tm="0">
                                          <p:val>
                                            <p:strVal val="#ppt_x"/>
                                          </p:val>
                                        </p:tav>
                                        <p:tav tm="100000">
                                          <p:val>
                                            <p:strVal val="#ppt_x"/>
                                          </p:val>
                                        </p:tav>
                                      </p:tavLst>
                                    </p:anim>
                                    <p:anim calcmode="lin" valueType="num">
                                      <p:cBhvr>
                                        <p:cTn id="86" dur="1000" fill="hold"/>
                                        <p:tgtEl>
                                          <p:spTgt spid="9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2000"/>
                                  </p:stCondLst>
                                  <p:childTnLst>
                                    <p:set>
                                      <p:cBhvr>
                                        <p:cTn id="88" dur="1" fill="hold">
                                          <p:stCondLst>
                                            <p:cond delay="0"/>
                                          </p:stCondLst>
                                        </p:cTn>
                                        <p:tgtEl>
                                          <p:spTgt spid="99"/>
                                        </p:tgtEl>
                                        <p:attrNameLst>
                                          <p:attrName>style.visibility</p:attrName>
                                        </p:attrNameLst>
                                      </p:cBhvr>
                                      <p:to>
                                        <p:strVal val="visible"/>
                                      </p:to>
                                    </p:set>
                                    <p:animEffect transition="in" filter="fade">
                                      <p:cBhvr>
                                        <p:cTn id="89" dur="1000"/>
                                        <p:tgtEl>
                                          <p:spTgt spid="99"/>
                                        </p:tgtEl>
                                      </p:cBhvr>
                                    </p:animEffect>
                                    <p:anim calcmode="lin" valueType="num">
                                      <p:cBhvr>
                                        <p:cTn id="90" dur="1000" fill="hold"/>
                                        <p:tgtEl>
                                          <p:spTgt spid="99"/>
                                        </p:tgtEl>
                                        <p:attrNameLst>
                                          <p:attrName>ppt_x</p:attrName>
                                        </p:attrNameLst>
                                      </p:cBhvr>
                                      <p:tavLst>
                                        <p:tav tm="0">
                                          <p:val>
                                            <p:strVal val="#ppt_x"/>
                                          </p:val>
                                        </p:tav>
                                        <p:tav tm="100000">
                                          <p:val>
                                            <p:strVal val="#ppt_x"/>
                                          </p:val>
                                        </p:tav>
                                      </p:tavLst>
                                    </p:anim>
                                    <p:anim calcmode="lin" valueType="num">
                                      <p:cBhvr>
                                        <p:cTn id="91" dur="1000" fill="hold"/>
                                        <p:tgtEl>
                                          <p:spTgt spid="9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2000"/>
                                  </p:stCondLst>
                                  <p:childTnLst>
                                    <p:set>
                                      <p:cBhvr>
                                        <p:cTn id="93" dur="1" fill="hold">
                                          <p:stCondLst>
                                            <p:cond delay="0"/>
                                          </p:stCondLst>
                                        </p:cTn>
                                        <p:tgtEl>
                                          <p:spTgt spid="100"/>
                                        </p:tgtEl>
                                        <p:attrNameLst>
                                          <p:attrName>style.visibility</p:attrName>
                                        </p:attrNameLst>
                                      </p:cBhvr>
                                      <p:to>
                                        <p:strVal val="visible"/>
                                      </p:to>
                                    </p:set>
                                    <p:animEffect transition="in" filter="fade">
                                      <p:cBhvr>
                                        <p:cTn id="94" dur="1000"/>
                                        <p:tgtEl>
                                          <p:spTgt spid="100"/>
                                        </p:tgtEl>
                                      </p:cBhvr>
                                    </p:animEffect>
                                    <p:anim calcmode="lin" valueType="num">
                                      <p:cBhvr>
                                        <p:cTn id="95" dur="1000" fill="hold"/>
                                        <p:tgtEl>
                                          <p:spTgt spid="100"/>
                                        </p:tgtEl>
                                        <p:attrNameLst>
                                          <p:attrName>ppt_x</p:attrName>
                                        </p:attrNameLst>
                                      </p:cBhvr>
                                      <p:tavLst>
                                        <p:tav tm="0">
                                          <p:val>
                                            <p:strVal val="#ppt_x"/>
                                          </p:val>
                                        </p:tav>
                                        <p:tav tm="100000">
                                          <p:val>
                                            <p:strVal val="#ppt_x"/>
                                          </p:val>
                                        </p:tav>
                                      </p:tavLst>
                                    </p:anim>
                                    <p:anim calcmode="lin" valueType="num">
                                      <p:cBhvr>
                                        <p:cTn id="96" dur="1000" fill="hold"/>
                                        <p:tgtEl>
                                          <p:spTgt spid="100"/>
                                        </p:tgtEl>
                                        <p:attrNameLst>
                                          <p:attrName>ppt_y</p:attrName>
                                        </p:attrNameLst>
                                      </p:cBhvr>
                                      <p:tavLst>
                                        <p:tav tm="0">
                                          <p:val>
                                            <p:strVal val="#ppt_y+.1"/>
                                          </p:val>
                                        </p:tav>
                                        <p:tav tm="100000">
                                          <p:val>
                                            <p:strVal val="#ppt_y"/>
                                          </p:val>
                                        </p:tav>
                                      </p:tavLst>
                                    </p:anim>
                                  </p:childTnLst>
                                </p:cTn>
                              </p:par>
                            </p:childTnLst>
                          </p:cTn>
                        </p:par>
                        <p:par>
                          <p:cTn id="97" fill="hold">
                            <p:stCondLst>
                              <p:cond delay="1000"/>
                            </p:stCondLst>
                            <p:childTnLst>
                              <p:par>
                                <p:cTn id="98" presetID="2" presetClass="entr" presetSubtype="2" fill="hold" grpId="0" nodeType="afterEffect">
                                  <p:stCondLst>
                                    <p:cond delay="0"/>
                                  </p:stCondLst>
                                  <p:childTnLst>
                                    <p:set>
                                      <p:cBhvr>
                                        <p:cTn id="99" dur="1" fill="hold">
                                          <p:stCondLst>
                                            <p:cond delay="0"/>
                                          </p:stCondLst>
                                        </p:cTn>
                                        <p:tgtEl>
                                          <p:spTgt spid="70"/>
                                        </p:tgtEl>
                                        <p:attrNameLst>
                                          <p:attrName>style.visibility</p:attrName>
                                        </p:attrNameLst>
                                      </p:cBhvr>
                                      <p:to>
                                        <p:strVal val="visible"/>
                                      </p:to>
                                    </p:set>
                                    <p:anim calcmode="lin" valueType="num">
                                      <p:cBhvr additive="base">
                                        <p:cTn id="100" dur="300" fill="hold"/>
                                        <p:tgtEl>
                                          <p:spTgt spid="70"/>
                                        </p:tgtEl>
                                        <p:attrNameLst>
                                          <p:attrName>ppt_x</p:attrName>
                                        </p:attrNameLst>
                                      </p:cBhvr>
                                      <p:tavLst>
                                        <p:tav tm="0">
                                          <p:val>
                                            <p:strVal val="1+#ppt_w/2"/>
                                          </p:val>
                                        </p:tav>
                                        <p:tav tm="100000">
                                          <p:val>
                                            <p:strVal val="#ppt_x"/>
                                          </p:val>
                                        </p:tav>
                                      </p:tavLst>
                                    </p:anim>
                                    <p:anim calcmode="lin" valueType="num">
                                      <p:cBhvr additive="base">
                                        <p:cTn id="101" dur="300" fill="hold"/>
                                        <p:tgtEl>
                                          <p:spTgt spid="70"/>
                                        </p:tgtEl>
                                        <p:attrNameLst>
                                          <p:attrName>ppt_y</p:attrName>
                                        </p:attrNameLst>
                                      </p:cBhvr>
                                      <p:tavLst>
                                        <p:tav tm="0">
                                          <p:val>
                                            <p:strVal val="#ppt_y"/>
                                          </p:val>
                                        </p:tav>
                                        <p:tav tm="100000">
                                          <p:val>
                                            <p:strVal val="#ppt_y"/>
                                          </p:val>
                                        </p:tav>
                                      </p:tavLst>
                                    </p:anim>
                                  </p:childTnLst>
                                </p:cTn>
                              </p:par>
                            </p:childTnLst>
                          </p:cTn>
                        </p:par>
                        <p:par>
                          <p:cTn id="102" fill="hold">
                            <p:stCondLst>
                              <p:cond delay="1500"/>
                            </p:stCondLst>
                            <p:childTnLst>
                              <p:par>
                                <p:cTn id="103" presetID="2" presetClass="entr" presetSubtype="2" fill="hold" grpId="0" nodeType="afterEffect">
                                  <p:stCondLst>
                                    <p:cond delay="0"/>
                                  </p:stCondLst>
                                  <p:childTnLst>
                                    <p:set>
                                      <p:cBhvr>
                                        <p:cTn id="104" dur="1" fill="hold">
                                          <p:stCondLst>
                                            <p:cond delay="0"/>
                                          </p:stCondLst>
                                        </p:cTn>
                                        <p:tgtEl>
                                          <p:spTgt spid="69"/>
                                        </p:tgtEl>
                                        <p:attrNameLst>
                                          <p:attrName>style.visibility</p:attrName>
                                        </p:attrNameLst>
                                      </p:cBhvr>
                                      <p:to>
                                        <p:strVal val="visible"/>
                                      </p:to>
                                    </p:set>
                                    <p:anim calcmode="lin" valueType="num">
                                      <p:cBhvr additive="base">
                                        <p:cTn id="105" dur="300" fill="hold"/>
                                        <p:tgtEl>
                                          <p:spTgt spid="69"/>
                                        </p:tgtEl>
                                        <p:attrNameLst>
                                          <p:attrName>ppt_x</p:attrName>
                                        </p:attrNameLst>
                                      </p:cBhvr>
                                      <p:tavLst>
                                        <p:tav tm="0">
                                          <p:val>
                                            <p:strVal val="1+#ppt_w/2"/>
                                          </p:val>
                                        </p:tav>
                                        <p:tav tm="100000">
                                          <p:val>
                                            <p:strVal val="#ppt_x"/>
                                          </p:val>
                                        </p:tav>
                                      </p:tavLst>
                                    </p:anim>
                                    <p:anim calcmode="lin" valueType="num">
                                      <p:cBhvr additive="base">
                                        <p:cTn id="106" dur="3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p:bldP spid="98" grpId="0"/>
      <p:bldP spid="99" grpId="0"/>
      <p:bldP spid="10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THE FINANCING PLAN</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sp>
        <p:nvSpPr>
          <p:cNvPr id="20" name="Freeform 6"/>
          <p:cNvSpPr/>
          <p:nvPr/>
        </p:nvSpPr>
        <p:spPr>
          <a:xfrm>
            <a:off x="3879371" y="1503488"/>
            <a:ext cx="4998566" cy="358594"/>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endParaRPr lang="id-ID" sz="2000" kern="1200">
              <a:solidFill>
                <a:schemeClr val="tx1">
                  <a:lumMod val="75000"/>
                  <a:lumOff val="25000"/>
                </a:schemeClr>
              </a:solidFill>
            </a:endParaRPr>
          </a:p>
        </p:txBody>
      </p:sp>
      <p:sp>
        <p:nvSpPr>
          <p:cNvPr id="21" name="Straight Connector 10"/>
          <p:cNvSpPr/>
          <p:nvPr/>
        </p:nvSpPr>
        <p:spPr>
          <a:xfrm>
            <a:off x="1776722" y="1874932"/>
            <a:ext cx="8929377" cy="0"/>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grpSp>
        <p:nvGrpSpPr>
          <p:cNvPr id="22" name="Group 3"/>
          <p:cNvGrpSpPr/>
          <p:nvPr/>
        </p:nvGrpSpPr>
        <p:grpSpPr>
          <a:xfrm>
            <a:off x="1966095" y="1412776"/>
            <a:ext cx="914400" cy="914400"/>
            <a:chOff x="1071014" y="2141084"/>
            <a:chExt cx="914400" cy="914400"/>
          </a:xfrm>
        </p:grpSpPr>
        <p:sp>
          <p:nvSpPr>
            <p:cNvPr id="23" name="Teardrop 1"/>
            <p:cNvSpPr/>
            <p:nvPr/>
          </p:nvSpPr>
          <p:spPr>
            <a:xfrm rot="2714409">
              <a:off x="1071014" y="2141084"/>
              <a:ext cx="914400" cy="914400"/>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lumMod val="75000"/>
                    <a:lumOff val="25000"/>
                  </a:schemeClr>
                </a:solidFill>
              </a:endParaRPr>
            </a:p>
          </p:txBody>
        </p:sp>
        <p:grpSp>
          <p:nvGrpSpPr>
            <p:cNvPr id="24" name="Group 26"/>
            <p:cNvGrpSpPr>
              <a:grpSpLocks noChangeAspect="1"/>
            </p:cNvGrpSpPr>
            <p:nvPr/>
          </p:nvGrpSpPr>
          <p:grpSpPr>
            <a:xfrm>
              <a:off x="1352010" y="2413086"/>
              <a:ext cx="352407" cy="359364"/>
              <a:chOff x="7160655" y="2178006"/>
              <a:chExt cx="379359" cy="386846"/>
            </a:xfrm>
            <a:solidFill>
              <a:schemeClr val="bg1">
                <a:lumMod val="95000"/>
              </a:schemeClr>
            </a:solidFill>
          </p:grpSpPr>
          <p:sp>
            <p:nvSpPr>
              <p:cNvPr id="25" name="Freeform 36"/>
              <p:cNvSpPr>
                <a:spLocks noEditPoints="1"/>
              </p:cNvSpPr>
              <p:nvPr/>
            </p:nvSpPr>
            <p:spPr bwMode="auto">
              <a:xfrm>
                <a:off x="7277956" y="2178006"/>
                <a:ext cx="262058" cy="262058"/>
              </a:xfrm>
              <a:custGeom>
                <a:avLst/>
                <a:gdLst>
                  <a:gd name="T0" fmla="*/ 65 w 79"/>
                  <a:gd name="T1" fmla="*/ 14 h 79"/>
                  <a:gd name="T2" fmla="*/ 14 w 79"/>
                  <a:gd name="T3" fmla="*/ 14 h 79"/>
                  <a:gd name="T4" fmla="*/ 11 w 79"/>
                  <a:gd name="T5" fmla="*/ 63 h 79"/>
                  <a:gd name="T6" fmla="*/ 11 w 79"/>
                  <a:gd name="T7" fmla="*/ 63 h 79"/>
                  <a:gd name="T8" fmla="*/ 17 w 79"/>
                  <a:gd name="T9" fmla="*/ 68 h 79"/>
                  <a:gd name="T10" fmla="*/ 64 w 79"/>
                  <a:gd name="T11" fmla="*/ 65 h 79"/>
                  <a:gd name="T12" fmla="*/ 65 w 79"/>
                  <a:gd name="T13" fmla="*/ 14 h 79"/>
                  <a:gd name="T14" fmla="*/ 58 w 79"/>
                  <a:gd name="T15" fmla="*/ 59 h 79"/>
                  <a:gd name="T16" fmla="*/ 20 w 79"/>
                  <a:gd name="T17" fmla="*/ 59 h 79"/>
                  <a:gd name="T18" fmla="*/ 20 w 79"/>
                  <a:gd name="T19" fmla="*/ 21 h 79"/>
                  <a:gd name="T20" fmla="*/ 58 w 79"/>
                  <a:gd name="T21" fmla="*/ 21 h 79"/>
                  <a:gd name="T22" fmla="*/ 58 w 79"/>
                  <a:gd name="T23" fmla="*/ 5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 h="79">
                    <a:moveTo>
                      <a:pt x="65" y="14"/>
                    </a:moveTo>
                    <a:cubicBezTo>
                      <a:pt x="51" y="0"/>
                      <a:pt x="28" y="0"/>
                      <a:pt x="14" y="14"/>
                    </a:cubicBezTo>
                    <a:cubicBezTo>
                      <a:pt x="0" y="28"/>
                      <a:pt x="0" y="49"/>
                      <a:pt x="11" y="63"/>
                    </a:cubicBezTo>
                    <a:cubicBezTo>
                      <a:pt x="11" y="63"/>
                      <a:pt x="11" y="63"/>
                      <a:pt x="11" y="63"/>
                    </a:cubicBezTo>
                    <a:cubicBezTo>
                      <a:pt x="14" y="66"/>
                      <a:pt x="15" y="67"/>
                      <a:pt x="17" y="68"/>
                    </a:cubicBezTo>
                    <a:cubicBezTo>
                      <a:pt x="31" y="79"/>
                      <a:pt x="51" y="78"/>
                      <a:pt x="64" y="65"/>
                    </a:cubicBezTo>
                    <a:cubicBezTo>
                      <a:pt x="78" y="51"/>
                      <a:pt x="79" y="29"/>
                      <a:pt x="65" y="14"/>
                    </a:cubicBezTo>
                    <a:close/>
                    <a:moveTo>
                      <a:pt x="58" y="59"/>
                    </a:moveTo>
                    <a:cubicBezTo>
                      <a:pt x="47" y="69"/>
                      <a:pt x="30" y="69"/>
                      <a:pt x="20" y="59"/>
                    </a:cubicBezTo>
                    <a:cubicBezTo>
                      <a:pt x="9" y="48"/>
                      <a:pt x="9" y="31"/>
                      <a:pt x="20" y="21"/>
                    </a:cubicBezTo>
                    <a:cubicBezTo>
                      <a:pt x="31" y="10"/>
                      <a:pt x="48" y="10"/>
                      <a:pt x="58" y="21"/>
                    </a:cubicBezTo>
                    <a:cubicBezTo>
                      <a:pt x="69" y="31"/>
                      <a:pt x="69" y="48"/>
                      <a:pt x="58"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26" name="Freeform 37"/>
              <p:cNvSpPr/>
              <p:nvPr/>
            </p:nvSpPr>
            <p:spPr bwMode="auto">
              <a:xfrm>
                <a:off x="7160655" y="2400130"/>
                <a:ext cx="159730" cy="164722"/>
              </a:xfrm>
              <a:custGeom>
                <a:avLst/>
                <a:gdLst>
                  <a:gd name="T0" fmla="*/ 0 w 64"/>
                  <a:gd name="T1" fmla="*/ 52 h 66"/>
                  <a:gd name="T2" fmla="*/ 12 w 64"/>
                  <a:gd name="T3" fmla="*/ 66 h 66"/>
                  <a:gd name="T4" fmla="*/ 64 w 64"/>
                  <a:gd name="T5" fmla="*/ 8 h 66"/>
                  <a:gd name="T6" fmla="*/ 55 w 64"/>
                  <a:gd name="T7" fmla="*/ 0 h 66"/>
                  <a:gd name="T8" fmla="*/ 0 w 64"/>
                  <a:gd name="T9" fmla="*/ 52 h 66"/>
                </a:gdLst>
                <a:ahLst/>
                <a:cxnLst>
                  <a:cxn ang="0">
                    <a:pos x="T0" y="T1"/>
                  </a:cxn>
                  <a:cxn ang="0">
                    <a:pos x="T2" y="T3"/>
                  </a:cxn>
                  <a:cxn ang="0">
                    <a:pos x="T4" y="T5"/>
                  </a:cxn>
                  <a:cxn ang="0">
                    <a:pos x="T6" y="T7"/>
                  </a:cxn>
                  <a:cxn ang="0">
                    <a:pos x="T8" y="T9"/>
                  </a:cxn>
                </a:cxnLst>
                <a:rect l="0" t="0" r="r" b="b"/>
                <a:pathLst>
                  <a:path w="64" h="66">
                    <a:moveTo>
                      <a:pt x="0" y="52"/>
                    </a:moveTo>
                    <a:lnTo>
                      <a:pt x="12" y="66"/>
                    </a:lnTo>
                    <a:lnTo>
                      <a:pt x="64" y="8"/>
                    </a:lnTo>
                    <a:lnTo>
                      <a:pt x="55" y="0"/>
                    </a:lnTo>
                    <a:lnTo>
                      <a:pt x="0"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27" name="Freeform 38"/>
              <p:cNvSpPr/>
              <p:nvPr/>
            </p:nvSpPr>
            <p:spPr bwMode="auto">
              <a:xfrm>
                <a:off x="7412728" y="2265358"/>
                <a:ext cx="99831" cy="119797"/>
              </a:xfrm>
              <a:custGeom>
                <a:avLst/>
                <a:gdLst>
                  <a:gd name="T0" fmla="*/ 16 w 30"/>
                  <a:gd name="T1" fmla="*/ 0 h 36"/>
                  <a:gd name="T2" fmla="*/ 0 w 30"/>
                  <a:gd name="T3" fmla="*/ 34 h 36"/>
                  <a:gd name="T4" fmla="*/ 6 w 30"/>
                  <a:gd name="T5" fmla="*/ 36 h 36"/>
                  <a:gd name="T6" fmla="*/ 16 w 30"/>
                  <a:gd name="T7" fmla="*/ 0 h 36"/>
                </a:gdLst>
                <a:ahLst/>
                <a:cxnLst>
                  <a:cxn ang="0">
                    <a:pos x="T0" y="T1"/>
                  </a:cxn>
                  <a:cxn ang="0">
                    <a:pos x="T2" y="T3"/>
                  </a:cxn>
                  <a:cxn ang="0">
                    <a:pos x="T4" y="T5"/>
                  </a:cxn>
                  <a:cxn ang="0">
                    <a:pos x="T6" y="T7"/>
                  </a:cxn>
                </a:cxnLst>
                <a:rect l="0" t="0" r="r" b="b"/>
                <a:pathLst>
                  <a:path w="30" h="36">
                    <a:moveTo>
                      <a:pt x="16" y="0"/>
                    </a:moveTo>
                    <a:cubicBezTo>
                      <a:pt x="20" y="26"/>
                      <a:pt x="0" y="34"/>
                      <a:pt x="0" y="34"/>
                    </a:cubicBezTo>
                    <a:cubicBezTo>
                      <a:pt x="6" y="36"/>
                      <a:pt x="6" y="36"/>
                      <a:pt x="6" y="36"/>
                    </a:cubicBezTo>
                    <a:cubicBezTo>
                      <a:pt x="30" y="21"/>
                      <a:pt x="16"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sp>
        <p:nvSpPr>
          <p:cNvPr id="28" name="Content Placeholder 2"/>
          <p:cNvSpPr txBox="1"/>
          <p:nvPr/>
        </p:nvSpPr>
        <p:spPr>
          <a:xfrm>
            <a:off x="4005757" y="1624629"/>
            <a:ext cx="7564437" cy="581437"/>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200" dirty="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a:t>
            </a:r>
            <a:r>
              <a:rPr lang="zh-CN" altLang="en-US" sz="1200" dirty="0" smtClean="0">
                <a:solidFill>
                  <a:schemeClr val="tx1">
                    <a:lumMod val="75000"/>
                    <a:lumOff val="25000"/>
                  </a:schemeClr>
                </a:solidFill>
                <a:latin typeface="Impact MT Std" pitchFamily="34" charset="0"/>
                <a:ea typeface="微软雅黑" panose="020B0503020204020204" pitchFamily="34" charset="-122"/>
              </a:rPr>
              <a:t>修饰解说</a:t>
            </a:r>
            <a:r>
              <a:rPr lang="zh-CN" altLang="en-US" sz="1200" dirty="0">
                <a:solidFill>
                  <a:schemeClr val="tx1">
                    <a:lumMod val="75000"/>
                    <a:lumOff val="25000"/>
                  </a:schemeClr>
                </a:solidFill>
                <a:latin typeface="Impact MT Std" pitchFamily="34" charset="0"/>
                <a:ea typeface="微软雅黑" panose="020B0503020204020204" pitchFamily="34" charset="-122"/>
              </a:rPr>
              <a:t>所提炼的核心概念</a:t>
            </a:r>
            <a:r>
              <a:rPr lang="zh-CN" altLang="en-US" sz="1200" dirty="0" smtClean="0">
                <a:solidFill>
                  <a:schemeClr val="tx1">
                    <a:lumMod val="75000"/>
                    <a:lumOff val="25000"/>
                  </a:schemeClr>
                </a:solidFill>
                <a:latin typeface="Impact MT Std" pitchFamily="34" charset="0"/>
                <a:ea typeface="微软雅黑" panose="020B0503020204020204" pitchFamily="34" charset="-122"/>
              </a:rPr>
              <a:t>。</a:t>
            </a:r>
            <a:endParaRPr lang="zh-CN" altLang="en-US" sz="1200" b="1" dirty="0" smtClean="0">
              <a:solidFill>
                <a:schemeClr val="tx1">
                  <a:lumMod val="75000"/>
                  <a:lumOff val="25000"/>
                </a:schemeClr>
              </a:solidFill>
              <a:latin typeface="Impact MT Std" pitchFamily="34" charset="0"/>
              <a:ea typeface="微软雅黑" panose="020B0503020204020204" pitchFamily="34" charset="-122"/>
              <a:cs typeface="Arial" panose="020B0604020202020204" pitchFamily="34" charset="0"/>
            </a:endParaRPr>
          </a:p>
        </p:txBody>
      </p:sp>
      <p:sp>
        <p:nvSpPr>
          <p:cNvPr id="29" name="Content Placeholder 2"/>
          <p:cNvSpPr txBox="1"/>
          <p:nvPr/>
        </p:nvSpPr>
        <p:spPr>
          <a:xfrm>
            <a:off x="3231863" y="1570504"/>
            <a:ext cx="902300" cy="202312"/>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输入标题</a:t>
            </a:r>
            <a:endPar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0" name="Freeform 47"/>
          <p:cNvSpPr/>
          <p:nvPr/>
        </p:nvSpPr>
        <p:spPr>
          <a:xfrm>
            <a:off x="4525944" y="2257230"/>
            <a:ext cx="4998566" cy="358594"/>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endParaRPr lang="id-ID" sz="2000" kern="1200">
              <a:solidFill>
                <a:schemeClr val="tx1">
                  <a:lumMod val="75000"/>
                  <a:lumOff val="25000"/>
                </a:schemeClr>
              </a:solidFill>
            </a:endParaRPr>
          </a:p>
        </p:txBody>
      </p:sp>
      <p:sp>
        <p:nvSpPr>
          <p:cNvPr id="41" name="Straight Connector 48"/>
          <p:cNvSpPr/>
          <p:nvPr/>
        </p:nvSpPr>
        <p:spPr>
          <a:xfrm flipV="1">
            <a:off x="2440949" y="2625556"/>
            <a:ext cx="8265150" cy="0"/>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5" name="Content Placeholder 2"/>
          <p:cNvSpPr txBox="1"/>
          <p:nvPr/>
        </p:nvSpPr>
        <p:spPr>
          <a:xfrm>
            <a:off x="4652331" y="2349041"/>
            <a:ext cx="7133888" cy="581437"/>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200" dirty="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a:t>
            </a:r>
            <a:r>
              <a:rPr lang="zh-CN" altLang="en-US" sz="1200" dirty="0" smtClean="0">
                <a:solidFill>
                  <a:schemeClr val="tx1">
                    <a:lumMod val="75000"/>
                    <a:lumOff val="25000"/>
                  </a:schemeClr>
                </a:solidFill>
                <a:latin typeface="Impact MT Std" pitchFamily="34" charset="0"/>
                <a:ea typeface="微软雅黑" panose="020B0503020204020204" pitchFamily="34" charset="-122"/>
              </a:rPr>
              <a:t>修饰。</a:t>
            </a:r>
            <a:endParaRPr lang="zh-CN" altLang="en-US" sz="1200" b="1" dirty="0" smtClean="0">
              <a:solidFill>
                <a:schemeClr val="tx1">
                  <a:lumMod val="75000"/>
                  <a:lumOff val="25000"/>
                </a:schemeClr>
              </a:solidFill>
              <a:latin typeface="Impact MT Std" pitchFamily="34" charset="0"/>
              <a:ea typeface="微软雅黑" panose="020B0503020204020204" pitchFamily="34" charset="-122"/>
              <a:cs typeface="Arial" panose="020B0604020202020204" pitchFamily="34" charset="0"/>
            </a:endParaRPr>
          </a:p>
        </p:txBody>
      </p:sp>
      <p:sp>
        <p:nvSpPr>
          <p:cNvPr id="46" name="Content Placeholder 2"/>
          <p:cNvSpPr txBox="1"/>
          <p:nvPr/>
        </p:nvSpPr>
        <p:spPr>
          <a:xfrm>
            <a:off x="3878436" y="2290584"/>
            <a:ext cx="902300" cy="202312"/>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Freeform 57"/>
          <p:cNvSpPr/>
          <p:nvPr/>
        </p:nvSpPr>
        <p:spPr>
          <a:xfrm>
            <a:off x="3879371" y="3007869"/>
            <a:ext cx="4998566" cy="358594"/>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endParaRPr lang="id-ID" sz="2000" kern="1200">
              <a:solidFill>
                <a:schemeClr val="tx1">
                  <a:lumMod val="75000"/>
                  <a:lumOff val="25000"/>
                </a:schemeClr>
              </a:solidFill>
            </a:endParaRPr>
          </a:p>
        </p:txBody>
      </p:sp>
      <p:sp>
        <p:nvSpPr>
          <p:cNvPr id="48" name="Straight Connector 58"/>
          <p:cNvSpPr/>
          <p:nvPr/>
        </p:nvSpPr>
        <p:spPr>
          <a:xfrm>
            <a:off x="1776722" y="3379313"/>
            <a:ext cx="8929377" cy="0"/>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9" name="Content Placeholder 2"/>
          <p:cNvSpPr txBox="1"/>
          <p:nvPr/>
        </p:nvSpPr>
        <p:spPr>
          <a:xfrm>
            <a:off x="4005758" y="3099680"/>
            <a:ext cx="7564436" cy="581437"/>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200" dirty="0">
                <a:solidFill>
                  <a:schemeClr val="tx1">
                    <a:lumMod val="75000"/>
                    <a:lumOff val="25000"/>
                  </a:schemeClr>
                </a:solidFill>
                <a:latin typeface="Impact MT Std" pitchFamily="34" charset="0"/>
                <a:ea typeface="微软雅黑" panose="020B0503020204020204" pitchFamily="34" charset="-122"/>
              </a:rPr>
              <a:t>亮亮图文旗舰店  https://liangliangtuwen.tmall.com。</a:t>
            </a:r>
            <a:endParaRPr lang="zh-CN" altLang="en-US" sz="1200" b="1" dirty="0">
              <a:solidFill>
                <a:schemeClr val="tx1">
                  <a:lumMod val="75000"/>
                  <a:lumOff val="25000"/>
                </a:schemeClr>
              </a:solidFill>
              <a:latin typeface="Impact MT Std" pitchFamily="34" charset="0"/>
              <a:ea typeface="微软雅黑" panose="020B0503020204020204" pitchFamily="34" charset="-122"/>
              <a:cs typeface="Arial" panose="020B0604020202020204" pitchFamily="34" charset="0"/>
            </a:endParaRPr>
          </a:p>
        </p:txBody>
      </p:sp>
      <p:sp>
        <p:nvSpPr>
          <p:cNvPr id="50" name="Content Placeholder 2"/>
          <p:cNvSpPr txBox="1"/>
          <p:nvPr/>
        </p:nvSpPr>
        <p:spPr>
          <a:xfrm>
            <a:off x="3231863" y="3010664"/>
            <a:ext cx="902300" cy="202312"/>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1" name="Freeform 67"/>
          <p:cNvSpPr/>
          <p:nvPr/>
        </p:nvSpPr>
        <p:spPr>
          <a:xfrm>
            <a:off x="4525944" y="3761611"/>
            <a:ext cx="4998566" cy="358594"/>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endParaRPr lang="id-ID" sz="2000" kern="1200">
              <a:solidFill>
                <a:schemeClr val="tx1">
                  <a:lumMod val="75000"/>
                  <a:lumOff val="25000"/>
                </a:schemeClr>
              </a:solidFill>
            </a:endParaRPr>
          </a:p>
        </p:txBody>
      </p:sp>
      <p:sp>
        <p:nvSpPr>
          <p:cNvPr id="52" name="Straight Connector 68"/>
          <p:cNvSpPr/>
          <p:nvPr/>
        </p:nvSpPr>
        <p:spPr>
          <a:xfrm flipV="1">
            <a:off x="2471859" y="4129937"/>
            <a:ext cx="8234240" cy="0"/>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53" name="Freeform 69"/>
          <p:cNvSpPr/>
          <p:nvPr/>
        </p:nvSpPr>
        <p:spPr>
          <a:xfrm>
            <a:off x="4598514" y="4115206"/>
            <a:ext cx="4998566" cy="358594"/>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endParaRPr lang="id-ID" sz="2000" kern="1200">
              <a:solidFill>
                <a:schemeClr val="tx1">
                  <a:lumMod val="75000"/>
                  <a:lumOff val="25000"/>
                </a:schemeClr>
              </a:solidFill>
            </a:endParaRPr>
          </a:p>
        </p:txBody>
      </p:sp>
      <p:sp>
        <p:nvSpPr>
          <p:cNvPr id="54" name="Content Placeholder 2"/>
          <p:cNvSpPr txBox="1"/>
          <p:nvPr/>
        </p:nvSpPr>
        <p:spPr>
          <a:xfrm>
            <a:off x="4652331" y="3853422"/>
            <a:ext cx="6917863" cy="581437"/>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200" dirty="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a:t>
            </a:r>
            <a:r>
              <a:rPr lang="zh-CN" altLang="en-US" sz="1200" dirty="0" smtClean="0">
                <a:solidFill>
                  <a:schemeClr val="tx1">
                    <a:lumMod val="75000"/>
                    <a:lumOff val="25000"/>
                  </a:schemeClr>
                </a:solidFill>
                <a:latin typeface="Impact MT Std" pitchFamily="34" charset="0"/>
                <a:ea typeface="微软雅黑" panose="020B0503020204020204" pitchFamily="34" charset="-122"/>
              </a:rPr>
              <a:t>修饰。</a:t>
            </a:r>
            <a:endParaRPr lang="zh-CN" altLang="en-US" sz="1200" b="1" dirty="0" smtClean="0">
              <a:solidFill>
                <a:schemeClr val="tx1">
                  <a:lumMod val="75000"/>
                  <a:lumOff val="25000"/>
                </a:schemeClr>
              </a:solidFill>
              <a:latin typeface="Impact MT Std" pitchFamily="34" charset="0"/>
              <a:ea typeface="微软雅黑" panose="020B0503020204020204" pitchFamily="34" charset="-122"/>
              <a:cs typeface="Arial" panose="020B0604020202020204" pitchFamily="34" charset="0"/>
            </a:endParaRPr>
          </a:p>
        </p:txBody>
      </p:sp>
      <p:sp>
        <p:nvSpPr>
          <p:cNvPr id="55" name="Content Placeholder 2"/>
          <p:cNvSpPr txBox="1"/>
          <p:nvPr/>
        </p:nvSpPr>
        <p:spPr>
          <a:xfrm>
            <a:off x="3878436" y="3802752"/>
            <a:ext cx="902300" cy="202312"/>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6" name="Group 85"/>
          <p:cNvGrpSpPr/>
          <p:nvPr/>
        </p:nvGrpSpPr>
        <p:grpSpPr>
          <a:xfrm>
            <a:off x="1966095" y="2917157"/>
            <a:ext cx="914400" cy="914400"/>
            <a:chOff x="1071014" y="3645465"/>
            <a:chExt cx="914400" cy="914400"/>
          </a:xfrm>
        </p:grpSpPr>
        <p:sp>
          <p:nvSpPr>
            <p:cNvPr id="57" name="Teardrop 56"/>
            <p:cNvSpPr/>
            <p:nvPr/>
          </p:nvSpPr>
          <p:spPr>
            <a:xfrm rot="2714409">
              <a:off x="1071014" y="3645465"/>
              <a:ext cx="914400" cy="914400"/>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lumMod val="75000"/>
                    <a:lumOff val="25000"/>
                  </a:schemeClr>
                </a:solidFill>
              </a:endParaRPr>
            </a:p>
          </p:txBody>
        </p:sp>
        <p:grpSp>
          <p:nvGrpSpPr>
            <p:cNvPr id="58" name="Group 76"/>
            <p:cNvGrpSpPr>
              <a:grpSpLocks noChangeAspect="1"/>
            </p:cNvGrpSpPr>
            <p:nvPr/>
          </p:nvGrpSpPr>
          <p:grpSpPr>
            <a:xfrm>
              <a:off x="1357162" y="3948046"/>
              <a:ext cx="339996" cy="299327"/>
              <a:chOff x="6040049" y="4182118"/>
              <a:chExt cx="521619" cy="459224"/>
            </a:xfrm>
            <a:solidFill>
              <a:schemeClr val="bg1">
                <a:lumMod val="95000"/>
              </a:schemeClr>
            </a:solidFill>
          </p:grpSpPr>
          <p:sp>
            <p:nvSpPr>
              <p:cNvPr id="59" name="Freeform 84"/>
              <p:cNvSpPr/>
              <p:nvPr/>
            </p:nvSpPr>
            <p:spPr bwMode="auto">
              <a:xfrm>
                <a:off x="6087469" y="4202084"/>
                <a:ext cx="194671" cy="419291"/>
              </a:xfrm>
              <a:custGeom>
                <a:avLst/>
                <a:gdLst>
                  <a:gd name="T0" fmla="*/ 52 w 59"/>
                  <a:gd name="T1" fmla="*/ 5 h 126"/>
                  <a:gd name="T2" fmla="*/ 9 w 59"/>
                  <a:gd name="T3" fmla="*/ 38 h 126"/>
                  <a:gd name="T4" fmla="*/ 0 w 59"/>
                  <a:gd name="T5" fmla="*/ 39 h 126"/>
                  <a:gd name="T6" fmla="*/ 0 w 59"/>
                  <a:gd name="T7" fmla="*/ 86 h 126"/>
                  <a:gd name="T8" fmla="*/ 9 w 59"/>
                  <a:gd name="T9" fmla="*/ 88 h 126"/>
                  <a:gd name="T10" fmla="*/ 51 w 59"/>
                  <a:gd name="T11" fmla="*/ 119 h 126"/>
                  <a:gd name="T12" fmla="*/ 59 w 59"/>
                  <a:gd name="T13" fmla="*/ 119 h 126"/>
                  <a:gd name="T14" fmla="*/ 59 w 59"/>
                  <a:gd name="T15" fmla="*/ 5 h 126"/>
                  <a:gd name="T16" fmla="*/ 52 w 59"/>
                  <a:gd name="T17" fmla="*/ 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6">
                    <a:moveTo>
                      <a:pt x="52" y="5"/>
                    </a:moveTo>
                    <a:cubicBezTo>
                      <a:pt x="9" y="38"/>
                      <a:pt x="9" y="38"/>
                      <a:pt x="9" y="38"/>
                    </a:cubicBezTo>
                    <a:cubicBezTo>
                      <a:pt x="9" y="38"/>
                      <a:pt x="5" y="38"/>
                      <a:pt x="0" y="39"/>
                    </a:cubicBezTo>
                    <a:cubicBezTo>
                      <a:pt x="0" y="86"/>
                      <a:pt x="0" y="86"/>
                      <a:pt x="0" y="86"/>
                    </a:cubicBezTo>
                    <a:cubicBezTo>
                      <a:pt x="5" y="87"/>
                      <a:pt x="9" y="88"/>
                      <a:pt x="9" y="88"/>
                    </a:cubicBezTo>
                    <a:cubicBezTo>
                      <a:pt x="51" y="119"/>
                      <a:pt x="51" y="119"/>
                      <a:pt x="51" y="119"/>
                    </a:cubicBezTo>
                    <a:cubicBezTo>
                      <a:pt x="51" y="119"/>
                      <a:pt x="59" y="126"/>
                      <a:pt x="59" y="119"/>
                    </a:cubicBezTo>
                    <a:cubicBezTo>
                      <a:pt x="59" y="112"/>
                      <a:pt x="59" y="11"/>
                      <a:pt x="59" y="5"/>
                    </a:cubicBezTo>
                    <a:cubicBezTo>
                      <a:pt x="59" y="0"/>
                      <a:pt x="52" y="5"/>
                      <a:pt x="5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0" name="Freeform 85"/>
              <p:cNvSpPr/>
              <p:nvPr/>
            </p:nvSpPr>
            <p:spPr bwMode="auto">
              <a:xfrm>
                <a:off x="6040049" y="4339353"/>
                <a:ext cx="27454" cy="147252"/>
              </a:xfrm>
              <a:custGeom>
                <a:avLst/>
                <a:gdLst>
                  <a:gd name="T0" fmla="*/ 0 w 8"/>
                  <a:gd name="T1" fmla="*/ 8 h 44"/>
                  <a:gd name="T2" fmla="*/ 0 w 8"/>
                  <a:gd name="T3" fmla="*/ 38 h 44"/>
                  <a:gd name="T4" fmla="*/ 8 w 8"/>
                  <a:gd name="T5" fmla="*/ 44 h 44"/>
                  <a:gd name="T6" fmla="*/ 8 w 8"/>
                  <a:gd name="T7" fmla="*/ 0 h 44"/>
                  <a:gd name="T8" fmla="*/ 0 w 8"/>
                  <a:gd name="T9" fmla="*/ 8 h 44"/>
                </a:gdLst>
                <a:ahLst/>
                <a:cxnLst>
                  <a:cxn ang="0">
                    <a:pos x="T0" y="T1"/>
                  </a:cxn>
                  <a:cxn ang="0">
                    <a:pos x="T2" y="T3"/>
                  </a:cxn>
                  <a:cxn ang="0">
                    <a:pos x="T4" y="T5"/>
                  </a:cxn>
                  <a:cxn ang="0">
                    <a:pos x="T6" y="T7"/>
                  </a:cxn>
                  <a:cxn ang="0">
                    <a:pos x="T8" y="T9"/>
                  </a:cxn>
                </a:cxnLst>
                <a:rect l="0" t="0" r="r" b="b"/>
                <a:pathLst>
                  <a:path w="8" h="44">
                    <a:moveTo>
                      <a:pt x="0" y="8"/>
                    </a:moveTo>
                    <a:cubicBezTo>
                      <a:pt x="0" y="16"/>
                      <a:pt x="0" y="32"/>
                      <a:pt x="0" y="38"/>
                    </a:cubicBezTo>
                    <a:cubicBezTo>
                      <a:pt x="0" y="40"/>
                      <a:pt x="4" y="42"/>
                      <a:pt x="8" y="44"/>
                    </a:cubicBezTo>
                    <a:cubicBezTo>
                      <a:pt x="8" y="0"/>
                      <a:pt x="8" y="0"/>
                      <a:pt x="8" y="0"/>
                    </a:cubicBezTo>
                    <a:cubicBezTo>
                      <a:pt x="4" y="2"/>
                      <a:pt x="0" y="4"/>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1" name="Freeform 86"/>
              <p:cNvSpPr/>
              <p:nvPr/>
            </p:nvSpPr>
            <p:spPr bwMode="auto">
              <a:xfrm>
                <a:off x="6329559" y="4296924"/>
                <a:ext cx="77370" cy="229612"/>
              </a:xfrm>
              <a:custGeom>
                <a:avLst/>
                <a:gdLst>
                  <a:gd name="T0" fmla="*/ 10 w 23"/>
                  <a:gd name="T1" fmla="*/ 2 h 69"/>
                  <a:gd name="T2" fmla="*/ 2 w 23"/>
                  <a:gd name="T3" fmla="*/ 2 h 69"/>
                  <a:gd name="T4" fmla="*/ 2 w 23"/>
                  <a:gd name="T5" fmla="*/ 10 h 69"/>
                  <a:gd name="T6" fmla="*/ 12 w 23"/>
                  <a:gd name="T7" fmla="*/ 35 h 69"/>
                  <a:gd name="T8" fmla="*/ 2 w 23"/>
                  <a:gd name="T9" fmla="*/ 60 h 69"/>
                  <a:gd name="T10" fmla="*/ 2 w 23"/>
                  <a:gd name="T11" fmla="*/ 67 h 69"/>
                  <a:gd name="T12" fmla="*/ 6 w 23"/>
                  <a:gd name="T13" fmla="*/ 69 h 69"/>
                  <a:gd name="T14" fmla="*/ 10 w 23"/>
                  <a:gd name="T15" fmla="*/ 67 h 69"/>
                  <a:gd name="T16" fmla="*/ 23 w 23"/>
                  <a:gd name="T17" fmla="*/ 35 h 69"/>
                  <a:gd name="T18" fmla="*/ 10 w 23"/>
                  <a:gd name="T19"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9">
                    <a:moveTo>
                      <a:pt x="10" y="2"/>
                    </a:moveTo>
                    <a:cubicBezTo>
                      <a:pt x="7" y="0"/>
                      <a:pt x="4" y="0"/>
                      <a:pt x="2" y="2"/>
                    </a:cubicBezTo>
                    <a:cubicBezTo>
                      <a:pt x="0" y="4"/>
                      <a:pt x="0" y="8"/>
                      <a:pt x="2" y="10"/>
                    </a:cubicBezTo>
                    <a:cubicBezTo>
                      <a:pt x="9" y="17"/>
                      <a:pt x="12" y="26"/>
                      <a:pt x="12" y="35"/>
                    </a:cubicBezTo>
                    <a:cubicBezTo>
                      <a:pt x="12" y="44"/>
                      <a:pt x="9" y="53"/>
                      <a:pt x="2" y="60"/>
                    </a:cubicBezTo>
                    <a:cubicBezTo>
                      <a:pt x="0" y="62"/>
                      <a:pt x="0" y="65"/>
                      <a:pt x="2" y="67"/>
                    </a:cubicBezTo>
                    <a:cubicBezTo>
                      <a:pt x="3" y="68"/>
                      <a:pt x="4" y="69"/>
                      <a:pt x="6" y="69"/>
                    </a:cubicBezTo>
                    <a:cubicBezTo>
                      <a:pt x="7" y="69"/>
                      <a:pt x="9" y="68"/>
                      <a:pt x="10" y="67"/>
                    </a:cubicBezTo>
                    <a:cubicBezTo>
                      <a:pt x="19" y="58"/>
                      <a:pt x="23" y="47"/>
                      <a:pt x="23" y="35"/>
                    </a:cubicBezTo>
                    <a:cubicBezTo>
                      <a:pt x="23" y="23"/>
                      <a:pt x="19" y="1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2" name="Freeform 87"/>
              <p:cNvSpPr/>
              <p:nvPr/>
            </p:nvSpPr>
            <p:spPr bwMode="auto">
              <a:xfrm>
                <a:off x="6376980" y="4239521"/>
                <a:ext cx="102328" cy="341923"/>
              </a:xfrm>
              <a:custGeom>
                <a:avLst/>
                <a:gdLst>
                  <a:gd name="T0" fmla="*/ 10 w 31"/>
                  <a:gd name="T1" fmla="*/ 2 h 103"/>
                  <a:gd name="T2" fmla="*/ 3 w 31"/>
                  <a:gd name="T3" fmla="*/ 2 h 103"/>
                  <a:gd name="T4" fmla="*/ 3 w 31"/>
                  <a:gd name="T5" fmla="*/ 10 h 103"/>
                  <a:gd name="T6" fmla="*/ 20 w 31"/>
                  <a:gd name="T7" fmla="*/ 52 h 103"/>
                  <a:gd name="T8" fmla="*/ 3 w 31"/>
                  <a:gd name="T9" fmla="*/ 94 h 103"/>
                  <a:gd name="T10" fmla="*/ 3 w 31"/>
                  <a:gd name="T11" fmla="*/ 102 h 103"/>
                  <a:gd name="T12" fmla="*/ 6 w 31"/>
                  <a:gd name="T13" fmla="*/ 103 h 103"/>
                  <a:gd name="T14" fmla="*/ 10 w 31"/>
                  <a:gd name="T15" fmla="*/ 102 h 103"/>
                  <a:gd name="T16" fmla="*/ 31 w 31"/>
                  <a:gd name="T17" fmla="*/ 52 h 103"/>
                  <a:gd name="T18" fmla="*/ 10 w 31"/>
                  <a:gd name="T19" fmla="*/ 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03">
                    <a:moveTo>
                      <a:pt x="10" y="2"/>
                    </a:moveTo>
                    <a:cubicBezTo>
                      <a:pt x="8" y="0"/>
                      <a:pt x="5" y="0"/>
                      <a:pt x="3" y="2"/>
                    </a:cubicBezTo>
                    <a:cubicBezTo>
                      <a:pt x="0" y="4"/>
                      <a:pt x="0" y="8"/>
                      <a:pt x="3" y="10"/>
                    </a:cubicBezTo>
                    <a:cubicBezTo>
                      <a:pt x="14" y="21"/>
                      <a:pt x="20" y="37"/>
                      <a:pt x="20" y="52"/>
                    </a:cubicBezTo>
                    <a:cubicBezTo>
                      <a:pt x="20" y="67"/>
                      <a:pt x="14" y="82"/>
                      <a:pt x="3" y="94"/>
                    </a:cubicBezTo>
                    <a:cubicBezTo>
                      <a:pt x="0" y="96"/>
                      <a:pt x="0" y="100"/>
                      <a:pt x="3" y="102"/>
                    </a:cubicBezTo>
                    <a:cubicBezTo>
                      <a:pt x="4" y="103"/>
                      <a:pt x="5" y="103"/>
                      <a:pt x="6" y="103"/>
                    </a:cubicBezTo>
                    <a:cubicBezTo>
                      <a:pt x="8" y="103"/>
                      <a:pt x="9" y="103"/>
                      <a:pt x="10" y="102"/>
                    </a:cubicBezTo>
                    <a:cubicBezTo>
                      <a:pt x="24" y="88"/>
                      <a:pt x="31" y="70"/>
                      <a:pt x="31" y="52"/>
                    </a:cubicBezTo>
                    <a:cubicBezTo>
                      <a:pt x="31" y="34"/>
                      <a:pt x="24" y="16"/>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3" name="Freeform 88"/>
              <p:cNvSpPr/>
              <p:nvPr/>
            </p:nvSpPr>
            <p:spPr bwMode="auto">
              <a:xfrm>
                <a:off x="6436879" y="4182118"/>
                <a:ext cx="124789" cy="459224"/>
              </a:xfrm>
              <a:custGeom>
                <a:avLst/>
                <a:gdLst>
                  <a:gd name="T0" fmla="*/ 10 w 38"/>
                  <a:gd name="T1" fmla="*/ 2 h 138"/>
                  <a:gd name="T2" fmla="*/ 2 w 38"/>
                  <a:gd name="T3" fmla="*/ 2 h 138"/>
                  <a:gd name="T4" fmla="*/ 2 w 38"/>
                  <a:gd name="T5" fmla="*/ 9 h 138"/>
                  <a:gd name="T6" fmla="*/ 27 w 38"/>
                  <a:gd name="T7" fmla="*/ 69 h 138"/>
                  <a:gd name="T8" fmla="*/ 2 w 38"/>
                  <a:gd name="T9" fmla="*/ 128 h 138"/>
                  <a:gd name="T10" fmla="*/ 2 w 38"/>
                  <a:gd name="T11" fmla="*/ 136 h 138"/>
                  <a:gd name="T12" fmla="*/ 6 w 38"/>
                  <a:gd name="T13" fmla="*/ 138 h 138"/>
                  <a:gd name="T14" fmla="*/ 10 w 38"/>
                  <a:gd name="T15" fmla="*/ 136 h 138"/>
                  <a:gd name="T16" fmla="*/ 38 w 38"/>
                  <a:gd name="T17" fmla="*/ 69 h 138"/>
                  <a:gd name="T18" fmla="*/ 10 w 38"/>
                  <a:gd name="T19" fmla="*/ 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38">
                    <a:moveTo>
                      <a:pt x="10" y="2"/>
                    </a:moveTo>
                    <a:cubicBezTo>
                      <a:pt x="8" y="0"/>
                      <a:pt x="5" y="0"/>
                      <a:pt x="2" y="2"/>
                    </a:cubicBezTo>
                    <a:cubicBezTo>
                      <a:pt x="0" y="4"/>
                      <a:pt x="0" y="7"/>
                      <a:pt x="2" y="9"/>
                    </a:cubicBezTo>
                    <a:cubicBezTo>
                      <a:pt x="19" y="26"/>
                      <a:pt x="27" y="47"/>
                      <a:pt x="27" y="69"/>
                    </a:cubicBezTo>
                    <a:cubicBezTo>
                      <a:pt x="27" y="90"/>
                      <a:pt x="19" y="112"/>
                      <a:pt x="2" y="128"/>
                    </a:cubicBezTo>
                    <a:cubicBezTo>
                      <a:pt x="0" y="130"/>
                      <a:pt x="0" y="134"/>
                      <a:pt x="2" y="136"/>
                    </a:cubicBezTo>
                    <a:cubicBezTo>
                      <a:pt x="4" y="137"/>
                      <a:pt x="5" y="138"/>
                      <a:pt x="6" y="138"/>
                    </a:cubicBezTo>
                    <a:cubicBezTo>
                      <a:pt x="8" y="138"/>
                      <a:pt x="9" y="137"/>
                      <a:pt x="10" y="136"/>
                    </a:cubicBezTo>
                    <a:cubicBezTo>
                      <a:pt x="29" y="117"/>
                      <a:pt x="38" y="93"/>
                      <a:pt x="38" y="69"/>
                    </a:cubicBezTo>
                    <a:cubicBezTo>
                      <a:pt x="38" y="45"/>
                      <a:pt x="29" y="2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grpSp>
        <p:nvGrpSpPr>
          <p:cNvPr id="64" name="Group 86"/>
          <p:cNvGrpSpPr/>
          <p:nvPr/>
        </p:nvGrpSpPr>
        <p:grpSpPr>
          <a:xfrm>
            <a:off x="2612668" y="3670899"/>
            <a:ext cx="914400" cy="914400"/>
            <a:chOff x="1717587" y="4399207"/>
            <a:chExt cx="914400" cy="914400"/>
          </a:xfrm>
        </p:grpSpPr>
        <p:sp>
          <p:nvSpPr>
            <p:cNvPr id="65" name="Teardrop 66"/>
            <p:cNvSpPr/>
            <p:nvPr/>
          </p:nvSpPr>
          <p:spPr>
            <a:xfrm rot="2714409">
              <a:off x="1717587" y="4399207"/>
              <a:ext cx="914400" cy="914400"/>
            </a:xfrm>
            <a:prstGeom prst="teardrop">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lumMod val="75000"/>
                    <a:lumOff val="25000"/>
                  </a:schemeClr>
                </a:solidFill>
              </a:endParaRPr>
            </a:p>
          </p:txBody>
        </p:sp>
        <p:sp>
          <p:nvSpPr>
            <p:cNvPr id="66" name="Freeform 16"/>
            <p:cNvSpPr>
              <a:spLocks noChangeAspect="1" noEditPoints="1"/>
            </p:cNvSpPr>
            <p:nvPr/>
          </p:nvSpPr>
          <p:spPr bwMode="auto">
            <a:xfrm>
              <a:off x="2009712" y="4632711"/>
              <a:ext cx="335981" cy="389311"/>
            </a:xfrm>
            <a:custGeom>
              <a:avLst/>
              <a:gdLst>
                <a:gd name="T0" fmla="*/ 233 w 320"/>
                <a:gd name="T1" fmla="*/ 138 h 371"/>
                <a:gd name="T2" fmla="*/ 261 w 320"/>
                <a:gd name="T3" fmla="*/ 12 h 371"/>
                <a:gd name="T4" fmla="*/ 168 w 320"/>
                <a:gd name="T5" fmla="*/ 104 h 371"/>
                <a:gd name="T6" fmla="*/ 80 w 320"/>
                <a:gd name="T7" fmla="*/ 182 h 371"/>
                <a:gd name="T8" fmla="*/ 80 w 320"/>
                <a:gd name="T9" fmla="*/ 319 h 371"/>
                <a:gd name="T10" fmla="*/ 253 w 320"/>
                <a:gd name="T11" fmla="*/ 371 h 371"/>
                <a:gd name="T12" fmla="*/ 320 w 320"/>
                <a:gd name="T13" fmla="*/ 172 h 371"/>
                <a:gd name="T14" fmla="*/ 233 w 320"/>
                <a:gd name="T15" fmla="*/ 138 h 371"/>
                <a:gd name="T16" fmla="*/ 60 w 320"/>
                <a:gd name="T17" fmla="*/ 140 h 371"/>
                <a:gd name="T18" fmla="*/ 0 w 320"/>
                <a:gd name="T19" fmla="*/ 202 h 371"/>
                <a:gd name="T20" fmla="*/ 0 w 320"/>
                <a:gd name="T21" fmla="*/ 299 h 371"/>
                <a:gd name="T22" fmla="*/ 60 w 320"/>
                <a:gd name="T23" fmla="*/ 360 h 371"/>
                <a:gd name="T24" fmla="*/ 40 w 320"/>
                <a:gd name="T25" fmla="*/ 315 h 371"/>
                <a:gd name="T26" fmla="*/ 40 w 320"/>
                <a:gd name="T27" fmla="*/ 187 h 371"/>
                <a:gd name="T28" fmla="*/ 60 w 320"/>
                <a:gd name="T29" fmla="*/ 14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0" h="371">
                  <a:moveTo>
                    <a:pt x="233" y="138"/>
                  </a:moveTo>
                  <a:cubicBezTo>
                    <a:pt x="230" y="131"/>
                    <a:pt x="304" y="65"/>
                    <a:pt x="261" y="12"/>
                  </a:cubicBezTo>
                  <a:cubicBezTo>
                    <a:pt x="251" y="0"/>
                    <a:pt x="217" y="72"/>
                    <a:pt x="168" y="104"/>
                  </a:cubicBezTo>
                  <a:cubicBezTo>
                    <a:pt x="142" y="122"/>
                    <a:pt x="80" y="161"/>
                    <a:pt x="80" y="182"/>
                  </a:cubicBezTo>
                  <a:cubicBezTo>
                    <a:pt x="80" y="319"/>
                    <a:pt x="80" y="319"/>
                    <a:pt x="80" y="319"/>
                  </a:cubicBezTo>
                  <a:cubicBezTo>
                    <a:pt x="80" y="344"/>
                    <a:pt x="178" y="371"/>
                    <a:pt x="253" y="371"/>
                  </a:cubicBezTo>
                  <a:cubicBezTo>
                    <a:pt x="280" y="371"/>
                    <a:pt x="320" y="199"/>
                    <a:pt x="320" y="172"/>
                  </a:cubicBezTo>
                  <a:cubicBezTo>
                    <a:pt x="320" y="145"/>
                    <a:pt x="235" y="145"/>
                    <a:pt x="233" y="138"/>
                  </a:cubicBezTo>
                  <a:close/>
                  <a:moveTo>
                    <a:pt x="60" y="140"/>
                  </a:moveTo>
                  <a:cubicBezTo>
                    <a:pt x="47" y="140"/>
                    <a:pt x="0" y="148"/>
                    <a:pt x="0" y="202"/>
                  </a:cubicBezTo>
                  <a:cubicBezTo>
                    <a:pt x="0" y="299"/>
                    <a:pt x="0" y="299"/>
                    <a:pt x="0" y="299"/>
                  </a:cubicBezTo>
                  <a:cubicBezTo>
                    <a:pt x="0" y="354"/>
                    <a:pt x="47" y="360"/>
                    <a:pt x="60" y="360"/>
                  </a:cubicBezTo>
                  <a:cubicBezTo>
                    <a:pt x="73" y="360"/>
                    <a:pt x="40" y="348"/>
                    <a:pt x="40" y="315"/>
                  </a:cubicBezTo>
                  <a:cubicBezTo>
                    <a:pt x="40" y="187"/>
                    <a:pt x="40" y="187"/>
                    <a:pt x="40" y="187"/>
                  </a:cubicBezTo>
                  <a:cubicBezTo>
                    <a:pt x="40" y="152"/>
                    <a:pt x="73" y="140"/>
                    <a:pt x="60" y="14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dirty="0">
                <a:solidFill>
                  <a:schemeClr val="tx1">
                    <a:lumMod val="75000"/>
                    <a:lumOff val="25000"/>
                  </a:schemeClr>
                </a:solidFill>
              </a:endParaRPr>
            </a:p>
          </p:txBody>
        </p:sp>
      </p:grpSp>
      <p:grpSp>
        <p:nvGrpSpPr>
          <p:cNvPr id="67" name="Group 84"/>
          <p:cNvGrpSpPr/>
          <p:nvPr/>
        </p:nvGrpSpPr>
        <p:grpSpPr>
          <a:xfrm>
            <a:off x="2612668" y="2166518"/>
            <a:ext cx="914400" cy="914400"/>
            <a:chOff x="1717587" y="2894826"/>
            <a:chExt cx="914400" cy="914400"/>
          </a:xfrm>
        </p:grpSpPr>
        <p:sp>
          <p:nvSpPr>
            <p:cNvPr id="68" name="Teardrop 46"/>
            <p:cNvSpPr/>
            <p:nvPr/>
          </p:nvSpPr>
          <p:spPr>
            <a:xfrm rot="2714409">
              <a:off x="1717587" y="2894826"/>
              <a:ext cx="914400" cy="914400"/>
            </a:xfrm>
            <a:prstGeom prst="teardrop">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lumMod val="75000"/>
                    <a:lumOff val="25000"/>
                  </a:schemeClr>
                </a:solidFill>
              </a:endParaRPr>
            </a:p>
          </p:txBody>
        </p:sp>
        <p:sp>
          <p:nvSpPr>
            <p:cNvPr id="69" name="Freeform 6"/>
            <p:cNvSpPr>
              <a:spLocks noChangeAspect="1" noEditPoints="1"/>
            </p:cNvSpPr>
            <p:nvPr/>
          </p:nvSpPr>
          <p:spPr bwMode="auto">
            <a:xfrm>
              <a:off x="2033640" y="3176640"/>
              <a:ext cx="312053" cy="274118"/>
            </a:xfrm>
            <a:custGeom>
              <a:avLst/>
              <a:gdLst>
                <a:gd name="T0" fmla="*/ 400 w 400"/>
                <a:gd name="T1" fmla="*/ 352 h 352"/>
                <a:gd name="T2" fmla="*/ 394 w 400"/>
                <a:gd name="T3" fmla="*/ 268 h 352"/>
                <a:gd name="T4" fmla="*/ 342 w 400"/>
                <a:gd name="T5" fmla="*/ 236 h 352"/>
                <a:gd name="T6" fmla="*/ 303 w 400"/>
                <a:gd name="T7" fmla="*/ 191 h 352"/>
                <a:gd name="T8" fmla="*/ 316 w 400"/>
                <a:gd name="T9" fmla="*/ 157 h 352"/>
                <a:gd name="T10" fmla="*/ 327 w 400"/>
                <a:gd name="T11" fmla="*/ 134 h 352"/>
                <a:gd name="T12" fmla="*/ 322 w 400"/>
                <a:gd name="T13" fmla="*/ 122 h 352"/>
                <a:gd name="T14" fmla="*/ 325 w 400"/>
                <a:gd name="T15" fmla="*/ 98 h 352"/>
                <a:gd name="T16" fmla="*/ 278 w 400"/>
                <a:gd name="T17" fmla="*/ 51 h 352"/>
                <a:gd name="T18" fmla="*/ 230 w 400"/>
                <a:gd name="T19" fmla="*/ 98 h 352"/>
                <a:gd name="T20" fmla="*/ 233 w 400"/>
                <a:gd name="T21" fmla="*/ 122 h 352"/>
                <a:gd name="T22" fmla="*/ 229 w 400"/>
                <a:gd name="T23" fmla="*/ 134 h 352"/>
                <a:gd name="T24" fmla="*/ 240 w 400"/>
                <a:gd name="T25" fmla="*/ 157 h 352"/>
                <a:gd name="T26" fmla="*/ 253 w 400"/>
                <a:gd name="T27" fmla="*/ 191 h 352"/>
                <a:gd name="T28" fmla="*/ 236 w 400"/>
                <a:gd name="T29" fmla="*/ 224 h 352"/>
                <a:gd name="T30" fmla="*/ 310 w 400"/>
                <a:gd name="T31" fmla="*/ 292 h 352"/>
                <a:gd name="T32" fmla="*/ 310 w 400"/>
                <a:gd name="T33" fmla="*/ 352 h 352"/>
                <a:gd name="T34" fmla="*/ 400 w 400"/>
                <a:gd name="T35" fmla="*/ 352 h 352"/>
                <a:gd name="T36" fmla="*/ 204 w 400"/>
                <a:gd name="T37" fmla="*/ 247 h 352"/>
                <a:gd name="T38" fmla="*/ 152 w 400"/>
                <a:gd name="T39" fmla="*/ 187 h 352"/>
                <a:gd name="T40" fmla="*/ 169 w 400"/>
                <a:gd name="T41" fmla="*/ 142 h 352"/>
                <a:gd name="T42" fmla="*/ 184 w 400"/>
                <a:gd name="T43" fmla="*/ 111 h 352"/>
                <a:gd name="T44" fmla="*/ 179 w 400"/>
                <a:gd name="T45" fmla="*/ 95 h 352"/>
                <a:gd name="T46" fmla="*/ 183 w 400"/>
                <a:gd name="T47" fmla="*/ 63 h 352"/>
                <a:gd name="T48" fmla="*/ 119 w 400"/>
                <a:gd name="T49" fmla="*/ 0 h 352"/>
                <a:gd name="T50" fmla="*/ 55 w 400"/>
                <a:gd name="T51" fmla="*/ 63 h 352"/>
                <a:gd name="T52" fmla="*/ 59 w 400"/>
                <a:gd name="T53" fmla="*/ 95 h 352"/>
                <a:gd name="T54" fmla="*/ 53 w 400"/>
                <a:gd name="T55" fmla="*/ 111 h 352"/>
                <a:gd name="T56" fmla="*/ 68 w 400"/>
                <a:gd name="T57" fmla="*/ 142 h 352"/>
                <a:gd name="T58" fmla="*/ 86 w 400"/>
                <a:gd name="T59" fmla="*/ 187 h 352"/>
                <a:gd name="T60" fmla="*/ 33 w 400"/>
                <a:gd name="T61" fmla="*/ 247 h 352"/>
                <a:gd name="T62" fmla="*/ 0 w 400"/>
                <a:gd name="T63" fmla="*/ 279 h 352"/>
                <a:gd name="T64" fmla="*/ 0 w 400"/>
                <a:gd name="T65" fmla="*/ 352 h 352"/>
                <a:gd name="T66" fmla="*/ 278 w 400"/>
                <a:gd name="T67" fmla="*/ 352 h 352"/>
                <a:gd name="T68" fmla="*/ 278 w 400"/>
                <a:gd name="T69" fmla="*/ 297 h 352"/>
                <a:gd name="T70" fmla="*/ 204 w 400"/>
                <a:gd name="T71" fmla="*/ 24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0" h="352">
                  <a:moveTo>
                    <a:pt x="400" y="352"/>
                  </a:moveTo>
                  <a:cubicBezTo>
                    <a:pt x="400" y="352"/>
                    <a:pt x="399" y="276"/>
                    <a:pt x="394" y="268"/>
                  </a:cubicBezTo>
                  <a:cubicBezTo>
                    <a:pt x="387" y="257"/>
                    <a:pt x="371" y="249"/>
                    <a:pt x="342" y="236"/>
                  </a:cubicBezTo>
                  <a:cubicBezTo>
                    <a:pt x="312" y="224"/>
                    <a:pt x="303" y="213"/>
                    <a:pt x="303" y="191"/>
                  </a:cubicBezTo>
                  <a:cubicBezTo>
                    <a:pt x="303" y="177"/>
                    <a:pt x="312" y="182"/>
                    <a:pt x="316" y="157"/>
                  </a:cubicBezTo>
                  <a:cubicBezTo>
                    <a:pt x="317" y="147"/>
                    <a:pt x="325" y="157"/>
                    <a:pt x="327" y="134"/>
                  </a:cubicBezTo>
                  <a:cubicBezTo>
                    <a:pt x="327" y="124"/>
                    <a:pt x="322" y="122"/>
                    <a:pt x="322" y="122"/>
                  </a:cubicBezTo>
                  <a:cubicBezTo>
                    <a:pt x="322" y="122"/>
                    <a:pt x="325" y="108"/>
                    <a:pt x="325" y="98"/>
                  </a:cubicBezTo>
                  <a:cubicBezTo>
                    <a:pt x="327" y="85"/>
                    <a:pt x="319" y="51"/>
                    <a:pt x="278" y="51"/>
                  </a:cubicBezTo>
                  <a:cubicBezTo>
                    <a:pt x="236" y="51"/>
                    <a:pt x="229" y="85"/>
                    <a:pt x="230" y="98"/>
                  </a:cubicBezTo>
                  <a:cubicBezTo>
                    <a:pt x="231" y="108"/>
                    <a:pt x="233" y="122"/>
                    <a:pt x="233" y="122"/>
                  </a:cubicBezTo>
                  <a:cubicBezTo>
                    <a:pt x="233" y="122"/>
                    <a:pt x="229" y="124"/>
                    <a:pt x="229" y="134"/>
                  </a:cubicBezTo>
                  <a:cubicBezTo>
                    <a:pt x="230" y="157"/>
                    <a:pt x="238" y="147"/>
                    <a:pt x="240" y="157"/>
                  </a:cubicBezTo>
                  <a:cubicBezTo>
                    <a:pt x="244" y="182"/>
                    <a:pt x="253" y="177"/>
                    <a:pt x="253" y="191"/>
                  </a:cubicBezTo>
                  <a:cubicBezTo>
                    <a:pt x="253" y="206"/>
                    <a:pt x="248" y="216"/>
                    <a:pt x="236" y="224"/>
                  </a:cubicBezTo>
                  <a:cubicBezTo>
                    <a:pt x="301" y="257"/>
                    <a:pt x="310" y="263"/>
                    <a:pt x="310" y="292"/>
                  </a:cubicBezTo>
                  <a:cubicBezTo>
                    <a:pt x="310" y="352"/>
                    <a:pt x="310" y="352"/>
                    <a:pt x="310" y="352"/>
                  </a:cubicBezTo>
                  <a:lnTo>
                    <a:pt x="400" y="352"/>
                  </a:lnTo>
                  <a:close/>
                  <a:moveTo>
                    <a:pt x="204" y="247"/>
                  </a:moveTo>
                  <a:cubicBezTo>
                    <a:pt x="165" y="231"/>
                    <a:pt x="152" y="217"/>
                    <a:pt x="152" y="187"/>
                  </a:cubicBezTo>
                  <a:cubicBezTo>
                    <a:pt x="152" y="169"/>
                    <a:pt x="164" y="175"/>
                    <a:pt x="169" y="142"/>
                  </a:cubicBezTo>
                  <a:cubicBezTo>
                    <a:pt x="172" y="129"/>
                    <a:pt x="182" y="142"/>
                    <a:pt x="184" y="111"/>
                  </a:cubicBezTo>
                  <a:cubicBezTo>
                    <a:pt x="184" y="98"/>
                    <a:pt x="179" y="95"/>
                    <a:pt x="179" y="95"/>
                  </a:cubicBezTo>
                  <a:cubicBezTo>
                    <a:pt x="179" y="95"/>
                    <a:pt x="181" y="77"/>
                    <a:pt x="183" y="63"/>
                  </a:cubicBezTo>
                  <a:cubicBezTo>
                    <a:pt x="184" y="45"/>
                    <a:pt x="174" y="0"/>
                    <a:pt x="119" y="0"/>
                  </a:cubicBezTo>
                  <a:cubicBezTo>
                    <a:pt x="64" y="0"/>
                    <a:pt x="54" y="45"/>
                    <a:pt x="55" y="63"/>
                  </a:cubicBezTo>
                  <a:cubicBezTo>
                    <a:pt x="56" y="77"/>
                    <a:pt x="59" y="95"/>
                    <a:pt x="59" y="95"/>
                  </a:cubicBezTo>
                  <a:cubicBezTo>
                    <a:pt x="59" y="95"/>
                    <a:pt x="53" y="98"/>
                    <a:pt x="53" y="111"/>
                  </a:cubicBezTo>
                  <a:cubicBezTo>
                    <a:pt x="55" y="142"/>
                    <a:pt x="66" y="129"/>
                    <a:pt x="68" y="142"/>
                  </a:cubicBezTo>
                  <a:cubicBezTo>
                    <a:pt x="74" y="175"/>
                    <a:pt x="86" y="169"/>
                    <a:pt x="86" y="187"/>
                  </a:cubicBezTo>
                  <a:cubicBezTo>
                    <a:pt x="86" y="217"/>
                    <a:pt x="73" y="231"/>
                    <a:pt x="33" y="247"/>
                  </a:cubicBezTo>
                  <a:cubicBezTo>
                    <a:pt x="21" y="252"/>
                    <a:pt x="0" y="260"/>
                    <a:pt x="0" y="279"/>
                  </a:cubicBezTo>
                  <a:cubicBezTo>
                    <a:pt x="0" y="352"/>
                    <a:pt x="0" y="352"/>
                    <a:pt x="0" y="352"/>
                  </a:cubicBezTo>
                  <a:cubicBezTo>
                    <a:pt x="278" y="352"/>
                    <a:pt x="278" y="352"/>
                    <a:pt x="278" y="352"/>
                  </a:cubicBezTo>
                  <a:cubicBezTo>
                    <a:pt x="278" y="352"/>
                    <a:pt x="278" y="309"/>
                    <a:pt x="278" y="297"/>
                  </a:cubicBezTo>
                  <a:cubicBezTo>
                    <a:pt x="278" y="280"/>
                    <a:pt x="244" y="264"/>
                    <a:pt x="204" y="247"/>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dirty="0">
                <a:solidFill>
                  <a:schemeClr val="tx1">
                    <a:lumMod val="75000"/>
                    <a:lumOff val="25000"/>
                  </a:schemeClr>
                </a:solidFill>
              </a:endParaRPr>
            </a:p>
          </p:txBody>
        </p:sp>
      </p:grpSp>
      <p:sp>
        <p:nvSpPr>
          <p:cNvPr id="91" name="TextBox 90"/>
          <p:cNvSpPr txBox="1"/>
          <p:nvPr/>
        </p:nvSpPr>
        <p:spPr>
          <a:xfrm>
            <a:off x="2101143" y="5448126"/>
            <a:ext cx="8172908" cy="646331"/>
          </a:xfrm>
          <a:prstGeom prst="rect">
            <a:avLst/>
          </a:prstGeom>
          <a:noFill/>
        </p:spPr>
        <p:txBody>
          <a:bodyPr wrap="square" lIns="0" tIns="0" rIns="0" bIns="0" rtlCol="0">
            <a:spAutoFit/>
          </a:bodyPr>
          <a:lstStyle/>
          <a:p>
            <a:pPr algn="just"/>
            <a:r>
              <a:rPr lang="zh-CN" altLang="en-US" sz="1400" dirty="0" smtClean="0">
                <a:solidFill>
                  <a:schemeClr val="tx1">
                    <a:lumMod val="75000"/>
                    <a:lumOff val="25000"/>
                  </a:schemeClr>
                </a:solidFill>
                <a:latin typeface="Impact MT Std" pitchFamily="34" charset="0"/>
                <a:ea typeface="微软雅黑" panose="020B0503020204020204" pitchFamily="34" charset="-122"/>
              </a:rPr>
              <a:t>点击输入简要文字解说，解说文字尽量概括精炼，不用多余的文字修饰，简洁精准的 解说所提炼的核心概念。点击输入简要文字解说，解说文字尽量概括精炼，不用多余的文字修饰，简洁精准的 解说所提炼的核心概念。</a:t>
            </a:r>
            <a:endParaRPr lang="zh-CN" altLang="en-US" sz="1400"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92" name="TextBox 91"/>
          <p:cNvSpPr txBox="1"/>
          <p:nvPr/>
        </p:nvSpPr>
        <p:spPr>
          <a:xfrm>
            <a:off x="5190372" y="5013176"/>
            <a:ext cx="2059343" cy="307777"/>
          </a:xfrm>
          <a:prstGeom prst="rect">
            <a:avLst/>
          </a:prstGeom>
          <a:noFill/>
        </p:spPr>
        <p:txBody>
          <a:bodyPr wrap="square" lIns="0" tIns="0" rIns="0" bIns="0" rtlCol="0">
            <a:spAutoFit/>
          </a:bodyPr>
          <a:lstStyle/>
          <a:p>
            <a:r>
              <a:rPr lang="zh-CN" altLang="en-US" sz="2000" b="1" dirty="0" smtClean="0">
                <a:solidFill>
                  <a:schemeClr val="tx1">
                    <a:lumMod val="75000"/>
                    <a:lumOff val="25000"/>
                  </a:schemeClr>
                </a:solidFill>
                <a:latin typeface="Impact MT Std" pitchFamily="34" charset="0"/>
                <a:ea typeface="微软雅黑" panose="020B0503020204020204" pitchFamily="34" charset="-122"/>
              </a:rPr>
              <a:t>点击输入标题文本</a:t>
            </a:r>
            <a:endParaRPr lang="zh-CN" altLang="en-US" sz="2000" b="1" dirty="0" smtClean="0">
              <a:solidFill>
                <a:schemeClr val="tx1">
                  <a:lumMod val="75000"/>
                  <a:lumOff val="25000"/>
                </a:schemeClr>
              </a:solidFill>
              <a:latin typeface="Impact MT Std" pitchFamily="34" charset="0"/>
              <a:ea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0-#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0-#ppt_w/2"/>
                                          </p:val>
                                        </p:tav>
                                        <p:tav tm="100000">
                                          <p:val>
                                            <p:strVal val="#ppt_x"/>
                                          </p:val>
                                        </p:tav>
                                      </p:tavLst>
                                    </p:anim>
                                    <p:anim calcmode="lin" valueType="num">
                                      <p:cBhvr additive="base">
                                        <p:cTn id="20" dur="500" fill="hold"/>
                                        <p:tgtEl>
                                          <p:spTgt spid="2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additive="base">
                                        <p:cTn id="23" dur="500" fill="hold"/>
                                        <p:tgtEl>
                                          <p:spTgt spid="29"/>
                                        </p:tgtEl>
                                        <p:attrNameLst>
                                          <p:attrName>ppt_x</p:attrName>
                                        </p:attrNameLst>
                                      </p:cBhvr>
                                      <p:tavLst>
                                        <p:tav tm="0">
                                          <p:val>
                                            <p:strVal val="0-#ppt_w/2"/>
                                          </p:val>
                                        </p:tav>
                                        <p:tav tm="100000">
                                          <p:val>
                                            <p:strVal val="#ppt_x"/>
                                          </p:val>
                                        </p:tav>
                                      </p:tavLst>
                                    </p:anim>
                                    <p:anim calcmode="lin" valueType="num">
                                      <p:cBhvr additive="base">
                                        <p:cTn id="24" dur="500" fill="hold"/>
                                        <p:tgtEl>
                                          <p:spTgt spid="29"/>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nodePh="1">
                                  <p:stCondLst>
                                    <p:cond delay="500"/>
                                  </p:stCondLst>
                                  <p:endCondLst>
                                    <p:cond evt="begin" delay="0">
                                      <p:tn val="25"/>
                                    </p:cond>
                                  </p:end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1+#ppt_w/2"/>
                                          </p:val>
                                        </p:tav>
                                        <p:tav tm="100000">
                                          <p:val>
                                            <p:strVal val="#ppt_x"/>
                                          </p:val>
                                        </p:tav>
                                      </p:tavLst>
                                    </p:anim>
                                    <p:anim calcmode="lin" valueType="num">
                                      <p:cBhvr additive="base">
                                        <p:cTn id="28" dur="500" fill="hold"/>
                                        <p:tgtEl>
                                          <p:spTgt spid="40"/>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50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fill="hold"/>
                                        <p:tgtEl>
                                          <p:spTgt spid="41"/>
                                        </p:tgtEl>
                                        <p:attrNameLst>
                                          <p:attrName>ppt_x</p:attrName>
                                        </p:attrNameLst>
                                      </p:cBhvr>
                                      <p:tavLst>
                                        <p:tav tm="0">
                                          <p:val>
                                            <p:strVal val="1+#ppt_w/2"/>
                                          </p:val>
                                        </p:tav>
                                        <p:tav tm="100000">
                                          <p:val>
                                            <p:strVal val="#ppt_x"/>
                                          </p:val>
                                        </p:tav>
                                      </p:tavLst>
                                    </p:anim>
                                    <p:anim calcmode="lin" valueType="num">
                                      <p:cBhvr additive="base">
                                        <p:cTn id="32" dur="500" fill="hold"/>
                                        <p:tgtEl>
                                          <p:spTgt spid="41"/>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00"/>
                                  </p:stCondLst>
                                  <p:childTnLst>
                                    <p:set>
                                      <p:cBhvr>
                                        <p:cTn id="34" dur="1" fill="hold">
                                          <p:stCondLst>
                                            <p:cond delay="0"/>
                                          </p:stCondLst>
                                        </p:cTn>
                                        <p:tgtEl>
                                          <p:spTgt spid="45"/>
                                        </p:tgtEl>
                                        <p:attrNameLst>
                                          <p:attrName>style.visibility</p:attrName>
                                        </p:attrNameLst>
                                      </p:cBhvr>
                                      <p:to>
                                        <p:strVal val="visible"/>
                                      </p:to>
                                    </p:set>
                                    <p:anim calcmode="lin" valueType="num">
                                      <p:cBhvr additive="base">
                                        <p:cTn id="35" dur="500" fill="hold"/>
                                        <p:tgtEl>
                                          <p:spTgt spid="45"/>
                                        </p:tgtEl>
                                        <p:attrNameLst>
                                          <p:attrName>ppt_x</p:attrName>
                                        </p:attrNameLst>
                                      </p:cBhvr>
                                      <p:tavLst>
                                        <p:tav tm="0">
                                          <p:val>
                                            <p:strVal val="1+#ppt_w/2"/>
                                          </p:val>
                                        </p:tav>
                                        <p:tav tm="100000">
                                          <p:val>
                                            <p:strVal val="#ppt_x"/>
                                          </p:val>
                                        </p:tav>
                                      </p:tavLst>
                                    </p:anim>
                                    <p:anim calcmode="lin" valueType="num">
                                      <p:cBhvr additive="base">
                                        <p:cTn id="36" dur="500" fill="hold"/>
                                        <p:tgtEl>
                                          <p:spTgt spid="45"/>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500"/>
                                  </p:stCondLst>
                                  <p:childTnLst>
                                    <p:set>
                                      <p:cBhvr>
                                        <p:cTn id="38" dur="1" fill="hold">
                                          <p:stCondLst>
                                            <p:cond delay="0"/>
                                          </p:stCondLst>
                                        </p:cTn>
                                        <p:tgtEl>
                                          <p:spTgt spid="46"/>
                                        </p:tgtEl>
                                        <p:attrNameLst>
                                          <p:attrName>style.visibility</p:attrName>
                                        </p:attrNameLst>
                                      </p:cBhvr>
                                      <p:to>
                                        <p:strVal val="visible"/>
                                      </p:to>
                                    </p:set>
                                    <p:anim calcmode="lin" valueType="num">
                                      <p:cBhvr additive="base">
                                        <p:cTn id="39" dur="500" fill="hold"/>
                                        <p:tgtEl>
                                          <p:spTgt spid="46"/>
                                        </p:tgtEl>
                                        <p:attrNameLst>
                                          <p:attrName>ppt_x</p:attrName>
                                        </p:attrNameLst>
                                      </p:cBhvr>
                                      <p:tavLst>
                                        <p:tav tm="0">
                                          <p:val>
                                            <p:strVal val="1+#ppt_w/2"/>
                                          </p:val>
                                        </p:tav>
                                        <p:tav tm="100000">
                                          <p:val>
                                            <p:strVal val="#ppt_x"/>
                                          </p:val>
                                        </p:tav>
                                      </p:tavLst>
                                    </p:anim>
                                    <p:anim calcmode="lin" valueType="num">
                                      <p:cBhvr additive="base">
                                        <p:cTn id="40" dur="500" fill="hold"/>
                                        <p:tgtEl>
                                          <p:spTgt spid="46"/>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50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1+#ppt_w/2"/>
                                          </p:val>
                                        </p:tav>
                                        <p:tav tm="100000">
                                          <p:val>
                                            <p:strVal val="#ppt_x"/>
                                          </p:val>
                                        </p:tav>
                                      </p:tavLst>
                                    </p:anim>
                                    <p:anim calcmode="lin" valueType="num">
                                      <p:cBhvr additive="base">
                                        <p:cTn id="44" dur="500" fill="hold"/>
                                        <p:tgtEl>
                                          <p:spTgt spid="67"/>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1000"/>
                                  </p:stCondLst>
                                  <p:childTnLst>
                                    <p:set>
                                      <p:cBhvr>
                                        <p:cTn id="46" dur="1" fill="hold">
                                          <p:stCondLst>
                                            <p:cond delay="0"/>
                                          </p:stCondLst>
                                        </p:cTn>
                                        <p:tgtEl>
                                          <p:spTgt spid="49"/>
                                        </p:tgtEl>
                                        <p:attrNameLst>
                                          <p:attrName>style.visibility</p:attrName>
                                        </p:attrNameLst>
                                      </p:cBhvr>
                                      <p:to>
                                        <p:strVal val="visible"/>
                                      </p:to>
                                    </p:set>
                                    <p:anim calcmode="lin" valueType="num">
                                      <p:cBhvr additive="base">
                                        <p:cTn id="47" dur="500" fill="hold"/>
                                        <p:tgtEl>
                                          <p:spTgt spid="49"/>
                                        </p:tgtEl>
                                        <p:attrNameLst>
                                          <p:attrName>ppt_x</p:attrName>
                                        </p:attrNameLst>
                                      </p:cBhvr>
                                      <p:tavLst>
                                        <p:tav tm="0">
                                          <p:val>
                                            <p:strVal val="0-#ppt_w/2"/>
                                          </p:val>
                                        </p:tav>
                                        <p:tav tm="100000">
                                          <p:val>
                                            <p:strVal val="#ppt_x"/>
                                          </p:val>
                                        </p:tav>
                                      </p:tavLst>
                                    </p:anim>
                                    <p:anim calcmode="lin" valueType="num">
                                      <p:cBhvr additive="base">
                                        <p:cTn id="48" dur="500" fill="hold"/>
                                        <p:tgtEl>
                                          <p:spTgt spid="49"/>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100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0-#ppt_w/2"/>
                                          </p:val>
                                        </p:tav>
                                        <p:tav tm="100000">
                                          <p:val>
                                            <p:strVal val="#ppt_x"/>
                                          </p:val>
                                        </p:tav>
                                      </p:tavLst>
                                    </p:anim>
                                    <p:anim calcmode="lin" valueType="num">
                                      <p:cBhvr additive="base">
                                        <p:cTn id="52" dur="500" fill="hold"/>
                                        <p:tgtEl>
                                          <p:spTgt spid="48"/>
                                        </p:tgtEl>
                                        <p:attrNameLst>
                                          <p:attrName>ppt_y</p:attrName>
                                        </p:attrNameLst>
                                      </p:cBhvr>
                                      <p:tavLst>
                                        <p:tav tm="0">
                                          <p:val>
                                            <p:strVal val="#ppt_y"/>
                                          </p:val>
                                        </p:tav>
                                        <p:tav tm="100000">
                                          <p:val>
                                            <p:strVal val="#ppt_y"/>
                                          </p:val>
                                        </p:tav>
                                      </p:tavLst>
                                    </p:anim>
                                  </p:childTnLst>
                                </p:cTn>
                              </p:par>
                              <p:par>
                                <p:cTn id="53" presetID="2" presetClass="entr" presetSubtype="8" fill="hold" nodeType="withEffect">
                                  <p:stCondLst>
                                    <p:cond delay="1000"/>
                                  </p:stCondLst>
                                  <p:childTnLst>
                                    <p:set>
                                      <p:cBhvr>
                                        <p:cTn id="54" dur="1" fill="hold">
                                          <p:stCondLst>
                                            <p:cond delay="0"/>
                                          </p:stCondLst>
                                        </p:cTn>
                                        <p:tgtEl>
                                          <p:spTgt spid="56"/>
                                        </p:tgtEl>
                                        <p:attrNameLst>
                                          <p:attrName>style.visibility</p:attrName>
                                        </p:attrNameLst>
                                      </p:cBhvr>
                                      <p:to>
                                        <p:strVal val="visible"/>
                                      </p:to>
                                    </p:set>
                                    <p:anim calcmode="lin" valueType="num">
                                      <p:cBhvr additive="base">
                                        <p:cTn id="55" dur="500" fill="hold"/>
                                        <p:tgtEl>
                                          <p:spTgt spid="56"/>
                                        </p:tgtEl>
                                        <p:attrNameLst>
                                          <p:attrName>ppt_x</p:attrName>
                                        </p:attrNameLst>
                                      </p:cBhvr>
                                      <p:tavLst>
                                        <p:tav tm="0">
                                          <p:val>
                                            <p:strVal val="0-#ppt_w/2"/>
                                          </p:val>
                                        </p:tav>
                                        <p:tav tm="100000">
                                          <p:val>
                                            <p:strVal val="#ppt_x"/>
                                          </p:val>
                                        </p:tav>
                                      </p:tavLst>
                                    </p:anim>
                                    <p:anim calcmode="lin" valueType="num">
                                      <p:cBhvr additive="base">
                                        <p:cTn id="56" dur="500" fill="hold"/>
                                        <p:tgtEl>
                                          <p:spTgt spid="56"/>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1000"/>
                                  </p:stCondLst>
                                  <p:childTnLst>
                                    <p:set>
                                      <p:cBhvr>
                                        <p:cTn id="58" dur="1" fill="hold">
                                          <p:stCondLst>
                                            <p:cond delay="0"/>
                                          </p:stCondLst>
                                        </p:cTn>
                                        <p:tgtEl>
                                          <p:spTgt spid="50"/>
                                        </p:tgtEl>
                                        <p:attrNameLst>
                                          <p:attrName>style.visibility</p:attrName>
                                        </p:attrNameLst>
                                      </p:cBhvr>
                                      <p:to>
                                        <p:strVal val="visible"/>
                                      </p:to>
                                    </p:set>
                                    <p:anim calcmode="lin" valueType="num">
                                      <p:cBhvr additive="base">
                                        <p:cTn id="59" dur="500" fill="hold"/>
                                        <p:tgtEl>
                                          <p:spTgt spid="50"/>
                                        </p:tgtEl>
                                        <p:attrNameLst>
                                          <p:attrName>ppt_x</p:attrName>
                                        </p:attrNameLst>
                                      </p:cBhvr>
                                      <p:tavLst>
                                        <p:tav tm="0">
                                          <p:val>
                                            <p:strVal val="0-#ppt_w/2"/>
                                          </p:val>
                                        </p:tav>
                                        <p:tav tm="100000">
                                          <p:val>
                                            <p:strVal val="#ppt_x"/>
                                          </p:val>
                                        </p:tav>
                                      </p:tavLst>
                                    </p:anim>
                                    <p:anim calcmode="lin" valueType="num">
                                      <p:cBhvr additive="base">
                                        <p:cTn id="60" dur="500" fill="hold"/>
                                        <p:tgtEl>
                                          <p:spTgt spid="50"/>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nodePh="1">
                                  <p:stCondLst>
                                    <p:cond delay="1500"/>
                                  </p:stCondLst>
                                  <p:endCondLst>
                                    <p:cond evt="begin" delay="0">
                                      <p:tn val="61"/>
                                    </p:cond>
                                  </p:endCondLst>
                                  <p:childTnLst>
                                    <p:set>
                                      <p:cBhvr>
                                        <p:cTn id="62" dur="1" fill="hold">
                                          <p:stCondLst>
                                            <p:cond delay="0"/>
                                          </p:stCondLst>
                                        </p:cTn>
                                        <p:tgtEl>
                                          <p:spTgt spid="51"/>
                                        </p:tgtEl>
                                        <p:attrNameLst>
                                          <p:attrName>style.visibility</p:attrName>
                                        </p:attrNameLst>
                                      </p:cBhvr>
                                      <p:to>
                                        <p:strVal val="visible"/>
                                      </p:to>
                                    </p:set>
                                    <p:anim calcmode="lin" valueType="num">
                                      <p:cBhvr additive="base">
                                        <p:cTn id="63" dur="500" fill="hold"/>
                                        <p:tgtEl>
                                          <p:spTgt spid="51"/>
                                        </p:tgtEl>
                                        <p:attrNameLst>
                                          <p:attrName>ppt_x</p:attrName>
                                        </p:attrNameLst>
                                      </p:cBhvr>
                                      <p:tavLst>
                                        <p:tav tm="0">
                                          <p:val>
                                            <p:strVal val="1+#ppt_w/2"/>
                                          </p:val>
                                        </p:tav>
                                        <p:tav tm="100000">
                                          <p:val>
                                            <p:strVal val="#ppt_x"/>
                                          </p:val>
                                        </p:tav>
                                      </p:tavLst>
                                    </p:anim>
                                    <p:anim calcmode="lin" valueType="num">
                                      <p:cBhvr additive="base">
                                        <p:cTn id="64" dur="500" fill="hold"/>
                                        <p:tgtEl>
                                          <p:spTgt spid="51"/>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1500"/>
                                  </p:stCondLst>
                                  <p:childTnLst>
                                    <p:set>
                                      <p:cBhvr>
                                        <p:cTn id="66" dur="1" fill="hold">
                                          <p:stCondLst>
                                            <p:cond delay="0"/>
                                          </p:stCondLst>
                                        </p:cTn>
                                        <p:tgtEl>
                                          <p:spTgt spid="52"/>
                                        </p:tgtEl>
                                        <p:attrNameLst>
                                          <p:attrName>style.visibility</p:attrName>
                                        </p:attrNameLst>
                                      </p:cBhvr>
                                      <p:to>
                                        <p:strVal val="visible"/>
                                      </p:to>
                                    </p:set>
                                    <p:anim calcmode="lin" valueType="num">
                                      <p:cBhvr additive="base">
                                        <p:cTn id="67" dur="500" fill="hold"/>
                                        <p:tgtEl>
                                          <p:spTgt spid="52"/>
                                        </p:tgtEl>
                                        <p:attrNameLst>
                                          <p:attrName>ppt_x</p:attrName>
                                        </p:attrNameLst>
                                      </p:cBhvr>
                                      <p:tavLst>
                                        <p:tav tm="0">
                                          <p:val>
                                            <p:strVal val="1+#ppt_w/2"/>
                                          </p:val>
                                        </p:tav>
                                        <p:tav tm="100000">
                                          <p:val>
                                            <p:strVal val="#ppt_x"/>
                                          </p:val>
                                        </p:tav>
                                      </p:tavLst>
                                    </p:anim>
                                    <p:anim calcmode="lin" valueType="num">
                                      <p:cBhvr additive="base">
                                        <p:cTn id="68" dur="500" fill="hold"/>
                                        <p:tgtEl>
                                          <p:spTgt spid="52"/>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nodePh="1">
                                  <p:stCondLst>
                                    <p:cond delay="1500"/>
                                  </p:stCondLst>
                                  <p:endCondLst>
                                    <p:cond evt="begin" delay="0">
                                      <p:tn val="69"/>
                                    </p:cond>
                                  </p:endCondLst>
                                  <p:childTnLst>
                                    <p:set>
                                      <p:cBhvr>
                                        <p:cTn id="70" dur="1" fill="hold">
                                          <p:stCondLst>
                                            <p:cond delay="0"/>
                                          </p:stCondLst>
                                        </p:cTn>
                                        <p:tgtEl>
                                          <p:spTgt spid="53"/>
                                        </p:tgtEl>
                                        <p:attrNameLst>
                                          <p:attrName>style.visibility</p:attrName>
                                        </p:attrNameLst>
                                      </p:cBhvr>
                                      <p:to>
                                        <p:strVal val="visible"/>
                                      </p:to>
                                    </p:set>
                                    <p:anim calcmode="lin" valueType="num">
                                      <p:cBhvr additive="base">
                                        <p:cTn id="71" dur="500" fill="hold"/>
                                        <p:tgtEl>
                                          <p:spTgt spid="53"/>
                                        </p:tgtEl>
                                        <p:attrNameLst>
                                          <p:attrName>ppt_x</p:attrName>
                                        </p:attrNameLst>
                                      </p:cBhvr>
                                      <p:tavLst>
                                        <p:tav tm="0">
                                          <p:val>
                                            <p:strVal val="1+#ppt_w/2"/>
                                          </p:val>
                                        </p:tav>
                                        <p:tav tm="100000">
                                          <p:val>
                                            <p:strVal val="#ppt_x"/>
                                          </p:val>
                                        </p:tav>
                                      </p:tavLst>
                                    </p:anim>
                                    <p:anim calcmode="lin" valueType="num">
                                      <p:cBhvr additive="base">
                                        <p:cTn id="72" dur="500" fill="hold"/>
                                        <p:tgtEl>
                                          <p:spTgt spid="53"/>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500"/>
                                  </p:stCondLst>
                                  <p:childTnLst>
                                    <p:set>
                                      <p:cBhvr>
                                        <p:cTn id="74" dur="1" fill="hold">
                                          <p:stCondLst>
                                            <p:cond delay="0"/>
                                          </p:stCondLst>
                                        </p:cTn>
                                        <p:tgtEl>
                                          <p:spTgt spid="54"/>
                                        </p:tgtEl>
                                        <p:attrNameLst>
                                          <p:attrName>style.visibility</p:attrName>
                                        </p:attrNameLst>
                                      </p:cBhvr>
                                      <p:to>
                                        <p:strVal val="visible"/>
                                      </p:to>
                                    </p:set>
                                    <p:anim calcmode="lin" valueType="num">
                                      <p:cBhvr additive="base">
                                        <p:cTn id="75" dur="500" fill="hold"/>
                                        <p:tgtEl>
                                          <p:spTgt spid="54"/>
                                        </p:tgtEl>
                                        <p:attrNameLst>
                                          <p:attrName>ppt_x</p:attrName>
                                        </p:attrNameLst>
                                      </p:cBhvr>
                                      <p:tavLst>
                                        <p:tav tm="0">
                                          <p:val>
                                            <p:strVal val="1+#ppt_w/2"/>
                                          </p:val>
                                        </p:tav>
                                        <p:tav tm="100000">
                                          <p:val>
                                            <p:strVal val="#ppt_x"/>
                                          </p:val>
                                        </p:tav>
                                      </p:tavLst>
                                    </p:anim>
                                    <p:anim calcmode="lin" valueType="num">
                                      <p:cBhvr additive="base">
                                        <p:cTn id="76" dur="500" fill="hold"/>
                                        <p:tgtEl>
                                          <p:spTgt spid="54"/>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1500"/>
                                  </p:stCondLst>
                                  <p:childTnLst>
                                    <p:set>
                                      <p:cBhvr>
                                        <p:cTn id="78" dur="1" fill="hold">
                                          <p:stCondLst>
                                            <p:cond delay="0"/>
                                          </p:stCondLst>
                                        </p:cTn>
                                        <p:tgtEl>
                                          <p:spTgt spid="55"/>
                                        </p:tgtEl>
                                        <p:attrNameLst>
                                          <p:attrName>style.visibility</p:attrName>
                                        </p:attrNameLst>
                                      </p:cBhvr>
                                      <p:to>
                                        <p:strVal val="visible"/>
                                      </p:to>
                                    </p:set>
                                    <p:anim calcmode="lin" valueType="num">
                                      <p:cBhvr additive="base">
                                        <p:cTn id="79" dur="500" fill="hold"/>
                                        <p:tgtEl>
                                          <p:spTgt spid="55"/>
                                        </p:tgtEl>
                                        <p:attrNameLst>
                                          <p:attrName>ppt_x</p:attrName>
                                        </p:attrNameLst>
                                      </p:cBhvr>
                                      <p:tavLst>
                                        <p:tav tm="0">
                                          <p:val>
                                            <p:strVal val="1+#ppt_w/2"/>
                                          </p:val>
                                        </p:tav>
                                        <p:tav tm="100000">
                                          <p:val>
                                            <p:strVal val="#ppt_x"/>
                                          </p:val>
                                        </p:tav>
                                      </p:tavLst>
                                    </p:anim>
                                    <p:anim calcmode="lin" valueType="num">
                                      <p:cBhvr additive="base">
                                        <p:cTn id="80" dur="500" fill="hold"/>
                                        <p:tgtEl>
                                          <p:spTgt spid="55"/>
                                        </p:tgtEl>
                                        <p:attrNameLst>
                                          <p:attrName>ppt_y</p:attrName>
                                        </p:attrNameLst>
                                      </p:cBhvr>
                                      <p:tavLst>
                                        <p:tav tm="0">
                                          <p:val>
                                            <p:strVal val="#ppt_y"/>
                                          </p:val>
                                        </p:tav>
                                        <p:tav tm="100000">
                                          <p:val>
                                            <p:strVal val="#ppt_y"/>
                                          </p:val>
                                        </p:tav>
                                      </p:tavLst>
                                    </p:anim>
                                  </p:childTnLst>
                                </p:cTn>
                              </p:par>
                              <p:par>
                                <p:cTn id="81" presetID="2" presetClass="entr" presetSubtype="2" fill="hold" nodeType="withEffect">
                                  <p:stCondLst>
                                    <p:cond delay="1500"/>
                                  </p:stCondLst>
                                  <p:childTnLst>
                                    <p:set>
                                      <p:cBhvr>
                                        <p:cTn id="82" dur="1" fill="hold">
                                          <p:stCondLst>
                                            <p:cond delay="0"/>
                                          </p:stCondLst>
                                        </p:cTn>
                                        <p:tgtEl>
                                          <p:spTgt spid="64"/>
                                        </p:tgtEl>
                                        <p:attrNameLst>
                                          <p:attrName>style.visibility</p:attrName>
                                        </p:attrNameLst>
                                      </p:cBhvr>
                                      <p:to>
                                        <p:strVal val="visible"/>
                                      </p:to>
                                    </p:set>
                                    <p:anim calcmode="lin" valueType="num">
                                      <p:cBhvr additive="base">
                                        <p:cTn id="83" dur="500" fill="hold"/>
                                        <p:tgtEl>
                                          <p:spTgt spid="64"/>
                                        </p:tgtEl>
                                        <p:attrNameLst>
                                          <p:attrName>ppt_x</p:attrName>
                                        </p:attrNameLst>
                                      </p:cBhvr>
                                      <p:tavLst>
                                        <p:tav tm="0">
                                          <p:val>
                                            <p:strVal val="1+#ppt_w/2"/>
                                          </p:val>
                                        </p:tav>
                                        <p:tav tm="100000">
                                          <p:val>
                                            <p:strVal val="#ppt_x"/>
                                          </p:val>
                                        </p:tav>
                                      </p:tavLst>
                                    </p:anim>
                                    <p:anim calcmode="lin" valueType="num">
                                      <p:cBhvr additive="base">
                                        <p:cTn id="84" dur="500" fill="hold"/>
                                        <p:tgtEl>
                                          <p:spTgt spid="64"/>
                                        </p:tgtEl>
                                        <p:attrNameLst>
                                          <p:attrName>ppt_y</p:attrName>
                                        </p:attrNameLst>
                                      </p:cBhvr>
                                      <p:tavLst>
                                        <p:tav tm="0">
                                          <p:val>
                                            <p:strVal val="#ppt_y"/>
                                          </p:val>
                                        </p:tav>
                                        <p:tav tm="100000">
                                          <p:val>
                                            <p:strVal val="#ppt_y"/>
                                          </p:val>
                                        </p:tav>
                                      </p:tavLst>
                                    </p:anim>
                                  </p:childTnLst>
                                </p:cTn>
                              </p:par>
                            </p:childTnLst>
                          </p:cTn>
                        </p:par>
                        <p:par>
                          <p:cTn id="85" fill="hold">
                            <p:stCondLst>
                              <p:cond delay="500"/>
                            </p:stCondLst>
                            <p:childTnLst>
                              <p:par>
                                <p:cTn id="86" presetID="2" presetClass="entr" presetSubtype="2" fill="hold" grpId="0" nodeType="afterEffect">
                                  <p:stCondLst>
                                    <p:cond delay="0"/>
                                  </p:stCondLst>
                                  <p:childTnLst>
                                    <p:set>
                                      <p:cBhvr>
                                        <p:cTn id="87" dur="1" fill="hold">
                                          <p:stCondLst>
                                            <p:cond delay="0"/>
                                          </p:stCondLst>
                                        </p:cTn>
                                        <p:tgtEl>
                                          <p:spTgt spid="92"/>
                                        </p:tgtEl>
                                        <p:attrNameLst>
                                          <p:attrName>style.visibility</p:attrName>
                                        </p:attrNameLst>
                                      </p:cBhvr>
                                      <p:to>
                                        <p:strVal val="visible"/>
                                      </p:to>
                                    </p:set>
                                    <p:anim calcmode="lin" valueType="num">
                                      <p:cBhvr additive="base">
                                        <p:cTn id="88" dur="300" fill="hold"/>
                                        <p:tgtEl>
                                          <p:spTgt spid="92"/>
                                        </p:tgtEl>
                                        <p:attrNameLst>
                                          <p:attrName>ppt_x</p:attrName>
                                        </p:attrNameLst>
                                      </p:cBhvr>
                                      <p:tavLst>
                                        <p:tav tm="0">
                                          <p:val>
                                            <p:strVal val="1+#ppt_w/2"/>
                                          </p:val>
                                        </p:tav>
                                        <p:tav tm="100000">
                                          <p:val>
                                            <p:strVal val="#ppt_x"/>
                                          </p:val>
                                        </p:tav>
                                      </p:tavLst>
                                    </p:anim>
                                    <p:anim calcmode="lin" valueType="num">
                                      <p:cBhvr additive="base">
                                        <p:cTn id="89" dur="300" fill="hold"/>
                                        <p:tgtEl>
                                          <p:spTgt spid="92"/>
                                        </p:tgtEl>
                                        <p:attrNameLst>
                                          <p:attrName>ppt_y</p:attrName>
                                        </p:attrNameLst>
                                      </p:cBhvr>
                                      <p:tavLst>
                                        <p:tav tm="0">
                                          <p:val>
                                            <p:strVal val="#ppt_y"/>
                                          </p:val>
                                        </p:tav>
                                        <p:tav tm="100000">
                                          <p:val>
                                            <p:strVal val="#ppt_y"/>
                                          </p:val>
                                        </p:tav>
                                      </p:tavLst>
                                    </p:anim>
                                  </p:childTnLst>
                                </p:cTn>
                              </p:par>
                            </p:childTnLst>
                          </p:cTn>
                        </p:par>
                        <p:par>
                          <p:cTn id="90" fill="hold">
                            <p:stCondLst>
                              <p:cond delay="1000"/>
                            </p:stCondLst>
                            <p:childTnLst>
                              <p:par>
                                <p:cTn id="91" presetID="2" presetClass="entr" presetSubtype="2" fill="hold" grpId="0" nodeType="afterEffect">
                                  <p:stCondLst>
                                    <p:cond delay="0"/>
                                  </p:stCondLst>
                                  <p:childTnLst>
                                    <p:set>
                                      <p:cBhvr>
                                        <p:cTn id="92" dur="1" fill="hold">
                                          <p:stCondLst>
                                            <p:cond delay="0"/>
                                          </p:stCondLst>
                                        </p:cTn>
                                        <p:tgtEl>
                                          <p:spTgt spid="91"/>
                                        </p:tgtEl>
                                        <p:attrNameLst>
                                          <p:attrName>style.visibility</p:attrName>
                                        </p:attrNameLst>
                                      </p:cBhvr>
                                      <p:to>
                                        <p:strVal val="visible"/>
                                      </p:to>
                                    </p:set>
                                    <p:anim calcmode="lin" valueType="num">
                                      <p:cBhvr additive="base">
                                        <p:cTn id="93" dur="300" fill="hold"/>
                                        <p:tgtEl>
                                          <p:spTgt spid="91"/>
                                        </p:tgtEl>
                                        <p:attrNameLst>
                                          <p:attrName>ppt_x</p:attrName>
                                        </p:attrNameLst>
                                      </p:cBhvr>
                                      <p:tavLst>
                                        <p:tav tm="0">
                                          <p:val>
                                            <p:strVal val="1+#ppt_w/2"/>
                                          </p:val>
                                        </p:tav>
                                        <p:tav tm="100000">
                                          <p:val>
                                            <p:strVal val="#ppt_x"/>
                                          </p:val>
                                        </p:tav>
                                      </p:tavLst>
                                    </p:anim>
                                    <p:anim calcmode="lin" valueType="num">
                                      <p:cBhvr additive="base">
                                        <p:cTn id="94" dur="300" fill="hold"/>
                                        <p:tgtEl>
                                          <p:spTgt spid="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8" grpId="0"/>
      <p:bldP spid="29" grpId="0"/>
      <p:bldP spid="40" grpId="0" bldLvl="0" animBg="1"/>
      <p:bldP spid="45" grpId="0"/>
      <p:bldP spid="46" grpId="0"/>
      <p:bldP spid="49" grpId="0"/>
      <p:bldP spid="50" grpId="0"/>
      <p:bldP spid="51" grpId="0" bldLvl="0" animBg="1"/>
      <p:bldP spid="53" grpId="0" bldLvl="0" animBg="1"/>
      <p:bldP spid="54" grpId="0"/>
      <p:bldP spid="55" grpId="0"/>
      <p:bldP spid="91" grpId="0"/>
      <p:bldP spid="9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
          <p:cNvSpPr txBox="1"/>
          <p:nvPr/>
        </p:nvSpPr>
        <p:spPr>
          <a:xfrm>
            <a:off x="841001" y="0"/>
            <a:ext cx="7992889" cy="44147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2C3637"/>
                </a:solidFill>
                <a:latin typeface="微软雅黑" panose="020B0503020204020204" pitchFamily="34" charset="-122"/>
                <a:ea typeface="微软雅黑" panose="020B0503020204020204" pitchFamily="34" charset="-122"/>
              </a:rPr>
              <a:t>添加标题  </a:t>
            </a:r>
            <a:r>
              <a:rPr lang="en-US" altLang="zh-CN" sz="2000" b="1" dirty="0">
                <a:solidFill>
                  <a:srgbClr val="2C3637"/>
                </a:solidFill>
                <a:latin typeface="微软雅黑" panose="020B0503020204020204" pitchFamily="34" charset="-122"/>
                <a:ea typeface="微软雅黑" panose="020B0503020204020204" pitchFamily="34" charset="-122"/>
              </a:rPr>
              <a:t>|  </a:t>
            </a:r>
            <a:r>
              <a:rPr lang="en-US" altLang="zh-CN" sz="1600" b="1" dirty="0">
                <a:solidFill>
                  <a:srgbClr val="2C3637"/>
                </a:solidFill>
                <a:latin typeface="微软雅黑" panose="020B0503020204020204" pitchFamily="34" charset="-122"/>
                <a:ea typeface="微软雅黑" panose="020B0503020204020204" pitchFamily="34" charset="-122"/>
              </a:rPr>
              <a:t>SAFEGUARD MEASURES</a:t>
            </a:r>
            <a:endParaRPr lang="zh-CN" altLang="en-US" sz="1600" b="1" dirty="0">
              <a:solidFill>
                <a:srgbClr val="2C3637"/>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3530" y="476672"/>
            <a:ext cx="12271797" cy="0"/>
          </a:xfrm>
          <a:prstGeom prst="line">
            <a:avLst/>
          </a:prstGeom>
          <a:ln w="57150">
            <a:solidFill>
              <a:srgbClr val="C00000"/>
            </a:solidFill>
            <a:prstDash val="solid"/>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490049" y="80628"/>
            <a:ext cx="288032" cy="288032"/>
            <a:chOff x="624979" y="908720"/>
            <a:chExt cx="288032" cy="288032"/>
          </a:xfrm>
        </p:grpSpPr>
        <p:cxnSp>
          <p:nvCxnSpPr>
            <p:cNvPr id="81" name="直接连接符 80"/>
            <p:cNvCxnSpPr/>
            <p:nvPr/>
          </p:nvCxnSpPr>
          <p:spPr>
            <a:xfrm>
              <a:off x="624979" y="1196752"/>
              <a:ext cx="288032" cy="0"/>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911622" y="908720"/>
              <a:ext cx="0" cy="288032"/>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96987" y="980728"/>
              <a:ext cx="216024" cy="216024"/>
            </a:xfrm>
            <a:prstGeom prst="line">
              <a:avLst/>
            </a:prstGeom>
            <a:ln>
              <a:solidFill>
                <a:srgbClr val="2C3637"/>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3654489" y="1771249"/>
            <a:ext cx="2877871" cy="363241"/>
            <a:chOff x="3249264" y="1751685"/>
            <a:chExt cx="2994025" cy="363240"/>
          </a:xfrm>
        </p:grpSpPr>
        <p:grpSp>
          <p:nvGrpSpPr>
            <p:cNvPr id="21" name="组合 20"/>
            <p:cNvGrpSpPr/>
            <p:nvPr/>
          </p:nvGrpSpPr>
          <p:grpSpPr>
            <a:xfrm>
              <a:off x="3249264" y="1776444"/>
              <a:ext cx="2994025" cy="314202"/>
              <a:chOff x="2940050" y="2132898"/>
              <a:chExt cx="2994025" cy="314202"/>
            </a:xfrm>
          </p:grpSpPr>
          <p:sp>
            <p:nvSpPr>
              <p:cNvPr id="23" name="圆角矩形 22"/>
              <p:cNvSpPr/>
              <p:nvPr/>
            </p:nvSpPr>
            <p:spPr>
              <a:xfrm>
                <a:off x="2940050" y="2132898"/>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 name="圆角矩形 23"/>
              <p:cNvSpPr/>
              <p:nvPr/>
            </p:nvSpPr>
            <p:spPr>
              <a:xfrm>
                <a:off x="2940050" y="2132898"/>
                <a:ext cx="2108200" cy="314202"/>
              </a:xfrm>
              <a:prstGeom prst="roundRect">
                <a:avLst>
                  <a:gd name="adj" fmla="val 50000"/>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2" name="文本框 4"/>
            <p:cNvSpPr txBox="1"/>
            <p:nvPr/>
          </p:nvSpPr>
          <p:spPr>
            <a:xfrm>
              <a:off x="5335260" y="1751685"/>
              <a:ext cx="673754" cy="363240"/>
            </a:xfrm>
            <a:prstGeom prst="rect">
              <a:avLst/>
            </a:prstGeom>
            <a:noFill/>
          </p:spPr>
          <p:txBody>
            <a:bodyPr wrap="square" rtlCol="0">
              <a:spAutoFit/>
            </a:bodyPr>
            <a:lstStyle/>
            <a:p>
              <a:pPr algn="ctr">
                <a:lnSpc>
                  <a:spcPct val="120000"/>
                </a:lnSpc>
              </a:pPr>
              <a:r>
                <a:rPr lang="en-US" altLang="zh-CN" sz="146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70%</a:t>
              </a:r>
              <a:endParaRPr lang="zh-CN" altLang="en-US" sz="1465"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5" name="组合 24"/>
          <p:cNvGrpSpPr/>
          <p:nvPr/>
        </p:nvGrpSpPr>
        <p:grpSpPr>
          <a:xfrm>
            <a:off x="3649494" y="2182315"/>
            <a:ext cx="2877871" cy="363241"/>
            <a:chOff x="3249264" y="2162753"/>
            <a:chExt cx="2994025" cy="363241"/>
          </a:xfrm>
        </p:grpSpPr>
        <p:grpSp>
          <p:nvGrpSpPr>
            <p:cNvPr id="26" name="组合 25"/>
            <p:cNvGrpSpPr/>
            <p:nvPr/>
          </p:nvGrpSpPr>
          <p:grpSpPr>
            <a:xfrm>
              <a:off x="3249264" y="2178703"/>
              <a:ext cx="2994025" cy="314618"/>
              <a:chOff x="2940050" y="2519659"/>
              <a:chExt cx="2994025" cy="314618"/>
            </a:xfrm>
          </p:grpSpPr>
          <p:sp>
            <p:nvSpPr>
              <p:cNvPr id="28" name="圆角矩形 27"/>
              <p:cNvSpPr/>
              <p:nvPr/>
            </p:nvSpPr>
            <p:spPr>
              <a:xfrm>
                <a:off x="2940050" y="2520075"/>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圆角矩形 28"/>
              <p:cNvSpPr/>
              <p:nvPr/>
            </p:nvSpPr>
            <p:spPr>
              <a:xfrm>
                <a:off x="2940051" y="2519659"/>
                <a:ext cx="889000" cy="314202"/>
              </a:xfrm>
              <a:prstGeom prst="roundRect">
                <a:avLst>
                  <a:gd name="adj" fmla="val 50000"/>
                </a:avLst>
              </a:prstGeom>
              <a:solidFill>
                <a:srgbClr val="E6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7" name="文本框 9"/>
            <p:cNvSpPr txBox="1"/>
            <p:nvPr/>
          </p:nvSpPr>
          <p:spPr>
            <a:xfrm>
              <a:off x="4118871" y="2162753"/>
              <a:ext cx="673754" cy="363241"/>
            </a:xfrm>
            <a:prstGeom prst="rect">
              <a:avLst/>
            </a:prstGeom>
            <a:noFill/>
          </p:spPr>
          <p:txBody>
            <a:bodyPr wrap="square" rtlCol="0">
              <a:spAutoFit/>
            </a:bodyPr>
            <a:lstStyle/>
            <a:p>
              <a:pPr algn="ctr">
                <a:lnSpc>
                  <a:spcPct val="120000"/>
                </a:lnSpc>
              </a:pPr>
              <a:r>
                <a:rPr lang="en-US" altLang="zh-CN" sz="146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30%</a:t>
              </a:r>
              <a:endParaRPr lang="zh-CN" altLang="en-US" sz="1465"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0" name="组合 39"/>
          <p:cNvGrpSpPr/>
          <p:nvPr/>
        </p:nvGrpSpPr>
        <p:grpSpPr>
          <a:xfrm>
            <a:off x="3649494" y="3952503"/>
            <a:ext cx="2894725" cy="363241"/>
            <a:chOff x="3244272" y="3932941"/>
            <a:chExt cx="3011560" cy="363240"/>
          </a:xfrm>
        </p:grpSpPr>
        <p:sp>
          <p:nvSpPr>
            <p:cNvPr id="41" name="圆角矩形 40"/>
            <p:cNvSpPr/>
            <p:nvPr/>
          </p:nvSpPr>
          <p:spPr>
            <a:xfrm>
              <a:off x="3261807" y="3971332"/>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圆角矩形 43"/>
            <p:cNvSpPr/>
            <p:nvPr/>
          </p:nvSpPr>
          <p:spPr>
            <a:xfrm>
              <a:off x="3244272" y="3971332"/>
              <a:ext cx="1201953" cy="31420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文本框 15"/>
            <p:cNvSpPr txBox="1"/>
            <p:nvPr/>
          </p:nvSpPr>
          <p:spPr>
            <a:xfrm>
              <a:off x="4418923" y="3932941"/>
              <a:ext cx="907694" cy="363240"/>
            </a:xfrm>
            <a:prstGeom prst="rect">
              <a:avLst/>
            </a:prstGeom>
            <a:noFill/>
          </p:spPr>
          <p:txBody>
            <a:bodyPr wrap="square" rtlCol="0">
              <a:spAutoFit/>
            </a:bodyPr>
            <a:lstStyle/>
            <a:p>
              <a:pPr algn="ctr">
                <a:lnSpc>
                  <a:spcPct val="120000"/>
                </a:lnSpc>
              </a:pPr>
              <a:r>
                <a:rPr lang="en-US" altLang="zh-CN" sz="146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40%</a:t>
              </a:r>
              <a:endParaRPr lang="zh-CN" altLang="en-US" sz="1465"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6" name="组合 45"/>
          <p:cNvGrpSpPr/>
          <p:nvPr/>
        </p:nvGrpSpPr>
        <p:grpSpPr>
          <a:xfrm>
            <a:off x="3649499" y="4344534"/>
            <a:ext cx="2891825" cy="363241"/>
            <a:chOff x="3244272" y="4324968"/>
            <a:chExt cx="3008542" cy="363239"/>
          </a:xfrm>
        </p:grpSpPr>
        <p:sp>
          <p:nvSpPr>
            <p:cNvPr id="47" name="圆角矩形 46"/>
            <p:cNvSpPr/>
            <p:nvPr/>
          </p:nvSpPr>
          <p:spPr>
            <a:xfrm>
              <a:off x="3258789" y="4362615"/>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8" name="圆角矩形 47"/>
            <p:cNvSpPr/>
            <p:nvPr/>
          </p:nvSpPr>
          <p:spPr>
            <a:xfrm>
              <a:off x="3244272" y="4362651"/>
              <a:ext cx="2108200" cy="31420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文本框 19"/>
            <p:cNvSpPr txBox="1"/>
            <p:nvPr/>
          </p:nvSpPr>
          <p:spPr>
            <a:xfrm>
              <a:off x="5326614" y="4324968"/>
              <a:ext cx="673754" cy="363239"/>
            </a:xfrm>
            <a:prstGeom prst="rect">
              <a:avLst/>
            </a:prstGeom>
            <a:noFill/>
          </p:spPr>
          <p:txBody>
            <a:bodyPr wrap="square" rtlCol="0">
              <a:spAutoFit/>
            </a:bodyPr>
            <a:lstStyle/>
            <a:p>
              <a:pPr algn="ctr">
                <a:lnSpc>
                  <a:spcPct val="120000"/>
                </a:lnSpc>
              </a:pPr>
              <a:r>
                <a:rPr lang="en-US" altLang="zh-CN" sz="146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60%</a:t>
              </a:r>
              <a:endParaRPr lang="zh-CN" altLang="en-US" sz="1465"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0" name="组合 49"/>
          <p:cNvGrpSpPr/>
          <p:nvPr/>
        </p:nvGrpSpPr>
        <p:grpSpPr>
          <a:xfrm>
            <a:off x="1689156" y="1467240"/>
            <a:ext cx="2158455" cy="2196000"/>
            <a:chOff x="471707" y="1675770"/>
            <a:chExt cx="2158455" cy="2196000"/>
          </a:xfrm>
          <a:solidFill>
            <a:srgbClr val="E62A2A"/>
          </a:solidFill>
        </p:grpSpPr>
        <p:grpSp>
          <p:nvGrpSpPr>
            <p:cNvPr id="51" name="组合 50"/>
            <p:cNvGrpSpPr>
              <a:grpSpLocks noChangeAspect="1"/>
            </p:cNvGrpSpPr>
            <p:nvPr/>
          </p:nvGrpSpPr>
          <p:grpSpPr>
            <a:xfrm>
              <a:off x="471707" y="1675770"/>
              <a:ext cx="2158455" cy="2196000"/>
              <a:chOff x="5397500" y="5734050"/>
              <a:chExt cx="365125" cy="371476"/>
            </a:xfrm>
            <a:grpFill/>
          </p:grpSpPr>
          <p:sp>
            <p:nvSpPr>
              <p:cNvPr id="55" name="Freeform 288"/>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56"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57" name="Freeform 291"/>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grpSp>
        <p:grpSp>
          <p:nvGrpSpPr>
            <p:cNvPr id="52" name="组合 51"/>
            <p:cNvGrpSpPr>
              <a:grpSpLocks noChangeAspect="1"/>
            </p:cNvGrpSpPr>
            <p:nvPr/>
          </p:nvGrpSpPr>
          <p:grpSpPr>
            <a:xfrm>
              <a:off x="1735995" y="2108076"/>
              <a:ext cx="462003" cy="468000"/>
              <a:chOff x="2665061" y="4979202"/>
              <a:chExt cx="284308" cy="288000"/>
            </a:xfrm>
            <a:grpFill/>
          </p:grpSpPr>
          <p:sp>
            <p:nvSpPr>
              <p:cNvPr id="53" name="Freeform 932"/>
              <p:cNvSpPr>
                <a:spLocks noEditPoints="1"/>
              </p:cNvSpPr>
              <p:nvPr/>
            </p:nvSpPr>
            <p:spPr bwMode="auto">
              <a:xfrm>
                <a:off x="2665061" y="4979202"/>
                <a:ext cx="284308" cy="288000"/>
              </a:xfrm>
              <a:custGeom>
                <a:avLst/>
                <a:gdLst>
                  <a:gd name="T0" fmla="*/ 70 w 98"/>
                  <a:gd name="T1" fmla="*/ 42 h 99"/>
                  <a:gd name="T2" fmla="*/ 66 w 98"/>
                  <a:gd name="T3" fmla="*/ 42 h 99"/>
                  <a:gd name="T4" fmla="*/ 41 w 98"/>
                  <a:gd name="T5" fmla="*/ 67 h 99"/>
                  <a:gd name="T6" fmla="*/ 41 w 98"/>
                  <a:gd name="T7" fmla="*/ 70 h 99"/>
                  <a:gd name="T8" fmla="*/ 70 w 98"/>
                  <a:gd name="T9" fmla="*/ 99 h 99"/>
                  <a:gd name="T10" fmla="*/ 98 w 98"/>
                  <a:gd name="T11" fmla="*/ 70 h 99"/>
                  <a:gd name="T12" fmla="*/ 70 w 98"/>
                  <a:gd name="T13" fmla="*/ 42 h 99"/>
                  <a:gd name="T14" fmla="*/ 70 w 98"/>
                  <a:gd name="T15" fmla="*/ 90 h 99"/>
                  <a:gd name="T16" fmla="*/ 50 w 98"/>
                  <a:gd name="T17" fmla="*/ 70 h 99"/>
                  <a:gd name="T18" fmla="*/ 70 w 98"/>
                  <a:gd name="T19" fmla="*/ 51 h 99"/>
                  <a:gd name="T20" fmla="*/ 89 w 98"/>
                  <a:gd name="T21" fmla="*/ 70 h 99"/>
                  <a:gd name="T22" fmla="*/ 70 w 98"/>
                  <a:gd name="T23" fmla="*/ 90 h 99"/>
                  <a:gd name="T24" fmla="*/ 57 w 98"/>
                  <a:gd name="T25" fmla="*/ 29 h 99"/>
                  <a:gd name="T26" fmla="*/ 28 w 98"/>
                  <a:gd name="T27" fmla="*/ 0 h 99"/>
                  <a:gd name="T28" fmla="*/ 0 w 98"/>
                  <a:gd name="T29" fmla="*/ 29 h 99"/>
                  <a:gd name="T30" fmla="*/ 28 w 98"/>
                  <a:gd name="T31" fmla="*/ 57 h 99"/>
                  <a:gd name="T32" fmla="*/ 32 w 98"/>
                  <a:gd name="T33" fmla="*/ 57 h 99"/>
                  <a:gd name="T34" fmla="*/ 56 w 98"/>
                  <a:gd name="T35" fmla="*/ 32 h 99"/>
                  <a:gd name="T36" fmla="*/ 57 w 98"/>
                  <a:gd name="T37" fmla="*/ 29 h 99"/>
                  <a:gd name="T38" fmla="*/ 28 w 98"/>
                  <a:gd name="T39" fmla="*/ 48 h 99"/>
                  <a:gd name="T40" fmla="*/ 8 w 98"/>
                  <a:gd name="T41" fmla="*/ 29 h 99"/>
                  <a:gd name="T42" fmla="*/ 28 w 98"/>
                  <a:gd name="T43" fmla="*/ 9 h 99"/>
                  <a:gd name="T44" fmla="*/ 48 w 98"/>
                  <a:gd name="T45" fmla="*/ 29 h 99"/>
                  <a:gd name="T46" fmla="*/ 28 w 98"/>
                  <a:gd name="T47" fmla="*/ 4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99">
                    <a:moveTo>
                      <a:pt x="70" y="42"/>
                    </a:moveTo>
                    <a:cubicBezTo>
                      <a:pt x="68" y="42"/>
                      <a:pt x="67" y="42"/>
                      <a:pt x="66" y="42"/>
                    </a:cubicBezTo>
                    <a:cubicBezTo>
                      <a:pt x="41" y="67"/>
                      <a:pt x="41" y="67"/>
                      <a:pt x="41" y="67"/>
                    </a:cubicBezTo>
                    <a:cubicBezTo>
                      <a:pt x="41" y="68"/>
                      <a:pt x="41" y="69"/>
                      <a:pt x="41" y="70"/>
                    </a:cubicBezTo>
                    <a:cubicBezTo>
                      <a:pt x="41" y="86"/>
                      <a:pt x="54" y="99"/>
                      <a:pt x="70" y="99"/>
                    </a:cubicBezTo>
                    <a:cubicBezTo>
                      <a:pt x="85" y="99"/>
                      <a:pt x="98" y="86"/>
                      <a:pt x="98" y="70"/>
                    </a:cubicBezTo>
                    <a:cubicBezTo>
                      <a:pt x="98" y="55"/>
                      <a:pt x="85" y="42"/>
                      <a:pt x="70" y="42"/>
                    </a:cubicBezTo>
                    <a:close/>
                    <a:moveTo>
                      <a:pt x="70" y="90"/>
                    </a:moveTo>
                    <a:cubicBezTo>
                      <a:pt x="59" y="90"/>
                      <a:pt x="50" y="81"/>
                      <a:pt x="50" y="70"/>
                    </a:cubicBezTo>
                    <a:cubicBezTo>
                      <a:pt x="50" y="59"/>
                      <a:pt x="59" y="51"/>
                      <a:pt x="70" y="51"/>
                    </a:cubicBezTo>
                    <a:cubicBezTo>
                      <a:pt x="81" y="51"/>
                      <a:pt x="89" y="59"/>
                      <a:pt x="89" y="70"/>
                    </a:cubicBezTo>
                    <a:cubicBezTo>
                      <a:pt x="89" y="81"/>
                      <a:pt x="81" y="90"/>
                      <a:pt x="70" y="90"/>
                    </a:cubicBezTo>
                    <a:close/>
                    <a:moveTo>
                      <a:pt x="57" y="29"/>
                    </a:moveTo>
                    <a:cubicBezTo>
                      <a:pt x="57" y="13"/>
                      <a:pt x="44" y="0"/>
                      <a:pt x="28" y="0"/>
                    </a:cubicBezTo>
                    <a:cubicBezTo>
                      <a:pt x="12" y="0"/>
                      <a:pt x="0" y="13"/>
                      <a:pt x="0" y="29"/>
                    </a:cubicBezTo>
                    <a:cubicBezTo>
                      <a:pt x="0" y="44"/>
                      <a:pt x="12" y="57"/>
                      <a:pt x="28" y="57"/>
                    </a:cubicBezTo>
                    <a:cubicBezTo>
                      <a:pt x="29" y="57"/>
                      <a:pt x="31" y="57"/>
                      <a:pt x="32" y="57"/>
                    </a:cubicBezTo>
                    <a:cubicBezTo>
                      <a:pt x="56" y="32"/>
                      <a:pt x="56" y="32"/>
                      <a:pt x="56" y="32"/>
                    </a:cubicBezTo>
                    <a:cubicBezTo>
                      <a:pt x="56" y="31"/>
                      <a:pt x="57" y="30"/>
                      <a:pt x="57" y="29"/>
                    </a:cubicBezTo>
                    <a:close/>
                    <a:moveTo>
                      <a:pt x="28" y="48"/>
                    </a:moveTo>
                    <a:cubicBezTo>
                      <a:pt x="17" y="48"/>
                      <a:pt x="8" y="40"/>
                      <a:pt x="8" y="29"/>
                    </a:cubicBezTo>
                    <a:cubicBezTo>
                      <a:pt x="8" y="18"/>
                      <a:pt x="17" y="9"/>
                      <a:pt x="28" y="9"/>
                    </a:cubicBezTo>
                    <a:cubicBezTo>
                      <a:pt x="39" y="9"/>
                      <a:pt x="48" y="18"/>
                      <a:pt x="48" y="29"/>
                    </a:cubicBezTo>
                    <a:cubicBezTo>
                      <a:pt x="48" y="40"/>
                      <a:pt x="39" y="48"/>
                      <a:pt x="28"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54" name="Freeform 933"/>
              <p:cNvSpPr/>
              <p:nvPr/>
            </p:nvSpPr>
            <p:spPr bwMode="auto">
              <a:xfrm>
                <a:off x="2697060" y="5013664"/>
                <a:ext cx="220308" cy="219077"/>
              </a:xfrm>
              <a:custGeom>
                <a:avLst/>
                <a:gdLst>
                  <a:gd name="T0" fmla="*/ 179 w 179"/>
                  <a:gd name="T1" fmla="*/ 12 h 178"/>
                  <a:gd name="T2" fmla="*/ 14 w 179"/>
                  <a:gd name="T3" fmla="*/ 178 h 178"/>
                  <a:gd name="T4" fmla="*/ 0 w 179"/>
                  <a:gd name="T5" fmla="*/ 166 h 178"/>
                  <a:gd name="T6" fmla="*/ 165 w 179"/>
                  <a:gd name="T7" fmla="*/ 0 h 178"/>
                  <a:gd name="T8" fmla="*/ 179 w 179"/>
                  <a:gd name="T9" fmla="*/ 12 h 178"/>
                </a:gdLst>
                <a:ahLst/>
                <a:cxnLst>
                  <a:cxn ang="0">
                    <a:pos x="T0" y="T1"/>
                  </a:cxn>
                  <a:cxn ang="0">
                    <a:pos x="T2" y="T3"/>
                  </a:cxn>
                  <a:cxn ang="0">
                    <a:pos x="T4" y="T5"/>
                  </a:cxn>
                  <a:cxn ang="0">
                    <a:pos x="T6" y="T7"/>
                  </a:cxn>
                  <a:cxn ang="0">
                    <a:pos x="T8" y="T9"/>
                  </a:cxn>
                </a:cxnLst>
                <a:rect l="0" t="0" r="r" b="b"/>
                <a:pathLst>
                  <a:path w="179" h="178">
                    <a:moveTo>
                      <a:pt x="179" y="12"/>
                    </a:moveTo>
                    <a:lnTo>
                      <a:pt x="14" y="178"/>
                    </a:lnTo>
                    <a:lnTo>
                      <a:pt x="0" y="166"/>
                    </a:lnTo>
                    <a:lnTo>
                      <a:pt x="165" y="0"/>
                    </a:lnTo>
                    <a:lnTo>
                      <a:pt x="179"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58" name="组合 57"/>
          <p:cNvGrpSpPr/>
          <p:nvPr/>
        </p:nvGrpSpPr>
        <p:grpSpPr>
          <a:xfrm>
            <a:off x="1699231" y="3681272"/>
            <a:ext cx="2158455" cy="2196000"/>
            <a:chOff x="478903" y="4355475"/>
            <a:chExt cx="2158455" cy="2196000"/>
          </a:xfrm>
          <a:solidFill>
            <a:srgbClr val="C00000"/>
          </a:solidFill>
        </p:grpSpPr>
        <p:grpSp>
          <p:nvGrpSpPr>
            <p:cNvPr id="59" name="组合 58"/>
            <p:cNvGrpSpPr>
              <a:grpSpLocks noChangeAspect="1"/>
            </p:cNvGrpSpPr>
            <p:nvPr/>
          </p:nvGrpSpPr>
          <p:grpSpPr>
            <a:xfrm>
              <a:off x="1795203" y="4733013"/>
              <a:ext cx="366333" cy="576000"/>
              <a:chOff x="2257888" y="5547128"/>
              <a:chExt cx="137373" cy="216000"/>
            </a:xfrm>
            <a:grpFill/>
          </p:grpSpPr>
          <p:sp>
            <p:nvSpPr>
              <p:cNvPr id="64" name="Freeform 69"/>
              <p:cNvSpPr/>
              <p:nvPr/>
            </p:nvSpPr>
            <p:spPr bwMode="auto">
              <a:xfrm>
                <a:off x="2257888" y="5547128"/>
                <a:ext cx="137373" cy="140987"/>
              </a:xfrm>
              <a:custGeom>
                <a:avLst/>
                <a:gdLst>
                  <a:gd name="T0" fmla="*/ 57 w 64"/>
                  <a:gd name="T1" fmla="*/ 37 h 66"/>
                  <a:gd name="T2" fmla="*/ 43 w 64"/>
                  <a:gd name="T3" fmla="*/ 12 h 66"/>
                  <a:gd name="T4" fmla="*/ 39 w 64"/>
                  <a:gd name="T5" fmla="*/ 6 h 66"/>
                  <a:gd name="T6" fmla="*/ 25 w 64"/>
                  <a:gd name="T7" fmla="*/ 6 h 66"/>
                  <a:gd name="T8" fmla="*/ 22 w 64"/>
                  <a:gd name="T9" fmla="*/ 12 h 66"/>
                  <a:gd name="T10" fmla="*/ 8 w 64"/>
                  <a:gd name="T11" fmla="*/ 37 h 66"/>
                  <a:gd name="T12" fmla="*/ 4 w 64"/>
                  <a:gd name="T13" fmla="*/ 43 h 66"/>
                  <a:gd name="T14" fmla="*/ 11 w 64"/>
                  <a:gd name="T15" fmla="*/ 55 h 66"/>
                  <a:gd name="T16" fmla="*/ 18 w 64"/>
                  <a:gd name="T17" fmla="*/ 55 h 66"/>
                  <a:gd name="T18" fmla="*/ 19 w 64"/>
                  <a:gd name="T19" fmla="*/ 55 h 66"/>
                  <a:gd name="T20" fmla="*/ 19 w 64"/>
                  <a:gd name="T21" fmla="*/ 66 h 66"/>
                  <a:gd name="T22" fmla="*/ 32 w 64"/>
                  <a:gd name="T23" fmla="*/ 62 h 66"/>
                  <a:gd name="T24" fmla="*/ 32 w 64"/>
                  <a:gd name="T25" fmla="*/ 62 h 66"/>
                  <a:gd name="T26" fmla="*/ 46 w 64"/>
                  <a:gd name="T27" fmla="*/ 66 h 66"/>
                  <a:gd name="T28" fmla="*/ 46 w 64"/>
                  <a:gd name="T29" fmla="*/ 55 h 66"/>
                  <a:gd name="T30" fmla="*/ 46 w 64"/>
                  <a:gd name="T31" fmla="*/ 55 h 66"/>
                  <a:gd name="T32" fmla="*/ 53 w 64"/>
                  <a:gd name="T33" fmla="*/ 55 h 66"/>
                  <a:gd name="T34" fmla="*/ 60 w 64"/>
                  <a:gd name="T35" fmla="*/ 43 h 66"/>
                  <a:gd name="T36" fmla="*/ 57 w 64"/>
                  <a:gd name="T37"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6">
                    <a:moveTo>
                      <a:pt x="57" y="37"/>
                    </a:moveTo>
                    <a:cubicBezTo>
                      <a:pt x="53" y="30"/>
                      <a:pt x="47" y="19"/>
                      <a:pt x="43" y="12"/>
                    </a:cubicBezTo>
                    <a:cubicBezTo>
                      <a:pt x="39" y="6"/>
                      <a:pt x="39" y="6"/>
                      <a:pt x="39" y="6"/>
                    </a:cubicBezTo>
                    <a:cubicBezTo>
                      <a:pt x="35" y="0"/>
                      <a:pt x="29" y="0"/>
                      <a:pt x="25" y="6"/>
                    </a:cubicBezTo>
                    <a:cubicBezTo>
                      <a:pt x="22" y="12"/>
                      <a:pt x="22" y="12"/>
                      <a:pt x="22" y="12"/>
                    </a:cubicBezTo>
                    <a:cubicBezTo>
                      <a:pt x="18" y="19"/>
                      <a:pt x="11" y="30"/>
                      <a:pt x="8" y="37"/>
                    </a:cubicBezTo>
                    <a:cubicBezTo>
                      <a:pt x="4" y="43"/>
                      <a:pt x="4" y="43"/>
                      <a:pt x="4" y="43"/>
                    </a:cubicBezTo>
                    <a:cubicBezTo>
                      <a:pt x="0" y="50"/>
                      <a:pt x="3" y="55"/>
                      <a:pt x="11" y="55"/>
                    </a:cubicBezTo>
                    <a:cubicBezTo>
                      <a:pt x="18" y="55"/>
                      <a:pt x="18" y="55"/>
                      <a:pt x="18" y="55"/>
                    </a:cubicBezTo>
                    <a:cubicBezTo>
                      <a:pt x="19" y="55"/>
                      <a:pt x="19" y="55"/>
                      <a:pt x="19" y="55"/>
                    </a:cubicBezTo>
                    <a:cubicBezTo>
                      <a:pt x="19" y="66"/>
                      <a:pt x="19" y="66"/>
                      <a:pt x="19" y="66"/>
                    </a:cubicBezTo>
                    <a:cubicBezTo>
                      <a:pt x="23" y="63"/>
                      <a:pt x="27" y="62"/>
                      <a:pt x="32" y="62"/>
                    </a:cubicBezTo>
                    <a:cubicBezTo>
                      <a:pt x="32" y="62"/>
                      <a:pt x="32" y="62"/>
                      <a:pt x="32" y="62"/>
                    </a:cubicBezTo>
                    <a:cubicBezTo>
                      <a:pt x="37" y="62"/>
                      <a:pt x="42" y="63"/>
                      <a:pt x="46" y="66"/>
                    </a:cubicBezTo>
                    <a:cubicBezTo>
                      <a:pt x="46" y="55"/>
                      <a:pt x="46" y="55"/>
                      <a:pt x="46" y="55"/>
                    </a:cubicBezTo>
                    <a:cubicBezTo>
                      <a:pt x="46" y="55"/>
                      <a:pt x="46" y="55"/>
                      <a:pt x="46" y="55"/>
                    </a:cubicBezTo>
                    <a:cubicBezTo>
                      <a:pt x="53" y="55"/>
                      <a:pt x="53" y="55"/>
                      <a:pt x="53" y="55"/>
                    </a:cubicBezTo>
                    <a:cubicBezTo>
                      <a:pt x="61" y="55"/>
                      <a:pt x="64" y="49"/>
                      <a:pt x="60" y="43"/>
                    </a:cubicBezTo>
                    <a:lnTo>
                      <a:pt x="57"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65" name="Freeform 70"/>
              <p:cNvSpPr/>
              <p:nvPr/>
            </p:nvSpPr>
            <p:spPr bwMode="auto">
              <a:xfrm>
                <a:off x="2290424" y="5688115"/>
                <a:ext cx="75013" cy="75013"/>
              </a:xfrm>
              <a:custGeom>
                <a:avLst/>
                <a:gdLst>
                  <a:gd name="T0" fmla="*/ 17 w 35"/>
                  <a:gd name="T1" fmla="*/ 0 h 35"/>
                  <a:gd name="T2" fmla="*/ 17 w 35"/>
                  <a:gd name="T3" fmla="*/ 0 h 35"/>
                  <a:gd name="T4" fmla="*/ 17 w 35"/>
                  <a:gd name="T5" fmla="*/ 0 h 35"/>
                  <a:gd name="T6" fmla="*/ 17 w 35"/>
                  <a:gd name="T7" fmla="*/ 0 h 35"/>
                  <a:gd name="T8" fmla="*/ 17 w 35"/>
                  <a:gd name="T9" fmla="*/ 0 h 35"/>
                  <a:gd name="T10" fmla="*/ 4 w 35"/>
                  <a:gd name="T11" fmla="*/ 6 h 35"/>
                  <a:gd name="T12" fmla="*/ 0 w 35"/>
                  <a:gd name="T13" fmla="*/ 17 h 35"/>
                  <a:gd name="T14" fmla="*/ 0 w 35"/>
                  <a:gd name="T15" fmla="*/ 17 h 35"/>
                  <a:gd name="T16" fmla="*/ 17 w 35"/>
                  <a:gd name="T17" fmla="*/ 35 h 35"/>
                  <a:gd name="T18" fmla="*/ 17 w 35"/>
                  <a:gd name="T19" fmla="*/ 35 h 35"/>
                  <a:gd name="T20" fmla="*/ 35 w 35"/>
                  <a:gd name="T21" fmla="*/ 17 h 35"/>
                  <a:gd name="T22" fmla="*/ 35 w 35"/>
                  <a:gd name="T23" fmla="*/ 17 h 35"/>
                  <a:gd name="T24" fmla="*/ 31 w 35"/>
                  <a:gd name="T25" fmla="*/ 6 h 35"/>
                  <a:gd name="T26" fmla="*/ 17 w 35"/>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35">
                    <a:moveTo>
                      <a:pt x="17" y="0"/>
                    </a:moveTo>
                    <a:cubicBezTo>
                      <a:pt x="17" y="0"/>
                      <a:pt x="17" y="0"/>
                      <a:pt x="17" y="0"/>
                    </a:cubicBezTo>
                    <a:cubicBezTo>
                      <a:pt x="17" y="0"/>
                      <a:pt x="17" y="0"/>
                      <a:pt x="17" y="0"/>
                    </a:cubicBezTo>
                    <a:cubicBezTo>
                      <a:pt x="17" y="0"/>
                      <a:pt x="17" y="0"/>
                      <a:pt x="17" y="0"/>
                    </a:cubicBezTo>
                    <a:cubicBezTo>
                      <a:pt x="17" y="0"/>
                      <a:pt x="17" y="0"/>
                      <a:pt x="17" y="0"/>
                    </a:cubicBezTo>
                    <a:cubicBezTo>
                      <a:pt x="12" y="0"/>
                      <a:pt x="7" y="2"/>
                      <a:pt x="4" y="6"/>
                    </a:cubicBezTo>
                    <a:cubicBezTo>
                      <a:pt x="1" y="9"/>
                      <a:pt x="0" y="13"/>
                      <a:pt x="0" y="17"/>
                    </a:cubicBezTo>
                    <a:cubicBezTo>
                      <a:pt x="0" y="17"/>
                      <a:pt x="0" y="17"/>
                      <a:pt x="0" y="17"/>
                    </a:cubicBezTo>
                    <a:cubicBezTo>
                      <a:pt x="0" y="27"/>
                      <a:pt x="8" y="35"/>
                      <a:pt x="17" y="35"/>
                    </a:cubicBezTo>
                    <a:cubicBezTo>
                      <a:pt x="17" y="35"/>
                      <a:pt x="17" y="35"/>
                      <a:pt x="17" y="35"/>
                    </a:cubicBezTo>
                    <a:cubicBezTo>
                      <a:pt x="27" y="35"/>
                      <a:pt x="35" y="27"/>
                      <a:pt x="35" y="17"/>
                    </a:cubicBezTo>
                    <a:cubicBezTo>
                      <a:pt x="35" y="17"/>
                      <a:pt x="35" y="17"/>
                      <a:pt x="35" y="17"/>
                    </a:cubicBezTo>
                    <a:cubicBezTo>
                      <a:pt x="35" y="13"/>
                      <a:pt x="33" y="9"/>
                      <a:pt x="31" y="6"/>
                    </a:cubicBezTo>
                    <a:cubicBezTo>
                      <a:pt x="27" y="2"/>
                      <a:pt x="23" y="0"/>
                      <a:pt x="1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grpSp>
        <p:grpSp>
          <p:nvGrpSpPr>
            <p:cNvPr id="60" name="组合 59"/>
            <p:cNvGrpSpPr>
              <a:grpSpLocks noChangeAspect="1"/>
            </p:cNvGrpSpPr>
            <p:nvPr/>
          </p:nvGrpSpPr>
          <p:grpSpPr>
            <a:xfrm>
              <a:off x="478903" y="4355475"/>
              <a:ext cx="2158455" cy="2196000"/>
              <a:chOff x="5397500" y="5734050"/>
              <a:chExt cx="365125" cy="371476"/>
            </a:xfrm>
            <a:grpFill/>
          </p:grpSpPr>
          <p:sp>
            <p:nvSpPr>
              <p:cNvPr id="61" name="Freeform 288"/>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62"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sp>
            <p:nvSpPr>
              <p:cNvPr id="63" name="Freeform 291"/>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90">
                  <a:latin typeface="Arial" panose="020B0604020202020204" pitchFamily="34" charset="0"/>
                  <a:ea typeface="微软雅黑" panose="020B0503020204020204" pitchFamily="34" charset="-122"/>
                  <a:cs typeface="Arial" panose="020B0604020202020204" pitchFamily="34" charset="0"/>
                </a:endParaRPr>
              </a:p>
            </p:txBody>
          </p:sp>
        </p:grpSp>
      </p:grpSp>
      <p:sp>
        <p:nvSpPr>
          <p:cNvPr id="66" name="矩形 65"/>
          <p:cNvSpPr/>
          <p:nvPr/>
        </p:nvSpPr>
        <p:spPr>
          <a:xfrm>
            <a:off x="3747322" y="1369576"/>
            <a:ext cx="1210570" cy="400101"/>
          </a:xfrm>
          <a:prstGeom prst="rect">
            <a:avLst/>
          </a:prstGeom>
        </p:spPr>
        <p:txBody>
          <a:bodyPr wrap="none" lIns="91431" tIns="45716" rIns="91431" bIns="45716">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添加标题</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7" name="矩形 47"/>
          <p:cNvSpPr>
            <a:spLocks noChangeArrowheads="1"/>
          </p:cNvSpPr>
          <p:nvPr/>
        </p:nvSpPr>
        <p:spPr bwMode="auto">
          <a:xfrm>
            <a:off x="3731559" y="2551649"/>
            <a:ext cx="2812663" cy="96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200" dirty="0">
                <a:solidFill>
                  <a:schemeClr val="tx1">
                    <a:lumMod val="75000"/>
                    <a:lumOff val="25000"/>
                  </a:schemeClr>
                </a:solidFill>
                <a:sym typeface="微软雅黑" panose="020B0503020204020204" pitchFamily="34" charset="-122"/>
              </a:rPr>
              <a:t>在此录入上述图表的描述说明，在此录入上述图表的描述说明。</a:t>
            </a:r>
            <a:endParaRPr lang="zh-CN" altLang="en-US" sz="1200" dirty="0">
              <a:solidFill>
                <a:schemeClr val="tx1">
                  <a:lumMod val="75000"/>
                  <a:lumOff val="25000"/>
                </a:schemeClr>
              </a:solidFill>
              <a:sym typeface="微软雅黑" panose="020B0503020204020204" pitchFamily="34" charset="-122"/>
            </a:endParaRPr>
          </a:p>
          <a:p>
            <a:pPr>
              <a:lnSpc>
                <a:spcPct val="120000"/>
              </a:lnSpc>
              <a:spcBef>
                <a:spcPct val="0"/>
              </a:spcBef>
              <a:buNone/>
            </a:pPr>
            <a:r>
              <a:rPr lang="zh-CN" altLang="en-US" sz="1200" dirty="0">
                <a:solidFill>
                  <a:schemeClr val="tx1">
                    <a:lumMod val="75000"/>
                    <a:lumOff val="25000"/>
                  </a:schemeClr>
                </a:solidFill>
                <a:sym typeface="微软雅黑" panose="020B0503020204020204" pitchFamily="34" charset="-122"/>
              </a:rPr>
              <a:t>亮亮图文旗舰店  https://liangliangtuwen.tmall.com</a:t>
            </a:r>
            <a:endParaRPr lang="zh-CN" altLang="en-US" sz="1200" dirty="0">
              <a:solidFill>
                <a:schemeClr val="tx1">
                  <a:lumMod val="75000"/>
                  <a:lumOff val="25000"/>
                </a:schemeClr>
              </a:solidFill>
              <a:sym typeface="微软雅黑" panose="020B0503020204020204" pitchFamily="34" charset="-122"/>
            </a:endParaRPr>
          </a:p>
        </p:txBody>
      </p:sp>
      <p:sp>
        <p:nvSpPr>
          <p:cNvPr id="68" name="矩形 67"/>
          <p:cNvSpPr/>
          <p:nvPr/>
        </p:nvSpPr>
        <p:spPr>
          <a:xfrm>
            <a:off x="3747322" y="3574958"/>
            <a:ext cx="1210570" cy="400101"/>
          </a:xfrm>
          <a:prstGeom prst="rect">
            <a:avLst/>
          </a:prstGeom>
        </p:spPr>
        <p:txBody>
          <a:bodyPr wrap="none" lIns="91431" tIns="45716" rIns="91431" bIns="45716">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添加标题</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9" name="矩形 47"/>
          <p:cNvSpPr>
            <a:spLocks noChangeArrowheads="1"/>
          </p:cNvSpPr>
          <p:nvPr/>
        </p:nvSpPr>
        <p:spPr bwMode="auto">
          <a:xfrm>
            <a:off x="3731559" y="4741267"/>
            <a:ext cx="2812663" cy="53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200" dirty="0">
                <a:solidFill>
                  <a:schemeClr val="tx1">
                    <a:lumMod val="75000"/>
                    <a:lumOff val="25000"/>
                  </a:schemeClr>
                </a:solidFill>
                <a:sym typeface="微软雅黑" panose="020B0503020204020204" pitchFamily="34" charset="-122"/>
              </a:rPr>
              <a:t>在此录入上述图表的描述说明，在此录入上述图表的描述说明。</a:t>
            </a:r>
            <a:endParaRPr lang="zh-CN" altLang="en-US" sz="1200" dirty="0">
              <a:solidFill>
                <a:schemeClr val="tx1">
                  <a:lumMod val="75000"/>
                  <a:lumOff val="25000"/>
                </a:schemeClr>
              </a:solidFill>
              <a:sym typeface="微软雅黑" panose="020B0503020204020204" pitchFamily="34" charset="-122"/>
            </a:endParaRPr>
          </a:p>
        </p:txBody>
      </p:sp>
      <p:sp>
        <p:nvSpPr>
          <p:cNvPr id="70" name="矩形 69"/>
          <p:cNvSpPr/>
          <p:nvPr/>
        </p:nvSpPr>
        <p:spPr>
          <a:xfrm>
            <a:off x="7089756" y="1389606"/>
            <a:ext cx="216024" cy="21602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latin typeface="微软雅黑" panose="020B0503020204020204" pitchFamily="34" charset="-122"/>
              <a:ea typeface="微软雅黑" panose="020B0503020204020204" pitchFamily="34" charset="-122"/>
            </a:endParaRPr>
          </a:p>
        </p:txBody>
      </p:sp>
      <p:sp>
        <p:nvSpPr>
          <p:cNvPr id="71" name="矩形 70"/>
          <p:cNvSpPr/>
          <p:nvPr/>
        </p:nvSpPr>
        <p:spPr>
          <a:xfrm>
            <a:off x="7465740" y="1297568"/>
            <a:ext cx="1210570" cy="400101"/>
          </a:xfrm>
          <a:prstGeom prst="rect">
            <a:avLst/>
          </a:prstGeom>
        </p:spPr>
        <p:txBody>
          <a:bodyPr wrap="none" lIns="91431" tIns="45716" rIns="91431" bIns="45716">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输入标题</a:t>
            </a:r>
            <a:endParaRPr lang="en-US" altLang="zh-CN" sz="2000" b="1" dirty="0">
              <a:solidFill>
                <a:srgbClr val="2C3637"/>
              </a:solidFill>
              <a:latin typeface="微软雅黑" panose="020B0503020204020204" pitchFamily="34" charset="-122"/>
              <a:ea typeface="微软雅黑" panose="020B0503020204020204" pitchFamily="34" charset="-122"/>
            </a:endParaRPr>
          </a:p>
        </p:txBody>
      </p:sp>
      <p:sp>
        <p:nvSpPr>
          <p:cNvPr id="72" name="矩形 47"/>
          <p:cNvSpPr>
            <a:spLocks noChangeArrowheads="1"/>
          </p:cNvSpPr>
          <p:nvPr/>
        </p:nvSpPr>
        <p:spPr bwMode="auto">
          <a:xfrm>
            <a:off x="7465739" y="1662514"/>
            <a:ext cx="3456384"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2C3637"/>
                </a:solidFill>
                <a:sym typeface="微软雅黑" panose="020B0503020204020204" pitchFamily="34" charset="-122"/>
              </a:rPr>
              <a:t>在此录入上述图表的综合描述说明，在此录入上述图表的综合描述说明。</a:t>
            </a:r>
            <a:endParaRPr lang="zh-CN" altLang="en-US" sz="1400" dirty="0">
              <a:solidFill>
                <a:srgbClr val="2C3637"/>
              </a:solidFill>
              <a:sym typeface="微软雅黑" panose="020B0503020204020204" pitchFamily="34" charset="-122"/>
            </a:endParaRPr>
          </a:p>
        </p:txBody>
      </p:sp>
      <p:cxnSp>
        <p:nvCxnSpPr>
          <p:cNvPr id="73" name="直接连接符 72"/>
          <p:cNvCxnSpPr/>
          <p:nvPr/>
        </p:nvCxnSpPr>
        <p:spPr>
          <a:xfrm>
            <a:off x="7197768" y="1605630"/>
            <a:ext cx="0" cy="98808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7089756" y="2593712"/>
            <a:ext cx="216024" cy="21602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latin typeface="微软雅黑" panose="020B0503020204020204" pitchFamily="34" charset="-122"/>
              <a:ea typeface="微软雅黑" panose="020B0503020204020204" pitchFamily="34" charset="-122"/>
            </a:endParaRPr>
          </a:p>
        </p:txBody>
      </p:sp>
      <p:sp>
        <p:nvSpPr>
          <p:cNvPr id="75" name="矩形 74"/>
          <p:cNvSpPr/>
          <p:nvPr/>
        </p:nvSpPr>
        <p:spPr>
          <a:xfrm>
            <a:off x="7465740" y="2483472"/>
            <a:ext cx="1210570" cy="400101"/>
          </a:xfrm>
          <a:prstGeom prst="rect">
            <a:avLst/>
          </a:prstGeom>
        </p:spPr>
        <p:txBody>
          <a:bodyPr wrap="none" lIns="91431" tIns="45716" rIns="91431" bIns="45716">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输入标题</a:t>
            </a:r>
            <a:endParaRPr lang="en-US" altLang="zh-CN" sz="2000" b="1" dirty="0">
              <a:solidFill>
                <a:srgbClr val="2C3637"/>
              </a:solidFill>
              <a:latin typeface="微软雅黑" panose="020B0503020204020204" pitchFamily="34" charset="-122"/>
              <a:ea typeface="微软雅黑" panose="020B0503020204020204" pitchFamily="34" charset="-122"/>
            </a:endParaRPr>
          </a:p>
        </p:txBody>
      </p:sp>
      <p:sp>
        <p:nvSpPr>
          <p:cNvPr id="76" name="矩形 47"/>
          <p:cNvSpPr>
            <a:spLocks noChangeArrowheads="1"/>
          </p:cNvSpPr>
          <p:nvPr/>
        </p:nvSpPr>
        <p:spPr bwMode="auto">
          <a:xfrm>
            <a:off x="7465739" y="2848418"/>
            <a:ext cx="3456384"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2C3637"/>
                </a:solidFill>
                <a:sym typeface="微软雅黑" panose="020B0503020204020204" pitchFamily="34" charset="-122"/>
              </a:rPr>
              <a:t>在此录入上述图表的综合描述说明，在此录入上述图表的综合描述说明。</a:t>
            </a:r>
            <a:endParaRPr lang="zh-CN" altLang="en-US" sz="1400" dirty="0">
              <a:solidFill>
                <a:srgbClr val="2C3637"/>
              </a:solidFill>
              <a:sym typeface="微软雅黑" panose="020B0503020204020204" pitchFamily="34" charset="-122"/>
            </a:endParaRPr>
          </a:p>
        </p:txBody>
      </p:sp>
      <p:cxnSp>
        <p:nvCxnSpPr>
          <p:cNvPr id="77" name="直接连接符 76"/>
          <p:cNvCxnSpPr/>
          <p:nvPr/>
        </p:nvCxnSpPr>
        <p:spPr>
          <a:xfrm>
            <a:off x="7197768" y="2809736"/>
            <a:ext cx="0" cy="98808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7089756" y="3797818"/>
            <a:ext cx="216024" cy="21602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latin typeface="微软雅黑" panose="020B0503020204020204" pitchFamily="34" charset="-122"/>
              <a:ea typeface="微软雅黑" panose="020B0503020204020204" pitchFamily="34" charset="-122"/>
            </a:endParaRPr>
          </a:p>
        </p:txBody>
      </p:sp>
      <p:sp>
        <p:nvSpPr>
          <p:cNvPr id="79" name="矩形 78"/>
          <p:cNvSpPr/>
          <p:nvPr/>
        </p:nvSpPr>
        <p:spPr>
          <a:xfrm>
            <a:off x="7465740" y="3707608"/>
            <a:ext cx="1210570" cy="400101"/>
          </a:xfrm>
          <a:prstGeom prst="rect">
            <a:avLst/>
          </a:prstGeom>
        </p:spPr>
        <p:txBody>
          <a:bodyPr wrap="none" lIns="91431" tIns="45716" rIns="91431" bIns="45716">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输入标题</a:t>
            </a:r>
            <a:endParaRPr lang="en-US" altLang="zh-CN" sz="2000" b="1" dirty="0">
              <a:solidFill>
                <a:srgbClr val="2C3637"/>
              </a:solidFill>
              <a:latin typeface="微软雅黑" panose="020B0503020204020204" pitchFamily="34" charset="-122"/>
              <a:ea typeface="微软雅黑" panose="020B0503020204020204" pitchFamily="34" charset="-122"/>
            </a:endParaRPr>
          </a:p>
        </p:txBody>
      </p:sp>
      <p:sp>
        <p:nvSpPr>
          <p:cNvPr id="84" name="矩形 83"/>
          <p:cNvSpPr>
            <a:spLocks noChangeArrowheads="1"/>
          </p:cNvSpPr>
          <p:nvPr/>
        </p:nvSpPr>
        <p:spPr bwMode="auto">
          <a:xfrm>
            <a:off x="7465739" y="4072554"/>
            <a:ext cx="3456384"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2C3637"/>
                </a:solidFill>
                <a:sym typeface="微软雅黑" panose="020B0503020204020204" pitchFamily="34" charset="-122"/>
              </a:rPr>
              <a:t>在此录入上述图表的综合描述说明，在此录入上述图表的综合描述说明。</a:t>
            </a:r>
            <a:endParaRPr lang="zh-CN" altLang="en-US" sz="1400" dirty="0">
              <a:solidFill>
                <a:srgbClr val="2C3637"/>
              </a:solidFill>
              <a:sym typeface="微软雅黑" panose="020B0503020204020204" pitchFamily="34" charset="-122"/>
            </a:endParaRPr>
          </a:p>
        </p:txBody>
      </p:sp>
      <p:cxnSp>
        <p:nvCxnSpPr>
          <p:cNvPr id="85" name="直接连接符 84"/>
          <p:cNvCxnSpPr/>
          <p:nvPr/>
        </p:nvCxnSpPr>
        <p:spPr>
          <a:xfrm>
            <a:off x="7197768" y="3981894"/>
            <a:ext cx="0" cy="98808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7089756" y="4908535"/>
            <a:ext cx="216024" cy="21602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C3637"/>
              </a:solidFill>
              <a:latin typeface="微软雅黑" panose="020B0503020204020204" pitchFamily="34" charset="-122"/>
              <a:ea typeface="微软雅黑" panose="020B0503020204020204" pitchFamily="34" charset="-122"/>
            </a:endParaRPr>
          </a:p>
        </p:txBody>
      </p:sp>
      <p:sp>
        <p:nvSpPr>
          <p:cNvPr id="87" name="矩形 86"/>
          <p:cNvSpPr/>
          <p:nvPr/>
        </p:nvSpPr>
        <p:spPr>
          <a:xfrm>
            <a:off x="7465740" y="4787728"/>
            <a:ext cx="1210570" cy="400101"/>
          </a:xfrm>
          <a:prstGeom prst="rect">
            <a:avLst/>
          </a:prstGeom>
        </p:spPr>
        <p:txBody>
          <a:bodyPr wrap="none" lIns="91431" tIns="45716" rIns="91431" bIns="45716">
            <a:spAutoFit/>
          </a:bodyPr>
          <a:lstStyle/>
          <a:p>
            <a:r>
              <a:rPr lang="zh-CN" altLang="en-US" sz="2000" b="1" dirty="0" smtClean="0">
                <a:solidFill>
                  <a:srgbClr val="2C3637"/>
                </a:solidFill>
                <a:latin typeface="微软雅黑" panose="020B0503020204020204" pitchFamily="34" charset="-122"/>
                <a:ea typeface="微软雅黑" panose="020B0503020204020204" pitchFamily="34" charset="-122"/>
              </a:rPr>
              <a:t>输入标题</a:t>
            </a:r>
            <a:endParaRPr lang="en-US" altLang="zh-CN" sz="2000" b="1" dirty="0">
              <a:solidFill>
                <a:srgbClr val="2C3637"/>
              </a:solidFill>
              <a:latin typeface="微软雅黑" panose="020B0503020204020204" pitchFamily="34" charset="-122"/>
              <a:ea typeface="微软雅黑" panose="020B0503020204020204" pitchFamily="34" charset="-122"/>
            </a:endParaRPr>
          </a:p>
        </p:txBody>
      </p:sp>
      <p:sp>
        <p:nvSpPr>
          <p:cNvPr id="88" name="矩形 87"/>
          <p:cNvSpPr>
            <a:spLocks noChangeArrowheads="1"/>
          </p:cNvSpPr>
          <p:nvPr/>
        </p:nvSpPr>
        <p:spPr bwMode="auto">
          <a:xfrm>
            <a:off x="7465739" y="5152674"/>
            <a:ext cx="3456384"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2C3637"/>
                </a:solidFill>
                <a:sym typeface="微软雅黑" panose="020B0503020204020204" pitchFamily="34" charset="-122"/>
              </a:rPr>
              <a:t>在此录入上述图表的综合描述说明，在此录入上述图表的综合描述说明。</a:t>
            </a:r>
            <a:endParaRPr lang="zh-CN" altLang="en-US" sz="1400" dirty="0">
              <a:solidFill>
                <a:srgbClr val="2C3637"/>
              </a:solidFill>
              <a:sym typeface="微软雅黑" panose="020B0503020204020204" pitchFamily="34" charset="-122"/>
            </a:endParaRPr>
          </a:p>
        </p:txBody>
      </p:sp>
      <p:sp>
        <p:nvSpPr>
          <p:cNvPr id="2" name="Rectangle 5"/>
          <p:cNvSpPr>
            <a:spLocks noChangeArrowheads="1"/>
          </p:cNvSpPr>
          <p:nvPr/>
        </p:nvSpPr>
        <p:spPr bwMode="auto">
          <a:xfrm>
            <a:off x="1" y="6781711"/>
            <a:ext cx="12218266" cy="81520"/>
          </a:xfrm>
          <a:prstGeom prst="rect">
            <a:avLst/>
          </a:prstGeom>
          <a:solidFill>
            <a:srgbClr val="C00000"/>
          </a:solidFill>
          <a:ln>
            <a:noFill/>
          </a:ln>
        </p:spPr>
        <p:txBody>
          <a:bodyPr vert="horz" wrap="square" lIns="91440" tIns="45720" rIns="91440" bIns="45720" numCol="1" anchor="t" anchorCtr="0" compatLnSpc="1"/>
          <a:lstStyle/>
          <a:p>
            <a:endParaRPr lang="zh-CN" altLang="en-US"/>
          </a:p>
        </p:txBody>
      </p:sp>
      <p:pic>
        <p:nvPicPr>
          <p:cNvPr id="12" name="图片 11" descr="09eea0 2a48acf833b9858910a08d5c1b"/>
          <p:cNvPicPr>
            <a:picLocks noChangeAspect="1"/>
          </p:cNvPicPr>
          <p:nvPr/>
        </p:nvPicPr>
        <p:blipFill>
          <a:blip r:embed="rId1"/>
          <a:stretch>
            <a:fillRect/>
          </a:stretch>
        </p:blipFill>
        <p:spPr>
          <a:xfrm>
            <a:off x="0" y="5624830"/>
            <a:ext cx="12217400" cy="115697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50"/>
                                  </p:stCondLst>
                                  <p:childTnLst>
                                    <p:set>
                                      <p:cBhvr>
                                        <p:cTn id="6" dur="1" fill="hold">
                                          <p:stCondLst>
                                            <p:cond delay="0"/>
                                          </p:stCondLst>
                                        </p:cTn>
                                        <p:tgtEl>
                                          <p:spTgt spid="50"/>
                                        </p:tgtEl>
                                        <p:attrNameLst>
                                          <p:attrName>style.visibility</p:attrName>
                                        </p:attrNameLst>
                                      </p:cBhvr>
                                      <p:to>
                                        <p:strVal val="visible"/>
                                      </p:to>
                                    </p:set>
                                    <p:anim calcmode="lin" valueType="num">
                                      <p:cBhvr>
                                        <p:cTn id="7" dur="350" fill="hold"/>
                                        <p:tgtEl>
                                          <p:spTgt spid="50"/>
                                        </p:tgtEl>
                                        <p:attrNameLst>
                                          <p:attrName>ppt_w</p:attrName>
                                        </p:attrNameLst>
                                      </p:cBhvr>
                                      <p:tavLst>
                                        <p:tav tm="0">
                                          <p:val>
                                            <p:fltVal val="0"/>
                                          </p:val>
                                        </p:tav>
                                        <p:tav tm="100000">
                                          <p:val>
                                            <p:strVal val="#ppt_w"/>
                                          </p:val>
                                        </p:tav>
                                      </p:tavLst>
                                    </p:anim>
                                    <p:anim calcmode="lin" valueType="num">
                                      <p:cBhvr>
                                        <p:cTn id="8" dur="350" fill="hold"/>
                                        <p:tgtEl>
                                          <p:spTgt spid="50"/>
                                        </p:tgtEl>
                                        <p:attrNameLst>
                                          <p:attrName>ppt_h</p:attrName>
                                        </p:attrNameLst>
                                      </p:cBhvr>
                                      <p:tavLst>
                                        <p:tav tm="0">
                                          <p:val>
                                            <p:fltVal val="0"/>
                                          </p:val>
                                        </p:tav>
                                        <p:tav tm="100000">
                                          <p:val>
                                            <p:strVal val="#ppt_h"/>
                                          </p:val>
                                        </p:tav>
                                      </p:tavLst>
                                    </p:anim>
                                    <p:animEffect transition="in" filter="fade">
                                      <p:cBhvr>
                                        <p:cTn id="9" dur="350"/>
                                        <p:tgtEl>
                                          <p:spTgt spid="50"/>
                                        </p:tgtEl>
                                      </p:cBhvr>
                                    </p:animEffect>
                                  </p:childTnLst>
                                </p:cTn>
                              </p:par>
                              <p:par>
                                <p:cTn id="10" presetID="22" presetClass="entr" presetSubtype="8" fill="hold" nodeType="withEffect">
                                  <p:stCondLst>
                                    <p:cond delay="100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par>
                                <p:cTn id="13" presetID="22" presetClass="entr" presetSubtype="8" fill="hold" nodeType="withEffect">
                                  <p:stCondLst>
                                    <p:cond delay="190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par>
                                <p:cTn id="16" presetID="22" presetClass="entr" presetSubtype="4" fill="hold" grpId="0" nodeType="withEffect">
                                  <p:stCondLst>
                                    <p:cond delay="2750"/>
                                  </p:stCondLst>
                                  <p:childTnLst>
                                    <p:set>
                                      <p:cBhvr>
                                        <p:cTn id="17" dur="1" fill="hold">
                                          <p:stCondLst>
                                            <p:cond delay="0"/>
                                          </p:stCondLst>
                                        </p:cTn>
                                        <p:tgtEl>
                                          <p:spTgt spid="66"/>
                                        </p:tgtEl>
                                        <p:attrNameLst>
                                          <p:attrName>style.visibility</p:attrName>
                                        </p:attrNameLst>
                                      </p:cBhvr>
                                      <p:to>
                                        <p:strVal val="visible"/>
                                      </p:to>
                                    </p:set>
                                    <p:animEffect transition="in" filter="wipe(down)">
                                      <p:cBhvr>
                                        <p:cTn id="18" dur="500"/>
                                        <p:tgtEl>
                                          <p:spTgt spid="66"/>
                                        </p:tgtEl>
                                      </p:cBhvr>
                                    </p:animEffect>
                                  </p:childTnLst>
                                </p:cTn>
                              </p:par>
                              <p:par>
                                <p:cTn id="19" presetID="22" presetClass="entr" presetSubtype="1" fill="hold" grpId="0" nodeType="withEffect">
                                  <p:stCondLst>
                                    <p:cond delay="2750"/>
                                  </p:stCondLst>
                                  <p:childTnLst>
                                    <p:set>
                                      <p:cBhvr>
                                        <p:cTn id="20" dur="1" fill="hold">
                                          <p:stCondLst>
                                            <p:cond delay="0"/>
                                          </p:stCondLst>
                                        </p:cTn>
                                        <p:tgtEl>
                                          <p:spTgt spid="67"/>
                                        </p:tgtEl>
                                        <p:attrNameLst>
                                          <p:attrName>style.visibility</p:attrName>
                                        </p:attrNameLst>
                                      </p:cBhvr>
                                      <p:to>
                                        <p:strVal val="visible"/>
                                      </p:to>
                                    </p:set>
                                    <p:animEffect transition="in" filter="wipe(up)">
                                      <p:cBhvr>
                                        <p:cTn id="21" dur="500"/>
                                        <p:tgtEl>
                                          <p:spTgt spid="67"/>
                                        </p:tgtEl>
                                      </p:cBhvr>
                                    </p:animEffect>
                                  </p:childTnLst>
                                </p:cTn>
                              </p:par>
                              <p:par>
                                <p:cTn id="22" presetID="53" presetClass="entr" presetSubtype="16" fill="hold" nodeType="withEffect">
                                  <p:stCondLst>
                                    <p:cond delay="3500"/>
                                  </p:stCondLst>
                                  <p:childTnLst>
                                    <p:set>
                                      <p:cBhvr>
                                        <p:cTn id="23" dur="1" fill="hold">
                                          <p:stCondLst>
                                            <p:cond delay="0"/>
                                          </p:stCondLst>
                                        </p:cTn>
                                        <p:tgtEl>
                                          <p:spTgt spid="58"/>
                                        </p:tgtEl>
                                        <p:attrNameLst>
                                          <p:attrName>style.visibility</p:attrName>
                                        </p:attrNameLst>
                                      </p:cBhvr>
                                      <p:to>
                                        <p:strVal val="visible"/>
                                      </p:to>
                                    </p:set>
                                    <p:anim calcmode="lin" valueType="num">
                                      <p:cBhvr>
                                        <p:cTn id="24" dur="350" fill="hold"/>
                                        <p:tgtEl>
                                          <p:spTgt spid="58"/>
                                        </p:tgtEl>
                                        <p:attrNameLst>
                                          <p:attrName>ppt_w</p:attrName>
                                        </p:attrNameLst>
                                      </p:cBhvr>
                                      <p:tavLst>
                                        <p:tav tm="0">
                                          <p:val>
                                            <p:fltVal val="0"/>
                                          </p:val>
                                        </p:tav>
                                        <p:tav tm="100000">
                                          <p:val>
                                            <p:strVal val="#ppt_w"/>
                                          </p:val>
                                        </p:tav>
                                      </p:tavLst>
                                    </p:anim>
                                    <p:anim calcmode="lin" valueType="num">
                                      <p:cBhvr>
                                        <p:cTn id="25" dur="350" fill="hold"/>
                                        <p:tgtEl>
                                          <p:spTgt spid="58"/>
                                        </p:tgtEl>
                                        <p:attrNameLst>
                                          <p:attrName>ppt_h</p:attrName>
                                        </p:attrNameLst>
                                      </p:cBhvr>
                                      <p:tavLst>
                                        <p:tav tm="0">
                                          <p:val>
                                            <p:fltVal val="0"/>
                                          </p:val>
                                        </p:tav>
                                        <p:tav tm="100000">
                                          <p:val>
                                            <p:strVal val="#ppt_h"/>
                                          </p:val>
                                        </p:tav>
                                      </p:tavLst>
                                    </p:anim>
                                    <p:animEffect transition="in" filter="fade">
                                      <p:cBhvr>
                                        <p:cTn id="26" dur="350"/>
                                        <p:tgtEl>
                                          <p:spTgt spid="58"/>
                                        </p:tgtEl>
                                      </p:cBhvr>
                                    </p:animEffect>
                                  </p:childTnLst>
                                </p:cTn>
                              </p:par>
                              <p:par>
                                <p:cTn id="27" presetID="22" presetClass="entr" presetSubtype="8" fill="hold" nodeType="withEffect">
                                  <p:stCondLst>
                                    <p:cond delay="4200"/>
                                  </p:stCondLst>
                                  <p:childTnLst>
                                    <p:set>
                                      <p:cBhvr>
                                        <p:cTn id="28" dur="1" fill="hold">
                                          <p:stCondLst>
                                            <p:cond delay="0"/>
                                          </p:stCondLst>
                                        </p:cTn>
                                        <p:tgtEl>
                                          <p:spTgt spid="40"/>
                                        </p:tgtEl>
                                        <p:attrNameLst>
                                          <p:attrName>style.visibility</p:attrName>
                                        </p:attrNameLst>
                                      </p:cBhvr>
                                      <p:to>
                                        <p:strVal val="visible"/>
                                      </p:to>
                                    </p:set>
                                    <p:animEffect transition="in" filter="wipe(left)">
                                      <p:cBhvr>
                                        <p:cTn id="29" dur="500"/>
                                        <p:tgtEl>
                                          <p:spTgt spid="40"/>
                                        </p:tgtEl>
                                      </p:cBhvr>
                                    </p:animEffect>
                                  </p:childTnLst>
                                </p:cTn>
                              </p:par>
                              <p:par>
                                <p:cTn id="30" presetID="22" presetClass="entr" presetSubtype="8" fill="hold" nodeType="withEffect">
                                  <p:stCondLst>
                                    <p:cond delay="5100"/>
                                  </p:stCondLst>
                                  <p:childTnLst>
                                    <p:set>
                                      <p:cBhvr>
                                        <p:cTn id="31" dur="1" fill="hold">
                                          <p:stCondLst>
                                            <p:cond delay="0"/>
                                          </p:stCondLst>
                                        </p:cTn>
                                        <p:tgtEl>
                                          <p:spTgt spid="46"/>
                                        </p:tgtEl>
                                        <p:attrNameLst>
                                          <p:attrName>style.visibility</p:attrName>
                                        </p:attrNameLst>
                                      </p:cBhvr>
                                      <p:to>
                                        <p:strVal val="visible"/>
                                      </p:to>
                                    </p:set>
                                    <p:animEffect transition="in" filter="wipe(left)">
                                      <p:cBhvr>
                                        <p:cTn id="32" dur="500"/>
                                        <p:tgtEl>
                                          <p:spTgt spid="46"/>
                                        </p:tgtEl>
                                      </p:cBhvr>
                                    </p:animEffect>
                                  </p:childTnLst>
                                </p:cTn>
                              </p:par>
                              <p:par>
                                <p:cTn id="33" presetID="22" presetClass="entr" presetSubtype="4" fill="hold" grpId="0" nodeType="withEffect">
                                  <p:stCondLst>
                                    <p:cond delay="6000"/>
                                  </p:stCondLst>
                                  <p:childTnLst>
                                    <p:set>
                                      <p:cBhvr>
                                        <p:cTn id="34" dur="1" fill="hold">
                                          <p:stCondLst>
                                            <p:cond delay="0"/>
                                          </p:stCondLst>
                                        </p:cTn>
                                        <p:tgtEl>
                                          <p:spTgt spid="68"/>
                                        </p:tgtEl>
                                        <p:attrNameLst>
                                          <p:attrName>style.visibility</p:attrName>
                                        </p:attrNameLst>
                                      </p:cBhvr>
                                      <p:to>
                                        <p:strVal val="visible"/>
                                      </p:to>
                                    </p:set>
                                    <p:animEffect transition="in" filter="wipe(down)">
                                      <p:cBhvr>
                                        <p:cTn id="35" dur="500"/>
                                        <p:tgtEl>
                                          <p:spTgt spid="68"/>
                                        </p:tgtEl>
                                      </p:cBhvr>
                                    </p:animEffect>
                                  </p:childTnLst>
                                </p:cTn>
                              </p:par>
                              <p:par>
                                <p:cTn id="36" presetID="22" presetClass="entr" presetSubtype="1" fill="hold" grpId="0" nodeType="withEffect">
                                  <p:stCondLst>
                                    <p:cond delay="6000"/>
                                  </p:stCondLst>
                                  <p:childTnLst>
                                    <p:set>
                                      <p:cBhvr>
                                        <p:cTn id="37" dur="1" fill="hold">
                                          <p:stCondLst>
                                            <p:cond delay="0"/>
                                          </p:stCondLst>
                                        </p:cTn>
                                        <p:tgtEl>
                                          <p:spTgt spid="69"/>
                                        </p:tgtEl>
                                        <p:attrNameLst>
                                          <p:attrName>style.visibility</p:attrName>
                                        </p:attrNameLst>
                                      </p:cBhvr>
                                      <p:to>
                                        <p:strVal val="visible"/>
                                      </p:to>
                                    </p:set>
                                    <p:animEffect transition="in" filter="wipe(up)">
                                      <p:cBhvr>
                                        <p:cTn id="38" dur="500"/>
                                        <p:tgtEl>
                                          <p:spTgt spid="69"/>
                                        </p:tgtEl>
                                      </p:cBhvr>
                                    </p:animEffect>
                                  </p:childTnLst>
                                </p:cTn>
                              </p:par>
                            </p:childTnLst>
                          </p:cTn>
                        </p:par>
                        <p:par>
                          <p:cTn id="39" fill="hold">
                            <p:stCondLst>
                              <p:cond delay="750"/>
                            </p:stCondLst>
                            <p:childTnLst>
                              <p:par>
                                <p:cTn id="40" presetID="2" presetClass="entr" presetSubtype="1" fill="hold" grpId="0" nodeType="afterEffect">
                                  <p:stCondLst>
                                    <p:cond delay="0"/>
                                  </p:stCondLst>
                                  <p:childTnLst>
                                    <p:set>
                                      <p:cBhvr>
                                        <p:cTn id="41" dur="1" fill="hold">
                                          <p:stCondLst>
                                            <p:cond delay="0"/>
                                          </p:stCondLst>
                                        </p:cTn>
                                        <p:tgtEl>
                                          <p:spTgt spid="70"/>
                                        </p:tgtEl>
                                        <p:attrNameLst>
                                          <p:attrName>style.visibility</p:attrName>
                                        </p:attrNameLst>
                                      </p:cBhvr>
                                      <p:to>
                                        <p:strVal val="visible"/>
                                      </p:to>
                                    </p:set>
                                    <p:anim calcmode="lin" valueType="num">
                                      <p:cBhvr additive="base">
                                        <p:cTn id="42" dur="500" fill="hold"/>
                                        <p:tgtEl>
                                          <p:spTgt spid="70"/>
                                        </p:tgtEl>
                                        <p:attrNameLst>
                                          <p:attrName>ppt_x</p:attrName>
                                        </p:attrNameLst>
                                      </p:cBhvr>
                                      <p:tavLst>
                                        <p:tav tm="0">
                                          <p:val>
                                            <p:strVal val="#ppt_x"/>
                                          </p:val>
                                        </p:tav>
                                        <p:tav tm="100000">
                                          <p:val>
                                            <p:strVal val="#ppt_x"/>
                                          </p:val>
                                        </p:tav>
                                      </p:tavLst>
                                    </p:anim>
                                    <p:anim calcmode="lin" valueType="num">
                                      <p:cBhvr additive="base">
                                        <p:cTn id="43" dur="500" fill="hold"/>
                                        <p:tgtEl>
                                          <p:spTgt spid="70"/>
                                        </p:tgtEl>
                                        <p:attrNameLst>
                                          <p:attrName>ppt_y</p:attrName>
                                        </p:attrNameLst>
                                      </p:cBhvr>
                                      <p:tavLst>
                                        <p:tav tm="0">
                                          <p:val>
                                            <p:strVal val="0-#ppt_h/2"/>
                                          </p:val>
                                        </p:tav>
                                        <p:tav tm="100000">
                                          <p:val>
                                            <p:strVal val="#ppt_y"/>
                                          </p:val>
                                        </p:tav>
                                      </p:tavLst>
                                    </p:anim>
                                  </p:childTnLst>
                                </p:cTn>
                              </p:par>
                            </p:childTnLst>
                          </p:cTn>
                        </p:par>
                        <p:par>
                          <p:cTn id="44" fill="hold">
                            <p:stCondLst>
                              <p:cond delay="1250"/>
                            </p:stCondLst>
                            <p:childTnLst>
                              <p:par>
                                <p:cTn id="45" presetID="22" presetClass="entr" presetSubtype="8" fill="hold" grpId="0" nodeType="after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wipe(left)">
                                      <p:cBhvr>
                                        <p:cTn id="47" dur="400"/>
                                        <p:tgtEl>
                                          <p:spTgt spid="71"/>
                                        </p:tgtEl>
                                      </p:cBhvr>
                                    </p:animEffect>
                                  </p:childTnLst>
                                </p:cTn>
                              </p:par>
                            </p:childTnLst>
                          </p:cTn>
                        </p:par>
                        <p:par>
                          <p:cTn id="48" fill="hold">
                            <p:stCondLst>
                              <p:cond delay="1750"/>
                            </p:stCondLst>
                            <p:childTnLst>
                              <p:par>
                                <p:cTn id="49" presetID="22" presetClass="entr" presetSubtype="8" fill="hold" grpId="0" nodeType="after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400"/>
                                        <p:tgtEl>
                                          <p:spTgt spid="72"/>
                                        </p:tgtEl>
                                      </p:cBhvr>
                                    </p:animEffect>
                                  </p:childTnLst>
                                </p:cTn>
                              </p:par>
                            </p:childTnLst>
                          </p:cTn>
                        </p:par>
                        <p:par>
                          <p:cTn id="52" fill="hold">
                            <p:stCondLst>
                              <p:cond delay="2250"/>
                            </p:stCondLst>
                            <p:childTnLst>
                              <p:par>
                                <p:cTn id="53" presetID="22" presetClass="entr" presetSubtype="1" fill="hold" nodeType="after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wipe(up)">
                                      <p:cBhvr>
                                        <p:cTn id="55" dur="500"/>
                                        <p:tgtEl>
                                          <p:spTgt spid="73"/>
                                        </p:tgtEl>
                                      </p:cBhvr>
                                    </p:animEffect>
                                  </p:childTnLst>
                                </p:cTn>
                              </p:par>
                            </p:childTnLst>
                          </p:cTn>
                        </p:par>
                        <p:par>
                          <p:cTn id="56" fill="hold">
                            <p:stCondLst>
                              <p:cond delay="2750"/>
                            </p:stCondLst>
                            <p:childTnLst>
                              <p:par>
                                <p:cTn id="57" presetID="2" presetClass="entr" presetSubtype="1" fill="hold" grpId="0" nodeType="afterEffect">
                                  <p:stCondLst>
                                    <p:cond delay="0"/>
                                  </p:stCondLst>
                                  <p:childTnLst>
                                    <p:set>
                                      <p:cBhvr>
                                        <p:cTn id="58" dur="1" fill="hold">
                                          <p:stCondLst>
                                            <p:cond delay="0"/>
                                          </p:stCondLst>
                                        </p:cTn>
                                        <p:tgtEl>
                                          <p:spTgt spid="74"/>
                                        </p:tgtEl>
                                        <p:attrNameLst>
                                          <p:attrName>style.visibility</p:attrName>
                                        </p:attrNameLst>
                                      </p:cBhvr>
                                      <p:to>
                                        <p:strVal val="visible"/>
                                      </p:to>
                                    </p:set>
                                    <p:anim calcmode="lin" valueType="num">
                                      <p:cBhvr additive="base">
                                        <p:cTn id="59" dur="500" fill="hold"/>
                                        <p:tgtEl>
                                          <p:spTgt spid="74"/>
                                        </p:tgtEl>
                                        <p:attrNameLst>
                                          <p:attrName>ppt_x</p:attrName>
                                        </p:attrNameLst>
                                      </p:cBhvr>
                                      <p:tavLst>
                                        <p:tav tm="0">
                                          <p:val>
                                            <p:strVal val="#ppt_x"/>
                                          </p:val>
                                        </p:tav>
                                        <p:tav tm="100000">
                                          <p:val>
                                            <p:strVal val="#ppt_x"/>
                                          </p:val>
                                        </p:tav>
                                      </p:tavLst>
                                    </p:anim>
                                    <p:anim calcmode="lin" valueType="num">
                                      <p:cBhvr additive="base">
                                        <p:cTn id="60" dur="500" fill="hold"/>
                                        <p:tgtEl>
                                          <p:spTgt spid="74"/>
                                        </p:tgtEl>
                                        <p:attrNameLst>
                                          <p:attrName>ppt_y</p:attrName>
                                        </p:attrNameLst>
                                      </p:cBhvr>
                                      <p:tavLst>
                                        <p:tav tm="0">
                                          <p:val>
                                            <p:strVal val="0-#ppt_h/2"/>
                                          </p:val>
                                        </p:tav>
                                        <p:tav tm="100000">
                                          <p:val>
                                            <p:strVal val="#ppt_y"/>
                                          </p:val>
                                        </p:tav>
                                      </p:tavLst>
                                    </p:anim>
                                  </p:childTnLst>
                                </p:cTn>
                              </p:par>
                            </p:childTnLst>
                          </p:cTn>
                        </p:par>
                        <p:par>
                          <p:cTn id="61" fill="hold">
                            <p:stCondLst>
                              <p:cond delay="3250"/>
                            </p:stCondLst>
                            <p:childTnLst>
                              <p:par>
                                <p:cTn id="62" presetID="22" presetClass="entr" presetSubtype="8" fill="hold" grpId="0" nodeType="after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wipe(left)">
                                      <p:cBhvr>
                                        <p:cTn id="64" dur="400"/>
                                        <p:tgtEl>
                                          <p:spTgt spid="75"/>
                                        </p:tgtEl>
                                      </p:cBhvr>
                                    </p:animEffect>
                                  </p:childTnLst>
                                </p:cTn>
                              </p:par>
                            </p:childTnLst>
                          </p:cTn>
                        </p:par>
                        <p:par>
                          <p:cTn id="65" fill="hold">
                            <p:stCondLst>
                              <p:cond delay="3750"/>
                            </p:stCondLst>
                            <p:childTnLst>
                              <p:par>
                                <p:cTn id="66" presetID="22" presetClass="entr" presetSubtype="8" fill="hold" grpId="0" nodeType="after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wipe(left)">
                                      <p:cBhvr>
                                        <p:cTn id="68" dur="400"/>
                                        <p:tgtEl>
                                          <p:spTgt spid="76"/>
                                        </p:tgtEl>
                                      </p:cBhvr>
                                    </p:animEffect>
                                  </p:childTnLst>
                                </p:cTn>
                              </p:par>
                            </p:childTnLst>
                          </p:cTn>
                        </p:par>
                        <p:par>
                          <p:cTn id="69" fill="hold">
                            <p:stCondLst>
                              <p:cond delay="4250"/>
                            </p:stCondLst>
                            <p:childTnLst>
                              <p:par>
                                <p:cTn id="70" presetID="22" presetClass="entr" presetSubtype="1" fill="hold" nodeType="afterEffect">
                                  <p:stCondLst>
                                    <p:cond delay="0"/>
                                  </p:stCondLst>
                                  <p:childTnLst>
                                    <p:set>
                                      <p:cBhvr>
                                        <p:cTn id="71" dur="1" fill="hold">
                                          <p:stCondLst>
                                            <p:cond delay="0"/>
                                          </p:stCondLst>
                                        </p:cTn>
                                        <p:tgtEl>
                                          <p:spTgt spid="77"/>
                                        </p:tgtEl>
                                        <p:attrNameLst>
                                          <p:attrName>style.visibility</p:attrName>
                                        </p:attrNameLst>
                                      </p:cBhvr>
                                      <p:to>
                                        <p:strVal val="visible"/>
                                      </p:to>
                                    </p:set>
                                    <p:animEffect transition="in" filter="wipe(up)">
                                      <p:cBhvr>
                                        <p:cTn id="72" dur="500"/>
                                        <p:tgtEl>
                                          <p:spTgt spid="77"/>
                                        </p:tgtEl>
                                      </p:cBhvr>
                                    </p:animEffect>
                                  </p:childTnLst>
                                </p:cTn>
                              </p:par>
                            </p:childTnLst>
                          </p:cTn>
                        </p:par>
                        <p:par>
                          <p:cTn id="73" fill="hold">
                            <p:stCondLst>
                              <p:cond delay="4750"/>
                            </p:stCondLst>
                            <p:childTnLst>
                              <p:par>
                                <p:cTn id="74" presetID="2" presetClass="entr" presetSubtype="1" fill="hold" grpId="0" nodeType="afterEffect">
                                  <p:stCondLst>
                                    <p:cond delay="0"/>
                                  </p:stCondLst>
                                  <p:childTnLst>
                                    <p:set>
                                      <p:cBhvr>
                                        <p:cTn id="75" dur="1" fill="hold">
                                          <p:stCondLst>
                                            <p:cond delay="0"/>
                                          </p:stCondLst>
                                        </p:cTn>
                                        <p:tgtEl>
                                          <p:spTgt spid="78"/>
                                        </p:tgtEl>
                                        <p:attrNameLst>
                                          <p:attrName>style.visibility</p:attrName>
                                        </p:attrNameLst>
                                      </p:cBhvr>
                                      <p:to>
                                        <p:strVal val="visible"/>
                                      </p:to>
                                    </p:set>
                                    <p:anim calcmode="lin" valueType="num">
                                      <p:cBhvr additive="base">
                                        <p:cTn id="76" dur="500" fill="hold"/>
                                        <p:tgtEl>
                                          <p:spTgt spid="78"/>
                                        </p:tgtEl>
                                        <p:attrNameLst>
                                          <p:attrName>ppt_x</p:attrName>
                                        </p:attrNameLst>
                                      </p:cBhvr>
                                      <p:tavLst>
                                        <p:tav tm="0">
                                          <p:val>
                                            <p:strVal val="#ppt_x"/>
                                          </p:val>
                                        </p:tav>
                                        <p:tav tm="100000">
                                          <p:val>
                                            <p:strVal val="#ppt_x"/>
                                          </p:val>
                                        </p:tav>
                                      </p:tavLst>
                                    </p:anim>
                                    <p:anim calcmode="lin" valueType="num">
                                      <p:cBhvr additive="base">
                                        <p:cTn id="77" dur="500" fill="hold"/>
                                        <p:tgtEl>
                                          <p:spTgt spid="78"/>
                                        </p:tgtEl>
                                        <p:attrNameLst>
                                          <p:attrName>ppt_y</p:attrName>
                                        </p:attrNameLst>
                                      </p:cBhvr>
                                      <p:tavLst>
                                        <p:tav tm="0">
                                          <p:val>
                                            <p:strVal val="0-#ppt_h/2"/>
                                          </p:val>
                                        </p:tav>
                                        <p:tav tm="100000">
                                          <p:val>
                                            <p:strVal val="#ppt_y"/>
                                          </p:val>
                                        </p:tav>
                                      </p:tavLst>
                                    </p:anim>
                                  </p:childTnLst>
                                </p:cTn>
                              </p:par>
                            </p:childTnLst>
                          </p:cTn>
                        </p:par>
                        <p:par>
                          <p:cTn id="78" fill="hold">
                            <p:stCondLst>
                              <p:cond delay="5250"/>
                            </p:stCondLst>
                            <p:childTnLst>
                              <p:par>
                                <p:cTn id="79" presetID="22" presetClass="entr" presetSubtype="8" fill="hold" grpId="0" nodeType="after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wipe(left)">
                                      <p:cBhvr>
                                        <p:cTn id="81" dur="400"/>
                                        <p:tgtEl>
                                          <p:spTgt spid="79"/>
                                        </p:tgtEl>
                                      </p:cBhvr>
                                    </p:animEffect>
                                  </p:childTnLst>
                                </p:cTn>
                              </p:par>
                            </p:childTnLst>
                          </p:cTn>
                        </p:par>
                        <p:par>
                          <p:cTn id="82" fill="hold">
                            <p:stCondLst>
                              <p:cond delay="5750"/>
                            </p:stCondLst>
                            <p:childTnLst>
                              <p:par>
                                <p:cTn id="83" presetID="22" presetClass="entr" presetSubtype="8" fill="hold" grpId="0" nodeType="after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wipe(left)">
                                      <p:cBhvr>
                                        <p:cTn id="85" dur="400"/>
                                        <p:tgtEl>
                                          <p:spTgt spid="84"/>
                                        </p:tgtEl>
                                      </p:cBhvr>
                                    </p:animEffect>
                                  </p:childTnLst>
                                </p:cTn>
                              </p:par>
                            </p:childTnLst>
                          </p:cTn>
                        </p:par>
                        <p:par>
                          <p:cTn id="86" fill="hold">
                            <p:stCondLst>
                              <p:cond delay="6250"/>
                            </p:stCondLst>
                            <p:childTnLst>
                              <p:par>
                                <p:cTn id="87" presetID="22" presetClass="entr" presetSubtype="1" fill="hold" nodeType="afterEffect">
                                  <p:stCondLst>
                                    <p:cond delay="0"/>
                                  </p:stCondLst>
                                  <p:childTnLst>
                                    <p:set>
                                      <p:cBhvr>
                                        <p:cTn id="88" dur="1" fill="hold">
                                          <p:stCondLst>
                                            <p:cond delay="0"/>
                                          </p:stCondLst>
                                        </p:cTn>
                                        <p:tgtEl>
                                          <p:spTgt spid="85"/>
                                        </p:tgtEl>
                                        <p:attrNameLst>
                                          <p:attrName>style.visibility</p:attrName>
                                        </p:attrNameLst>
                                      </p:cBhvr>
                                      <p:to>
                                        <p:strVal val="visible"/>
                                      </p:to>
                                    </p:set>
                                    <p:animEffect transition="in" filter="wipe(up)">
                                      <p:cBhvr>
                                        <p:cTn id="89" dur="500"/>
                                        <p:tgtEl>
                                          <p:spTgt spid="85"/>
                                        </p:tgtEl>
                                      </p:cBhvr>
                                    </p:animEffect>
                                  </p:childTnLst>
                                </p:cTn>
                              </p:par>
                            </p:childTnLst>
                          </p:cTn>
                        </p:par>
                        <p:par>
                          <p:cTn id="90" fill="hold">
                            <p:stCondLst>
                              <p:cond delay="6750"/>
                            </p:stCondLst>
                            <p:childTnLst>
                              <p:par>
                                <p:cTn id="91" presetID="2" presetClass="entr" presetSubtype="1" fill="hold" grpId="0" nodeType="afterEffect">
                                  <p:stCondLst>
                                    <p:cond delay="0"/>
                                  </p:stCondLst>
                                  <p:childTnLst>
                                    <p:set>
                                      <p:cBhvr>
                                        <p:cTn id="92" dur="1" fill="hold">
                                          <p:stCondLst>
                                            <p:cond delay="0"/>
                                          </p:stCondLst>
                                        </p:cTn>
                                        <p:tgtEl>
                                          <p:spTgt spid="86"/>
                                        </p:tgtEl>
                                        <p:attrNameLst>
                                          <p:attrName>style.visibility</p:attrName>
                                        </p:attrNameLst>
                                      </p:cBhvr>
                                      <p:to>
                                        <p:strVal val="visible"/>
                                      </p:to>
                                    </p:set>
                                    <p:anim calcmode="lin" valueType="num">
                                      <p:cBhvr additive="base">
                                        <p:cTn id="93" dur="500" fill="hold"/>
                                        <p:tgtEl>
                                          <p:spTgt spid="86"/>
                                        </p:tgtEl>
                                        <p:attrNameLst>
                                          <p:attrName>ppt_x</p:attrName>
                                        </p:attrNameLst>
                                      </p:cBhvr>
                                      <p:tavLst>
                                        <p:tav tm="0">
                                          <p:val>
                                            <p:strVal val="#ppt_x"/>
                                          </p:val>
                                        </p:tav>
                                        <p:tav tm="100000">
                                          <p:val>
                                            <p:strVal val="#ppt_x"/>
                                          </p:val>
                                        </p:tav>
                                      </p:tavLst>
                                    </p:anim>
                                    <p:anim calcmode="lin" valueType="num">
                                      <p:cBhvr additive="base">
                                        <p:cTn id="94" dur="500" fill="hold"/>
                                        <p:tgtEl>
                                          <p:spTgt spid="86"/>
                                        </p:tgtEl>
                                        <p:attrNameLst>
                                          <p:attrName>ppt_y</p:attrName>
                                        </p:attrNameLst>
                                      </p:cBhvr>
                                      <p:tavLst>
                                        <p:tav tm="0">
                                          <p:val>
                                            <p:strVal val="0-#ppt_h/2"/>
                                          </p:val>
                                        </p:tav>
                                        <p:tav tm="100000">
                                          <p:val>
                                            <p:strVal val="#ppt_y"/>
                                          </p:val>
                                        </p:tav>
                                      </p:tavLst>
                                    </p:anim>
                                  </p:childTnLst>
                                </p:cTn>
                              </p:par>
                            </p:childTnLst>
                          </p:cTn>
                        </p:par>
                        <p:par>
                          <p:cTn id="95" fill="hold">
                            <p:stCondLst>
                              <p:cond delay="7250"/>
                            </p:stCondLst>
                            <p:childTnLst>
                              <p:par>
                                <p:cTn id="96" presetID="22" presetClass="entr" presetSubtype="8" fill="hold" grpId="0" nodeType="afterEffect">
                                  <p:stCondLst>
                                    <p:cond delay="0"/>
                                  </p:stCondLst>
                                  <p:childTnLst>
                                    <p:set>
                                      <p:cBhvr>
                                        <p:cTn id="97" dur="1" fill="hold">
                                          <p:stCondLst>
                                            <p:cond delay="0"/>
                                          </p:stCondLst>
                                        </p:cTn>
                                        <p:tgtEl>
                                          <p:spTgt spid="87"/>
                                        </p:tgtEl>
                                        <p:attrNameLst>
                                          <p:attrName>style.visibility</p:attrName>
                                        </p:attrNameLst>
                                      </p:cBhvr>
                                      <p:to>
                                        <p:strVal val="visible"/>
                                      </p:to>
                                    </p:set>
                                    <p:animEffect transition="in" filter="wipe(left)">
                                      <p:cBhvr>
                                        <p:cTn id="98" dur="400"/>
                                        <p:tgtEl>
                                          <p:spTgt spid="87"/>
                                        </p:tgtEl>
                                      </p:cBhvr>
                                    </p:animEffect>
                                  </p:childTnLst>
                                </p:cTn>
                              </p:par>
                            </p:childTnLst>
                          </p:cTn>
                        </p:par>
                        <p:par>
                          <p:cTn id="99" fill="hold">
                            <p:stCondLst>
                              <p:cond delay="7750"/>
                            </p:stCondLst>
                            <p:childTnLst>
                              <p:par>
                                <p:cTn id="100" presetID="22" presetClass="entr" presetSubtype="8" fill="hold" grpId="0" nodeType="afterEffect">
                                  <p:stCondLst>
                                    <p:cond delay="0"/>
                                  </p:stCondLst>
                                  <p:childTnLst>
                                    <p:set>
                                      <p:cBhvr>
                                        <p:cTn id="101" dur="1" fill="hold">
                                          <p:stCondLst>
                                            <p:cond delay="0"/>
                                          </p:stCondLst>
                                        </p:cTn>
                                        <p:tgtEl>
                                          <p:spTgt spid="88"/>
                                        </p:tgtEl>
                                        <p:attrNameLst>
                                          <p:attrName>style.visibility</p:attrName>
                                        </p:attrNameLst>
                                      </p:cBhvr>
                                      <p:to>
                                        <p:strVal val="visible"/>
                                      </p:to>
                                    </p:set>
                                    <p:animEffect transition="in" filter="wipe(left)">
                                      <p:cBhvr>
                                        <p:cTn id="102"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animBg="1"/>
      <p:bldP spid="71" grpId="0"/>
      <p:bldP spid="72" grpId="0"/>
      <p:bldP spid="74" grpId="0" animBg="1"/>
      <p:bldP spid="75" grpId="0"/>
      <p:bldP spid="76" grpId="0"/>
      <p:bldP spid="78" grpId="0" animBg="1"/>
      <p:bldP spid="79" grpId="0"/>
      <p:bldP spid="84" grpId="0"/>
      <p:bldP spid="86" grpId="0" animBg="1"/>
      <p:bldP spid="87" grpId="0"/>
      <p:bldP spid="8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4"/>
          <p:cNvSpPr txBox="1"/>
          <p:nvPr/>
        </p:nvSpPr>
        <p:spPr>
          <a:xfrm>
            <a:off x="1740149" y="2267585"/>
            <a:ext cx="9053830" cy="81661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7200" b="1" dirty="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rPr>
              <a:t>感谢您的观看</a:t>
            </a:r>
            <a:endParaRPr lang="zh-CN" altLang="en-US" sz="7200" b="1" dirty="0">
              <a:solidFill>
                <a:srgbClr val="C00000"/>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pic>
        <p:nvPicPr>
          <p:cNvPr id="2" name="图片 1" descr="850eae39b4e53a 6857c6373676b83803"/>
          <p:cNvPicPr>
            <a:picLocks noChangeAspect="1"/>
          </p:cNvPicPr>
          <p:nvPr/>
        </p:nvPicPr>
        <p:blipFill>
          <a:blip r:embed="rId1"/>
          <a:stretch>
            <a:fillRect/>
          </a:stretch>
        </p:blipFill>
        <p:spPr>
          <a:xfrm>
            <a:off x="-16510" y="2460625"/>
            <a:ext cx="12228830" cy="4450080"/>
          </a:xfrm>
          <a:prstGeom prst="rect">
            <a:avLst/>
          </a:prstGeom>
        </p:spPr>
      </p:pic>
      <p:pic>
        <p:nvPicPr>
          <p:cNvPr id="6" name="图片 5" descr="8b2aa8cd0ee32ba7e508288bd027fd0c"/>
          <p:cNvPicPr>
            <a:picLocks noChangeAspect="1"/>
          </p:cNvPicPr>
          <p:nvPr/>
        </p:nvPicPr>
        <p:blipFill>
          <a:blip r:embed="rId2"/>
          <a:stretch>
            <a:fillRect/>
          </a:stretch>
        </p:blipFill>
        <p:spPr>
          <a:xfrm>
            <a:off x="1036955" y="5130165"/>
            <a:ext cx="1455420" cy="1518920"/>
          </a:xfrm>
          <a:prstGeom prst="rect">
            <a:avLst/>
          </a:prstGeom>
        </p:spPr>
      </p:pic>
      <p:sp>
        <p:nvSpPr>
          <p:cNvPr id="8" name="标题 4"/>
          <p:cNvSpPr txBox="1"/>
          <p:nvPr/>
        </p:nvSpPr>
        <p:spPr>
          <a:xfrm>
            <a:off x="3516036" y="3084194"/>
            <a:ext cx="5502056" cy="80314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1800" dirty="0" smtClean="0">
                <a:solidFill>
                  <a:srgbClr val="C00000"/>
                </a:solidFill>
                <a:latin typeface="黑体" panose="02010609060101010101" charset="-122"/>
                <a:ea typeface="黑体" panose="02010609060101010101" charset="-122"/>
              </a:rPr>
              <a:t>简洁实用</a:t>
            </a:r>
            <a:r>
              <a:rPr lang="en-US" altLang="zh-CN" sz="1800" dirty="0" smtClean="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适用于工作汇报</a:t>
            </a:r>
            <a:r>
              <a:rPr lang="en-US" altLang="zh-CN" sz="1800" dirty="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新年计划</a:t>
            </a:r>
            <a:r>
              <a:rPr lang="en-US" altLang="zh-CN" sz="1800" dirty="0">
                <a:solidFill>
                  <a:srgbClr val="C00000"/>
                </a:solidFill>
                <a:latin typeface="黑体" panose="02010609060101010101" charset="-122"/>
                <a:ea typeface="黑体" panose="02010609060101010101" charset="-122"/>
              </a:rPr>
              <a:t>/</a:t>
            </a:r>
            <a:r>
              <a:rPr lang="zh-CN" altLang="en-US" sz="1800" dirty="0">
                <a:solidFill>
                  <a:srgbClr val="C00000"/>
                </a:solidFill>
                <a:latin typeface="黑体" panose="02010609060101010101" charset="-122"/>
                <a:ea typeface="黑体" panose="02010609060101010101" charset="-122"/>
              </a:rPr>
              <a:t>商务路演等</a:t>
            </a:r>
            <a:endParaRPr lang="zh-CN" altLang="en-US" sz="1800" dirty="0">
              <a:solidFill>
                <a:srgbClr val="C00000"/>
              </a:solidFill>
              <a:latin typeface="黑体" panose="02010609060101010101" charset="-122"/>
              <a:ea typeface="黑体" panose="02010609060101010101"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4"/>
                                        </p:tgtEl>
                                        <p:attrNameLst>
                                          <p:attrName>style.visibility</p:attrName>
                                        </p:attrNameLst>
                                      </p:cBhvr>
                                      <p:to>
                                        <p:strVal val="visible"/>
                                      </p:to>
                                    </p:set>
                                    <p:anim calcmode="lin" valueType="num">
                                      <p:cBhvr>
                                        <p:cTn id="7" dur="500" fill="hold"/>
                                        <p:tgtEl>
                                          <p:spTgt spid="10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04"/>
                                        </p:tgtEl>
                                        <p:attrNameLst>
                                          <p:attrName>ppt_y</p:attrName>
                                        </p:attrNameLst>
                                      </p:cBhvr>
                                      <p:tavLst>
                                        <p:tav tm="0">
                                          <p:val>
                                            <p:strVal val="#ppt_y"/>
                                          </p:val>
                                        </p:tav>
                                        <p:tav tm="100000">
                                          <p:val>
                                            <p:strVal val="#ppt_y"/>
                                          </p:val>
                                        </p:tav>
                                      </p:tavLst>
                                    </p:anim>
                                    <p:anim calcmode="lin" valueType="num">
                                      <p:cBhvr>
                                        <p:cTn id="9" dur="500" fill="hold"/>
                                        <p:tgtEl>
                                          <p:spTgt spid="10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0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04"/>
                                        </p:tgtEl>
                                      </p:cBhvr>
                                    </p:animEffect>
                                  </p:childTnLst>
                                </p:cTn>
                              </p:par>
                            </p:childTnLst>
                          </p:cTn>
                        </p:par>
                        <p:par>
                          <p:cTn id="12" fill="hold">
                            <p:stCondLst>
                              <p:cond delay="75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8"/>
                                        </p:tgtEl>
                                        <p:attrNameLst>
                                          <p:attrName>ppt_y</p:attrName>
                                        </p:attrNameLst>
                                      </p:cBhvr>
                                      <p:tavLst>
                                        <p:tav tm="0">
                                          <p:val>
                                            <p:strVal val="#ppt_y"/>
                                          </p:val>
                                        </p:tav>
                                        <p:tav tm="100000">
                                          <p:val>
                                            <p:strVal val="#ppt_y"/>
                                          </p:val>
                                        </p:tav>
                                      </p:tavLst>
                                    </p:anim>
                                    <p:anim calcmode="lin" valueType="num">
                                      <p:cBhvr>
                                        <p:cTn id="17"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4930</Words>
  <Application>WPS 演示</Application>
  <PresentationFormat>自定义</PresentationFormat>
  <Paragraphs>612</Paragraphs>
  <Slides>26</Slides>
  <Notes>40</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26</vt:i4>
      </vt:variant>
    </vt:vector>
  </HeadingPairs>
  <TitlesOfParts>
    <vt:vector size="43" baseType="lpstr">
      <vt:lpstr>Arial</vt:lpstr>
      <vt:lpstr>宋体</vt:lpstr>
      <vt:lpstr>Wingdings</vt:lpstr>
      <vt:lpstr>黑体</vt:lpstr>
      <vt:lpstr>微软雅黑</vt:lpstr>
      <vt:lpstr>Impact MT Std</vt:lpstr>
      <vt:lpstr>Bebas Neue</vt:lpstr>
      <vt:lpstr>Calibri</vt:lpstr>
      <vt:lpstr>Calibri</vt:lpstr>
      <vt:lpstr>方正超粗黑简体</vt:lpstr>
      <vt:lpstr>Segoe UI Black</vt:lpstr>
      <vt:lpstr>Open Sans</vt:lpstr>
      <vt:lpstr>Arial</vt:lpstr>
      <vt:lpstr>Impact</vt:lpstr>
      <vt:lpstr>Segoe Print</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深度联盟http://www.deepbbs.org</dc:creator>
  <cp:lastModifiedBy>Administrator</cp:lastModifiedBy>
  <cp:revision>130</cp:revision>
  <dcterms:created xsi:type="dcterms:W3CDTF">2015-10-15T11:58:00Z</dcterms:created>
  <dcterms:modified xsi:type="dcterms:W3CDTF">2017-05-22T02:24:51Z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