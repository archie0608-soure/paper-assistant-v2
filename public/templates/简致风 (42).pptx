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8" r:id="rId5"/>
    <p:sldId id="269" r:id="rId6"/>
    <p:sldId id="270" r:id="rId7"/>
    <p:sldId id="261" r:id="rId8"/>
    <p:sldId id="267" r:id="rId9"/>
    <p:sldId id="265" r:id="rId10"/>
    <p:sldId id="266" r:id="rId11"/>
    <p:sldId id="262" r:id="rId12"/>
    <p:sldId id="264" r:id="rId13"/>
    <p:sldId id="263" r:id="rId14"/>
    <p:sldId id="259" r:id="rId15"/>
    <p:sldId id="25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C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2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FD5364-C541-4250-BE66-4DCE15F14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DF7B4E-26E9-4F0E-A646-6E28757FC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3D50C7-CA2A-461A-AA46-8E4422072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9E6AE-421B-4A14-883A-AD4643E3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524B40-D0F9-4543-9C7A-CF9F92BD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65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135F5-F360-4A22-9A51-BEDC544B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9510BC-C50E-4E0E-9436-59630E097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F030D-B1E8-4F63-B491-66AF88D4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C45B8-1BFF-4E77-8E15-BD1D71C8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13CC82-6BEA-445B-A892-14AF18B2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6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4F8E5-37F9-437A-8F18-A8CC54C4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A1E135-0587-4781-8D92-5C07859AD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155CF-96F0-4DDA-8168-FE09B34E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BD98A-0BC0-463C-8229-4F11028F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6C9B83-9167-418A-925C-B1C28C7C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94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E6117-8BCA-4869-8786-6F5FBFC2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576990-7B03-4620-9872-D66B3FF53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F296FC-5C37-49BE-81B3-845E95EC6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AAC6BA-C6F9-4B37-AA63-65F71960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3D8542-7187-42DF-AA7B-6E21E230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5BBF92-0671-486A-B952-61BC24B0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3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BD45A-DC37-411B-A581-5F161B97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4E0ECB-EDE6-465E-B38F-A553AC5D8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04CC0C-AA28-4BFF-A83A-E90547CCC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D4E95D-470E-49B9-8F47-3F6231AAE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F245B2-8798-49CD-B06F-AC2BCF791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9D13B0-9C45-4806-9CFF-6084AC29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E77100-E510-42D3-90FE-4E3B8E7B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DECD11-D1E5-4B4E-8119-6C489F7B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89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33F8C-6DAB-45FE-A642-D13116E0A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4871E8-CE1B-474A-8E74-8E70F900E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E6F341-2E72-4FDB-9191-248A2324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937590-6FC5-49E2-A89E-527B934F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24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58C5D7-BACA-411A-A2FD-B5A69884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A3498C-2FB9-4E5C-B9F7-D5E1481B2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C112E1-BBDD-4FFA-BC07-FFB668AA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014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2957A0-0964-403E-ABDD-CB7F7CBA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1E1EFE-4676-4C13-975B-BE58343EF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5630C0-CEF8-4F12-B419-88EEE3BFD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3FF306-3BAB-46E3-BA63-29CC64D8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BADC26-5D5E-4D0A-9E6E-9488E4BE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78AC04-E6D1-466D-ACC2-8020D24B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40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73B74-7018-4187-94DB-7B2EA573E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23A412-9B2F-4ED8-BE95-7F3DD5DF63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1C44D-1FC8-4547-A525-A961FA09D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C00840-C97D-497E-83AB-D4A86453D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2AD108-D5AE-48DF-92DD-809C80D9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B841FF-43E8-484C-8EB6-DFCCAD7A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415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B7DF6-5D9D-42AE-88ED-0E757C8CA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AF0A8D-AE7D-40A2-9F06-FE4923507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E7BA0-851F-4FCA-8270-634BD72D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B28E8-949A-4D71-9A8B-675D268D9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08596-88FF-444F-BEDB-7A0DBE41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42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8E3E9C-36D2-4B84-AED3-10C347421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DFC83-DFCE-4390-85B7-FE14FB6A0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43C88-9932-4A8D-89BA-C361C84CB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263ADA-F030-4CED-A4A1-800DE798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26D27-5DA7-4330-99C0-D422F051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21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35E96B3-BBBD-433D-8502-9779E9D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840F91-C6E2-4AB5-9829-6B30CDB82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689CA1-D81B-4AEB-8D84-CF8EA3170A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45E5-5D3A-4189-9464-9325ED8420A9}" type="datetimeFigureOut">
              <a:rPr lang="zh-CN" altLang="en-US" smtClean="0"/>
              <a:t>2020/4/2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59BBE-982D-4EBC-BCE5-0F2B959729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F9357-639C-4EBA-91EF-9A7AC6450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B477F-D0B5-475D-991C-D6B0ECE4E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88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E4E5AE-6269-4BA4-8283-1AAA1FF1201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4" t="45622" r="19790" b="36225"/>
          <a:stretch/>
        </p:blipFill>
        <p:spPr>
          <a:xfrm>
            <a:off x="2548568" y="1571354"/>
            <a:ext cx="7094863" cy="27362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C121D4-7819-45E3-843D-76A07B69815A}"/>
              </a:ext>
            </a:extLst>
          </p:cNvPr>
          <p:cNvSpPr txBox="1"/>
          <p:nvPr/>
        </p:nvSpPr>
        <p:spPr>
          <a:xfrm>
            <a:off x="5179226" y="2738850"/>
            <a:ext cx="2184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文悦古典明朝体 (非商业使用) W5" pitchFamily="50" charset="-122"/>
                <a:ea typeface="文悦古典明朝体 (非商业使用) W5" pitchFamily="50" charset="-122"/>
              </a:rPr>
              <a:t>答   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1923D5-1876-4F49-8E03-1002B676B5E8}"/>
              </a:ext>
            </a:extLst>
          </p:cNvPr>
          <p:cNvSpPr/>
          <p:nvPr/>
        </p:nvSpPr>
        <p:spPr>
          <a:xfrm>
            <a:off x="3220778" y="4613108"/>
            <a:ext cx="6100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全字库正楷体" panose="02010604000101010101" pitchFamily="2" charset="-122"/>
              </a:rPr>
              <a:t>在这里添加你的文字，图片也可以。在这里可以添加文字内容。</a:t>
            </a:r>
            <a:endParaRPr lang="en-US" altLang="zh-CN" sz="1200" dirty="0">
              <a:solidFill>
                <a:srgbClr val="B28743"/>
              </a:solidFill>
              <a:latin typeface="楷体" panose="02010609060101010101" pitchFamily="49" charset="-122"/>
              <a:ea typeface="楷体" panose="02010609060101010101" pitchFamily="49" charset="-122"/>
              <a:cs typeface="全字库正楷体" panose="02010604000101010101" pitchFamily="2" charset="-122"/>
            </a:endParaRPr>
          </a:p>
        </p:txBody>
      </p:sp>
      <p:pic>
        <p:nvPicPr>
          <p:cNvPr id="2" name="演讲大气轻快">
            <a:hlinkClick r:id="" action="ppaction://media"/>
            <a:extLst>
              <a:ext uri="{FF2B5EF4-FFF2-40B4-BE49-F238E27FC236}">
                <a16:creationId xmlns:a16="http://schemas.microsoft.com/office/drawing/2014/main" id="{6AFB528F-73A3-48FA-98FF-AFCCD9E011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01600" y="-80917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6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11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0BD9A3-9806-4368-A3D8-008996B8D531}"/>
              </a:ext>
            </a:extLst>
          </p:cNvPr>
          <p:cNvSpPr txBox="1"/>
          <p:nvPr/>
        </p:nvSpPr>
        <p:spPr>
          <a:xfrm>
            <a:off x="3582408" y="1378636"/>
            <a:ext cx="662985" cy="584775"/>
          </a:xfrm>
          <a:prstGeom prst="rect">
            <a:avLst/>
          </a:prstGeom>
          <a:solidFill>
            <a:srgbClr val="77CBF2"/>
          </a:solidFill>
          <a:ln w="3175"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259E16-AAF6-4767-9793-368C77FA200B}"/>
              </a:ext>
            </a:extLst>
          </p:cNvPr>
          <p:cNvSpPr txBox="1"/>
          <p:nvPr/>
        </p:nvSpPr>
        <p:spPr>
          <a:xfrm>
            <a:off x="5424460" y="1378636"/>
            <a:ext cx="662985" cy="584775"/>
          </a:xfrm>
          <a:prstGeom prst="rect">
            <a:avLst/>
          </a:prstGeom>
          <a:solidFill>
            <a:srgbClr val="77CBF2"/>
          </a:solidFill>
          <a:ln w="3175"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B8BC3E-B0C4-4BA1-8A59-70CC40E08544}"/>
              </a:ext>
            </a:extLst>
          </p:cNvPr>
          <p:cNvSpPr txBox="1"/>
          <p:nvPr/>
        </p:nvSpPr>
        <p:spPr>
          <a:xfrm>
            <a:off x="7266512" y="1378636"/>
            <a:ext cx="662985" cy="584775"/>
          </a:xfrm>
          <a:prstGeom prst="rect">
            <a:avLst/>
          </a:prstGeom>
          <a:solidFill>
            <a:srgbClr val="77CBF2"/>
          </a:solidFill>
          <a:ln w="3175"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9D0B51-5942-471B-8401-5C4537D3CC65}"/>
              </a:ext>
            </a:extLst>
          </p:cNvPr>
          <p:cNvSpPr txBox="1"/>
          <p:nvPr/>
        </p:nvSpPr>
        <p:spPr>
          <a:xfrm>
            <a:off x="9108564" y="1378636"/>
            <a:ext cx="662985" cy="584775"/>
          </a:xfrm>
          <a:prstGeom prst="rect">
            <a:avLst/>
          </a:prstGeom>
          <a:solidFill>
            <a:srgbClr val="77CBF2"/>
          </a:solidFill>
          <a:ln w="3175">
            <a:noFill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B9CA2D-3849-42A1-B48C-DA05E55A7E18}"/>
              </a:ext>
            </a:extLst>
          </p:cNvPr>
          <p:cNvSpPr txBox="1"/>
          <p:nvPr/>
        </p:nvSpPr>
        <p:spPr>
          <a:xfrm>
            <a:off x="3967099" y="2143539"/>
            <a:ext cx="461665" cy="21203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选题的背景与意义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B98FCA-4AA4-4EA1-BAD6-A72C3D8EC88E}"/>
              </a:ext>
            </a:extLst>
          </p:cNvPr>
          <p:cNvSpPr txBox="1"/>
          <p:nvPr/>
        </p:nvSpPr>
        <p:spPr>
          <a:xfrm>
            <a:off x="3399000" y="2143539"/>
            <a:ext cx="738664" cy="36243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0" dirty="0">
                <a:latin typeface="楷体" panose="02010609060101010101" pitchFamily="49" charset="-122"/>
                <a:ea typeface="楷体" panose="02010609060101010101" pitchFamily="49" charset="-122"/>
              </a:rPr>
              <a:t>点击输入本栏的具体文字，简明扼要的说明分项内容，点击输入本栏的具体文字</a:t>
            </a:r>
            <a:endParaRPr lang="zh-CN" altLang="en-US" sz="1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D009FD-8DBB-460A-B567-3C60FBBA884A}"/>
              </a:ext>
            </a:extLst>
          </p:cNvPr>
          <p:cNvSpPr txBox="1"/>
          <p:nvPr/>
        </p:nvSpPr>
        <p:spPr>
          <a:xfrm>
            <a:off x="5756791" y="2143539"/>
            <a:ext cx="600164" cy="21203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研究方法及过程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98D576-17FB-4AC1-8070-E9348FCEDF0E}"/>
              </a:ext>
            </a:extLst>
          </p:cNvPr>
          <p:cNvSpPr txBox="1"/>
          <p:nvPr/>
        </p:nvSpPr>
        <p:spPr>
          <a:xfrm>
            <a:off x="5207922" y="2143539"/>
            <a:ext cx="738664" cy="36243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0" dirty="0">
                <a:latin typeface="楷体" panose="02010609060101010101" pitchFamily="49" charset="-122"/>
                <a:ea typeface="楷体" panose="02010609060101010101" pitchFamily="49" charset="-122"/>
              </a:rPr>
              <a:t>点击输入本栏的具体文字，简明扼要的说明分项内容，点击输入本栏的具体文字</a:t>
            </a: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59F64D-E727-475A-A217-FF51DC7AA770}"/>
              </a:ext>
            </a:extLst>
          </p:cNvPr>
          <p:cNvSpPr txBox="1"/>
          <p:nvPr/>
        </p:nvSpPr>
        <p:spPr>
          <a:xfrm>
            <a:off x="7566369" y="2143538"/>
            <a:ext cx="600164" cy="254773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研究成果展示及应用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74A999-029C-49CE-8FBE-3AC325D49E1E}"/>
              </a:ext>
            </a:extLst>
          </p:cNvPr>
          <p:cNvSpPr txBox="1"/>
          <p:nvPr/>
        </p:nvSpPr>
        <p:spPr>
          <a:xfrm>
            <a:off x="7017500" y="2143539"/>
            <a:ext cx="738664" cy="36243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0" dirty="0">
                <a:latin typeface="楷体" panose="02010609060101010101" pitchFamily="49" charset="-122"/>
                <a:ea typeface="楷体" panose="02010609060101010101" pitchFamily="49" charset="-122"/>
              </a:rPr>
              <a:t>点击输入本栏的具体文字，简明扼要的说明分项内容，点击输入本栏的具体文字</a:t>
            </a:r>
            <a:endParaRPr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36B6DB-C33C-4812-9F7E-094CA6538CCE}"/>
              </a:ext>
            </a:extLst>
          </p:cNvPr>
          <p:cNvSpPr txBox="1"/>
          <p:nvPr/>
        </p:nvSpPr>
        <p:spPr>
          <a:xfrm>
            <a:off x="9375291" y="2143539"/>
            <a:ext cx="600164" cy="212034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论文总结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402FBC6-4836-4051-BA7F-8C0004D4C27A}"/>
              </a:ext>
            </a:extLst>
          </p:cNvPr>
          <p:cNvSpPr txBox="1"/>
          <p:nvPr/>
        </p:nvSpPr>
        <p:spPr>
          <a:xfrm>
            <a:off x="8826422" y="2143539"/>
            <a:ext cx="738664" cy="362437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kern="0" dirty="0">
                <a:latin typeface="楷体" panose="02010609060101010101" pitchFamily="49" charset="-122"/>
                <a:ea typeface="楷体" panose="02010609060101010101" pitchFamily="49" charset="-122"/>
              </a:rPr>
              <a:t>点击输入本栏的具体文字，简明扼要的说明分项内容，点击输入本栏的具体文字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FA7163-F0D8-469E-9C3B-350AA346F9BA}"/>
              </a:ext>
            </a:extLst>
          </p:cNvPr>
          <p:cNvSpPr txBox="1"/>
          <p:nvPr/>
        </p:nvSpPr>
        <p:spPr>
          <a:xfrm>
            <a:off x="1077941" y="2139869"/>
            <a:ext cx="1292662" cy="28698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7200" dirty="0">
                <a:latin typeface="新蒂文徵明體" panose="03000409000000000000" pitchFamily="65" charset="-120"/>
                <a:ea typeface="新蒂文徵明體" panose="03000409000000000000" pitchFamily="65" charset="-120"/>
              </a:rPr>
              <a:t>目 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603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E4E5AE-6269-4BA4-8283-1AAA1FF12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4" t="45622" r="19790" b="36225"/>
          <a:stretch/>
        </p:blipFill>
        <p:spPr>
          <a:xfrm>
            <a:off x="2548568" y="1571354"/>
            <a:ext cx="7094863" cy="27362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C121D4-7819-45E3-843D-76A07B69815A}"/>
              </a:ext>
            </a:extLst>
          </p:cNvPr>
          <p:cNvSpPr txBox="1"/>
          <p:nvPr/>
        </p:nvSpPr>
        <p:spPr>
          <a:xfrm>
            <a:off x="5179226" y="2738850"/>
            <a:ext cx="2184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文悦古典明朝体 (非商业使用) W5" pitchFamily="50" charset="-122"/>
                <a:ea typeface="文悦古典明朝体 (非商业使用) W5" pitchFamily="50" charset="-122"/>
              </a:rPr>
              <a:t>0   1</a:t>
            </a:r>
            <a:endParaRPr lang="zh-CN" altLang="en-US" sz="5400" dirty="0">
              <a:solidFill>
                <a:schemeClr val="bg1"/>
              </a:solidFill>
              <a:latin typeface="文悦古典明朝体 (非商业使用) W5" pitchFamily="50" charset="-122"/>
              <a:ea typeface="文悦古典明朝体 (非商业使用) W5" pitchFamily="50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1923D5-1876-4F49-8E03-1002B676B5E8}"/>
              </a:ext>
            </a:extLst>
          </p:cNvPr>
          <p:cNvSpPr/>
          <p:nvPr/>
        </p:nvSpPr>
        <p:spPr>
          <a:xfrm>
            <a:off x="3220778" y="4613108"/>
            <a:ext cx="6100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全字库正楷体" panose="02010604000101010101" pitchFamily="2" charset="-122"/>
              </a:rPr>
              <a:t>在这里添加你的文字，图片也可以。在这里可以添加文字内容。</a:t>
            </a:r>
            <a:endParaRPr lang="en-US" altLang="zh-CN" sz="1200" dirty="0">
              <a:solidFill>
                <a:srgbClr val="B28743"/>
              </a:solidFill>
              <a:latin typeface="楷体" panose="02010609060101010101" pitchFamily="49" charset="-122"/>
              <a:ea typeface="楷体" panose="02010609060101010101" pitchFamily="49" charset="-122"/>
              <a:cs typeface="全字库正楷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5676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454">
            <a:extLst>
              <a:ext uri="{FF2B5EF4-FFF2-40B4-BE49-F238E27FC236}">
                <a16:creationId xmlns:a16="http://schemas.microsoft.com/office/drawing/2014/main" id="{873B32D3-15AC-4408-A001-E987D004596C}"/>
              </a:ext>
            </a:extLst>
          </p:cNvPr>
          <p:cNvSpPr/>
          <p:nvPr/>
        </p:nvSpPr>
        <p:spPr>
          <a:xfrm>
            <a:off x="3323200" y="2053989"/>
            <a:ext cx="566553" cy="567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7344"/>
                </a:moveTo>
                <a:lnTo>
                  <a:pt x="7343" y="7344"/>
                </a:lnTo>
                <a:lnTo>
                  <a:pt x="7343" y="0"/>
                </a:lnTo>
                <a:lnTo>
                  <a:pt x="14255" y="0"/>
                </a:lnTo>
                <a:lnTo>
                  <a:pt x="14255" y="7344"/>
                </a:lnTo>
                <a:lnTo>
                  <a:pt x="21600" y="7344"/>
                </a:lnTo>
                <a:lnTo>
                  <a:pt x="21600" y="14256"/>
                </a:lnTo>
                <a:lnTo>
                  <a:pt x="14255" y="14256"/>
                </a:lnTo>
                <a:lnTo>
                  <a:pt x="14255" y="21600"/>
                </a:lnTo>
                <a:lnTo>
                  <a:pt x="7343" y="21600"/>
                </a:lnTo>
                <a:lnTo>
                  <a:pt x="7343" y="14256"/>
                </a:lnTo>
                <a:lnTo>
                  <a:pt x="0" y="14256"/>
                </a:lnTo>
                <a:cubicBezTo>
                  <a:pt x="0" y="14256"/>
                  <a:pt x="0" y="7344"/>
                  <a:pt x="0" y="734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lvl="0"/>
            <a:endParaRPr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Shape 1458">
            <a:extLst>
              <a:ext uri="{FF2B5EF4-FFF2-40B4-BE49-F238E27FC236}">
                <a16:creationId xmlns:a16="http://schemas.microsoft.com/office/drawing/2014/main" id="{79434035-67DA-4D3A-80E9-E78E6F7CF9FF}"/>
              </a:ext>
            </a:extLst>
          </p:cNvPr>
          <p:cNvSpPr/>
          <p:nvPr/>
        </p:nvSpPr>
        <p:spPr>
          <a:xfrm>
            <a:off x="5857791" y="2053989"/>
            <a:ext cx="566553" cy="567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7344"/>
                </a:moveTo>
                <a:lnTo>
                  <a:pt x="7343" y="7344"/>
                </a:lnTo>
                <a:lnTo>
                  <a:pt x="7343" y="0"/>
                </a:lnTo>
                <a:lnTo>
                  <a:pt x="14255" y="0"/>
                </a:lnTo>
                <a:lnTo>
                  <a:pt x="14255" y="7344"/>
                </a:lnTo>
                <a:lnTo>
                  <a:pt x="21600" y="7344"/>
                </a:lnTo>
                <a:lnTo>
                  <a:pt x="21600" y="14256"/>
                </a:lnTo>
                <a:lnTo>
                  <a:pt x="14255" y="14256"/>
                </a:lnTo>
                <a:lnTo>
                  <a:pt x="14255" y="21600"/>
                </a:lnTo>
                <a:lnTo>
                  <a:pt x="7343" y="21600"/>
                </a:lnTo>
                <a:lnTo>
                  <a:pt x="7343" y="14256"/>
                </a:lnTo>
                <a:lnTo>
                  <a:pt x="0" y="14256"/>
                </a:lnTo>
                <a:cubicBezTo>
                  <a:pt x="0" y="14256"/>
                  <a:pt x="0" y="7344"/>
                  <a:pt x="0" y="734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lvl="0"/>
            <a:endParaRPr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70F52FD0-3F1F-4B53-8E71-32CE85189308}"/>
              </a:ext>
            </a:extLst>
          </p:cNvPr>
          <p:cNvGrpSpPr/>
          <p:nvPr/>
        </p:nvGrpSpPr>
        <p:grpSpPr>
          <a:xfrm>
            <a:off x="1240449" y="3232635"/>
            <a:ext cx="2087881" cy="2478847"/>
            <a:chOff x="1198245" y="3457719"/>
            <a:chExt cx="2087881" cy="1052144"/>
          </a:xfrm>
        </p:grpSpPr>
        <p:sp>
          <p:nvSpPr>
            <p:cNvPr id="5" name="Text Placeholder 1">
              <a:extLst>
                <a:ext uri="{FF2B5EF4-FFF2-40B4-BE49-F238E27FC236}">
                  <a16:creationId xmlns:a16="http://schemas.microsoft.com/office/drawing/2014/main" id="{414216A4-EA65-4E9F-AED4-E9908689AB4B}"/>
                </a:ext>
              </a:extLst>
            </p:cNvPr>
            <p:cNvSpPr txBox="1"/>
            <p:nvPr/>
          </p:nvSpPr>
          <p:spPr>
            <a:xfrm>
              <a:off x="1230118" y="3763005"/>
              <a:ext cx="2056008" cy="746858"/>
            </a:xfrm>
            <a:prstGeom prst="rect">
              <a:avLst/>
            </a:prstGeom>
          </p:spPr>
          <p:txBody>
            <a:bodyPr vert="horz" lIns="0" tIns="45720" rIns="91440" bIns="45720" rtlCol="0" anchor="ctr">
              <a:normAutofit fontScale="92500"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0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problem at once. Just for today I will try to live through this day only and not tackle my whole life problem at once. </a:t>
              </a:r>
            </a:p>
          </p:txBody>
        </p:sp>
        <p:sp>
          <p:nvSpPr>
            <p:cNvPr id="6" name="Text Placeholder 8">
              <a:extLst>
                <a:ext uri="{FF2B5EF4-FFF2-40B4-BE49-F238E27FC236}">
                  <a16:creationId xmlns:a16="http://schemas.microsoft.com/office/drawing/2014/main" id="{30D1E44E-A29A-4BC0-B049-C76F3F9C913A}"/>
                </a:ext>
              </a:extLst>
            </p:cNvPr>
            <p:cNvSpPr txBox="1"/>
            <p:nvPr/>
          </p:nvSpPr>
          <p:spPr>
            <a:xfrm>
              <a:off x="1198245" y="3457719"/>
              <a:ext cx="2057233" cy="33292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Clear Sans" panose="020B0503030202020304" pitchFamily="34" charset="0"/>
                </a:rPr>
                <a:t>请输入你的题目</a:t>
              </a:r>
              <a:endPara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Clear Sans" panose="020B0503030202020304" pitchFamily="34" charset="0"/>
              </a:endParaRPr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52948A60-B764-4B98-B307-0191CDFE1A97}"/>
              </a:ext>
            </a:extLst>
          </p:cNvPr>
          <p:cNvGrpSpPr/>
          <p:nvPr/>
        </p:nvGrpSpPr>
        <p:grpSpPr>
          <a:xfrm>
            <a:off x="3713775" y="3232636"/>
            <a:ext cx="2110104" cy="2478846"/>
            <a:chOff x="3671571" y="3457719"/>
            <a:chExt cx="2110104" cy="1052144"/>
          </a:xfrm>
        </p:grpSpPr>
        <p:sp>
          <p:nvSpPr>
            <p:cNvPr id="8" name="Text Placeholder 1">
              <a:extLst>
                <a:ext uri="{FF2B5EF4-FFF2-40B4-BE49-F238E27FC236}">
                  <a16:creationId xmlns:a16="http://schemas.microsoft.com/office/drawing/2014/main" id="{0AF73A70-D871-457E-8A3B-642F1CFEFB86}"/>
                </a:ext>
              </a:extLst>
            </p:cNvPr>
            <p:cNvSpPr txBox="1"/>
            <p:nvPr/>
          </p:nvSpPr>
          <p:spPr>
            <a:xfrm>
              <a:off x="3703442" y="3763005"/>
              <a:ext cx="2078233" cy="746858"/>
            </a:xfrm>
            <a:prstGeom prst="rect">
              <a:avLst/>
            </a:prstGeom>
          </p:spPr>
          <p:txBody>
            <a:bodyPr vert="horz" lIns="0" tIns="45720" rIns="91440" bIns="45720" rtlCol="0" anchor="ctr">
              <a:normAutofit fontScale="85000" lnSpcReduction="10000"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problem at once. Just for today I will try to live through this day only and not tackle my whole life problem at once. </a:t>
              </a:r>
            </a:p>
          </p:txBody>
        </p:sp>
        <p:sp>
          <p:nvSpPr>
            <p:cNvPr id="9" name="Text Placeholder 8">
              <a:extLst>
                <a:ext uri="{FF2B5EF4-FFF2-40B4-BE49-F238E27FC236}">
                  <a16:creationId xmlns:a16="http://schemas.microsoft.com/office/drawing/2014/main" id="{0684979F-CE58-493E-B458-BC9BF3154F85}"/>
                </a:ext>
              </a:extLst>
            </p:cNvPr>
            <p:cNvSpPr txBox="1"/>
            <p:nvPr/>
          </p:nvSpPr>
          <p:spPr>
            <a:xfrm>
              <a:off x="3671571" y="3457719"/>
              <a:ext cx="2079472" cy="33292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Clear Sans" panose="020B0503030202020304" pitchFamily="34" charset="0"/>
                </a:rPr>
                <a:t>请输入你的题目</a:t>
              </a:r>
              <a:endParaRPr lang="en-GB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Clear Sans" panose="020B0503030202020304" pitchFamily="34" charset="0"/>
              </a:endParaRPr>
            </a:p>
          </p:txBody>
        </p:sp>
      </p:grpSp>
      <p:grpSp>
        <p:nvGrpSpPr>
          <p:cNvPr id="10" name="Group 22">
            <a:extLst>
              <a:ext uri="{FF2B5EF4-FFF2-40B4-BE49-F238E27FC236}">
                <a16:creationId xmlns:a16="http://schemas.microsoft.com/office/drawing/2014/main" id="{84833E62-13DF-4EA8-80D0-946911B07FAB}"/>
              </a:ext>
            </a:extLst>
          </p:cNvPr>
          <p:cNvGrpSpPr/>
          <p:nvPr/>
        </p:nvGrpSpPr>
        <p:grpSpPr>
          <a:xfrm>
            <a:off x="6396666" y="3234934"/>
            <a:ext cx="2087881" cy="2476547"/>
            <a:chOff x="6354462" y="3460018"/>
            <a:chExt cx="2087881" cy="1052144"/>
          </a:xfrm>
        </p:grpSpPr>
        <p:sp>
          <p:nvSpPr>
            <p:cNvPr id="11" name="Text Placeholder 1">
              <a:extLst>
                <a:ext uri="{FF2B5EF4-FFF2-40B4-BE49-F238E27FC236}">
                  <a16:creationId xmlns:a16="http://schemas.microsoft.com/office/drawing/2014/main" id="{C8063469-27BF-43D0-8585-CABE16538C97}"/>
                </a:ext>
              </a:extLst>
            </p:cNvPr>
            <p:cNvSpPr txBox="1"/>
            <p:nvPr/>
          </p:nvSpPr>
          <p:spPr>
            <a:xfrm>
              <a:off x="6386335" y="3765304"/>
              <a:ext cx="2056008" cy="746858"/>
            </a:xfrm>
            <a:prstGeom prst="rect">
              <a:avLst/>
            </a:prstGeom>
          </p:spPr>
          <p:txBody>
            <a:bodyPr vert="horz" lIns="0" tIns="45720" rIns="91440" bIns="45720" rtlCol="0" anchor="ctr">
              <a:normAutofit fontScale="85000" lnSpcReduction="20000"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problem at once. Just for today I will try to live through this day only and not tackle my whole life problem at once. </a:t>
              </a:r>
            </a:p>
          </p:txBody>
        </p:sp>
        <p:sp>
          <p:nvSpPr>
            <p:cNvPr id="12" name="Text Placeholder 8">
              <a:extLst>
                <a:ext uri="{FF2B5EF4-FFF2-40B4-BE49-F238E27FC236}">
                  <a16:creationId xmlns:a16="http://schemas.microsoft.com/office/drawing/2014/main" id="{876E111A-0930-450F-A7CD-1F9EF8A5C6C2}"/>
                </a:ext>
              </a:extLst>
            </p:cNvPr>
            <p:cNvSpPr txBox="1"/>
            <p:nvPr/>
          </p:nvSpPr>
          <p:spPr>
            <a:xfrm>
              <a:off x="6354462" y="3460018"/>
              <a:ext cx="2057233" cy="33292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Clear Sans" panose="020B0503030202020304" pitchFamily="34" charset="0"/>
                </a:rPr>
                <a:t>请输入你的题目</a:t>
              </a:r>
              <a:endParaRPr lang="en-GB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Clear Sans" panose="020B0503030202020304" pitchFamily="34" charset="0"/>
              </a:endParaRPr>
            </a:p>
          </p:txBody>
        </p:sp>
      </p:grpSp>
      <p:grpSp>
        <p:nvGrpSpPr>
          <p:cNvPr id="13" name="Group 23">
            <a:extLst>
              <a:ext uri="{FF2B5EF4-FFF2-40B4-BE49-F238E27FC236}">
                <a16:creationId xmlns:a16="http://schemas.microsoft.com/office/drawing/2014/main" id="{6543E1E2-249B-4932-9883-11B0630E146C}"/>
              </a:ext>
            </a:extLst>
          </p:cNvPr>
          <p:cNvGrpSpPr/>
          <p:nvPr/>
        </p:nvGrpSpPr>
        <p:grpSpPr>
          <a:xfrm>
            <a:off x="8869992" y="3234935"/>
            <a:ext cx="2110104" cy="2476546"/>
            <a:chOff x="8827788" y="3460018"/>
            <a:chExt cx="2110104" cy="1052144"/>
          </a:xfrm>
        </p:grpSpPr>
        <p:sp>
          <p:nvSpPr>
            <p:cNvPr id="14" name="Text Placeholder 1">
              <a:extLst>
                <a:ext uri="{FF2B5EF4-FFF2-40B4-BE49-F238E27FC236}">
                  <a16:creationId xmlns:a16="http://schemas.microsoft.com/office/drawing/2014/main" id="{EB386415-EEF8-48CF-B1A4-B771622BFE2C}"/>
                </a:ext>
              </a:extLst>
            </p:cNvPr>
            <p:cNvSpPr txBox="1"/>
            <p:nvPr/>
          </p:nvSpPr>
          <p:spPr>
            <a:xfrm>
              <a:off x="8859659" y="3765304"/>
              <a:ext cx="2078233" cy="746858"/>
            </a:xfrm>
            <a:prstGeom prst="rect">
              <a:avLst/>
            </a:prstGeom>
          </p:spPr>
          <p:txBody>
            <a:bodyPr vert="horz" lIns="0" tIns="45720" rIns="91440" bIns="45720" rtlCol="0" anchor="ctr">
              <a:normAutofit fontScale="85000" lnSpcReduction="10000"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problem at once. Just for today I will try to live through this day only and not tackle my whole life problem at once. </a:t>
              </a:r>
            </a:p>
          </p:txBody>
        </p:sp>
        <p:sp>
          <p:nvSpPr>
            <p:cNvPr id="15" name="Text Placeholder 8">
              <a:extLst>
                <a:ext uri="{FF2B5EF4-FFF2-40B4-BE49-F238E27FC236}">
                  <a16:creationId xmlns:a16="http://schemas.microsoft.com/office/drawing/2014/main" id="{0CA36778-A757-490F-BE69-CFF52471AF05}"/>
                </a:ext>
              </a:extLst>
            </p:cNvPr>
            <p:cNvSpPr txBox="1"/>
            <p:nvPr/>
          </p:nvSpPr>
          <p:spPr>
            <a:xfrm>
              <a:off x="8827788" y="3460018"/>
              <a:ext cx="2079472" cy="33292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Clear Sans" panose="020B0503030202020304" pitchFamily="34" charset="0"/>
                </a:rPr>
                <a:t>请输入你的题目</a:t>
              </a:r>
              <a:endParaRPr lang="id-ID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Clear Sans" panose="020B0503030202020304" pitchFamily="34" charset="0"/>
              </a:endParaRPr>
            </a:p>
          </p:txBody>
        </p:sp>
      </p:grpSp>
      <p:sp>
        <p:nvSpPr>
          <p:cNvPr id="16" name="Shape 1458">
            <a:extLst>
              <a:ext uri="{FF2B5EF4-FFF2-40B4-BE49-F238E27FC236}">
                <a16:creationId xmlns:a16="http://schemas.microsoft.com/office/drawing/2014/main" id="{92EA3275-0D0F-4E35-B04F-D528FB9BA67C}"/>
              </a:ext>
            </a:extLst>
          </p:cNvPr>
          <p:cNvSpPr/>
          <p:nvPr/>
        </p:nvSpPr>
        <p:spPr>
          <a:xfrm>
            <a:off x="8459061" y="2053989"/>
            <a:ext cx="566553" cy="567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7344"/>
                </a:moveTo>
                <a:lnTo>
                  <a:pt x="7343" y="7344"/>
                </a:lnTo>
                <a:lnTo>
                  <a:pt x="7343" y="0"/>
                </a:lnTo>
                <a:lnTo>
                  <a:pt x="14255" y="0"/>
                </a:lnTo>
                <a:lnTo>
                  <a:pt x="14255" y="7344"/>
                </a:lnTo>
                <a:lnTo>
                  <a:pt x="21600" y="7344"/>
                </a:lnTo>
                <a:lnTo>
                  <a:pt x="21600" y="14256"/>
                </a:lnTo>
                <a:lnTo>
                  <a:pt x="14255" y="14256"/>
                </a:lnTo>
                <a:lnTo>
                  <a:pt x="14255" y="21600"/>
                </a:lnTo>
                <a:lnTo>
                  <a:pt x="7343" y="21600"/>
                </a:lnTo>
                <a:lnTo>
                  <a:pt x="7343" y="14256"/>
                </a:lnTo>
                <a:lnTo>
                  <a:pt x="0" y="14256"/>
                </a:lnTo>
                <a:cubicBezTo>
                  <a:pt x="0" y="14256"/>
                  <a:pt x="0" y="7344"/>
                  <a:pt x="0" y="7344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lvl="0"/>
            <a:endParaRPr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7" name="Group 18">
            <a:extLst>
              <a:ext uri="{FF2B5EF4-FFF2-40B4-BE49-F238E27FC236}">
                <a16:creationId xmlns:a16="http://schemas.microsoft.com/office/drawing/2014/main" id="{D1D59E85-8459-4B31-A26E-222C63E4B40F}"/>
              </a:ext>
            </a:extLst>
          </p:cNvPr>
          <p:cNvGrpSpPr/>
          <p:nvPr/>
        </p:nvGrpSpPr>
        <p:grpSpPr>
          <a:xfrm>
            <a:off x="6799601" y="1686753"/>
            <a:ext cx="1329125" cy="1332010"/>
            <a:chOff x="6757397" y="1911836"/>
            <a:chExt cx="1329125" cy="1332010"/>
          </a:xfrm>
        </p:grpSpPr>
        <p:sp>
          <p:nvSpPr>
            <p:cNvPr id="18" name="Shape 1459">
              <a:extLst>
                <a:ext uri="{FF2B5EF4-FFF2-40B4-BE49-F238E27FC236}">
                  <a16:creationId xmlns:a16="http://schemas.microsoft.com/office/drawing/2014/main" id="{5B32C828-A057-454A-A45B-53BCF61169C3}"/>
                </a:ext>
              </a:extLst>
            </p:cNvPr>
            <p:cNvSpPr/>
            <p:nvPr/>
          </p:nvSpPr>
          <p:spPr>
            <a:xfrm>
              <a:off x="6757397" y="1911836"/>
              <a:ext cx="1329125" cy="1332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7F7F7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lvl="0"/>
              <a:endParaRPr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Freeform 37">
              <a:extLst>
                <a:ext uri="{FF2B5EF4-FFF2-40B4-BE49-F238E27FC236}">
                  <a16:creationId xmlns:a16="http://schemas.microsoft.com/office/drawing/2014/main" id="{69B849DF-AD2E-4D6D-BC8F-9799389B2C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8741" y="2291772"/>
              <a:ext cx="576080" cy="572087"/>
            </a:xfrm>
            <a:custGeom>
              <a:avLst/>
              <a:gdLst>
                <a:gd name="T0" fmla="*/ 0 w 120"/>
                <a:gd name="T1" fmla="*/ 60 h 120"/>
                <a:gd name="T2" fmla="*/ 120 w 120"/>
                <a:gd name="T3" fmla="*/ 60 h 120"/>
                <a:gd name="T4" fmla="*/ 83 w 120"/>
                <a:gd name="T5" fmla="*/ 24 h 120"/>
                <a:gd name="T6" fmla="*/ 86 w 120"/>
                <a:gd name="T7" fmla="*/ 14 h 120"/>
                <a:gd name="T8" fmla="*/ 86 w 120"/>
                <a:gd name="T9" fmla="*/ 28 h 120"/>
                <a:gd name="T10" fmla="*/ 47 w 120"/>
                <a:gd name="T11" fmla="*/ 77 h 120"/>
                <a:gd name="T12" fmla="*/ 41 w 120"/>
                <a:gd name="T13" fmla="*/ 88 h 120"/>
                <a:gd name="T14" fmla="*/ 38 w 120"/>
                <a:gd name="T15" fmla="*/ 95 h 120"/>
                <a:gd name="T16" fmla="*/ 37 w 120"/>
                <a:gd name="T17" fmla="*/ 110 h 120"/>
                <a:gd name="T18" fmla="*/ 31 w 120"/>
                <a:gd name="T19" fmla="*/ 99 h 120"/>
                <a:gd name="T20" fmla="*/ 26 w 120"/>
                <a:gd name="T21" fmla="*/ 89 h 120"/>
                <a:gd name="T22" fmla="*/ 17 w 120"/>
                <a:gd name="T23" fmla="*/ 82 h 120"/>
                <a:gd name="T24" fmla="*/ 16 w 120"/>
                <a:gd name="T25" fmla="*/ 68 h 120"/>
                <a:gd name="T26" fmla="*/ 15 w 120"/>
                <a:gd name="T27" fmla="*/ 60 h 120"/>
                <a:gd name="T28" fmla="*/ 10 w 120"/>
                <a:gd name="T29" fmla="*/ 54 h 120"/>
                <a:gd name="T30" fmla="*/ 10 w 120"/>
                <a:gd name="T31" fmla="*/ 45 h 120"/>
                <a:gd name="T32" fmla="*/ 38 w 120"/>
                <a:gd name="T33" fmla="*/ 20 h 120"/>
                <a:gd name="T34" fmla="*/ 31 w 120"/>
                <a:gd name="T35" fmla="*/ 20 h 120"/>
                <a:gd name="T36" fmla="*/ 28 w 120"/>
                <a:gd name="T37" fmla="*/ 26 h 120"/>
                <a:gd name="T38" fmla="*/ 32 w 120"/>
                <a:gd name="T39" fmla="*/ 28 h 120"/>
                <a:gd name="T40" fmla="*/ 31 w 120"/>
                <a:gd name="T41" fmla="*/ 24 h 120"/>
                <a:gd name="T42" fmla="*/ 47 w 120"/>
                <a:gd name="T43" fmla="*/ 30 h 120"/>
                <a:gd name="T44" fmla="*/ 41 w 120"/>
                <a:gd name="T45" fmla="*/ 34 h 120"/>
                <a:gd name="T46" fmla="*/ 37 w 120"/>
                <a:gd name="T47" fmla="*/ 36 h 120"/>
                <a:gd name="T48" fmla="*/ 38 w 120"/>
                <a:gd name="T49" fmla="*/ 43 h 120"/>
                <a:gd name="T50" fmla="*/ 33 w 120"/>
                <a:gd name="T51" fmla="*/ 49 h 120"/>
                <a:gd name="T52" fmla="*/ 29 w 120"/>
                <a:gd name="T53" fmla="*/ 51 h 120"/>
                <a:gd name="T54" fmla="*/ 21 w 120"/>
                <a:gd name="T55" fmla="*/ 49 h 120"/>
                <a:gd name="T56" fmla="*/ 15 w 120"/>
                <a:gd name="T57" fmla="*/ 54 h 120"/>
                <a:gd name="T58" fmla="*/ 16 w 120"/>
                <a:gd name="T59" fmla="*/ 58 h 120"/>
                <a:gd name="T60" fmla="*/ 27 w 120"/>
                <a:gd name="T61" fmla="*/ 62 h 120"/>
                <a:gd name="T62" fmla="*/ 41 w 120"/>
                <a:gd name="T63" fmla="*/ 66 h 120"/>
                <a:gd name="T64" fmla="*/ 47 w 120"/>
                <a:gd name="T65" fmla="*/ 77 h 120"/>
                <a:gd name="T66" fmla="*/ 55 w 120"/>
                <a:gd name="T67" fmla="*/ 21 h 120"/>
                <a:gd name="T68" fmla="*/ 44 w 120"/>
                <a:gd name="T69" fmla="*/ 15 h 120"/>
                <a:gd name="T70" fmla="*/ 63 w 120"/>
                <a:gd name="T71" fmla="*/ 10 h 120"/>
                <a:gd name="T72" fmla="*/ 107 w 120"/>
                <a:gd name="T73" fmla="*/ 62 h 120"/>
                <a:gd name="T74" fmla="*/ 92 w 120"/>
                <a:gd name="T75" fmla="*/ 102 h 120"/>
                <a:gd name="T76" fmla="*/ 91 w 120"/>
                <a:gd name="T77" fmla="*/ 92 h 120"/>
                <a:gd name="T78" fmla="*/ 84 w 120"/>
                <a:gd name="T79" fmla="*/ 81 h 120"/>
                <a:gd name="T80" fmla="*/ 66 w 120"/>
                <a:gd name="T81" fmla="*/ 67 h 120"/>
                <a:gd name="T82" fmla="*/ 97 w 120"/>
                <a:gd name="T83" fmla="*/ 56 h 120"/>
                <a:gd name="T84" fmla="*/ 105 w 120"/>
                <a:gd name="T85" fmla="*/ 49 h 120"/>
                <a:gd name="T86" fmla="*/ 93 w 120"/>
                <a:gd name="T87" fmla="*/ 39 h 120"/>
                <a:gd name="T88" fmla="*/ 91 w 120"/>
                <a:gd name="T89" fmla="*/ 52 h 120"/>
                <a:gd name="T90" fmla="*/ 79 w 120"/>
                <a:gd name="T91" fmla="*/ 49 h 120"/>
                <a:gd name="T92" fmla="*/ 73 w 120"/>
                <a:gd name="T93" fmla="*/ 44 h 120"/>
                <a:gd name="T94" fmla="*/ 76 w 120"/>
                <a:gd name="T95" fmla="*/ 35 h 120"/>
                <a:gd name="T96" fmla="*/ 90 w 120"/>
                <a:gd name="T97" fmla="*/ 36 h 120"/>
                <a:gd name="T98" fmla="*/ 100 w 120"/>
                <a:gd name="T99" fmla="*/ 36 h 120"/>
                <a:gd name="T100" fmla="*/ 105 w 120"/>
                <a:gd name="T101" fmla="*/ 32 h 120"/>
                <a:gd name="T102" fmla="*/ 110 w 120"/>
                <a:gd name="T103" fmla="*/ 57 h 120"/>
                <a:gd name="T104" fmla="*/ 107 w 120"/>
                <a:gd name="T105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0" h="120">
                  <a:moveTo>
                    <a:pt x="60" y="0"/>
                  </a:moveTo>
                  <a:cubicBezTo>
                    <a:pt x="27" y="0"/>
                    <a:pt x="0" y="27"/>
                    <a:pt x="0" y="60"/>
                  </a:cubicBezTo>
                  <a:cubicBezTo>
                    <a:pt x="0" y="93"/>
                    <a:pt x="27" y="120"/>
                    <a:pt x="60" y="120"/>
                  </a:cubicBezTo>
                  <a:cubicBezTo>
                    <a:pt x="93" y="120"/>
                    <a:pt x="120" y="93"/>
                    <a:pt x="120" y="60"/>
                  </a:cubicBezTo>
                  <a:cubicBezTo>
                    <a:pt x="120" y="27"/>
                    <a:pt x="93" y="0"/>
                    <a:pt x="60" y="0"/>
                  </a:cubicBezTo>
                  <a:close/>
                  <a:moveTo>
                    <a:pt x="83" y="24"/>
                  </a:moveTo>
                  <a:cubicBezTo>
                    <a:pt x="87" y="21"/>
                    <a:pt x="87" y="21"/>
                    <a:pt x="87" y="21"/>
                  </a:cubicBezTo>
                  <a:cubicBezTo>
                    <a:pt x="87" y="21"/>
                    <a:pt x="85" y="17"/>
                    <a:pt x="86" y="14"/>
                  </a:cubicBezTo>
                  <a:cubicBezTo>
                    <a:pt x="87" y="14"/>
                    <a:pt x="91" y="16"/>
                    <a:pt x="94" y="20"/>
                  </a:cubicBezTo>
                  <a:cubicBezTo>
                    <a:pt x="92" y="29"/>
                    <a:pt x="86" y="28"/>
                    <a:pt x="86" y="28"/>
                  </a:cubicBezTo>
                  <a:cubicBezTo>
                    <a:pt x="86" y="28"/>
                    <a:pt x="82" y="28"/>
                    <a:pt x="83" y="24"/>
                  </a:cubicBezTo>
                  <a:close/>
                  <a:moveTo>
                    <a:pt x="47" y="77"/>
                  </a:moveTo>
                  <a:cubicBezTo>
                    <a:pt x="46" y="78"/>
                    <a:pt x="45" y="81"/>
                    <a:pt x="44" y="84"/>
                  </a:cubicBezTo>
                  <a:cubicBezTo>
                    <a:pt x="43" y="86"/>
                    <a:pt x="42" y="87"/>
                    <a:pt x="41" y="88"/>
                  </a:cubicBezTo>
                  <a:cubicBezTo>
                    <a:pt x="39" y="89"/>
                    <a:pt x="39" y="91"/>
                    <a:pt x="39" y="91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8" y="95"/>
                    <a:pt x="39" y="99"/>
                    <a:pt x="40" y="100"/>
                  </a:cubicBezTo>
                  <a:cubicBezTo>
                    <a:pt x="40" y="102"/>
                    <a:pt x="37" y="110"/>
                    <a:pt x="37" y="110"/>
                  </a:cubicBezTo>
                  <a:cubicBezTo>
                    <a:pt x="34" y="109"/>
                    <a:pt x="33" y="106"/>
                    <a:pt x="32" y="104"/>
                  </a:cubicBezTo>
                  <a:cubicBezTo>
                    <a:pt x="32" y="102"/>
                    <a:pt x="30" y="101"/>
                    <a:pt x="31" y="99"/>
                  </a:cubicBezTo>
                  <a:cubicBezTo>
                    <a:pt x="31" y="96"/>
                    <a:pt x="29" y="95"/>
                    <a:pt x="28" y="94"/>
                  </a:cubicBezTo>
                  <a:cubicBezTo>
                    <a:pt x="27" y="92"/>
                    <a:pt x="26" y="90"/>
                    <a:pt x="26" y="89"/>
                  </a:cubicBezTo>
                  <a:cubicBezTo>
                    <a:pt x="26" y="88"/>
                    <a:pt x="23" y="86"/>
                    <a:pt x="23" y="86"/>
                  </a:cubicBezTo>
                  <a:cubicBezTo>
                    <a:pt x="23" y="86"/>
                    <a:pt x="18" y="83"/>
                    <a:pt x="17" y="82"/>
                  </a:cubicBezTo>
                  <a:cubicBezTo>
                    <a:pt x="16" y="81"/>
                    <a:pt x="15" y="77"/>
                    <a:pt x="15" y="75"/>
                  </a:cubicBezTo>
                  <a:cubicBezTo>
                    <a:pt x="15" y="73"/>
                    <a:pt x="16" y="68"/>
                    <a:pt x="16" y="68"/>
                  </a:cubicBezTo>
                  <a:cubicBezTo>
                    <a:pt x="16" y="68"/>
                    <a:pt x="18" y="66"/>
                    <a:pt x="17" y="65"/>
                  </a:cubicBezTo>
                  <a:cubicBezTo>
                    <a:pt x="15" y="64"/>
                    <a:pt x="15" y="60"/>
                    <a:pt x="15" y="60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13" y="58"/>
                    <a:pt x="11" y="55"/>
                    <a:pt x="10" y="54"/>
                  </a:cubicBezTo>
                  <a:cubicBezTo>
                    <a:pt x="10" y="52"/>
                    <a:pt x="10" y="51"/>
                    <a:pt x="11" y="50"/>
                  </a:cubicBezTo>
                  <a:cubicBezTo>
                    <a:pt x="11" y="49"/>
                    <a:pt x="10" y="46"/>
                    <a:pt x="10" y="45"/>
                  </a:cubicBezTo>
                  <a:cubicBezTo>
                    <a:pt x="20" y="20"/>
                    <a:pt x="37" y="15"/>
                    <a:pt x="37" y="15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5" y="21"/>
                    <a:pt x="34" y="21"/>
                  </a:cubicBezTo>
                  <a:cubicBezTo>
                    <a:pt x="32" y="20"/>
                    <a:pt x="31" y="20"/>
                    <a:pt x="31" y="20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23"/>
                    <a:pt x="28" y="25"/>
                    <a:pt x="28" y="26"/>
                  </a:cubicBezTo>
                  <a:cubicBezTo>
                    <a:pt x="28" y="27"/>
                    <a:pt x="29" y="29"/>
                    <a:pt x="29" y="29"/>
                  </a:cubicBezTo>
                  <a:cubicBezTo>
                    <a:pt x="29" y="29"/>
                    <a:pt x="32" y="29"/>
                    <a:pt x="32" y="28"/>
                  </a:cubicBezTo>
                  <a:cubicBezTo>
                    <a:pt x="32" y="27"/>
                    <a:pt x="32" y="26"/>
                    <a:pt x="32" y="2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4" y="23"/>
                    <a:pt x="40" y="24"/>
                  </a:cubicBezTo>
                  <a:cubicBezTo>
                    <a:pt x="47" y="24"/>
                    <a:pt x="44" y="29"/>
                    <a:pt x="47" y="30"/>
                  </a:cubicBezTo>
                  <a:cubicBezTo>
                    <a:pt x="50" y="31"/>
                    <a:pt x="45" y="35"/>
                    <a:pt x="44" y="37"/>
                  </a:cubicBezTo>
                  <a:cubicBezTo>
                    <a:pt x="43" y="39"/>
                    <a:pt x="41" y="34"/>
                    <a:pt x="41" y="34"/>
                  </a:cubicBezTo>
                  <a:cubicBezTo>
                    <a:pt x="41" y="34"/>
                    <a:pt x="43" y="32"/>
                    <a:pt x="40" y="32"/>
                  </a:cubicBezTo>
                  <a:cubicBezTo>
                    <a:pt x="37" y="31"/>
                    <a:pt x="35" y="36"/>
                    <a:pt x="37" y="36"/>
                  </a:cubicBezTo>
                  <a:cubicBezTo>
                    <a:pt x="38" y="36"/>
                    <a:pt x="40" y="38"/>
                    <a:pt x="39" y="39"/>
                  </a:cubicBezTo>
                  <a:cubicBezTo>
                    <a:pt x="39" y="40"/>
                    <a:pt x="39" y="40"/>
                    <a:pt x="38" y="43"/>
                  </a:cubicBezTo>
                  <a:cubicBezTo>
                    <a:pt x="36" y="46"/>
                    <a:pt x="34" y="48"/>
                    <a:pt x="34" y="48"/>
                  </a:cubicBezTo>
                  <a:cubicBezTo>
                    <a:pt x="34" y="48"/>
                    <a:pt x="32" y="47"/>
                    <a:pt x="33" y="49"/>
                  </a:cubicBezTo>
                  <a:cubicBezTo>
                    <a:pt x="34" y="51"/>
                    <a:pt x="33" y="54"/>
                    <a:pt x="33" y="55"/>
                  </a:cubicBezTo>
                  <a:cubicBezTo>
                    <a:pt x="33" y="57"/>
                    <a:pt x="29" y="54"/>
                    <a:pt x="29" y="51"/>
                  </a:cubicBezTo>
                  <a:cubicBezTo>
                    <a:pt x="28" y="48"/>
                    <a:pt x="25" y="51"/>
                    <a:pt x="24" y="51"/>
                  </a:cubicBezTo>
                  <a:cubicBezTo>
                    <a:pt x="23" y="51"/>
                    <a:pt x="21" y="50"/>
                    <a:pt x="21" y="49"/>
                  </a:cubicBezTo>
                  <a:cubicBezTo>
                    <a:pt x="20" y="48"/>
                    <a:pt x="15" y="52"/>
                    <a:pt x="14" y="52"/>
                  </a:cubicBezTo>
                  <a:cubicBezTo>
                    <a:pt x="13" y="53"/>
                    <a:pt x="13" y="55"/>
                    <a:pt x="15" y="54"/>
                  </a:cubicBezTo>
                  <a:cubicBezTo>
                    <a:pt x="17" y="53"/>
                    <a:pt x="19" y="54"/>
                    <a:pt x="19" y="56"/>
                  </a:cubicBezTo>
                  <a:cubicBezTo>
                    <a:pt x="18" y="58"/>
                    <a:pt x="16" y="57"/>
                    <a:pt x="16" y="58"/>
                  </a:cubicBezTo>
                  <a:cubicBezTo>
                    <a:pt x="17" y="60"/>
                    <a:pt x="19" y="61"/>
                    <a:pt x="19" y="63"/>
                  </a:cubicBezTo>
                  <a:cubicBezTo>
                    <a:pt x="20" y="65"/>
                    <a:pt x="25" y="63"/>
                    <a:pt x="27" y="62"/>
                  </a:cubicBezTo>
                  <a:cubicBezTo>
                    <a:pt x="28" y="62"/>
                    <a:pt x="33" y="61"/>
                    <a:pt x="33" y="63"/>
                  </a:cubicBezTo>
                  <a:cubicBezTo>
                    <a:pt x="34" y="65"/>
                    <a:pt x="39" y="66"/>
                    <a:pt x="41" y="66"/>
                  </a:cubicBezTo>
                  <a:cubicBezTo>
                    <a:pt x="43" y="67"/>
                    <a:pt x="46" y="67"/>
                    <a:pt x="49" y="69"/>
                  </a:cubicBezTo>
                  <a:cubicBezTo>
                    <a:pt x="51" y="72"/>
                    <a:pt x="47" y="76"/>
                    <a:pt x="47" y="77"/>
                  </a:cubicBezTo>
                  <a:close/>
                  <a:moveTo>
                    <a:pt x="59" y="14"/>
                  </a:moveTo>
                  <a:cubicBezTo>
                    <a:pt x="58" y="17"/>
                    <a:pt x="54" y="20"/>
                    <a:pt x="55" y="21"/>
                  </a:cubicBezTo>
                  <a:cubicBezTo>
                    <a:pt x="55" y="22"/>
                    <a:pt x="55" y="27"/>
                    <a:pt x="51" y="23"/>
                  </a:cubicBezTo>
                  <a:cubicBezTo>
                    <a:pt x="47" y="19"/>
                    <a:pt x="43" y="18"/>
                    <a:pt x="44" y="15"/>
                  </a:cubicBezTo>
                  <a:cubicBezTo>
                    <a:pt x="44" y="14"/>
                    <a:pt x="48" y="14"/>
                    <a:pt x="48" y="13"/>
                  </a:cubicBezTo>
                  <a:cubicBezTo>
                    <a:pt x="53" y="7"/>
                    <a:pt x="62" y="8"/>
                    <a:pt x="63" y="10"/>
                  </a:cubicBezTo>
                  <a:cubicBezTo>
                    <a:pt x="61" y="12"/>
                    <a:pt x="59" y="11"/>
                    <a:pt x="59" y="14"/>
                  </a:cubicBezTo>
                  <a:close/>
                  <a:moveTo>
                    <a:pt x="107" y="62"/>
                  </a:moveTo>
                  <a:cubicBezTo>
                    <a:pt x="107" y="62"/>
                    <a:pt x="109" y="65"/>
                    <a:pt x="112" y="65"/>
                  </a:cubicBezTo>
                  <a:cubicBezTo>
                    <a:pt x="110" y="87"/>
                    <a:pt x="92" y="102"/>
                    <a:pt x="92" y="102"/>
                  </a:cubicBezTo>
                  <a:cubicBezTo>
                    <a:pt x="89" y="99"/>
                    <a:pt x="90" y="96"/>
                    <a:pt x="90" y="96"/>
                  </a:cubicBezTo>
                  <a:cubicBezTo>
                    <a:pt x="91" y="92"/>
                    <a:pt x="91" y="92"/>
                    <a:pt x="91" y="92"/>
                  </a:cubicBezTo>
                  <a:cubicBezTo>
                    <a:pt x="91" y="85"/>
                    <a:pt x="91" y="85"/>
                    <a:pt x="91" y="85"/>
                  </a:cubicBezTo>
                  <a:cubicBezTo>
                    <a:pt x="91" y="85"/>
                    <a:pt x="91" y="77"/>
                    <a:pt x="84" y="81"/>
                  </a:cubicBezTo>
                  <a:cubicBezTo>
                    <a:pt x="77" y="83"/>
                    <a:pt x="80" y="83"/>
                    <a:pt x="72" y="83"/>
                  </a:cubicBezTo>
                  <a:cubicBezTo>
                    <a:pt x="64" y="84"/>
                    <a:pt x="66" y="67"/>
                    <a:pt x="66" y="67"/>
                  </a:cubicBezTo>
                  <a:cubicBezTo>
                    <a:pt x="66" y="43"/>
                    <a:pt x="84" y="61"/>
                    <a:pt x="84" y="61"/>
                  </a:cubicBezTo>
                  <a:cubicBezTo>
                    <a:pt x="95" y="69"/>
                    <a:pt x="97" y="56"/>
                    <a:pt x="97" y="56"/>
                  </a:cubicBezTo>
                  <a:cubicBezTo>
                    <a:pt x="104" y="53"/>
                    <a:pt x="104" y="53"/>
                    <a:pt x="104" y="53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39"/>
                    <a:pt x="91" y="43"/>
                    <a:pt x="94" y="48"/>
                  </a:cubicBezTo>
                  <a:cubicBezTo>
                    <a:pt x="94" y="48"/>
                    <a:pt x="93" y="53"/>
                    <a:pt x="91" y="52"/>
                  </a:cubicBezTo>
                  <a:cubicBezTo>
                    <a:pt x="84" y="48"/>
                    <a:pt x="84" y="48"/>
                    <a:pt x="84" y="48"/>
                  </a:cubicBezTo>
                  <a:cubicBezTo>
                    <a:pt x="84" y="48"/>
                    <a:pt x="82" y="47"/>
                    <a:pt x="79" y="49"/>
                  </a:cubicBezTo>
                  <a:cubicBezTo>
                    <a:pt x="75" y="52"/>
                    <a:pt x="69" y="49"/>
                    <a:pt x="69" y="49"/>
                  </a:cubicBezTo>
                  <a:cubicBezTo>
                    <a:pt x="69" y="49"/>
                    <a:pt x="69" y="46"/>
                    <a:pt x="73" y="44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6" y="42"/>
                    <a:pt x="75" y="38"/>
                    <a:pt x="76" y="35"/>
                  </a:cubicBezTo>
                  <a:cubicBezTo>
                    <a:pt x="77" y="32"/>
                    <a:pt x="78" y="35"/>
                    <a:pt x="81" y="33"/>
                  </a:cubicBezTo>
                  <a:cubicBezTo>
                    <a:pt x="84" y="31"/>
                    <a:pt x="86" y="37"/>
                    <a:pt x="90" y="36"/>
                  </a:cubicBezTo>
                  <a:cubicBezTo>
                    <a:pt x="94" y="36"/>
                    <a:pt x="92" y="35"/>
                    <a:pt x="95" y="33"/>
                  </a:cubicBezTo>
                  <a:cubicBezTo>
                    <a:pt x="98" y="32"/>
                    <a:pt x="100" y="36"/>
                    <a:pt x="100" y="36"/>
                  </a:cubicBezTo>
                  <a:cubicBezTo>
                    <a:pt x="106" y="37"/>
                    <a:pt x="106" y="37"/>
                    <a:pt x="106" y="37"/>
                  </a:cubicBezTo>
                  <a:cubicBezTo>
                    <a:pt x="106" y="37"/>
                    <a:pt x="105" y="30"/>
                    <a:pt x="105" y="32"/>
                  </a:cubicBezTo>
                  <a:cubicBezTo>
                    <a:pt x="109" y="38"/>
                    <a:pt x="114" y="55"/>
                    <a:pt x="112" y="58"/>
                  </a:cubicBezTo>
                  <a:cubicBezTo>
                    <a:pt x="111" y="57"/>
                    <a:pt x="110" y="57"/>
                    <a:pt x="110" y="57"/>
                  </a:cubicBezTo>
                  <a:cubicBezTo>
                    <a:pt x="103" y="57"/>
                    <a:pt x="103" y="57"/>
                    <a:pt x="103" y="57"/>
                  </a:cubicBezTo>
                  <a:lnTo>
                    <a:pt x="107" y="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20" name="Group 15">
            <a:extLst>
              <a:ext uri="{FF2B5EF4-FFF2-40B4-BE49-F238E27FC236}">
                <a16:creationId xmlns:a16="http://schemas.microsoft.com/office/drawing/2014/main" id="{723E9171-8A65-482C-BD34-F3B97C4686CD}"/>
              </a:ext>
            </a:extLst>
          </p:cNvPr>
          <p:cNvGrpSpPr/>
          <p:nvPr/>
        </p:nvGrpSpPr>
        <p:grpSpPr>
          <a:xfrm>
            <a:off x="1653971" y="1686753"/>
            <a:ext cx="1329157" cy="1332010"/>
            <a:chOff x="1611767" y="1911836"/>
            <a:chExt cx="1329157" cy="1332010"/>
          </a:xfrm>
        </p:grpSpPr>
        <p:sp>
          <p:nvSpPr>
            <p:cNvPr id="21" name="Shape 1453">
              <a:extLst>
                <a:ext uri="{FF2B5EF4-FFF2-40B4-BE49-F238E27FC236}">
                  <a16:creationId xmlns:a16="http://schemas.microsoft.com/office/drawing/2014/main" id="{ADB32E63-F7EA-45AC-AE0C-79693A85FC5D}"/>
                </a:ext>
              </a:extLst>
            </p:cNvPr>
            <p:cNvSpPr/>
            <p:nvPr/>
          </p:nvSpPr>
          <p:spPr>
            <a:xfrm>
              <a:off x="1611767" y="1911836"/>
              <a:ext cx="1329157" cy="1332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7F7F7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lvl="0"/>
              <a:endParaRPr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22" name="Group 34">
              <a:extLst>
                <a:ext uri="{FF2B5EF4-FFF2-40B4-BE49-F238E27FC236}">
                  <a16:creationId xmlns:a16="http://schemas.microsoft.com/office/drawing/2014/main" id="{962FCF06-3F98-4C75-864B-C4836FFC1CB5}"/>
                </a:ext>
              </a:extLst>
            </p:cNvPr>
            <p:cNvGrpSpPr/>
            <p:nvPr/>
          </p:nvGrpSpPr>
          <p:grpSpPr>
            <a:xfrm>
              <a:off x="1999275" y="2288454"/>
              <a:ext cx="549006" cy="549006"/>
              <a:chOff x="2522538" y="2108200"/>
              <a:chExt cx="376238" cy="376238"/>
            </a:xfrm>
            <a:solidFill>
              <a:schemeClr val="bg1"/>
            </a:solidFill>
          </p:grpSpPr>
          <p:sp>
            <p:nvSpPr>
              <p:cNvPr id="23" name="Freeform 54">
                <a:extLst>
                  <a:ext uri="{FF2B5EF4-FFF2-40B4-BE49-F238E27FC236}">
                    <a16:creationId xmlns:a16="http://schemas.microsoft.com/office/drawing/2014/main" id="{90F6C15D-B623-43CB-AA18-AC2FA2A3B016}"/>
                  </a:ext>
                </a:extLst>
              </p:cNvPr>
              <p:cNvSpPr/>
              <p:nvPr/>
            </p:nvSpPr>
            <p:spPr bwMode="auto">
              <a:xfrm>
                <a:off x="2522538" y="2319338"/>
                <a:ext cx="163513" cy="71438"/>
              </a:xfrm>
              <a:custGeom>
                <a:avLst/>
                <a:gdLst>
                  <a:gd name="T0" fmla="*/ 3 w 28"/>
                  <a:gd name="T1" fmla="*/ 10 h 12"/>
                  <a:gd name="T2" fmla="*/ 10 w 28"/>
                  <a:gd name="T3" fmla="*/ 12 h 12"/>
                  <a:gd name="T4" fmla="*/ 28 w 28"/>
                  <a:gd name="T5" fmla="*/ 8 h 12"/>
                  <a:gd name="T6" fmla="*/ 5 w 28"/>
                  <a:gd name="T7" fmla="*/ 1 h 12"/>
                  <a:gd name="T8" fmla="*/ 2 w 28"/>
                  <a:gd name="T9" fmla="*/ 1 h 12"/>
                  <a:gd name="T10" fmla="*/ 0 w 28"/>
                  <a:gd name="T11" fmla="*/ 5 h 12"/>
                  <a:gd name="T12" fmla="*/ 0 w 28"/>
                  <a:gd name="T13" fmla="*/ 6 h 12"/>
                  <a:gd name="T14" fmla="*/ 3 w 28"/>
                  <a:gd name="T15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12">
                    <a:moveTo>
                      <a:pt x="3" y="10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3" y="1"/>
                      <a:pt x="2" y="1"/>
                    </a:cubicBezTo>
                    <a:cubicBezTo>
                      <a:pt x="1" y="2"/>
                      <a:pt x="0" y="3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8"/>
                      <a:pt x="1" y="9"/>
                      <a:pt x="3" y="1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4" name="Freeform 55">
                <a:extLst>
                  <a:ext uri="{FF2B5EF4-FFF2-40B4-BE49-F238E27FC236}">
                    <a16:creationId xmlns:a16="http://schemas.microsoft.com/office/drawing/2014/main" id="{A3F21AFD-943C-4FC1-AA7C-FB69E1B26782}"/>
                  </a:ext>
                </a:extLst>
              </p:cNvPr>
              <p:cNvSpPr/>
              <p:nvPr/>
            </p:nvSpPr>
            <p:spPr bwMode="auto">
              <a:xfrm>
                <a:off x="2774950" y="2425700"/>
                <a:ext cx="123825" cy="58738"/>
              </a:xfrm>
              <a:custGeom>
                <a:avLst/>
                <a:gdLst>
                  <a:gd name="T0" fmla="*/ 18 w 21"/>
                  <a:gd name="T1" fmla="*/ 0 h 10"/>
                  <a:gd name="T2" fmla="*/ 18 w 21"/>
                  <a:gd name="T3" fmla="*/ 0 h 10"/>
                  <a:gd name="T4" fmla="*/ 0 w 21"/>
                  <a:gd name="T5" fmla="*/ 5 h 10"/>
                  <a:gd name="T6" fmla="*/ 16 w 21"/>
                  <a:gd name="T7" fmla="*/ 10 h 10"/>
                  <a:gd name="T8" fmla="*/ 19 w 21"/>
                  <a:gd name="T9" fmla="*/ 9 h 10"/>
                  <a:gd name="T10" fmla="*/ 21 w 21"/>
                  <a:gd name="T11" fmla="*/ 6 h 10"/>
                  <a:gd name="T12" fmla="*/ 21 w 21"/>
                  <a:gd name="T13" fmla="*/ 4 h 10"/>
                  <a:gd name="T14" fmla="*/ 18 w 21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10">
                    <a:moveTo>
                      <a:pt x="18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7" y="10"/>
                      <a:pt x="18" y="10"/>
                      <a:pt x="19" y="9"/>
                    </a:cubicBezTo>
                    <a:cubicBezTo>
                      <a:pt x="20" y="8"/>
                      <a:pt x="21" y="7"/>
                      <a:pt x="21" y="6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2"/>
                      <a:pt x="20" y="1"/>
                      <a:pt x="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5" name="Freeform 56">
                <a:extLst>
                  <a:ext uri="{FF2B5EF4-FFF2-40B4-BE49-F238E27FC236}">
                    <a16:creationId xmlns:a16="http://schemas.microsoft.com/office/drawing/2014/main" id="{69A95945-AA46-4190-9922-CE4C38079291}"/>
                  </a:ext>
                </a:extLst>
              </p:cNvPr>
              <p:cNvSpPr/>
              <p:nvPr/>
            </p:nvSpPr>
            <p:spPr bwMode="auto">
              <a:xfrm>
                <a:off x="2522538" y="2343150"/>
                <a:ext cx="376238" cy="141288"/>
              </a:xfrm>
              <a:custGeom>
                <a:avLst/>
                <a:gdLst>
                  <a:gd name="T0" fmla="*/ 62 w 64"/>
                  <a:gd name="T1" fmla="*/ 1 h 24"/>
                  <a:gd name="T2" fmla="*/ 60 w 64"/>
                  <a:gd name="T3" fmla="*/ 0 h 24"/>
                  <a:gd name="T4" fmla="*/ 59 w 64"/>
                  <a:gd name="T5" fmla="*/ 0 h 24"/>
                  <a:gd name="T6" fmla="*/ 3 w 64"/>
                  <a:gd name="T7" fmla="*/ 14 h 24"/>
                  <a:gd name="T8" fmla="*/ 0 w 64"/>
                  <a:gd name="T9" fmla="*/ 18 h 24"/>
                  <a:gd name="T10" fmla="*/ 0 w 64"/>
                  <a:gd name="T11" fmla="*/ 20 h 24"/>
                  <a:gd name="T12" fmla="*/ 2 w 64"/>
                  <a:gd name="T13" fmla="*/ 23 h 24"/>
                  <a:gd name="T14" fmla="*/ 4 w 64"/>
                  <a:gd name="T15" fmla="*/ 24 h 24"/>
                  <a:gd name="T16" fmla="*/ 5 w 64"/>
                  <a:gd name="T17" fmla="*/ 24 h 24"/>
                  <a:gd name="T18" fmla="*/ 61 w 64"/>
                  <a:gd name="T19" fmla="*/ 10 h 24"/>
                  <a:gd name="T20" fmla="*/ 64 w 64"/>
                  <a:gd name="T21" fmla="*/ 6 h 24"/>
                  <a:gd name="T22" fmla="*/ 64 w 64"/>
                  <a:gd name="T23" fmla="*/ 4 h 24"/>
                  <a:gd name="T24" fmla="*/ 62 w 64"/>
                  <a:gd name="T25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24">
                    <a:moveTo>
                      <a:pt x="62" y="1"/>
                    </a:moveTo>
                    <a:cubicBezTo>
                      <a:pt x="62" y="1"/>
                      <a:pt x="61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1" y="15"/>
                      <a:pt x="0" y="16"/>
                      <a:pt x="0" y="1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2" y="23"/>
                    </a:cubicBezTo>
                    <a:cubicBezTo>
                      <a:pt x="2" y="24"/>
                      <a:pt x="3" y="24"/>
                      <a:pt x="4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61" y="10"/>
                      <a:pt x="61" y="10"/>
                      <a:pt x="61" y="10"/>
                    </a:cubicBezTo>
                    <a:cubicBezTo>
                      <a:pt x="63" y="9"/>
                      <a:pt x="64" y="8"/>
                      <a:pt x="64" y="6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3"/>
                      <a:pt x="63" y="2"/>
                      <a:pt x="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6" name="Freeform 57">
                <a:extLst>
                  <a:ext uri="{FF2B5EF4-FFF2-40B4-BE49-F238E27FC236}">
                    <a16:creationId xmlns:a16="http://schemas.microsoft.com/office/drawing/2014/main" id="{2A28E1BB-B934-4375-B54A-5193D7740B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05088" y="2108200"/>
                <a:ext cx="217488" cy="258763"/>
              </a:xfrm>
              <a:custGeom>
                <a:avLst/>
                <a:gdLst>
                  <a:gd name="T0" fmla="*/ 8 w 37"/>
                  <a:gd name="T1" fmla="*/ 32 h 44"/>
                  <a:gd name="T2" fmla="*/ 31 w 37"/>
                  <a:gd name="T3" fmla="*/ 35 h 44"/>
                  <a:gd name="T4" fmla="*/ 20 w 37"/>
                  <a:gd name="T5" fmla="*/ 0 h 44"/>
                  <a:gd name="T6" fmla="*/ 8 w 37"/>
                  <a:gd name="T7" fmla="*/ 32 h 44"/>
                  <a:gd name="T8" fmla="*/ 15 w 37"/>
                  <a:gd name="T9" fmla="*/ 28 h 44"/>
                  <a:gd name="T10" fmla="*/ 21 w 37"/>
                  <a:gd name="T11" fmla="*/ 16 h 44"/>
                  <a:gd name="T12" fmla="*/ 20 w 37"/>
                  <a:gd name="T13" fmla="*/ 36 h 44"/>
                  <a:gd name="T14" fmla="*/ 15 w 37"/>
                  <a:gd name="T15" fmla="*/ 2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44">
                    <a:moveTo>
                      <a:pt x="8" y="32"/>
                    </a:moveTo>
                    <a:cubicBezTo>
                      <a:pt x="11" y="40"/>
                      <a:pt x="24" y="44"/>
                      <a:pt x="31" y="35"/>
                    </a:cubicBezTo>
                    <a:cubicBezTo>
                      <a:pt x="37" y="25"/>
                      <a:pt x="31" y="10"/>
                      <a:pt x="20" y="0"/>
                    </a:cubicBezTo>
                    <a:cubicBezTo>
                      <a:pt x="22" y="11"/>
                      <a:pt x="0" y="15"/>
                      <a:pt x="8" y="32"/>
                    </a:cubicBezTo>
                    <a:close/>
                    <a:moveTo>
                      <a:pt x="15" y="28"/>
                    </a:moveTo>
                    <a:cubicBezTo>
                      <a:pt x="17" y="26"/>
                      <a:pt x="21" y="24"/>
                      <a:pt x="21" y="16"/>
                    </a:cubicBezTo>
                    <a:cubicBezTo>
                      <a:pt x="31" y="22"/>
                      <a:pt x="27" y="38"/>
                      <a:pt x="20" y="36"/>
                    </a:cubicBezTo>
                    <a:cubicBezTo>
                      <a:pt x="13" y="35"/>
                      <a:pt x="13" y="30"/>
                      <a:pt x="15" y="2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grpSp>
        <p:nvGrpSpPr>
          <p:cNvPr id="27" name="Group 16">
            <a:extLst>
              <a:ext uri="{FF2B5EF4-FFF2-40B4-BE49-F238E27FC236}">
                <a16:creationId xmlns:a16="http://schemas.microsoft.com/office/drawing/2014/main" id="{403C0C45-AA1C-4880-BA61-E9FFB0BFDD5F}"/>
              </a:ext>
            </a:extLst>
          </p:cNvPr>
          <p:cNvGrpSpPr/>
          <p:nvPr/>
        </p:nvGrpSpPr>
        <p:grpSpPr>
          <a:xfrm>
            <a:off x="4153195" y="1686753"/>
            <a:ext cx="1329125" cy="1332010"/>
            <a:chOff x="4110991" y="1911836"/>
            <a:chExt cx="1329125" cy="1332010"/>
          </a:xfrm>
        </p:grpSpPr>
        <p:sp>
          <p:nvSpPr>
            <p:cNvPr id="28" name="Shape 1455">
              <a:extLst>
                <a:ext uri="{FF2B5EF4-FFF2-40B4-BE49-F238E27FC236}">
                  <a16:creationId xmlns:a16="http://schemas.microsoft.com/office/drawing/2014/main" id="{5FEC40D8-28DF-49B3-8681-53397AAEAC4F}"/>
                </a:ext>
              </a:extLst>
            </p:cNvPr>
            <p:cNvSpPr/>
            <p:nvPr/>
          </p:nvSpPr>
          <p:spPr>
            <a:xfrm>
              <a:off x="4110991" y="1911836"/>
              <a:ext cx="1329125" cy="1332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77CB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lvl="0"/>
              <a:endParaRPr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29" name="Group 14">
              <a:extLst>
                <a:ext uri="{FF2B5EF4-FFF2-40B4-BE49-F238E27FC236}">
                  <a16:creationId xmlns:a16="http://schemas.microsoft.com/office/drawing/2014/main" id="{50A8883F-49D3-4323-8FA0-F3FF1FA31327}"/>
                </a:ext>
              </a:extLst>
            </p:cNvPr>
            <p:cNvGrpSpPr/>
            <p:nvPr/>
          </p:nvGrpSpPr>
          <p:grpSpPr>
            <a:xfrm>
              <a:off x="4451842" y="2392389"/>
              <a:ext cx="654608" cy="412493"/>
              <a:chOff x="4489942" y="2400010"/>
              <a:chExt cx="551353" cy="347428"/>
            </a:xfrm>
          </p:grpSpPr>
          <p:sp>
            <p:nvSpPr>
              <p:cNvPr id="30" name="AutoShape 455">
                <a:extLst>
                  <a:ext uri="{FF2B5EF4-FFF2-40B4-BE49-F238E27FC236}">
                    <a16:creationId xmlns:a16="http://schemas.microsoft.com/office/drawing/2014/main" id="{DCDD1750-A263-4E65-8411-CC1A68D1AE67}"/>
                  </a:ext>
                </a:extLst>
              </p:cNvPr>
              <p:cNvSpPr/>
              <p:nvPr/>
            </p:nvSpPr>
            <p:spPr bwMode="auto">
              <a:xfrm>
                <a:off x="4489942" y="2499549"/>
                <a:ext cx="196569" cy="247889"/>
              </a:xfrm>
              <a:custGeom>
                <a:avLst/>
                <a:gdLst>
                  <a:gd name="T0" fmla="*/ 0 w 21470"/>
                  <a:gd name="T1" fmla="*/ 0 h 21600"/>
                  <a:gd name="T2" fmla="*/ 0 w 21470"/>
                  <a:gd name="T3" fmla="*/ 0 h 21600"/>
                  <a:gd name="T4" fmla="*/ 0 w 21470"/>
                  <a:gd name="T5" fmla="*/ 0 h 21600"/>
                  <a:gd name="T6" fmla="*/ 0 w 21470"/>
                  <a:gd name="T7" fmla="*/ 0 h 21600"/>
                  <a:gd name="T8" fmla="*/ 0 w 21470"/>
                  <a:gd name="T9" fmla="*/ 0 h 21600"/>
                  <a:gd name="T10" fmla="*/ 0 w 21470"/>
                  <a:gd name="T11" fmla="*/ 0 h 21600"/>
                  <a:gd name="T12" fmla="*/ 0 w 21470"/>
                  <a:gd name="T13" fmla="*/ 0 h 21600"/>
                  <a:gd name="T14" fmla="*/ 0 w 21470"/>
                  <a:gd name="T15" fmla="*/ 0 h 21600"/>
                  <a:gd name="T16" fmla="*/ 0 w 21470"/>
                  <a:gd name="T17" fmla="*/ 0 h 21600"/>
                  <a:gd name="T18" fmla="*/ 0 w 21470"/>
                  <a:gd name="T19" fmla="*/ 0 h 21600"/>
                  <a:gd name="T20" fmla="*/ 0 w 21470"/>
                  <a:gd name="T21" fmla="*/ 0 h 21600"/>
                  <a:gd name="T22" fmla="*/ 0 w 21470"/>
                  <a:gd name="T23" fmla="*/ 0 h 21600"/>
                  <a:gd name="T24" fmla="*/ 0 w 21470"/>
                  <a:gd name="T25" fmla="*/ 0 h 21600"/>
                  <a:gd name="T26" fmla="*/ 0 w 21470"/>
                  <a:gd name="T27" fmla="*/ 0 h 21600"/>
                  <a:gd name="T28" fmla="*/ 0 w 21470"/>
                  <a:gd name="T29" fmla="*/ 0 h 21600"/>
                  <a:gd name="T30" fmla="*/ 0 w 21470"/>
                  <a:gd name="T31" fmla="*/ 0 h 21600"/>
                  <a:gd name="T32" fmla="*/ 0 w 21470"/>
                  <a:gd name="T33" fmla="*/ 0 h 21600"/>
                  <a:gd name="T34" fmla="*/ 0 w 21470"/>
                  <a:gd name="T35" fmla="*/ 0 h 21600"/>
                  <a:gd name="T36" fmla="*/ 0 w 21470"/>
                  <a:gd name="T37" fmla="*/ 0 h 2160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1470" h="21600">
                    <a:moveTo>
                      <a:pt x="13938" y="18089"/>
                    </a:moveTo>
                    <a:lnTo>
                      <a:pt x="13938" y="18075"/>
                    </a:lnTo>
                    <a:cubicBezTo>
                      <a:pt x="13949" y="17312"/>
                      <a:pt x="14370" y="14919"/>
                      <a:pt x="18829" y="12741"/>
                    </a:cubicBezTo>
                    <a:cubicBezTo>
                      <a:pt x="19646" y="11856"/>
                      <a:pt x="20317" y="10649"/>
                      <a:pt x="21003" y="9256"/>
                    </a:cubicBezTo>
                    <a:cubicBezTo>
                      <a:pt x="21476" y="8293"/>
                      <a:pt x="21396" y="7471"/>
                      <a:pt x="21396" y="6302"/>
                    </a:cubicBezTo>
                    <a:cubicBezTo>
                      <a:pt x="21396" y="5437"/>
                      <a:pt x="21600" y="4050"/>
                      <a:pt x="21332" y="3287"/>
                    </a:cubicBezTo>
                    <a:cubicBezTo>
                      <a:pt x="20424" y="712"/>
                      <a:pt x="18134" y="0"/>
                      <a:pt x="15449" y="0"/>
                    </a:cubicBezTo>
                    <a:cubicBezTo>
                      <a:pt x="12764" y="0"/>
                      <a:pt x="10471" y="714"/>
                      <a:pt x="9566" y="3295"/>
                    </a:cubicBezTo>
                    <a:cubicBezTo>
                      <a:pt x="9299" y="4054"/>
                      <a:pt x="9504" y="5439"/>
                      <a:pt x="9504" y="6301"/>
                    </a:cubicBezTo>
                    <a:cubicBezTo>
                      <a:pt x="9504" y="7473"/>
                      <a:pt x="9424" y="8297"/>
                      <a:pt x="9900" y="9263"/>
                    </a:cubicBezTo>
                    <a:cubicBezTo>
                      <a:pt x="10724" y="10935"/>
                      <a:pt x="11509" y="12336"/>
                      <a:pt x="12556" y="13231"/>
                    </a:cubicBezTo>
                    <a:cubicBezTo>
                      <a:pt x="8479" y="13828"/>
                      <a:pt x="5724" y="15525"/>
                      <a:pt x="3865" y="16187"/>
                    </a:cubicBezTo>
                    <a:cubicBezTo>
                      <a:pt x="18" y="17556"/>
                      <a:pt x="0" y="19055"/>
                      <a:pt x="0" y="19055"/>
                    </a:cubicBezTo>
                    <a:lnTo>
                      <a:pt x="0" y="21600"/>
                    </a:lnTo>
                    <a:lnTo>
                      <a:pt x="13940" y="21598"/>
                    </a:lnTo>
                    <a:lnTo>
                      <a:pt x="13940" y="18100"/>
                    </a:lnTo>
                    <a:lnTo>
                      <a:pt x="13940" y="18089"/>
                    </a:lnTo>
                    <a:lnTo>
                      <a:pt x="13938" y="18089"/>
                    </a:lnTo>
                    <a:close/>
                    <a:moveTo>
                      <a:pt x="13938" y="18089"/>
                    </a:move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0" tIns="0" rIns="0" bIns="0"/>
              <a:lstStyle/>
              <a:p>
                <a:pPr defTabSz="608965"/>
                <a:endParaRPr lang="en-US" sz="240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31" name="AutoShape 456">
                <a:extLst>
                  <a:ext uri="{FF2B5EF4-FFF2-40B4-BE49-F238E27FC236}">
                    <a16:creationId xmlns:a16="http://schemas.microsoft.com/office/drawing/2014/main" id="{F2E7EAAE-79AD-4211-A83D-1C92526D1179}"/>
                  </a:ext>
                </a:extLst>
              </p:cNvPr>
              <p:cNvSpPr/>
              <p:nvPr/>
            </p:nvSpPr>
            <p:spPr bwMode="auto">
              <a:xfrm>
                <a:off x="4651033" y="2400010"/>
                <a:ext cx="390262" cy="34072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  <a:gd name="T22" fmla="*/ 0 w 21600"/>
                  <a:gd name="T23" fmla="*/ 0 h 21600"/>
                  <a:gd name="T24" fmla="*/ 0 w 21600"/>
                  <a:gd name="T25" fmla="*/ 0 h 21600"/>
                  <a:gd name="T26" fmla="*/ 0 w 21600"/>
                  <a:gd name="T27" fmla="*/ 0 h 21600"/>
                  <a:gd name="T28" fmla="*/ 0 w 21600"/>
                  <a:gd name="T29" fmla="*/ 0 h 21600"/>
                  <a:gd name="T30" fmla="*/ 0 w 21600"/>
                  <a:gd name="T31" fmla="*/ 0 h 21600"/>
                  <a:gd name="T32" fmla="*/ 0 w 21600"/>
                  <a:gd name="T33" fmla="*/ 0 h 2160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1600" h="21600">
                    <a:moveTo>
                      <a:pt x="18895" y="16182"/>
                    </a:moveTo>
                    <a:cubicBezTo>
                      <a:pt x="17591" y="15518"/>
                      <a:pt x="15655" y="13809"/>
                      <a:pt x="12789" y="13222"/>
                    </a:cubicBezTo>
                    <a:cubicBezTo>
                      <a:pt x="13522" y="12323"/>
                      <a:pt x="14076" y="10920"/>
                      <a:pt x="14647" y="9256"/>
                    </a:cubicBezTo>
                    <a:cubicBezTo>
                      <a:pt x="14978" y="8292"/>
                      <a:pt x="14921" y="7470"/>
                      <a:pt x="14921" y="6300"/>
                    </a:cubicBezTo>
                    <a:cubicBezTo>
                      <a:pt x="14921" y="5435"/>
                      <a:pt x="15063" y="4048"/>
                      <a:pt x="14876" y="3287"/>
                    </a:cubicBezTo>
                    <a:cubicBezTo>
                      <a:pt x="14244" y="710"/>
                      <a:pt x="12647" y="0"/>
                      <a:pt x="10775" y="0"/>
                    </a:cubicBezTo>
                    <a:cubicBezTo>
                      <a:pt x="8902" y="0"/>
                      <a:pt x="7303" y="714"/>
                      <a:pt x="6672" y="3294"/>
                    </a:cubicBezTo>
                    <a:cubicBezTo>
                      <a:pt x="6486" y="4054"/>
                      <a:pt x="6628" y="5438"/>
                      <a:pt x="6628" y="6300"/>
                    </a:cubicBezTo>
                    <a:cubicBezTo>
                      <a:pt x="6628" y="7473"/>
                      <a:pt x="6572" y="8297"/>
                      <a:pt x="6904" y="9262"/>
                    </a:cubicBezTo>
                    <a:cubicBezTo>
                      <a:pt x="7479" y="10934"/>
                      <a:pt x="8026" y="12336"/>
                      <a:pt x="8756" y="13231"/>
                    </a:cubicBezTo>
                    <a:cubicBezTo>
                      <a:pt x="5913" y="13828"/>
                      <a:pt x="3991" y="15526"/>
                      <a:pt x="2695" y="16187"/>
                    </a:cubicBezTo>
                    <a:cubicBezTo>
                      <a:pt x="13" y="17556"/>
                      <a:pt x="0" y="19054"/>
                      <a:pt x="0" y="19054"/>
                    </a:cubicBezTo>
                    <a:lnTo>
                      <a:pt x="0" y="21600"/>
                    </a:lnTo>
                    <a:lnTo>
                      <a:pt x="21600" y="21597"/>
                    </a:lnTo>
                    <a:lnTo>
                      <a:pt x="21600" y="19054"/>
                    </a:lnTo>
                    <a:cubicBezTo>
                      <a:pt x="21600" y="19054"/>
                      <a:pt x="21587" y="17551"/>
                      <a:pt x="18895" y="16182"/>
                    </a:cubicBezTo>
                    <a:close/>
                    <a:moveTo>
                      <a:pt x="18895" y="16182"/>
                    </a:move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0" tIns="0" rIns="0" bIns="0"/>
              <a:lstStyle/>
              <a:p>
                <a:pPr defTabSz="608965"/>
                <a:endParaRPr lang="en-US" sz="240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grpSp>
        <p:nvGrpSpPr>
          <p:cNvPr id="32" name="Group 19">
            <a:extLst>
              <a:ext uri="{FF2B5EF4-FFF2-40B4-BE49-F238E27FC236}">
                <a16:creationId xmlns:a16="http://schemas.microsoft.com/office/drawing/2014/main" id="{844043DB-1203-4F66-9D05-97D2D873DD3E}"/>
              </a:ext>
            </a:extLst>
          </p:cNvPr>
          <p:cNvGrpSpPr/>
          <p:nvPr/>
        </p:nvGrpSpPr>
        <p:grpSpPr>
          <a:xfrm>
            <a:off x="9293280" y="1686753"/>
            <a:ext cx="1329157" cy="1332010"/>
            <a:chOff x="9251076" y="1911836"/>
            <a:chExt cx="1329157" cy="1332010"/>
          </a:xfrm>
        </p:grpSpPr>
        <p:sp>
          <p:nvSpPr>
            <p:cNvPr id="33" name="Shape 1457">
              <a:extLst>
                <a:ext uri="{FF2B5EF4-FFF2-40B4-BE49-F238E27FC236}">
                  <a16:creationId xmlns:a16="http://schemas.microsoft.com/office/drawing/2014/main" id="{FB04F5B8-01F3-41D3-9136-C458C918F39B}"/>
                </a:ext>
              </a:extLst>
            </p:cNvPr>
            <p:cNvSpPr/>
            <p:nvPr/>
          </p:nvSpPr>
          <p:spPr>
            <a:xfrm>
              <a:off x="9251076" y="1911836"/>
              <a:ext cx="1329157" cy="1332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6765"/>
                    <a:pt x="16764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solidFill>
              <a:srgbClr val="77CBF2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lvl="0"/>
              <a:endParaRPr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4" name="Freeform 42">
              <a:extLst>
                <a:ext uri="{FF2B5EF4-FFF2-40B4-BE49-F238E27FC236}">
                  <a16:creationId xmlns:a16="http://schemas.microsoft.com/office/drawing/2014/main" id="{1FDF7DDB-29FC-415E-9DB3-69ACF4A5F5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708084" y="2329847"/>
              <a:ext cx="428630" cy="513005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8F65205-05AA-425C-AAC6-64913F18F542}"/>
              </a:ext>
            </a:extLst>
          </p:cNvPr>
          <p:cNvGrpSpPr/>
          <p:nvPr/>
        </p:nvGrpSpPr>
        <p:grpSpPr>
          <a:xfrm>
            <a:off x="7287999" y="1901892"/>
            <a:ext cx="3910168" cy="933138"/>
            <a:chOff x="758826" y="1609672"/>
            <a:chExt cx="5397502" cy="93313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2D3B050-0FE2-4285-A4F0-4209593807E9}"/>
                </a:ext>
              </a:extLst>
            </p:cNvPr>
            <p:cNvSpPr/>
            <p:nvPr/>
          </p:nvSpPr>
          <p:spPr>
            <a:xfrm>
              <a:off x="815853" y="1609672"/>
              <a:ext cx="23791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ADD YOUR TITTLE</a:t>
              </a:r>
              <a:endPara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AB68DF8-92D7-4F82-9016-EAEA70487B05}"/>
                </a:ext>
              </a:extLst>
            </p:cNvPr>
            <p:cNvSpPr/>
            <p:nvPr/>
          </p:nvSpPr>
          <p:spPr>
            <a:xfrm>
              <a:off x="758826" y="1982336"/>
              <a:ext cx="5397502" cy="5604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exercise my soul in three ways. I will do somebody a good turn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2A8BF09-4492-4275-9AC5-6C8D1C4608E6}"/>
              </a:ext>
            </a:extLst>
          </p:cNvPr>
          <p:cNvGrpSpPr/>
          <p:nvPr/>
        </p:nvGrpSpPr>
        <p:grpSpPr>
          <a:xfrm>
            <a:off x="1760773" y="3519128"/>
            <a:ext cx="3910168" cy="961324"/>
            <a:chOff x="758826" y="1581486"/>
            <a:chExt cx="5397502" cy="96132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A097157-A4A7-46A4-82F5-F02C5A1C978F}"/>
                </a:ext>
              </a:extLst>
            </p:cNvPr>
            <p:cNvSpPr/>
            <p:nvPr/>
          </p:nvSpPr>
          <p:spPr>
            <a:xfrm>
              <a:off x="800331" y="1581486"/>
              <a:ext cx="23791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ADD YOUR TITTLE</a:t>
              </a:r>
              <a:endPara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3A1B475-9B76-4389-AD91-A279B2A17764}"/>
                </a:ext>
              </a:extLst>
            </p:cNvPr>
            <p:cNvSpPr/>
            <p:nvPr/>
          </p:nvSpPr>
          <p:spPr>
            <a:xfrm>
              <a:off x="758826" y="1982336"/>
              <a:ext cx="5397502" cy="5604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exercise my soul in three ways. I will do somebody a good turn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7412DC7B-5123-490C-BD83-8AED081595B5}"/>
              </a:ext>
            </a:extLst>
          </p:cNvPr>
          <p:cNvGrpSpPr/>
          <p:nvPr/>
        </p:nvGrpSpPr>
        <p:grpSpPr>
          <a:xfrm>
            <a:off x="7329312" y="3547314"/>
            <a:ext cx="3910168" cy="933138"/>
            <a:chOff x="758826" y="1609672"/>
            <a:chExt cx="5397502" cy="933138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3542127-2E30-4027-B381-C30EE6DDC483}"/>
                </a:ext>
              </a:extLst>
            </p:cNvPr>
            <p:cNvSpPr/>
            <p:nvPr/>
          </p:nvSpPr>
          <p:spPr>
            <a:xfrm>
              <a:off x="815853" y="1609672"/>
              <a:ext cx="23791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ADD YOUR TITTLE</a:t>
              </a:r>
              <a:endPara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8EE0818-5D7C-4EED-9302-086E5ED9189D}"/>
                </a:ext>
              </a:extLst>
            </p:cNvPr>
            <p:cNvSpPr/>
            <p:nvPr/>
          </p:nvSpPr>
          <p:spPr>
            <a:xfrm>
              <a:off x="758826" y="1982336"/>
              <a:ext cx="5397502" cy="5604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exercise my soul in three ways. I will do somebody a good turn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D433A9D-87BB-4AF4-B0C1-ACD966C12425}"/>
              </a:ext>
            </a:extLst>
          </p:cNvPr>
          <p:cNvGrpSpPr/>
          <p:nvPr/>
        </p:nvGrpSpPr>
        <p:grpSpPr>
          <a:xfrm>
            <a:off x="1744443" y="1869381"/>
            <a:ext cx="3910168" cy="954383"/>
            <a:chOff x="758826" y="1588427"/>
            <a:chExt cx="5397502" cy="95438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CBD18A9-4CD3-42DA-AA06-66B96AB4DF09}"/>
                </a:ext>
              </a:extLst>
            </p:cNvPr>
            <p:cNvSpPr/>
            <p:nvPr/>
          </p:nvSpPr>
          <p:spPr>
            <a:xfrm>
              <a:off x="799016" y="1588427"/>
              <a:ext cx="237914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rPr>
                <a:t>ADD YOUR TITTLE</a:t>
              </a:r>
              <a:endPara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836B504-8F83-4A41-BE68-7CC3A0EA7E11}"/>
                </a:ext>
              </a:extLst>
            </p:cNvPr>
            <p:cNvSpPr/>
            <p:nvPr/>
          </p:nvSpPr>
          <p:spPr>
            <a:xfrm>
              <a:off x="758826" y="1982336"/>
              <a:ext cx="5397502" cy="5604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exercise my soul in three ways. I will do somebody a good turn</a:t>
              </a:r>
            </a:p>
          </p:txBody>
        </p:sp>
      </p:grpSp>
      <p:sp>
        <p:nvSpPr>
          <p:cNvPr id="14" name="椭圆 13">
            <a:extLst>
              <a:ext uri="{FF2B5EF4-FFF2-40B4-BE49-F238E27FC236}">
                <a16:creationId xmlns:a16="http://schemas.microsoft.com/office/drawing/2014/main" id="{F806D604-15D2-4C2D-82C7-24C7795E9C27}"/>
              </a:ext>
            </a:extLst>
          </p:cNvPr>
          <p:cNvSpPr/>
          <p:nvPr/>
        </p:nvSpPr>
        <p:spPr>
          <a:xfrm>
            <a:off x="1159520" y="2302002"/>
            <a:ext cx="349533" cy="349533"/>
          </a:xfrm>
          <a:prstGeom prst="ellipse">
            <a:avLst/>
          </a:prstGeom>
          <a:solidFill>
            <a:srgbClr val="77CBF2"/>
          </a:solidFill>
          <a:ln>
            <a:noFill/>
          </a:ln>
          <a:effectLst>
            <a:outerShdw blurRad="50800" dist="254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E08600A-B275-4DAC-8205-4BD6D3E01831}"/>
              </a:ext>
            </a:extLst>
          </p:cNvPr>
          <p:cNvSpPr/>
          <p:nvPr/>
        </p:nvSpPr>
        <p:spPr>
          <a:xfrm>
            <a:off x="1159520" y="4013685"/>
            <a:ext cx="349533" cy="349533"/>
          </a:xfrm>
          <a:prstGeom prst="ellipse">
            <a:avLst/>
          </a:prstGeom>
          <a:solidFill>
            <a:srgbClr val="77CBF2"/>
          </a:solidFill>
          <a:ln>
            <a:noFill/>
          </a:ln>
          <a:effectLst>
            <a:outerShdw blurRad="50800" dist="254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3ADD427-86EB-4C73-8EB9-08113333B21D}"/>
              </a:ext>
            </a:extLst>
          </p:cNvPr>
          <p:cNvSpPr/>
          <p:nvPr/>
        </p:nvSpPr>
        <p:spPr>
          <a:xfrm>
            <a:off x="6429075" y="2302002"/>
            <a:ext cx="349533" cy="349533"/>
          </a:xfrm>
          <a:prstGeom prst="ellipse">
            <a:avLst/>
          </a:prstGeom>
          <a:solidFill>
            <a:srgbClr val="77CBF2"/>
          </a:solidFill>
          <a:ln>
            <a:noFill/>
          </a:ln>
          <a:effectLst>
            <a:outerShdw blurRad="50800" dist="254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1F101F4-B9E6-467D-A955-9C151E43420B}"/>
              </a:ext>
            </a:extLst>
          </p:cNvPr>
          <p:cNvSpPr/>
          <p:nvPr/>
        </p:nvSpPr>
        <p:spPr>
          <a:xfrm>
            <a:off x="6429075" y="4013685"/>
            <a:ext cx="349533" cy="349533"/>
          </a:xfrm>
          <a:prstGeom prst="ellipse">
            <a:avLst/>
          </a:prstGeom>
          <a:solidFill>
            <a:srgbClr val="77CBF2"/>
          </a:solidFill>
          <a:ln>
            <a:noFill/>
          </a:ln>
          <a:effectLst>
            <a:outerShdw blurRad="50800" dist="25400" dir="5400000" sx="101000" sy="10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442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E86AD27-DECF-4F0A-B5F9-A4D11E50E4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645" y="1334523"/>
            <a:ext cx="2807667" cy="186872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DEF56DB-1D83-4147-B54D-BE0B5F5FA1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356" y="1331915"/>
            <a:ext cx="2724211" cy="181614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3CEADE7-1A65-4DC6-9901-0DFE1ED1EF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084" y="1331915"/>
            <a:ext cx="2845404" cy="181614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43137"/>
              </a:srgbClr>
            </a:outerShdw>
          </a:effec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72A2656-8780-4B84-8A03-93350BDE006F}"/>
              </a:ext>
            </a:extLst>
          </p:cNvPr>
          <p:cNvGrpSpPr/>
          <p:nvPr/>
        </p:nvGrpSpPr>
        <p:grpSpPr>
          <a:xfrm>
            <a:off x="1287566" y="3380874"/>
            <a:ext cx="9770428" cy="2290550"/>
            <a:chOff x="1522276" y="3578787"/>
            <a:chExt cx="9770428" cy="2290550"/>
          </a:xfrm>
        </p:grpSpPr>
        <p:sp>
          <p:nvSpPr>
            <p:cNvPr id="6" name="Shape 109">
              <a:extLst>
                <a:ext uri="{FF2B5EF4-FFF2-40B4-BE49-F238E27FC236}">
                  <a16:creationId xmlns:a16="http://schemas.microsoft.com/office/drawing/2014/main" id="{3250A152-59EA-4AE3-BBF8-F8EE34ECA1C0}"/>
                </a:ext>
              </a:extLst>
            </p:cNvPr>
            <p:cNvSpPr txBox="1"/>
            <p:nvPr/>
          </p:nvSpPr>
          <p:spPr>
            <a:xfrm>
              <a:off x="1522276" y="4832287"/>
              <a:ext cx="3096162" cy="103705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lvl="0" algn="ctr">
                <a:lnSpc>
                  <a:spcPct val="150000"/>
                </a:lnSpc>
                <a:buSzPct val="25000"/>
              </a:pPr>
              <a:r>
                <a: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</a:t>
              </a:r>
              <a:endParaRPr lang="en-US" sz="1200" dirty="0">
                <a:latin typeface="楷体" panose="02010609060101010101" pitchFamily="49" charset="-122"/>
                <a:ea typeface="楷体" panose="02010609060101010101" pitchFamily="49" charset="-122"/>
                <a:cs typeface="Montserrat" panose="02000505000000020004"/>
                <a:sym typeface="Montserrat" panose="02000505000000020004"/>
              </a:endParaRPr>
            </a:p>
          </p:txBody>
        </p:sp>
        <p:sp>
          <p:nvSpPr>
            <p:cNvPr id="7" name="Shape 110">
              <a:extLst>
                <a:ext uri="{FF2B5EF4-FFF2-40B4-BE49-F238E27FC236}">
                  <a16:creationId xmlns:a16="http://schemas.microsoft.com/office/drawing/2014/main" id="{A5812849-9984-44FE-988B-2C260FA1C488}"/>
                </a:ext>
              </a:extLst>
            </p:cNvPr>
            <p:cNvSpPr txBox="1"/>
            <p:nvPr/>
          </p:nvSpPr>
          <p:spPr>
            <a:xfrm>
              <a:off x="1548134" y="4402175"/>
              <a:ext cx="3058490" cy="43011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algn="ctr"/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点 击 添 加 标 题</a:t>
              </a:r>
            </a:p>
          </p:txBody>
        </p:sp>
        <p:sp>
          <p:nvSpPr>
            <p:cNvPr id="8" name="Shape 111">
              <a:extLst>
                <a:ext uri="{FF2B5EF4-FFF2-40B4-BE49-F238E27FC236}">
                  <a16:creationId xmlns:a16="http://schemas.microsoft.com/office/drawing/2014/main" id="{38C631F1-21BE-48AC-B5C3-237F88F6652A}"/>
                </a:ext>
              </a:extLst>
            </p:cNvPr>
            <p:cNvSpPr txBox="1"/>
            <p:nvPr/>
          </p:nvSpPr>
          <p:spPr>
            <a:xfrm>
              <a:off x="4791209" y="4832287"/>
              <a:ext cx="3096162" cy="103705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lvl="0" algn="ctr">
                <a:lnSpc>
                  <a:spcPct val="150000"/>
                </a:lnSpc>
                <a:buSzPct val="25000"/>
              </a:pPr>
              <a:r>
                <a: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</a:t>
              </a:r>
              <a:endPara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ontserrat" panose="02000505000000020004"/>
                <a:sym typeface="Montserrat" panose="02000505000000020004"/>
              </a:endParaRPr>
            </a:p>
          </p:txBody>
        </p:sp>
        <p:sp>
          <p:nvSpPr>
            <p:cNvPr id="9" name="Shape 112">
              <a:extLst>
                <a:ext uri="{FF2B5EF4-FFF2-40B4-BE49-F238E27FC236}">
                  <a16:creationId xmlns:a16="http://schemas.microsoft.com/office/drawing/2014/main" id="{92D55BBE-1C53-408F-BCB5-BB5ED7120C6B}"/>
                </a:ext>
              </a:extLst>
            </p:cNvPr>
            <p:cNvSpPr txBox="1"/>
            <p:nvPr/>
          </p:nvSpPr>
          <p:spPr>
            <a:xfrm>
              <a:off x="4828091" y="4402175"/>
              <a:ext cx="3058490" cy="43011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algn="ctr"/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点 击 添 加 标 题</a:t>
              </a:r>
            </a:p>
          </p:txBody>
        </p:sp>
        <p:sp>
          <p:nvSpPr>
            <p:cNvPr id="10" name="Shape 113">
              <a:extLst>
                <a:ext uri="{FF2B5EF4-FFF2-40B4-BE49-F238E27FC236}">
                  <a16:creationId xmlns:a16="http://schemas.microsoft.com/office/drawing/2014/main" id="{2473EE65-75B7-488E-985D-270D5D44235B}"/>
                </a:ext>
              </a:extLst>
            </p:cNvPr>
            <p:cNvSpPr txBox="1"/>
            <p:nvPr/>
          </p:nvSpPr>
          <p:spPr>
            <a:xfrm>
              <a:off x="8196542" y="4832287"/>
              <a:ext cx="3096162" cy="1037050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lvl="0" algn="ctr">
                <a:lnSpc>
                  <a:spcPct val="150000"/>
                </a:lnSpc>
                <a:buSzPct val="25000"/>
              </a:pPr>
              <a:r>
                <a:rPr lang="en-US" altLang="zh-CN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</a:t>
              </a:r>
              <a:endParaRPr lang="en-US" altLang="zh-CN" sz="1200" dirty="0">
                <a:latin typeface="楷体" panose="02010609060101010101" pitchFamily="49" charset="-122"/>
                <a:ea typeface="楷体" panose="02010609060101010101" pitchFamily="49" charset="-122"/>
                <a:cs typeface="Montserrat" panose="02000505000000020004"/>
                <a:sym typeface="Montserrat" panose="02000505000000020004"/>
              </a:endParaRPr>
            </a:p>
          </p:txBody>
        </p:sp>
        <p:sp>
          <p:nvSpPr>
            <p:cNvPr id="11" name="Shape 114">
              <a:extLst>
                <a:ext uri="{FF2B5EF4-FFF2-40B4-BE49-F238E27FC236}">
                  <a16:creationId xmlns:a16="http://schemas.microsoft.com/office/drawing/2014/main" id="{CF828352-9B74-4CAA-B745-7BC3CDD4093D}"/>
                </a:ext>
              </a:extLst>
            </p:cNvPr>
            <p:cNvSpPr txBox="1"/>
            <p:nvPr/>
          </p:nvSpPr>
          <p:spPr>
            <a:xfrm>
              <a:off x="8233425" y="4402175"/>
              <a:ext cx="3058490" cy="430112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/>
            <a:p>
              <a:pPr algn="ctr"/>
              <a:r>
                <a:rPr lang="zh-CN" altLang="en-US" sz="20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点 击 添 加 标 题</a:t>
              </a:r>
            </a:p>
          </p:txBody>
        </p:sp>
        <p:sp>
          <p:nvSpPr>
            <p:cNvPr id="12" name="Shape 119">
              <a:extLst>
                <a:ext uri="{FF2B5EF4-FFF2-40B4-BE49-F238E27FC236}">
                  <a16:creationId xmlns:a16="http://schemas.microsoft.com/office/drawing/2014/main" id="{6107D30C-55CC-4702-B353-1568B9459D9A}"/>
                </a:ext>
              </a:extLst>
            </p:cNvPr>
            <p:cNvSpPr/>
            <p:nvPr/>
          </p:nvSpPr>
          <p:spPr>
            <a:xfrm>
              <a:off x="6112725" y="3578787"/>
              <a:ext cx="308988" cy="5661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9944" y="111783"/>
                  </a:moveTo>
                  <a:cubicBezTo>
                    <a:pt x="109944" y="113294"/>
                    <a:pt x="107694" y="114511"/>
                    <a:pt x="104922" y="114511"/>
                  </a:cubicBezTo>
                  <a:cubicBezTo>
                    <a:pt x="103477" y="114511"/>
                    <a:pt x="102200" y="114177"/>
                    <a:pt x="101283" y="113650"/>
                  </a:cubicBezTo>
                  <a:lnTo>
                    <a:pt x="101261" y="113661"/>
                  </a:lnTo>
                  <a:lnTo>
                    <a:pt x="99950" y="113011"/>
                  </a:lnTo>
                  <a:lnTo>
                    <a:pt x="99950" y="6977"/>
                  </a:lnTo>
                  <a:lnTo>
                    <a:pt x="101416" y="6255"/>
                  </a:lnTo>
                  <a:lnTo>
                    <a:pt x="101433" y="6261"/>
                  </a:lnTo>
                  <a:cubicBezTo>
                    <a:pt x="102338" y="5788"/>
                    <a:pt x="103561" y="5483"/>
                    <a:pt x="104922" y="5483"/>
                  </a:cubicBezTo>
                  <a:cubicBezTo>
                    <a:pt x="107694" y="5483"/>
                    <a:pt x="109944" y="6711"/>
                    <a:pt x="109944" y="8216"/>
                  </a:cubicBezTo>
                  <a:cubicBezTo>
                    <a:pt x="109944" y="8216"/>
                    <a:pt x="109944" y="111783"/>
                    <a:pt x="109944" y="111783"/>
                  </a:cubicBezTo>
                  <a:close/>
                  <a:moveTo>
                    <a:pt x="89955" y="108044"/>
                  </a:moveTo>
                  <a:lnTo>
                    <a:pt x="39977" y="83211"/>
                  </a:lnTo>
                  <a:lnTo>
                    <a:pt x="39977" y="36705"/>
                  </a:lnTo>
                  <a:lnTo>
                    <a:pt x="42216" y="35594"/>
                  </a:lnTo>
                  <a:lnTo>
                    <a:pt x="42194" y="35588"/>
                  </a:lnTo>
                  <a:lnTo>
                    <a:pt x="89955" y="11927"/>
                  </a:lnTo>
                  <a:cubicBezTo>
                    <a:pt x="89955" y="11927"/>
                    <a:pt x="89955" y="108044"/>
                    <a:pt x="89955" y="108044"/>
                  </a:cubicBezTo>
                  <a:close/>
                  <a:moveTo>
                    <a:pt x="29983" y="81377"/>
                  </a:moveTo>
                  <a:cubicBezTo>
                    <a:pt x="18577" y="79355"/>
                    <a:pt x="9994" y="70555"/>
                    <a:pt x="9994" y="60000"/>
                  </a:cubicBezTo>
                  <a:cubicBezTo>
                    <a:pt x="9994" y="49444"/>
                    <a:pt x="18577" y="40638"/>
                    <a:pt x="29983" y="38622"/>
                  </a:cubicBezTo>
                  <a:cubicBezTo>
                    <a:pt x="29983" y="38622"/>
                    <a:pt x="29983" y="81377"/>
                    <a:pt x="29983" y="81377"/>
                  </a:cubicBezTo>
                  <a:close/>
                  <a:moveTo>
                    <a:pt x="119938" y="8483"/>
                  </a:moveTo>
                  <a:cubicBezTo>
                    <a:pt x="119950" y="8377"/>
                    <a:pt x="120000" y="8277"/>
                    <a:pt x="120000" y="8177"/>
                  </a:cubicBezTo>
                  <a:cubicBezTo>
                    <a:pt x="120000" y="3655"/>
                    <a:pt x="113255" y="0"/>
                    <a:pt x="104938" y="0"/>
                  </a:cubicBezTo>
                  <a:cubicBezTo>
                    <a:pt x="100683" y="0"/>
                    <a:pt x="96861" y="966"/>
                    <a:pt x="94122" y="2505"/>
                  </a:cubicBezTo>
                  <a:lnTo>
                    <a:pt x="32994" y="32805"/>
                  </a:lnTo>
                  <a:cubicBezTo>
                    <a:pt x="14600" y="33611"/>
                    <a:pt x="0" y="45461"/>
                    <a:pt x="0" y="60000"/>
                  </a:cubicBezTo>
                  <a:cubicBezTo>
                    <a:pt x="0" y="74583"/>
                    <a:pt x="14700" y="86461"/>
                    <a:pt x="33177" y="87200"/>
                  </a:cubicBezTo>
                  <a:lnTo>
                    <a:pt x="94122" y="117488"/>
                  </a:lnTo>
                  <a:cubicBezTo>
                    <a:pt x="96855" y="119033"/>
                    <a:pt x="100683" y="120000"/>
                    <a:pt x="104938" y="120000"/>
                  </a:cubicBezTo>
                  <a:cubicBezTo>
                    <a:pt x="113255" y="120000"/>
                    <a:pt x="120000" y="116338"/>
                    <a:pt x="120000" y="111827"/>
                  </a:cubicBezTo>
                  <a:cubicBezTo>
                    <a:pt x="120000" y="111722"/>
                    <a:pt x="119950" y="111622"/>
                    <a:pt x="119938" y="111516"/>
                  </a:cubicBezTo>
                  <a:cubicBezTo>
                    <a:pt x="119938" y="111516"/>
                    <a:pt x="119938" y="8483"/>
                    <a:pt x="119938" y="848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075" tIns="38075" rIns="38075" bIns="380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  <a:cs typeface="Lato" panose="020F0502020204030203"/>
                <a:sym typeface="Lato" panose="020F0502020204030203"/>
              </a:endParaRPr>
            </a:p>
          </p:txBody>
        </p:sp>
        <p:sp>
          <p:nvSpPr>
            <p:cNvPr id="13" name="Shape 120">
              <a:extLst>
                <a:ext uri="{FF2B5EF4-FFF2-40B4-BE49-F238E27FC236}">
                  <a16:creationId xmlns:a16="http://schemas.microsoft.com/office/drawing/2014/main" id="{9B1E6C71-D442-4A74-8A44-E4CBD20F36BB}"/>
                </a:ext>
              </a:extLst>
            </p:cNvPr>
            <p:cNvSpPr/>
            <p:nvPr/>
          </p:nvSpPr>
          <p:spPr>
            <a:xfrm>
              <a:off x="9451271" y="3578787"/>
              <a:ext cx="411782" cy="566199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82500" y="111783"/>
                  </a:moveTo>
                  <a:cubicBezTo>
                    <a:pt x="82500" y="113294"/>
                    <a:pt x="80811" y="114511"/>
                    <a:pt x="78727" y="114511"/>
                  </a:cubicBezTo>
                  <a:cubicBezTo>
                    <a:pt x="77650" y="114511"/>
                    <a:pt x="76688" y="114177"/>
                    <a:pt x="76000" y="113650"/>
                  </a:cubicBezTo>
                  <a:lnTo>
                    <a:pt x="75983" y="113661"/>
                  </a:lnTo>
                  <a:lnTo>
                    <a:pt x="75000" y="113011"/>
                  </a:lnTo>
                  <a:lnTo>
                    <a:pt x="75000" y="6977"/>
                  </a:lnTo>
                  <a:lnTo>
                    <a:pt x="76100" y="6255"/>
                  </a:lnTo>
                  <a:lnTo>
                    <a:pt x="76111" y="6261"/>
                  </a:lnTo>
                  <a:cubicBezTo>
                    <a:pt x="76788" y="5788"/>
                    <a:pt x="77711" y="5483"/>
                    <a:pt x="78727" y="5483"/>
                  </a:cubicBezTo>
                  <a:cubicBezTo>
                    <a:pt x="80811" y="5483"/>
                    <a:pt x="82500" y="6711"/>
                    <a:pt x="82500" y="8216"/>
                  </a:cubicBezTo>
                  <a:cubicBezTo>
                    <a:pt x="82500" y="8216"/>
                    <a:pt x="82500" y="111783"/>
                    <a:pt x="82500" y="111783"/>
                  </a:cubicBezTo>
                  <a:close/>
                  <a:moveTo>
                    <a:pt x="67500" y="108044"/>
                  </a:moveTo>
                  <a:lnTo>
                    <a:pt x="30000" y="83211"/>
                  </a:lnTo>
                  <a:lnTo>
                    <a:pt x="30000" y="36705"/>
                  </a:lnTo>
                  <a:lnTo>
                    <a:pt x="31677" y="35594"/>
                  </a:lnTo>
                  <a:lnTo>
                    <a:pt x="31661" y="35588"/>
                  </a:lnTo>
                  <a:lnTo>
                    <a:pt x="67500" y="11927"/>
                  </a:lnTo>
                  <a:cubicBezTo>
                    <a:pt x="67500" y="11927"/>
                    <a:pt x="67500" y="108044"/>
                    <a:pt x="67500" y="108044"/>
                  </a:cubicBezTo>
                  <a:close/>
                  <a:moveTo>
                    <a:pt x="22500" y="81377"/>
                  </a:moveTo>
                  <a:cubicBezTo>
                    <a:pt x="13938" y="79355"/>
                    <a:pt x="7500" y="70555"/>
                    <a:pt x="7500" y="60000"/>
                  </a:cubicBezTo>
                  <a:cubicBezTo>
                    <a:pt x="7500" y="49444"/>
                    <a:pt x="13938" y="40638"/>
                    <a:pt x="22500" y="38622"/>
                  </a:cubicBezTo>
                  <a:cubicBezTo>
                    <a:pt x="22500" y="38622"/>
                    <a:pt x="22500" y="81377"/>
                    <a:pt x="22500" y="81377"/>
                  </a:cubicBezTo>
                  <a:close/>
                  <a:moveTo>
                    <a:pt x="90044" y="8177"/>
                  </a:moveTo>
                  <a:cubicBezTo>
                    <a:pt x="90044" y="3655"/>
                    <a:pt x="84983" y="0"/>
                    <a:pt x="78744" y="0"/>
                  </a:cubicBezTo>
                  <a:cubicBezTo>
                    <a:pt x="75550" y="0"/>
                    <a:pt x="72683" y="966"/>
                    <a:pt x="70627" y="2505"/>
                  </a:cubicBezTo>
                  <a:lnTo>
                    <a:pt x="24755" y="32805"/>
                  </a:lnTo>
                  <a:cubicBezTo>
                    <a:pt x="10955" y="33611"/>
                    <a:pt x="0" y="45461"/>
                    <a:pt x="0" y="60000"/>
                  </a:cubicBezTo>
                  <a:cubicBezTo>
                    <a:pt x="0" y="74583"/>
                    <a:pt x="11027" y="86461"/>
                    <a:pt x="24894" y="87200"/>
                  </a:cubicBezTo>
                  <a:lnTo>
                    <a:pt x="70627" y="117488"/>
                  </a:lnTo>
                  <a:cubicBezTo>
                    <a:pt x="72683" y="119033"/>
                    <a:pt x="75550" y="120000"/>
                    <a:pt x="78744" y="120000"/>
                  </a:cubicBezTo>
                  <a:cubicBezTo>
                    <a:pt x="84983" y="120000"/>
                    <a:pt x="90044" y="116338"/>
                    <a:pt x="90044" y="111827"/>
                  </a:cubicBezTo>
                  <a:cubicBezTo>
                    <a:pt x="90044" y="111722"/>
                    <a:pt x="90005" y="111622"/>
                    <a:pt x="90000" y="111516"/>
                  </a:cubicBezTo>
                  <a:lnTo>
                    <a:pt x="90000" y="8483"/>
                  </a:lnTo>
                  <a:cubicBezTo>
                    <a:pt x="90005" y="8377"/>
                    <a:pt x="90044" y="8277"/>
                    <a:pt x="90044" y="8177"/>
                  </a:cubicBezTo>
                  <a:moveTo>
                    <a:pt x="101250" y="43638"/>
                  </a:moveTo>
                  <a:cubicBezTo>
                    <a:pt x="99177" y="43638"/>
                    <a:pt x="97500" y="44855"/>
                    <a:pt x="97500" y="46361"/>
                  </a:cubicBezTo>
                  <a:cubicBezTo>
                    <a:pt x="97500" y="47872"/>
                    <a:pt x="99177" y="49088"/>
                    <a:pt x="101250" y="49088"/>
                  </a:cubicBezTo>
                  <a:cubicBezTo>
                    <a:pt x="107466" y="49088"/>
                    <a:pt x="112500" y="53977"/>
                    <a:pt x="112500" y="60000"/>
                  </a:cubicBezTo>
                  <a:cubicBezTo>
                    <a:pt x="112500" y="66022"/>
                    <a:pt x="107466" y="70911"/>
                    <a:pt x="101250" y="70911"/>
                  </a:cubicBezTo>
                  <a:cubicBezTo>
                    <a:pt x="99177" y="70911"/>
                    <a:pt x="97500" y="72127"/>
                    <a:pt x="97500" y="73638"/>
                  </a:cubicBezTo>
                  <a:cubicBezTo>
                    <a:pt x="97500" y="75144"/>
                    <a:pt x="99177" y="76361"/>
                    <a:pt x="101250" y="76361"/>
                  </a:cubicBezTo>
                  <a:cubicBezTo>
                    <a:pt x="111605" y="76361"/>
                    <a:pt x="120000" y="69033"/>
                    <a:pt x="120000" y="60000"/>
                  </a:cubicBezTo>
                  <a:cubicBezTo>
                    <a:pt x="120000" y="50961"/>
                    <a:pt x="111605" y="43638"/>
                    <a:pt x="101250" y="43638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38075" tIns="38075" rIns="38075" bIns="380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buNone/>
              </a:pPr>
              <a:endParaRPr>
                <a:latin typeface="楷体" panose="02010609060101010101" pitchFamily="49" charset="-122"/>
                <a:ea typeface="楷体" panose="02010609060101010101" pitchFamily="49" charset="-122"/>
                <a:cs typeface="Lato" panose="020F0502020204030203"/>
                <a:sym typeface="Lato" panose="020F0502020204030203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483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E4E5AE-6269-4BA4-8283-1AAA1FF12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4" t="45622" r="19790" b="36225"/>
          <a:stretch/>
        </p:blipFill>
        <p:spPr>
          <a:xfrm>
            <a:off x="2548568" y="1571354"/>
            <a:ext cx="7094863" cy="27362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C121D4-7819-45E3-843D-76A07B69815A}"/>
              </a:ext>
            </a:extLst>
          </p:cNvPr>
          <p:cNvSpPr txBox="1"/>
          <p:nvPr/>
        </p:nvSpPr>
        <p:spPr>
          <a:xfrm>
            <a:off x="5179226" y="2738850"/>
            <a:ext cx="2184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文悦古典明朝体 (非商业使用) W5" pitchFamily="50" charset="-122"/>
                <a:ea typeface="文悦古典明朝体 (非商业使用) W5" pitchFamily="50" charset="-122"/>
              </a:rPr>
              <a:t>0   2</a:t>
            </a:r>
            <a:endParaRPr lang="zh-CN" altLang="en-US" sz="5400" dirty="0">
              <a:solidFill>
                <a:schemeClr val="bg1"/>
              </a:solidFill>
              <a:latin typeface="文悦古典明朝体 (非商业使用) W5" pitchFamily="50" charset="-122"/>
              <a:ea typeface="文悦古典明朝体 (非商业使用) W5" pitchFamily="50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1923D5-1876-4F49-8E03-1002B676B5E8}"/>
              </a:ext>
            </a:extLst>
          </p:cNvPr>
          <p:cNvSpPr/>
          <p:nvPr/>
        </p:nvSpPr>
        <p:spPr>
          <a:xfrm>
            <a:off x="3220778" y="4613108"/>
            <a:ext cx="6100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全字库正楷体" panose="02010604000101010101" pitchFamily="2" charset="-122"/>
              </a:rPr>
              <a:t>在这里添加你的文字，图片也可以。在这里可以添加文字内容。</a:t>
            </a:r>
            <a:endParaRPr lang="en-US" altLang="zh-CN" sz="1200" dirty="0">
              <a:solidFill>
                <a:srgbClr val="B28743"/>
              </a:solidFill>
              <a:latin typeface="楷体" panose="02010609060101010101" pitchFamily="49" charset="-122"/>
              <a:ea typeface="楷体" panose="02010609060101010101" pitchFamily="49" charset="-122"/>
              <a:cs typeface="全字库正楷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5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可选过程 1">
            <a:extLst>
              <a:ext uri="{FF2B5EF4-FFF2-40B4-BE49-F238E27FC236}">
                <a16:creationId xmlns:a16="http://schemas.microsoft.com/office/drawing/2014/main" id="{F73E4DEA-1A22-4993-B125-1484C5F3484D}"/>
              </a:ext>
            </a:extLst>
          </p:cNvPr>
          <p:cNvSpPr/>
          <p:nvPr/>
        </p:nvSpPr>
        <p:spPr>
          <a:xfrm>
            <a:off x="1597358" y="4227123"/>
            <a:ext cx="3132306" cy="610210"/>
          </a:xfrm>
          <a:prstGeom prst="flowChartAlternateProcess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37FFA7-FA4A-4E31-868A-FFF9BE8376AE}"/>
              </a:ext>
            </a:extLst>
          </p:cNvPr>
          <p:cNvSpPr txBox="1"/>
          <p:nvPr/>
        </p:nvSpPr>
        <p:spPr>
          <a:xfrm>
            <a:off x="1716435" y="4296155"/>
            <a:ext cx="2970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TITTLE  HERE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23">
            <a:extLst>
              <a:ext uri="{FF2B5EF4-FFF2-40B4-BE49-F238E27FC236}">
                <a16:creationId xmlns:a16="http://schemas.microsoft.com/office/drawing/2014/main" id="{1775BD4E-188E-481C-B78E-71CE55FAD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093" y="4969510"/>
            <a:ext cx="4292470" cy="880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through this day only and not tackle my whole life problem at once. I can do for twelve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8ED736-25B0-4486-BFD1-B9A35C39C5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650" y="1324801"/>
            <a:ext cx="3699354" cy="246527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B6B47732-B989-4868-94AB-4A8CC73A9BA6}"/>
              </a:ext>
            </a:extLst>
          </p:cNvPr>
          <p:cNvSpPr/>
          <p:nvPr/>
        </p:nvSpPr>
        <p:spPr>
          <a:xfrm>
            <a:off x="5886394" y="1869251"/>
            <a:ext cx="300037" cy="300037"/>
          </a:xfrm>
          <a:prstGeom prst="ellipse">
            <a:avLst/>
          </a:prstGeom>
          <a:solidFill>
            <a:srgbClr val="E9ECF3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23">
            <a:extLst>
              <a:ext uri="{FF2B5EF4-FFF2-40B4-BE49-F238E27FC236}">
                <a16:creationId xmlns:a16="http://schemas.microsoft.com/office/drawing/2014/main" id="{4B381D32-5830-48E3-8627-E356FAC22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670" y="1730376"/>
            <a:ext cx="4637237" cy="880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hours that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through this day only and not tackle my whole life problem at once. I can do for twelve hours that not tackle my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9C4AB7E-574C-4B5C-BF41-DE2E7B996BCD}"/>
              </a:ext>
            </a:extLst>
          </p:cNvPr>
          <p:cNvSpPr/>
          <p:nvPr/>
        </p:nvSpPr>
        <p:spPr>
          <a:xfrm>
            <a:off x="5886394" y="3241358"/>
            <a:ext cx="300037" cy="300037"/>
          </a:xfrm>
          <a:prstGeom prst="ellipse">
            <a:avLst/>
          </a:prstGeom>
          <a:solidFill>
            <a:srgbClr val="E9ECF3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23">
            <a:extLst>
              <a:ext uri="{FF2B5EF4-FFF2-40B4-BE49-F238E27FC236}">
                <a16:creationId xmlns:a16="http://schemas.microsoft.com/office/drawing/2014/main" id="{759C8C33-4B97-4952-A495-328FA34C2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670" y="3102483"/>
            <a:ext cx="4637237" cy="880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hours that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through this day only and not tackle my whole life problem at once. I can do for twelve hours that not tackle my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CFDD9CE-520D-411F-B313-A60226CE4A8F}"/>
              </a:ext>
            </a:extLst>
          </p:cNvPr>
          <p:cNvSpPr/>
          <p:nvPr/>
        </p:nvSpPr>
        <p:spPr>
          <a:xfrm>
            <a:off x="5886394" y="4613465"/>
            <a:ext cx="300037" cy="300037"/>
          </a:xfrm>
          <a:prstGeom prst="ellipse">
            <a:avLst/>
          </a:prstGeom>
          <a:solidFill>
            <a:srgbClr val="E9ECF3"/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23">
            <a:extLst>
              <a:ext uri="{FF2B5EF4-FFF2-40B4-BE49-F238E27FC236}">
                <a16:creationId xmlns:a16="http://schemas.microsoft.com/office/drawing/2014/main" id="{8697798D-3E5F-4531-B893-0AE429D50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670" y="4474590"/>
            <a:ext cx="4637237" cy="8800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楷体" panose="02010609060101010101" pitchFamily="49" charset="-122"/>
                <a:ea typeface="楷体" panose="02010609060101010101" pitchFamily="49" charset="-122"/>
              </a:rPr>
              <a:t>hours that </a:t>
            </a: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through this day only and not tackle my whole life problem at once. I can do for twelve hours that not tackle my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071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21">
            <a:extLst>
              <a:ext uri="{FF2B5EF4-FFF2-40B4-BE49-F238E27FC236}">
                <a16:creationId xmlns:a16="http://schemas.microsoft.com/office/drawing/2014/main" id="{D66B4819-2471-4D90-B2FF-AC9F66A99FFC}"/>
              </a:ext>
            </a:extLst>
          </p:cNvPr>
          <p:cNvSpPr>
            <a:spLocks noEditPoints="1"/>
          </p:cNvSpPr>
          <p:nvPr/>
        </p:nvSpPr>
        <p:spPr bwMode="auto">
          <a:xfrm>
            <a:off x="4356328" y="2218178"/>
            <a:ext cx="693980" cy="693980"/>
          </a:xfrm>
          <a:custGeom>
            <a:avLst/>
            <a:gdLst>
              <a:gd name="T0" fmla="*/ 9 w 82"/>
              <a:gd name="T1" fmla="*/ 82 h 82"/>
              <a:gd name="T2" fmla="*/ 73 w 82"/>
              <a:gd name="T3" fmla="*/ 82 h 82"/>
              <a:gd name="T4" fmla="*/ 76 w 82"/>
              <a:gd name="T5" fmla="*/ 38 h 82"/>
              <a:gd name="T6" fmla="*/ 6 w 82"/>
              <a:gd name="T7" fmla="*/ 38 h 82"/>
              <a:gd name="T8" fmla="*/ 9 w 82"/>
              <a:gd name="T9" fmla="*/ 82 h 82"/>
              <a:gd name="T10" fmla="*/ 56 w 82"/>
              <a:gd name="T11" fmla="*/ 54 h 82"/>
              <a:gd name="T12" fmla="*/ 59 w 82"/>
              <a:gd name="T13" fmla="*/ 51 h 82"/>
              <a:gd name="T14" fmla="*/ 62 w 82"/>
              <a:gd name="T15" fmla="*/ 54 h 82"/>
              <a:gd name="T16" fmla="*/ 62 w 82"/>
              <a:gd name="T17" fmla="*/ 71 h 82"/>
              <a:gd name="T18" fmla="*/ 59 w 82"/>
              <a:gd name="T19" fmla="*/ 74 h 82"/>
              <a:gd name="T20" fmla="*/ 56 w 82"/>
              <a:gd name="T21" fmla="*/ 71 h 82"/>
              <a:gd name="T22" fmla="*/ 56 w 82"/>
              <a:gd name="T23" fmla="*/ 54 h 82"/>
              <a:gd name="T24" fmla="*/ 44 w 82"/>
              <a:gd name="T25" fmla="*/ 54 h 82"/>
              <a:gd name="T26" fmla="*/ 47 w 82"/>
              <a:gd name="T27" fmla="*/ 51 h 82"/>
              <a:gd name="T28" fmla="*/ 50 w 82"/>
              <a:gd name="T29" fmla="*/ 54 h 82"/>
              <a:gd name="T30" fmla="*/ 50 w 82"/>
              <a:gd name="T31" fmla="*/ 71 h 82"/>
              <a:gd name="T32" fmla="*/ 47 w 82"/>
              <a:gd name="T33" fmla="*/ 74 h 82"/>
              <a:gd name="T34" fmla="*/ 44 w 82"/>
              <a:gd name="T35" fmla="*/ 71 h 82"/>
              <a:gd name="T36" fmla="*/ 44 w 82"/>
              <a:gd name="T37" fmla="*/ 54 h 82"/>
              <a:gd name="T38" fmla="*/ 32 w 82"/>
              <a:gd name="T39" fmla="*/ 54 h 82"/>
              <a:gd name="T40" fmla="*/ 35 w 82"/>
              <a:gd name="T41" fmla="*/ 51 h 82"/>
              <a:gd name="T42" fmla="*/ 38 w 82"/>
              <a:gd name="T43" fmla="*/ 54 h 82"/>
              <a:gd name="T44" fmla="*/ 38 w 82"/>
              <a:gd name="T45" fmla="*/ 71 h 82"/>
              <a:gd name="T46" fmla="*/ 35 w 82"/>
              <a:gd name="T47" fmla="*/ 74 h 82"/>
              <a:gd name="T48" fmla="*/ 32 w 82"/>
              <a:gd name="T49" fmla="*/ 71 h 82"/>
              <a:gd name="T50" fmla="*/ 32 w 82"/>
              <a:gd name="T51" fmla="*/ 54 h 82"/>
              <a:gd name="T52" fmla="*/ 20 w 82"/>
              <a:gd name="T53" fmla="*/ 54 h 82"/>
              <a:gd name="T54" fmla="*/ 23 w 82"/>
              <a:gd name="T55" fmla="*/ 51 h 82"/>
              <a:gd name="T56" fmla="*/ 26 w 82"/>
              <a:gd name="T57" fmla="*/ 54 h 82"/>
              <a:gd name="T58" fmla="*/ 26 w 82"/>
              <a:gd name="T59" fmla="*/ 71 h 82"/>
              <a:gd name="T60" fmla="*/ 23 w 82"/>
              <a:gd name="T61" fmla="*/ 74 h 82"/>
              <a:gd name="T62" fmla="*/ 20 w 82"/>
              <a:gd name="T63" fmla="*/ 71 h 82"/>
              <a:gd name="T64" fmla="*/ 20 w 82"/>
              <a:gd name="T65" fmla="*/ 54 h 82"/>
              <a:gd name="T66" fmla="*/ 74 w 82"/>
              <a:gd name="T67" fmla="*/ 20 h 82"/>
              <a:gd name="T68" fmla="*/ 59 w 82"/>
              <a:gd name="T69" fmla="*/ 20 h 82"/>
              <a:gd name="T70" fmla="*/ 66 w 82"/>
              <a:gd name="T71" fmla="*/ 10 h 82"/>
              <a:gd name="T72" fmla="*/ 64 w 82"/>
              <a:gd name="T73" fmla="*/ 2 h 82"/>
              <a:gd name="T74" fmla="*/ 56 w 82"/>
              <a:gd name="T75" fmla="*/ 4 h 82"/>
              <a:gd name="T76" fmla="*/ 47 w 82"/>
              <a:gd name="T77" fmla="*/ 19 h 82"/>
              <a:gd name="T78" fmla="*/ 46 w 82"/>
              <a:gd name="T79" fmla="*/ 20 h 82"/>
              <a:gd name="T80" fmla="*/ 36 w 82"/>
              <a:gd name="T81" fmla="*/ 20 h 82"/>
              <a:gd name="T82" fmla="*/ 35 w 82"/>
              <a:gd name="T83" fmla="*/ 19 h 82"/>
              <a:gd name="T84" fmla="*/ 26 w 82"/>
              <a:gd name="T85" fmla="*/ 4 h 82"/>
              <a:gd name="T86" fmla="*/ 18 w 82"/>
              <a:gd name="T87" fmla="*/ 2 h 82"/>
              <a:gd name="T88" fmla="*/ 16 w 82"/>
              <a:gd name="T89" fmla="*/ 10 h 82"/>
              <a:gd name="T90" fmla="*/ 22 w 82"/>
              <a:gd name="T91" fmla="*/ 20 h 82"/>
              <a:gd name="T92" fmla="*/ 7 w 82"/>
              <a:gd name="T93" fmla="*/ 20 h 82"/>
              <a:gd name="T94" fmla="*/ 0 w 82"/>
              <a:gd name="T95" fmla="*/ 28 h 82"/>
              <a:gd name="T96" fmla="*/ 7 w 82"/>
              <a:gd name="T97" fmla="*/ 35 h 82"/>
              <a:gd name="T98" fmla="*/ 74 w 82"/>
              <a:gd name="T99" fmla="*/ 35 h 82"/>
              <a:gd name="T100" fmla="*/ 82 w 82"/>
              <a:gd name="T101" fmla="*/ 28 h 82"/>
              <a:gd name="T102" fmla="*/ 74 w 82"/>
              <a:gd name="T103" fmla="*/ 2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82" h="82">
                <a:moveTo>
                  <a:pt x="9" y="82"/>
                </a:moveTo>
                <a:cubicBezTo>
                  <a:pt x="73" y="82"/>
                  <a:pt x="73" y="82"/>
                  <a:pt x="73" y="82"/>
                </a:cubicBezTo>
                <a:cubicBezTo>
                  <a:pt x="76" y="38"/>
                  <a:pt x="76" y="38"/>
                  <a:pt x="76" y="38"/>
                </a:cubicBezTo>
                <a:cubicBezTo>
                  <a:pt x="6" y="38"/>
                  <a:pt x="6" y="38"/>
                  <a:pt x="6" y="38"/>
                </a:cubicBezTo>
                <a:lnTo>
                  <a:pt x="9" y="82"/>
                </a:lnTo>
                <a:close/>
                <a:moveTo>
                  <a:pt x="56" y="54"/>
                </a:moveTo>
                <a:cubicBezTo>
                  <a:pt x="56" y="52"/>
                  <a:pt x="58" y="51"/>
                  <a:pt x="59" y="51"/>
                </a:cubicBezTo>
                <a:cubicBezTo>
                  <a:pt x="61" y="51"/>
                  <a:pt x="62" y="52"/>
                  <a:pt x="62" y="54"/>
                </a:cubicBezTo>
                <a:cubicBezTo>
                  <a:pt x="62" y="71"/>
                  <a:pt x="62" y="71"/>
                  <a:pt x="62" y="71"/>
                </a:cubicBezTo>
                <a:cubicBezTo>
                  <a:pt x="62" y="73"/>
                  <a:pt x="61" y="74"/>
                  <a:pt x="59" y="74"/>
                </a:cubicBezTo>
                <a:cubicBezTo>
                  <a:pt x="58" y="74"/>
                  <a:pt x="56" y="73"/>
                  <a:pt x="56" y="71"/>
                </a:cubicBezTo>
                <a:lnTo>
                  <a:pt x="56" y="54"/>
                </a:lnTo>
                <a:close/>
                <a:moveTo>
                  <a:pt x="44" y="54"/>
                </a:moveTo>
                <a:cubicBezTo>
                  <a:pt x="44" y="52"/>
                  <a:pt x="46" y="51"/>
                  <a:pt x="47" y="51"/>
                </a:cubicBezTo>
                <a:cubicBezTo>
                  <a:pt x="49" y="51"/>
                  <a:pt x="50" y="52"/>
                  <a:pt x="50" y="54"/>
                </a:cubicBezTo>
                <a:cubicBezTo>
                  <a:pt x="50" y="71"/>
                  <a:pt x="50" y="71"/>
                  <a:pt x="50" y="71"/>
                </a:cubicBezTo>
                <a:cubicBezTo>
                  <a:pt x="50" y="73"/>
                  <a:pt x="49" y="74"/>
                  <a:pt x="47" y="74"/>
                </a:cubicBezTo>
                <a:cubicBezTo>
                  <a:pt x="46" y="74"/>
                  <a:pt x="44" y="73"/>
                  <a:pt x="44" y="71"/>
                </a:cubicBezTo>
                <a:lnTo>
                  <a:pt x="44" y="54"/>
                </a:lnTo>
                <a:close/>
                <a:moveTo>
                  <a:pt x="32" y="54"/>
                </a:moveTo>
                <a:cubicBezTo>
                  <a:pt x="32" y="52"/>
                  <a:pt x="33" y="51"/>
                  <a:pt x="35" y="51"/>
                </a:cubicBezTo>
                <a:cubicBezTo>
                  <a:pt x="37" y="51"/>
                  <a:pt x="38" y="52"/>
                  <a:pt x="38" y="54"/>
                </a:cubicBezTo>
                <a:cubicBezTo>
                  <a:pt x="38" y="71"/>
                  <a:pt x="38" y="71"/>
                  <a:pt x="38" y="71"/>
                </a:cubicBezTo>
                <a:cubicBezTo>
                  <a:pt x="38" y="73"/>
                  <a:pt x="37" y="74"/>
                  <a:pt x="35" y="74"/>
                </a:cubicBezTo>
                <a:cubicBezTo>
                  <a:pt x="33" y="74"/>
                  <a:pt x="32" y="73"/>
                  <a:pt x="32" y="71"/>
                </a:cubicBezTo>
                <a:lnTo>
                  <a:pt x="32" y="54"/>
                </a:lnTo>
                <a:close/>
                <a:moveTo>
                  <a:pt x="20" y="54"/>
                </a:moveTo>
                <a:cubicBezTo>
                  <a:pt x="20" y="52"/>
                  <a:pt x="21" y="51"/>
                  <a:pt x="23" y="51"/>
                </a:cubicBezTo>
                <a:cubicBezTo>
                  <a:pt x="24" y="51"/>
                  <a:pt x="26" y="52"/>
                  <a:pt x="26" y="54"/>
                </a:cubicBezTo>
                <a:cubicBezTo>
                  <a:pt x="26" y="71"/>
                  <a:pt x="26" y="71"/>
                  <a:pt x="26" y="71"/>
                </a:cubicBezTo>
                <a:cubicBezTo>
                  <a:pt x="26" y="73"/>
                  <a:pt x="24" y="74"/>
                  <a:pt x="23" y="74"/>
                </a:cubicBezTo>
                <a:cubicBezTo>
                  <a:pt x="21" y="74"/>
                  <a:pt x="20" y="73"/>
                  <a:pt x="20" y="71"/>
                </a:cubicBezTo>
                <a:lnTo>
                  <a:pt x="20" y="54"/>
                </a:lnTo>
                <a:close/>
                <a:moveTo>
                  <a:pt x="74" y="20"/>
                </a:moveTo>
                <a:cubicBezTo>
                  <a:pt x="59" y="20"/>
                  <a:pt x="59" y="20"/>
                  <a:pt x="59" y="20"/>
                </a:cubicBezTo>
                <a:cubicBezTo>
                  <a:pt x="66" y="10"/>
                  <a:pt x="66" y="10"/>
                  <a:pt x="66" y="10"/>
                </a:cubicBezTo>
                <a:cubicBezTo>
                  <a:pt x="67" y="7"/>
                  <a:pt x="66" y="3"/>
                  <a:pt x="64" y="2"/>
                </a:cubicBezTo>
                <a:cubicBezTo>
                  <a:pt x="61" y="0"/>
                  <a:pt x="57" y="1"/>
                  <a:pt x="56" y="4"/>
                </a:cubicBezTo>
                <a:cubicBezTo>
                  <a:pt x="47" y="19"/>
                  <a:pt x="47" y="19"/>
                  <a:pt x="47" y="19"/>
                </a:cubicBezTo>
                <a:cubicBezTo>
                  <a:pt x="47" y="20"/>
                  <a:pt x="46" y="20"/>
                  <a:pt x="46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0"/>
                  <a:pt x="35" y="20"/>
                  <a:pt x="35" y="19"/>
                </a:cubicBezTo>
                <a:cubicBezTo>
                  <a:pt x="26" y="4"/>
                  <a:pt x="26" y="4"/>
                  <a:pt x="26" y="4"/>
                </a:cubicBezTo>
                <a:cubicBezTo>
                  <a:pt x="25" y="1"/>
                  <a:pt x="21" y="0"/>
                  <a:pt x="18" y="2"/>
                </a:cubicBezTo>
                <a:cubicBezTo>
                  <a:pt x="16" y="3"/>
                  <a:pt x="15" y="7"/>
                  <a:pt x="16" y="10"/>
                </a:cubicBezTo>
                <a:cubicBezTo>
                  <a:pt x="22" y="20"/>
                  <a:pt x="22" y="20"/>
                  <a:pt x="22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3" y="20"/>
                  <a:pt x="0" y="24"/>
                  <a:pt x="0" y="28"/>
                </a:cubicBezTo>
                <a:cubicBezTo>
                  <a:pt x="0" y="32"/>
                  <a:pt x="3" y="35"/>
                  <a:pt x="7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8" y="35"/>
                  <a:pt x="82" y="32"/>
                  <a:pt x="82" y="28"/>
                </a:cubicBezTo>
                <a:cubicBezTo>
                  <a:pt x="82" y="24"/>
                  <a:pt x="78" y="20"/>
                  <a:pt x="74" y="20"/>
                </a:cubicBezTo>
                <a:close/>
              </a:path>
            </a:pathLst>
          </a:custGeom>
          <a:solidFill>
            <a:srgbClr val="77CB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4603B5B-A8DA-4EFF-AFCF-737BFA1AC43F}"/>
              </a:ext>
            </a:extLst>
          </p:cNvPr>
          <p:cNvGrpSpPr/>
          <p:nvPr/>
        </p:nvGrpSpPr>
        <p:grpSpPr>
          <a:xfrm>
            <a:off x="1546349" y="2296147"/>
            <a:ext cx="658253" cy="637273"/>
            <a:chOff x="5738521" y="4736393"/>
            <a:chExt cx="398463" cy="385763"/>
          </a:xfrm>
          <a:solidFill>
            <a:srgbClr val="77CBF2"/>
          </a:solidFill>
        </p:grpSpPr>
        <p:sp>
          <p:nvSpPr>
            <p:cNvPr id="4" name="Freeform 544">
              <a:extLst>
                <a:ext uri="{FF2B5EF4-FFF2-40B4-BE49-F238E27FC236}">
                  <a16:creationId xmlns:a16="http://schemas.microsoft.com/office/drawing/2014/main" id="{6A01DB2E-5560-440F-A8D0-BAAEFA96C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3458" y="4736393"/>
              <a:ext cx="111125" cy="106363"/>
            </a:xfrm>
            <a:custGeom>
              <a:avLst/>
              <a:gdLst>
                <a:gd name="T0" fmla="*/ 32 w 70"/>
                <a:gd name="T1" fmla="*/ 0 h 67"/>
                <a:gd name="T2" fmla="*/ 0 w 70"/>
                <a:gd name="T3" fmla="*/ 67 h 67"/>
                <a:gd name="T4" fmla="*/ 70 w 70"/>
                <a:gd name="T5" fmla="*/ 67 h 67"/>
                <a:gd name="T6" fmla="*/ 32 w 70"/>
                <a:gd name="T7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" h="67">
                  <a:moveTo>
                    <a:pt x="32" y="0"/>
                  </a:moveTo>
                  <a:lnTo>
                    <a:pt x="0" y="67"/>
                  </a:lnTo>
                  <a:lnTo>
                    <a:pt x="70" y="6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" name="Freeform 545">
              <a:extLst>
                <a:ext uri="{FF2B5EF4-FFF2-40B4-BE49-F238E27FC236}">
                  <a16:creationId xmlns:a16="http://schemas.microsoft.com/office/drawing/2014/main" id="{3CC725FE-6595-4E14-A78B-44A4A33A1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2496" y="4858631"/>
              <a:ext cx="280988" cy="149225"/>
            </a:xfrm>
            <a:custGeom>
              <a:avLst/>
              <a:gdLst>
                <a:gd name="T0" fmla="*/ 126 w 177"/>
                <a:gd name="T1" fmla="*/ 0 h 94"/>
                <a:gd name="T2" fmla="*/ 46 w 177"/>
                <a:gd name="T3" fmla="*/ 0 h 94"/>
                <a:gd name="T4" fmla="*/ 0 w 177"/>
                <a:gd name="T5" fmla="*/ 94 h 94"/>
                <a:gd name="T6" fmla="*/ 177 w 177"/>
                <a:gd name="T7" fmla="*/ 94 h 94"/>
                <a:gd name="T8" fmla="*/ 126 w 177"/>
                <a:gd name="T9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94">
                  <a:moveTo>
                    <a:pt x="126" y="0"/>
                  </a:moveTo>
                  <a:lnTo>
                    <a:pt x="46" y="0"/>
                  </a:lnTo>
                  <a:lnTo>
                    <a:pt x="0" y="94"/>
                  </a:lnTo>
                  <a:lnTo>
                    <a:pt x="177" y="9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" name="Freeform 546">
              <a:extLst>
                <a:ext uri="{FF2B5EF4-FFF2-40B4-BE49-F238E27FC236}">
                  <a16:creationId xmlns:a16="http://schemas.microsoft.com/office/drawing/2014/main" id="{1038B6BD-32BE-4365-A02C-5762F2E33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8521" y="5020556"/>
              <a:ext cx="398463" cy="101600"/>
            </a:xfrm>
            <a:custGeom>
              <a:avLst/>
              <a:gdLst>
                <a:gd name="T0" fmla="*/ 251 w 251"/>
                <a:gd name="T1" fmla="*/ 64 h 64"/>
                <a:gd name="T2" fmla="*/ 216 w 251"/>
                <a:gd name="T3" fmla="*/ 0 h 64"/>
                <a:gd name="T4" fmla="*/ 32 w 251"/>
                <a:gd name="T5" fmla="*/ 0 h 64"/>
                <a:gd name="T6" fmla="*/ 0 w 251"/>
                <a:gd name="T7" fmla="*/ 64 h 64"/>
                <a:gd name="T8" fmla="*/ 251 w 251"/>
                <a:gd name="T9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64">
                  <a:moveTo>
                    <a:pt x="251" y="64"/>
                  </a:moveTo>
                  <a:lnTo>
                    <a:pt x="216" y="0"/>
                  </a:lnTo>
                  <a:lnTo>
                    <a:pt x="32" y="0"/>
                  </a:lnTo>
                  <a:lnTo>
                    <a:pt x="0" y="64"/>
                  </a:lnTo>
                  <a:lnTo>
                    <a:pt x="251" y="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60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7" name="Freeform 28">
            <a:extLst>
              <a:ext uri="{FF2B5EF4-FFF2-40B4-BE49-F238E27FC236}">
                <a16:creationId xmlns:a16="http://schemas.microsoft.com/office/drawing/2014/main" id="{D4BF85E3-E450-48CC-B9B8-845FF64A00C5}"/>
              </a:ext>
            </a:extLst>
          </p:cNvPr>
          <p:cNvSpPr>
            <a:spLocks noEditPoints="1"/>
          </p:cNvSpPr>
          <p:nvPr/>
        </p:nvSpPr>
        <p:spPr bwMode="auto">
          <a:xfrm>
            <a:off x="7220769" y="2296148"/>
            <a:ext cx="657151" cy="706905"/>
          </a:xfrm>
          <a:custGeom>
            <a:avLst/>
            <a:gdLst>
              <a:gd name="T0" fmla="*/ 4 w 95"/>
              <a:gd name="T1" fmla="*/ 12 h 102"/>
              <a:gd name="T2" fmla="*/ 4 w 95"/>
              <a:gd name="T3" fmla="*/ 12 h 102"/>
              <a:gd name="T4" fmla="*/ 43 w 95"/>
              <a:gd name="T5" fmla="*/ 12 h 102"/>
              <a:gd name="T6" fmla="*/ 45 w 95"/>
              <a:gd name="T7" fmla="*/ 2 h 102"/>
              <a:gd name="T8" fmla="*/ 46 w 95"/>
              <a:gd name="T9" fmla="*/ 1 h 102"/>
              <a:gd name="T10" fmla="*/ 47 w 95"/>
              <a:gd name="T11" fmla="*/ 0 h 102"/>
              <a:gd name="T12" fmla="*/ 48 w 95"/>
              <a:gd name="T13" fmla="*/ 0 h 102"/>
              <a:gd name="T14" fmla="*/ 49 w 95"/>
              <a:gd name="T15" fmla="*/ 0 h 102"/>
              <a:gd name="T16" fmla="*/ 50 w 95"/>
              <a:gd name="T17" fmla="*/ 1 h 102"/>
              <a:gd name="T18" fmla="*/ 50 w 95"/>
              <a:gd name="T19" fmla="*/ 2 h 102"/>
              <a:gd name="T20" fmla="*/ 53 w 95"/>
              <a:gd name="T21" fmla="*/ 12 h 102"/>
              <a:gd name="T22" fmla="*/ 91 w 95"/>
              <a:gd name="T23" fmla="*/ 12 h 102"/>
              <a:gd name="T24" fmla="*/ 95 w 95"/>
              <a:gd name="T25" fmla="*/ 16 h 102"/>
              <a:gd name="T26" fmla="*/ 95 w 95"/>
              <a:gd name="T27" fmla="*/ 16 h 102"/>
              <a:gd name="T28" fmla="*/ 95 w 95"/>
              <a:gd name="T29" fmla="*/ 71 h 102"/>
              <a:gd name="T30" fmla="*/ 91 w 95"/>
              <a:gd name="T31" fmla="*/ 75 h 102"/>
              <a:gd name="T32" fmla="*/ 91 w 95"/>
              <a:gd name="T33" fmla="*/ 75 h 102"/>
              <a:gd name="T34" fmla="*/ 70 w 95"/>
              <a:gd name="T35" fmla="*/ 75 h 102"/>
              <a:gd name="T36" fmla="*/ 76 w 95"/>
              <a:gd name="T37" fmla="*/ 99 h 102"/>
              <a:gd name="T38" fmla="*/ 74 w 95"/>
              <a:gd name="T39" fmla="*/ 102 h 102"/>
              <a:gd name="T40" fmla="*/ 71 w 95"/>
              <a:gd name="T41" fmla="*/ 100 h 102"/>
              <a:gd name="T42" fmla="*/ 65 w 95"/>
              <a:gd name="T43" fmla="*/ 75 h 102"/>
              <a:gd name="T44" fmla="*/ 50 w 95"/>
              <a:gd name="T45" fmla="*/ 75 h 102"/>
              <a:gd name="T46" fmla="*/ 50 w 95"/>
              <a:gd name="T47" fmla="*/ 89 h 102"/>
              <a:gd name="T48" fmla="*/ 48 w 95"/>
              <a:gd name="T49" fmla="*/ 92 h 102"/>
              <a:gd name="T50" fmla="*/ 45 w 95"/>
              <a:gd name="T51" fmla="*/ 89 h 102"/>
              <a:gd name="T52" fmla="*/ 45 w 95"/>
              <a:gd name="T53" fmla="*/ 75 h 102"/>
              <a:gd name="T54" fmla="*/ 31 w 95"/>
              <a:gd name="T55" fmla="*/ 75 h 102"/>
              <a:gd name="T56" fmla="*/ 24 w 95"/>
              <a:gd name="T57" fmla="*/ 100 h 102"/>
              <a:gd name="T58" fmla="*/ 21 w 95"/>
              <a:gd name="T59" fmla="*/ 102 h 102"/>
              <a:gd name="T60" fmla="*/ 19 w 95"/>
              <a:gd name="T61" fmla="*/ 99 h 102"/>
              <a:gd name="T62" fmla="*/ 26 w 95"/>
              <a:gd name="T63" fmla="*/ 75 h 102"/>
              <a:gd name="T64" fmla="*/ 4 w 95"/>
              <a:gd name="T65" fmla="*/ 75 h 102"/>
              <a:gd name="T66" fmla="*/ 0 w 95"/>
              <a:gd name="T67" fmla="*/ 71 h 102"/>
              <a:gd name="T68" fmla="*/ 0 w 95"/>
              <a:gd name="T69" fmla="*/ 71 h 102"/>
              <a:gd name="T70" fmla="*/ 0 w 95"/>
              <a:gd name="T71" fmla="*/ 16 h 102"/>
              <a:gd name="T72" fmla="*/ 4 w 95"/>
              <a:gd name="T73" fmla="*/ 12 h 102"/>
              <a:gd name="T74" fmla="*/ 25 w 95"/>
              <a:gd name="T75" fmla="*/ 64 h 102"/>
              <a:gd name="T76" fmla="*/ 25 w 95"/>
              <a:gd name="T77" fmla="*/ 64 h 102"/>
              <a:gd name="T78" fmla="*/ 71 w 95"/>
              <a:gd name="T79" fmla="*/ 64 h 102"/>
              <a:gd name="T80" fmla="*/ 73 w 95"/>
              <a:gd name="T81" fmla="*/ 61 h 102"/>
              <a:gd name="T82" fmla="*/ 71 w 95"/>
              <a:gd name="T83" fmla="*/ 59 h 102"/>
              <a:gd name="T84" fmla="*/ 25 w 95"/>
              <a:gd name="T85" fmla="*/ 59 h 102"/>
              <a:gd name="T86" fmla="*/ 22 w 95"/>
              <a:gd name="T87" fmla="*/ 61 h 102"/>
              <a:gd name="T88" fmla="*/ 25 w 95"/>
              <a:gd name="T89" fmla="*/ 64 h 102"/>
              <a:gd name="T90" fmla="*/ 87 w 95"/>
              <a:gd name="T91" fmla="*/ 20 h 102"/>
              <a:gd name="T92" fmla="*/ 87 w 95"/>
              <a:gd name="T93" fmla="*/ 20 h 102"/>
              <a:gd name="T94" fmla="*/ 8 w 95"/>
              <a:gd name="T95" fmla="*/ 20 h 102"/>
              <a:gd name="T96" fmla="*/ 8 w 95"/>
              <a:gd name="T97" fmla="*/ 67 h 102"/>
              <a:gd name="T98" fmla="*/ 87 w 95"/>
              <a:gd name="T99" fmla="*/ 67 h 102"/>
              <a:gd name="T100" fmla="*/ 87 w 95"/>
              <a:gd name="T101" fmla="*/ 2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95" h="102">
                <a:moveTo>
                  <a:pt x="4" y="12"/>
                </a:moveTo>
                <a:cubicBezTo>
                  <a:pt x="4" y="12"/>
                  <a:pt x="4" y="12"/>
                  <a:pt x="4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5" y="2"/>
                  <a:pt x="45" y="2"/>
                  <a:pt x="45" y="2"/>
                </a:cubicBezTo>
                <a:cubicBezTo>
                  <a:pt x="45" y="2"/>
                  <a:pt x="45" y="2"/>
                  <a:pt x="46" y="1"/>
                </a:cubicBezTo>
                <a:cubicBezTo>
                  <a:pt x="46" y="1"/>
                  <a:pt x="46" y="1"/>
                  <a:pt x="47" y="0"/>
                </a:cubicBezTo>
                <a:cubicBezTo>
                  <a:pt x="47" y="0"/>
                  <a:pt x="47" y="0"/>
                  <a:pt x="48" y="0"/>
                </a:cubicBezTo>
                <a:cubicBezTo>
                  <a:pt x="48" y="0"/>
                  <a:pt x="48" y="0"/>
                  <a:pt x="49" y="0"/>
                </a:cubicBezTo>
                <a:cubicBezTo>
                  <a:pt x="49" y="1"/>
                  <a:pt x="50" y="1"/>
                  <a:pt x="50" y="1"/>
                </a:cubicBezTo>
                <a:cubicBezTo>
                  <a:pt x="50" y="2"/>
                  <a:pt x="50" y="2"/>
                  <a:pt x="50" y="2"/>
                </a:cubicBezTo>
                <a:cubicBezTo>
                  <a:pt x="53" y="12"/>
                  <a:pt x="53" y="12"/>
                  <a:pt x="53" y="12"/>
                </a:cubicBezTo>
                <a:cubicBezTo>
                  <a:pt x="91" y="12"/>
                  <a:pt x="91" y="12"/>
                  <a:pt x="91" y="12"/>
                </a:cubicBezTo>
                <a:cubicBezTo>
                  <a:pt x="93" y="12"/>
                  <a:pt x="95" y="13"/>
                  <a:pt x="95" y="16"/>
                </a:cubicBezTo>
                <a:cubicBezTo>
                  <a:pt x="95" y="16"/>
                  <a:pt x="95" y="16"/>
                  <a:pt x="95" y="16"/>
                </a:cubicBezTo>
                <a:cubicBezTo>
                  <a:pt x="95" y="71"/>
                  <a:pt x="95" y="71"/>
                  <a:pt x="95" y="71"/>
                </a:cubicBezTo>
                <a:cubicBezTo>
                  <a:pt x="95" y="73"/>
                  <a:pt x="93" y="75"/>
                  <a:pt x="91" y="75"/>
                </a:cubicBezTo>
                <a:cubicBezTo>
                  <a:pt x="91" y="75"/>
                  <a:pt x="91" y="75"/>
                  <a:pt x="91" y="75"/>
                </a:cubicBezTo>
                <a:cubicBezTo>
                  <a:pt x="70" y="75"/>
                  <a:pt x="70" y="75"/>
                  <a:pt x="70" y="75"/>
                </a:cubicBezTo>
                <a:cubicBezTo>
                  <a:pt x="76" y="99"/>
                  <a:pt x="76" y="99"/>
                  <a:pt x="76" y="99"/>
                </a:cubicBezTo>
                <a:cubicBezTo>
                  <a:pt x="76" y="100"/>
                  <a:pt x="76" y="102"/>
                  <a:pt x="74" y="102"/>
                </a:cubicBezTo>
                <a:cubicBezTo>
                  <a:pt x="73" y="102"/>
                  <a:pt x="72" y="102"/>
                  <a:pt x="71" y="100"/>
                </a:cubicBezTo>
                <a:cubicBezTo>
                  <a:pt x="65" y="75"/>
                  <a:pt x="65" y="75"/>
                  <a:pt x="65" y="75"/>
                </a:cubicBezTo>
                <a:cubicBezTo>
                  <a:pt x="50" y="75"/>
                  <a:pt x="50" y="75"/>
                  <a:pt x="50" y="75"/>
                </a:cubicBezTo>
                <a:cubicBezTo>
                  <a:pt x="50" y="89"/>
                  <a:pt x="50" y="89"/>
                  <a:pt x="50" y="89"/>
                </a:cubicBezTo>
                <a:cubicBezTo>
                  <a:pt x="50" y="91"/>
                  <a:pt x="49" y="92"/>
                  <a:pt x="48" y="92"/>
                </a:cubicBezTo>
                <a:cubicBezTo>
                  <a:pt x="46" y="92"/>
                  <a:pt x="45" y="91"/>
                  <a:pt x="45" y="89"/>
                </a:cubicBezTo>
                <a:cubicBezTo>
                  <a:pt x="45" y="75"/>
                  <a:pt x="45" y="75"/>
                  <a:pt x="45" y="75"/>
                </a:cubicBezTo>
                <a:cubicBezTo>
                  <a:pt x="31" y="75"/>
                  <a:pt x="31" y="75"/>
                  <a:pt x="31" y="75"/>
                </a:cubicBezTo>
                <a:cubicBezTo>
                  <a:pt x="24" y="100"/>
                  <a:pt x="24" y="100"/>
                  <a:pt x="24" y="100"/>
                </a:cubicBezTo>
                <a:cubicBezTo>
                  <a:pt x="24" y="102"/>
                  <a:pt x="22" y="102"/>
                  <a:pt x="21" y="102"/>
                </a:cubicBezTo>
                <a:cubicBezTo>
                  <a:pt x="20" y="102"/>
                  <a:pt x="19" y="100"/>
                  <a:pt x="19" y="99"/>
                </a:cubicBezTo>
                <a:cubicBezTo>
                  <a:pt x="26" y="75"/>
                  <a:pt x="26" y="75"/>
                  <a:pt x="26" y="75"/>
                </a:cubicBezTo>
                <a:cubicBezTo>
                  <a:pt x="4" y="75"/>
                  <a:pt x="4" y="75"/>
                  <a:pt x="4" y="75"/>
                </a:cubicBezTo>
                <a:cubicBezTo>
                  <a:pt x="2" y="75"/>
                  <a:pt x="0" y="73"/>
                  <a:pt x="0" y="71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2"/>
                  <a:pt x="4" y="12"/>
                </a:cubicBezTo>
                <a:close/>
                <a:moveTo>
                  <a:pt x="25" y="64"/>
                </a:moveTo>
                <a:cubicBezTo>
                  <a:pt x="25" y="64"/>
                  <a:pt x="25" y="64"/>
                  <a:pt x="25" y="64"/>
                </a:cubicBezTo>
                <a:cubicBezTo>
                  <a:pt x="71" y="64"/>
                  <a:pt x="71" y="64"/>
                  <a:pt x="71" y="64"/>
                </a:cubicBezTo>
                <a:cubicBezTo>
                  <a:pt x="72" y="64"/>
                  <a:pt x="73" y="63"/>
                  <a:pt x="73" y="61"/>
                </a:cubicBezTo>
                <a:cubicBezTo>
                  <a:pt x="73" y="60"/>
                  <a:pt x="72" y="59"/>
                  <a:pt x="71" y="59"/>
                </a:cubicBezTo>
                <a:cubicBezTo>
                  <a:pt x="25" y="59"/>
                  <a:pt x="25" y="59"/>
                  <a:pt x="25" y="59"/>
                </a:cubicBezTo>
                <a:cubicBezTo>
                  <a:pt x="23" y="59"/>
                  <a:pt x="22" y="60"/>
                  <a:pt x="22" y="61"/>
                </a:cubicBezTo>
                <a:cubicBezTo>
                  <a:pt x="22" y="63"/>
                  <a:pt x="23" y="64"/>
                  <a:pt x="25" y="64"/>
                </a:cubicBezTo>
                <a:close/>
                <a:moveTo>
                  <a:pt x="87" y="20"/>
                </a:moveTo>
                <a:cubicBezTo>
                  <a:pt x="87" y="20"/>
                  <a:pt x="87" y="20"/>
                  <a:pt x="87" y="20"/>
                </a:cubicBezTo>
                <a:cubicBezTo>
                  <a:pt x="8" y="20"/>
                  <a:pt x="8" y="20"/>
                  <a:pt x="8" y="20"/>
                </a:cubicBezTo>
                <a:cubicBezTo>
                  <a:pt x="8" y="67"/>
                  <a:pt x="8" y="67"/>
                  <a:pt x="8" y="67"/>
                </a:cubicBezTo>
                <a:cubicBezTo>
                  <a:pt x="87" y="67"/>
                  <a:pt x="87" y="67"/>
                  <a:pt x="87" y="67"/>
                </a:cubicBezTo>
                <a:cubicBezTo>
                  <a:pt x="87" y="20"/>
                  <a:pt x="87" y="20"/>
                  <a:pt x="87" y="20"/>
                </a:cubicBezTo>
                <a:close/>
              </a:path>
            </a:pathLst>
          </a:custGeom>
          <a:solidFill>
            <a:srgbClr val="77CBF2"/>
          </a:solidFill>
          <a:ln>
            <a:noFill/>
          </a:ln>
        </p:spPr>
        <p:txBody>
          <a:bodyPr/>
          <a:lstStyle/>
          <a:p>
            <a:endParaRPr lang="zh-CN" altLang="en-US" sz="160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Freeform 111">
            <a:extLst>
              <a:ext uri="{FF2B5EF4-FFF2-40B4-BE49-F238E27FC236}">
                <a16:creationId xmlns:a16="http://schemas.microsoft.com/office/drawing/2014/main" id="{FC5E7EC1-408C-4200-A958-26E50F6C64A7}"/>
              </a:ext>
            </a:extLst>
          </p:cNvPr>
          <p:cNvSpPr>
            <a:spLocks noEditPoints="1"/>
          </p:cNvSpPr>
          <p:nvPr/>
        </p:nvSpPr>
        <p:spPr bwMode="auto">
          <a:xfrm>
            <a:off x="10048381" y="2253956"/>
            <a:ext cx="753543" cy="749097"/>
          </a:xfrm>
          <a:custGeom>
            <a:avLst/>
            <a:gdLst>
              <a:gd name="T0" fmla="*/ 114 w 127"/>
              <a:gd name="T1" fmla="*/ 59 h 126"/>
              <a:gd name="T2" fmla="*/ 105 w 127"/>
              <a:gd name="T3" fmla="*/ 61 h 126"/>
              <a:gd name="T4" fmla="*/ 98 w 127"/>
              <a:gd name="T5" fmla="*/ 31 h 126"/>
              <a:gd name="T6" fmla="*/ 108 w 127"/>
              <a:gd name="T7" fmla="*/ 23 h 126"/>
              <a:gd name="T8" fmla="*/ 103 w 127"/>
              <a:gd name="T9" fmla="*/ 18 h 126"/>
              <a:gd name="T10" fmla="*/ 95 w 127"/>
              <a:gd name="T11" fmla="*/ 28 h 126"/>
              <a:gd name="T12" fmla="*/ 65 w 127"/>
              <a:gd name="T13" fmla="*/ 21 h 126"/>
              <a:gd name="T14" fmla="*/ 67 w 127"/>
              <a:gd name="T15" fmla="*/ 12 h 126"/>
              <a:gd name="T16" fmla="*/ 63 w 127"/>
              <a:gd name="T17" fmla="*/ 0 h 126"/>
              <a:gd name="T18" fmla="*/ 59 w 127"/>
              <a:gd name="T19" fmla="*/ 12 h 126"/>
              <a:gd name="T20" fmla="*/ 61 w 127"/>
              <a:gd name="T21" fmla="*/ 21 h 126"/>
              <a:gd name="T22" fmla="*/ 31 w 127"/>
              <a:gd name="T23" fmla="*/ 28 h 126"/>
              <a:gd name="T24" fmla="*/ 24 w 127"/>
              <a:gd name="T25" fmla="*/ 18 h 126"/>
              <a:gd name="T26" fmla="*/ 19 w 127"/>
              <a:gd name="T27" fmla="*/ 23 h 126"/>
              <a:gd name="T28" fmla="*/ 28 w 127"/>
              <a:gd name="T29" fmla="*/ 31 h 126"/>
              <a:gd name="T30" fmla="*/ 22 w 127"/>
              <a:gd name="T31" fmla="*/ 61 h 126"/>
              <a:gd name="T32" fmla="*/ 13 w 127"/>
              <a:gd name="T33" fmla="*/ 59 h 126"/>
              <a:gd name="T34" fmla="*/ 0 w 127"/>
              <a:gd name="T35" fmla="*/ 63 h 126"/>
              <a:gd name="T36" fmla="*/ 13 w 127"/>
              <a:gd name="T37" fmla="*/ 67 h 126"/>
              <a:gd name="T38" fmla="*/ 22 w 127"/>
              <a:gd name="T39" fmla="*/ 65 h 126"/>
              <a:gd name="T40" fmla="*/ 28 w 127"/>
              <a:gd name="T41" fmla="*/ 95 h 126"/>
              <a:gd name="T42" fmla="*/ 18 w 127"/>
              <a:gd name="T43" fmla="*/ 102 h 126"/>
              <a:gd name="T44" fmla="*/ 24 w 127"/>
              <a:gd name="T45" fmla="*/ 108 h 126"/>
              <a:gd name="T46" fmla="*/ 31 w 127"/>
              <a:gd name="T47" fmla="*/ 98 h 126"/>
              <a:gd name="T48" fmla="*/ 61 w 127"/>
              <a:gd name="T49" fmla="*/ 105 h 126"/>
              <a:gd name="T50" fmla="*/ 59 w 127"/>
              <a:gd name="T51" fmla="*/ 113 h 126"/>
              <a:gd name="T52" fmla="*/ 63 w 127"/>
              <a:gd name="T53" fmla="*/ 126 h 126"/>
              <a:gd name="T54" fmla="*/ 67 w 127"/>
              <a:gd name="T55" fmla="*/ 113 h 126"/>
              <a:gd name="T56" fmla="*/ 65 w 127"/>
              <a:gd name="T57" fmla="*/ 105 h 126"/>
              <a:gd name="T58" fmla="*/ 95 w 127"/>
              <a:gd name="T59" fmla="*/ 98 h 126"/>
              <a:gd name="T60" fmla="*/ 103 w 127"/>
              <a:gd name="T61" fmla="*/ 108 h 126"/>
              <a:gd name="T62" fmla="*/ 108 w 127"/>
              <a:gd name="T63" fmla="*/ 102 h 126"/>
              <a:gd name="T64" fmla="*/ 99 w 127"/>
              <a:gd name="T65" fmla="*/ 95 h 126"/>
              <a:gd name="T66" fmla="*/ 105 w 127"/>
              <a:gd name="T67" fmla="*/ 65 h 126"/>
              <a:gd name="T68" fmla="*/ 114 w 127"/>
              <a:gd name="T69" fmla="*/ 67 h 126"/>
              <a:gd name="T70" fmla="*/ 127 w 127"/>
              <a:gd name="T71" fmla="*/ 63 h 126"/>
              <a:gd name="T72" fmla="*/ 99 w 127"/>
              <a:gd name="T73" fmla="*/ 61 h 126"/>
              <a:gd name="T74" fmla="*/ 90 w 127"/>
              <a:gd name="T75" fmla="*/ 39 h 126"/>
              <a:gd name="T76" fmla="*/ 87 w 127"/>
              <a:gd name="T77" fmla="*/ 36 h 126"/>
              <a:gd name="T78" fmla="*/ 65 w 127"/>
              <a:gd name="T79" fmla="*/ 27 h 126"/>
              <a:gd name="T80" fmla="*/ 61 w 127"/>
              <a:gd name="T81" fmla="*/ 27 h 126"/>
              <a:gd name="T82" fmla="*/ 40 w 127"/>
              <a:gd name="T83" fmla="*/ 36 h 126"/>
              <a:gd name="T84" fmla="*/ 36 w 127"/>
              <a:gd name="T85" fmla="*/ 39 h 126"/>
              <a:gd name="T86" fmla="*/ 28 w 127"/>
              <a:gd name="T87" fmla="*/ 61 h 126"/>
              <a:gd name="T88" fmla="*/ 28 w 127"/>
              <a:gd name="T89" fmla="*/ 65 h 126"/>
              <a:gd name="T90" fmla="*/ 36 w 127"/>
              <a:gd name="T91" fmla="*/ 86 h 126"/>
              <a:gd name="T92" fmla="*/ 40 w 127"/>
              <a:gd name="T93" fmla="*/ 90 h 126"/>
              <a:gd name="T94" fmla="*/ 61 w 127"/>
              <a:gd name="T95" fmla="*/ 99 h 126"/>
              <a:gd name="T96" fmla="*/ 65 w 127"/>
              <a:gd name="T97" fmla="*/ 99 h 126"/>
              <a:gd name="T98" fmla="*/ 87 w 127"/>
              <a:gd name="T99" fmla="*/ 90 h 126"/>
              <a:gd name="T100" fmla="*/ 90 w 127"/>
              <a:gd name="T101" fmla="*/ 86 h 126"/>
              <a:gd name="T102" fmla="*/ 99 w 127"/>
              <a:gd name="T103" fmla="*/ 65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7" h="126">
                <a:moveTo>
                  <a:pt x="123" y="59"/>
                </a:moveTo>
                <a:cubicBezTo>
                  <a:pt x="114" y="59"/>
                  <a:pt x="114" y="59"/>
                  <a:pt x="114" y="59"/>
                </a:cubicBezTo>
                <a:cubicBezTo>
                  <a:pt x="113" y="59"/>
                  <a:pt x="111" y="60"/>
                  <a:pt x="111" y="61"/>
                </a:cubicBezTo>
                <a:cubicBezTo>
                  <a:pt x="105" y="61"/>
                  <a:pt x="105" y="61"/>
                  <a:pt x="105" y="61"/>
                </a:cubicBezTo>
                <a:cubicBezTo>
                  <a:pt x="104" y="51"/>
                  <a:pt x="100" y="42"/>
                  <a:pt x="94" y="35"/>
                </a:cubicBezTo>
                <a:cubicBezTo>
                  <a:pt x="98" y="31"/>
                  <a:pt x="98" y="31"/>
                  <a:pt x="98" y="31"/>
                </a:cubicBezTo>
                <a:cubicBezTo>
                  <a:pt x="100" y="31"/>
                  <a:pt x="101" y="31"/>
                  <a:pt x="102" y="30"/>
                </a:cubicBezTo>
                <a:cubicBezTo>
                  <a:pt x="108" y="23"/>
                  <a:pt x="108" y="23"/>
                  <a:pt x="108" y="23"/>
                </a:cubicBezTo>
                <a:cubicBezTo>
                  <a:pt x="110" y="22"/>
                  <a:pt x="110" y="19"/>
                  <a:pt x="108" y="18"/>
                </a:cubicBezTo>
                <a:cubicBezTo>
                  <a:pt x="107" y="16"/>
                  <a:pt x="104" y="16"/>
                  <a:pt x="103" y="18"/>
                </a:cubicBezTo>
                <a:cubicBezTo>
                  <a:pt x="96" y="24"/>
                  <a:pt x="96" y="24"/>
                  <a:pt x="96" y="24"/>
                </a:cubicBezTo>
                <a:cubicBezTo>
                  <a:pt x="95" y="25"/>
                  <a:pt x="95" y="26"/>
                  <a:pt x="95" y="28"/>
                </a:cubicBezTo>
                <a:cubicBezTo>
                  <a:pt x="91" y="32"/>
                  <a:pt x="91" y="32"/>
                  <a:pt x="91" y="32"/>
                </a:cubicBezTo>
                <a:cubicBezTo>
                  <a:pt x="84" y="26"/>
                  <a:pt x="75" y="22"/>
                  <a:pt x="65" y="21"/>
                </a:cubicBezTo>
                <a:cubicBezTo>
                  <a:pt x="65" y="15"/>
                  <a:pt x="65" y="15"/>
                  <a:pt x="65" y="15"/>
                </a:cubicBezTo>
                <a:cubicBezTo>
                  <a:pt x="66" y="15"/>
                  <a:pt x="67" y="14"/>
                  <a:pt x="67" y="12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61" y="0"/>
                  <a:pt x="59" y="1"/>
                  <a:pt x="59" y="3"/>
                </a:cubicBezTo>
                <a:cubicBezTo>
                  <a:pt x="59" y="12"/>
                  <a:pt x="59" y="12"/>
                  <a:pt x="59" y="12"/>
                </a:cubicBezTo>
                <a:cubicBezTo>
                  <a:pt x="59" y="14"/>
                  <a:pt x="60" y="15"/>
                  <a:pt x="61" y="15"/>
                </a:cubicBezTo>
                <a:cubicBezTo>
                  <a:pt x="61" y="21"/>
                  <a:pt x="61" y="21"/>
                  <a:pt x="61" y="21"/>
                </a:cubicBezTo>
                <a:cubicBezTo>
                  <a:pt x="51" y="22"/>
                  <a:pt x="42" y="26"/>
                  <a:pt x="35" y="32"/>
                </a:cubicBezTo>
                <a:cubicBezTo>
                  <a:pt x="31" y="28"/>
                  <a:pt x="31" y="28"/>
                  <a:pt x="31" y="28"/>
                </a:cubicBezTo>
                <a:cubicBezTo>
                  <a:pt x="32" y="27"/>
                  <a:pt x="31" y="25"/>
                  <a:pt x="30" y="25"/>
                </a:cubicBezTo>
                <a:cubicBezTo>
                  <a:pt x="24" y="18"/>
                  <a:pt x="24" y="18"/>
                  <a:pt x="24" y="18"/>
                </a:cubicBezTo>
                <a:cubicBezTo>
                  <a:pt x="22" y="17"/>
                  <a:pt x="20" y="17"/>
                  <a:pt x="19" y="18"/>
                </a:cubicBezTo>
                <a:cubicBezTo>
                  <a:pt x="17" y="20"/>
                  <a:pt x="17" y="22"/>
                  <a:pt x="19" y="23"/>
                </a:cubicBezTo>
                <a:cubicBezTo>
                  <a:pt x="25" y="30"/>
                  <a:pt x="25" y="30"/>
                  <a:pt x="25" y="30"/>
                </a:cubicBezTo>
                <a:cubicBezTo>
                  <a:pt x="26" y="31"/>
                  <a:pt x="27" y="31"/>
                  <a:pt x="28" y="31"/>
                </a:cubicBezTo>
                <a:cubicBezTo>
                  <a:pt x="32" y="35"/>
                  <a:pt x="32" y="35"/>
                  <a:pt x="32" y="35"/>
                </a:cubicBezTo>
                <a:cubicBezTo>
                  <a:pt x="26" y="42"/>
                  <a:pt x="22" y="51"/>
                  <a:pt x="22" y="61"/>
                </a:cubicBezTo>
                <a:cubicBezTo>
                  <a:pt x="16" y="61"/>
                  <a:pt x="16" y="61"/>
                  <a:pt x="16" y="61"/>
                </a:cubicBezTo>
                <a:cubicBezTo>
                  <a:pt x="15" y="60"/>
                  <a:pt x="14" y="59"/>
                  <a:pt x="13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2" y="59"/>
                  <a:pt x="0" y="61"/>
                  <a:pt x="0" y="63"/>
                </a:cubicBezTo>
                <a:cubicBezTo>
                  <a:pt x="0" y="65"/>
                  <a:pt x="2" y="67"/>
                  <a:pt x="4" y="67"/>
                </a:cubicBezTo>
                <a:cubicBezTo>
                  <a:pt x="13" y="67"/>
                  <a:pt x="13" y="67"/>
                  <a:pt x="13" y="67"/>
                </a:cubicBezTo>
                <a:cubicBezTo>
                  <a:pt x="14" y="67"/>
                  <a:pt x="15" y="66"/>
                  <a:pt x="16" y="65"/>
                </a:cubicBezTo>
                <a:cubicBezTo>
                  <a:pt x="22" y="65"/>
                  <a:pt x="22" y="65"/>
                  <a:pt x="22" y="65"/>
                </a:cubicBezTo>
                <a:cubicBezTo>
                  <a:pt x="22" y="75"/>
                  <a:pt x="26" y="84"/>
                  <a:pt x="32" y="91"/>
                </a:cubicBezTo>
                <a:cubicBezTo>
                  <a:pt x="28" y="95"/>
                  <a:pt x="28" y="95"/>
                  <a:pt x="28" y="95"/>
                </a:cubicBezTo>
                <a:cubicBezTo>
                  <a:pt x="27" y="95"/>
                  <a:pt x="26" y="95"/>
                  <a:pt x="25" y="96"/>
                </a:cubicBezTo>
                <a:cubicBezTo>
                  <a:pt x="18" y="102"/>
                  <a:pt x="18" y="102"/>
                  <a:pt x="18" y="102"/>
                </a:cubicBezTo>
                <a:cubicBezTo>
                  <a:pt x="17" y="104"/>
                  <a:pt x="17" y="106"/>
                  <a:pt x="18" y="108"/>
                </a:cubicBezTo>
                <a:cubicBezTo>
                  <a:pt x="20" y="109"/>
                  <a:pt x="22" y="109"/>
                  <a:pt x="24" y="108"/>
                </a:cubicBezTo>
                <a:cubicBezTo>
                  <a:pt x="30" y="101"/>
                  <a:pt x="30" y="101"/>
                  <a:pt x="30" y="101"/>
                </a:cubicBezTo>
                <a:cubicBezTo>
                  <a:pt x="31" y="100"/>
                  <a:pt x="31" y="99"/>
                  <a:pt x="31" y="98"/>
                </a:cubicBezTo>
                <a:cubicBezTo>
                  <a:pt x="35" y="94"/>
                  <a:pt x="35" y="94"/>
                  <a:pt x="35" y="94"/>
                </a:cubicBezTo>
                <a:cubicBezTo>
                  <a:pt x="42" y="100"/>
                  <a:pt x="51" y="104"/>
                  <a:pt x="61" y="105"/>
                </a:cubicBezTo>
                <a:cubicBezTo>
                  <a:pt x="61" y="110"/>
                  <a:pt x="61" y="110"/>
                  <a:pt x="61" y="110"/>
                </a:cubicBezTo>
                <a:cubicBezTo>
                  <a:pt x="60" y="111"/>
                  <a:pt x="59" y="112"/>
                  <a:pt x="59" y="113"/>
                </a:cubicBezTo>
                <a:cubicBezTo>
                  <a:pt x="59" y="123"/>
                  <a:pt x="59" y="123"/>
                  <a:pt x="59" y="123"/>
                </a:cubicBezTo>
                <a:cubicBezTo>
                  <a:pt x="59" y="125"/>
                  <a:pt x="61" y="126"/>
                  <a:pt x="63" y="126"/>
                </a:cubicBezTo>
                <a:cubicBezTo>
                  <a:pt x="65" y="126"/>
                  <a:pt x="67" y="125"/>
                  <a:pt x="67" y="123"/>
                </a:cubicBezTo>
                <a:cubicBezTo>
                  <a:pt x="67" y="113"/>
                  <a:pt x="67" y="113"/>
                  <a:pt x="67" y="113"/>
                </a:cubicBezTo>
                <a:cubicBezTo>
                  <a:pt x="67" y="112"/>
                  <a:pt x="66" y="111"/>
                  <a:pt x="65" y="110"/>
                </a:cubicBezTo>
                <a:cubicBezTo>
                  <a:pt x="65" y="105"/>
                  <a:pt x="65" y="105"/>
                  <a:pt x="65" y="105"/>
                </a:cubicBezTo>
                <a:cubicBezTo>
                  <a:pt x="75" y="104"/>
                  <a:pt x="84" y="100"/>
                  <a:pt x="91" y="94"/>
                </a:cubicBezTo>
                <a:cubicBezTo>
                  <a:pt x="95" y="98"/>
                  <a:pt x="95" y="98"/>
                  <a:pt x="95" y="98"/>
                </a:cubicBezTo>
                <a:cubicBezTo>
                  <a:pt x="95" y="99"/>
                  <a:pt x="96" y="100"/>
                  <a:pt x="96" y="101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4" y="109"/>
                  <a:pt x="107" y="109"/>
                  <a:pt x="108" y="108"/>
                </a:cubicBezTo>
                <a:cubicBezTo>
                  <a:pt x="110" y="106"/>
                  <a:pt x="110" y="104"/>
                  <a:pt x="108" y="102"/>
                </a:cubicBezTo>
                <a:cubicBezTo>
                  <a:pt x="102" y="96"/>
                  <a:pt x="102" y="96"/>
                  <a:pt x="102" y="96"/>
                </a:cubicBezTo>
                <a:cubicBezTo>
                  <a:pt x="101" y="95"/>
                  <a:pt x="100" y="95"/>
                  <a:pt x="99" y="95"/>
                </a:cubicBezTo>
                <a:cubicBezTo>
                  <a:pt x="94" y="91"/>
                  <a:pt x="94" y="91"/>
                  <a:pt x="94" y="91"/>
                </a:cubicBezTo>
                <a:cubicBezTo>
                  <a:pt x="100" y="84"/>
                  <a:pt x="104" y="75"/>
                  <a:pt x="105" y="65"/>
                </a:cubicBezTo>
                <a:cubicBezTo>
                  <a:pt x="111" y="65"/>
                  <a:pt x="111" y="65"/>
                  <a:pt x="111" y="65"/>
                </a:cubicBezTo>
                <a:cubicBezTo>
                  <a:pt x="112" y="66"/>
                  <a:pt x="113" y="67"/>
                  <a:pt x="114" y="67"/>
                </a:cubicBezTo>
                <a:cubicBezTo>
                  <a:pt x="123" y="67"/>
                  <a:pt x="123" y="67"/>
                  <a:pt x="123" y="67"/>
                </a:cubicBezTo>
                <a:cubicBezTo>
                  <a:pt x="125" y="67"/>
                  <a:pt x="127" y="65"/>
                  <a:pt x="127" y="63"/>
                </a:cubicBezTo>
                <a:cubicBezTo>
                  <a:pt x="127" y="61"/>
                  <a:pt x="125" y="59"/>
                  <a:pt x="123" y="59"/>
                </a:cubicBezTo>
                <a:close/>
                <a:moveTo>
                  <a:pt x="99" y="61"/>
                </a:moveTo>
                <a:cubicBezTo>
                  <a:pt x="69" y="61"/>
                  <a:pt x="69" y="61"/>
                  <a:pt x="69" y="61"/>
                </a:cubicBezTo>
                <a:cubicBezTo>
                  <a:pt x="90" y="39"/>
                  <a:pt x="90" y="39"/>
                  <a:pt x="90" y="39"/>
                </a:cubicBezTo>
                <a:cubicBezTo>
                  <a:pt x="95" y="45"/>
                  <a:pt x="98" y="52"/>
                  <a:pt x="99" y="61"/>
                </a:cubicBezTo>
                <a:close/>
                <a:moveTo>
                  <a:pt x="87" y="36"/>
                </a:moveTo>
                <a:cubicBezTo>
                  <a:pt x="65" y="57"/>
                  <a:pt x="65" y="57"/>
                  <a:pt x="65" y="57"/>
                </a:cubicBezTo>
                <a:cubicBezTo>
                  <a:pt x="65" y="27"/>
                  <a:pt x="65" y="27"/>
                  <a:pt x="65" y="27"/>
                </a:cubicBezTo>
                <a:cubicBezTo>
                  <a:pt x="74" y="28"/>
                  <a:pt x="81" y="31"/>
                  <a:pt x="87" y="36"/>
                </a:cubicBezTo>
                <a:close/>
                <a:moveTo>
                  <a:pt x="61" y="27"/>
                </a:moveTo>
                <a:cubicBezTo>
                  <a:pt x="61" y="57"/>
                  <a:pt x="61" y="57"/>
                  <a:pt x="61" y="57"/>
                </a:cubicBezTo>
                <a:cubicBezTo>
                  <a:pt x="40" y="36"/>
                  <a:pt x="40" y="36"/>
                  <a:pt x="40" y="36"/>
                </a:cubicBezTo>
                <a:cubicBezTo>
                  <a:pt x="45" y="31"/>
                  <a:pt x="53" y="28"/>
                  <a:pt x="61" y="27"/>
                </a:cubicBezTo>
                <a:close/>
                <a:moveTo>
                  <a:pt x="36" y="39"/>
                </a:moveTo>
                <a:cubicBezTo>
                  <a:pt x="58" y="61"/>
                  <a:pt x="58" y="61"/>
                  <a:pt x="58" y="61"/>
                </a:cubicBezTo>
                <a:cubicBezTo>
                  <a:pt x="28" y="61"/>
                  <a:pt x="28" y="61"/>
                  <a:pt x="28" y="61"/>
                </a:cubicBezTo>
                <a:cubicBezTo>
                  <a:pt x="28" y="52"/>
                  <a:pt x="31" y="45"/>
                  <a:pt x="36" y="39"/>
                </a:cubicBezTo>
                <a:close/>
                <a:moveTo>
                  <a:pt x="28" y="65"/>
                </a:moveTo>
                <a:cubicBezTo>
                  <a:pt x="58" y="65"/>
                  <a:pt x="58" y="65"/>
                  <a:pt x="58" y="65"/>
                </a:cubicBezTo>
                <a:cubicBezTo>
                  <a:pt x="36" y="86"/>
                  <a:pt x="36" y="86"/>
                  <a:pt x="36" y="86"/>
                </a:cubicBezTo>
                <a:cubicBezTo>
                  <a:pt x="31" y="81"/>
                  <a:pt x="28" y="73"/>
                  <a:pt x="28" y="65"/>
                </a:cubicBezTo>
                <a:close/>
                <a:moveTo>
                  <a:pt x="40" y="90"/>
                </a:moveTo>
                <a:cubicBezTo>
                  <a:pt x="61" y="68"/>
                  <a:pt x="61" y="68"/>
                  <a:pt x="61" y="68"/>
                </a:cubicBezTo>
                <a:cubicBezTo>
                  <a:pt x="61" y="99"/>
                  <a:pt x="61" y="99"/>
                  <a:pt x="61" y="99"/>
                </a:cubicBezTo>
                <a:cubicBezTo>
                  <a:pt x="53" y="98"/>
                  <a:pt x="45" y="95"/>
                  <a:pt x="40" y="90"/>
                </a:cubicBezTo>
                <a:close/>
                <a:moveTo>
                  <a:pt x="65" y="99"/>
                </a:moveTo>
                <a:cubicBezTo>
                  <a:pt x="65" y="68"/>
                  <a:pt x="65" y="68"/>
                  <a:pt x="65" y="68"/>
                </a:cubicBezTo>
                <a:cubicBezTo>
                  <a:pt x="87" y="90"/>
                  <a:pt x="87" y="90"/>
                  <a:pt x="87" y="90"/>
                </a:cubicBezTo>
                <a:cubicBezTo>
                  <a:pt x="81" y="95"/>
                  <a:pt x="74" y="98"/>
                  <a:pt x="65" y="99"/>
                </a:cubicBezTo>
                <a:close/>
                <a:moveTo>
                  <a:pt x="90" y="86"/>
                </a:moveTo>
                <a:cubicBezTo>
                  <a:pt x="69" y="65"/>
                  <a:pt x="69" y="65"/>
                  <a:pt x="69" y="65"/>
                </a:cubicBezTo>
                <a:cubicBezTo>
                  <a:pt x="99" y="65"/>
                  <a:pt x="99" y="65"/>
                  <a:pt x="99" y="65"/>
                </a:cubicBezTo>
                <a:cubicBezTo>
                  <a:pt x="98" y="73"/>
                  <a:pt x="95" y="81"/>
                  <a:pt x="90" y="86"/>
                </a:cubicBezTo>
                <a:close/>
              </a:path>
            </a:pathLst>
          </a:custGeom>
          <a:solidFill>
            <a:srgbClr val="77CBF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5A91C4-DC2D-480B-B639-6C88CF436DCB}"/>
              </a:ext>
            </a:extLst>
          </p:cNvPr>
          <p:cNvSpPr/>
          <p:nvPr/>
        </p:nvSpPr>
        <p:spPr>
          <a:xfrm>
            <a:off x="520035" y="3425862"/>
            <a:ext cx="2620183" cy="1557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 YOUR TITTLE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2EA681-A530-4164-8594-2E7390B60E45}"/>
              </a:ext>
            </a:extLst>
          </p:cNvPr>
          <p:cNvSpPr/>
          <p:nvPr/>
        </p:nvSpPr>
        <p:spPr>
          <a:xfrm>
            <a:off x="3362303" y="3446804"/>
            <a:ext cx="2620183" cy="1557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 YOUR TITTLE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24CF8F-D69F-4FCF-A001-4F0590A92715}"/>
              </a:ext>
            </a:extLst>
          </p:cNvPr>
          <p:cNvSpPr/>
          <p:nvPr/>
        </p:nvSpPr>
        <p:spPr>
          <a:xfrm>
            <a:off x="6204571" y="3446804"/>
            <a:ext cx="2620183" cy="1557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 YOUR TITTLE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5F1EC8-BC84-447A-800B-50DC18CD6BCF}"/>
              </a:ext>
            </a:extLst>
          </p:cNvPr>
          <p:cNvSpPr/>
          <p:nvPr/>
        </p:nvSpPr>
        <p:spPr>
          <a:xfrm>
            <a:off x="9084137" y="3432736"/>
            <a:ext cx="2620183" cy="15577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 YOUR TITTLE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668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4BD132E-A511-45A7-9EAC-2B0C7EAF2A2A}"/>
              </a:ext>
            </a:extLst>
          </p:cNvPr>
          <p:cNvSpPr/>
          <p:nvPr/>
        </p:nvSpPr>
        <p:spPr>
          <a:xfrm>
            <a:off x="847419" y="1267516"/>
            <a:ext cx="5783914" cy="2862386"/>
          </a:xfrm>
          <a:prstGeom prst="rect">
            <a:avLst/>
          </a:prstGeom>
          <a:solidFill>
            <a:srgbClr val="77CB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16B356-9AD5-478D-8FF6-C455C95380FB}"/>
              </a:ext>
            </a:extLst>
          </p:cNvPr>
          <p:cNvSpPr/>
          <p:nvPr/>
        </p:nvSpPr>
        <p:spPr>
          <a:xfrm>
            <a:off x="1108534" y="2246229"/>
            <a:ext cx="5448379" cy="1549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 Just for today I will try to live this day only and not tackle my whole life problem at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535253-CE26-445E-AFFC-2D404FE32642}"/>
              </a:ext>
            </a:extLst>
          </p:cNvPr>
          <p:cNvSpPr/>
          <p:nvPr/>
        </p:nvSpPr>
        <p:spPr>
          <a:xfrm>
            <a:off x="679379" y="4551942"/>
            <a:ext cx="313219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 YOUR TITTLE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B0FD09-11FA-41DA-AA96-DB83D8C8DA0F}"/>
              </a:ext>
            </a:extLst>
          </p:cNvPr>
          <p:cNvSpPr/>
          <p:nvPr/>
        </p:nvSpPr>
        <p:spPr>
          <a:xfrm>
            <a:off x="4250217" y="4551942"/>
            <a:ext cx="3132195" cy="1295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 YOUR TITTLE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E12062-F2EB-4E8E-944A-704AE963AE33}"/>
              </a:ext>
            </a:extLst>
          </p:cNvPr>
          <p:cNvSpPr/>
          <p:nvPr/>
        </p:nvSpPr>
        <p:spPr>
          <a:xfrm>
            <a:off x="8088347" y="4537874"/>
            <a:ext cx="313219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ADD YOUR TITTLE</a:t>
            </a:r>
            <a:endParaRPr lang="en-US" altLang="zh-CN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>
                <a:latin typeface="楷体" panose="02010609060101010101" pitchFamily="49" charset="-122"/>
                <a:ea typeface="楷体" panose="02010609060101010101" pitchFamily="49" charset="-122"/>
              </a:rPr>
              <a:t>Just for today I will try to live this day only and not tackle my whole life problem at</a:t>
            </a:r>
            <a:endParaRPr lang="zh-CN" altLang="en-US" sz="1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C50F37-9957-4426-99D0-D1131AE9F9F1}"/>
              </a:ext>
            </a:extLst>
          </p:cNvPr>
          <p:cNvSpPr/>
          <p:nvPr/>
        </p:nvSpPr>
        <p:spPr>
          <a:xfrm>
            <a:off x="1135038" y="1937231"/>
            <a:ext cx="2781531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ADD YOUR TITTLE HERE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4C16C24-9B37-46EF-B819-B0F285AC40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292" y="1267516"/>
            <a:ext cx="4585550" cy="286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7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E4E5AE-6269-4BA4-8283-1AAA1FF12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4" t="45622" r="19790" b="36225"/>
          <a:stretch/>
        </p:blipFill>
        <p:spPr>
          <a:xfrm>
            <a:off x="2548568" y="1571354"/>
            <a:ext cx="7094863" cy="27362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C121D4-7819-45E3-843D-76A07B69815A}"/>
              </a:ext>
            </a:extLst>
          </p:cNvPr>
          <p:cNvSpPr txBox="1"/>
          <p:nvPr/>
        </p:nvSpPr>
        <p:spPr>
          <a:xfrm>
            <a:off x="5179226" y="2738850"/>
            <a:ext cx="2184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文悦古典明朝体 (非商业使用) W5" pitchFamily="50" charset="-122"/>
                <a:ea typeface="文悦古典明朝体 (非商业使用) W5" pitchFamily="50" charset="-122"/>
              </a:rPr>
              <a:t>0   3</a:t>
            </a:r>
            <a:endParaRPr lang="zh-CN" altLang="en-US" sz="5400" dirty="0">
              <a:solidFill>
                <a:schemeClr val="bg1"/>
              </a:solidFill>
              <a:latin typeface="文悦古典明朝体 (非商业使用) W5" pitchFamily="50" charset="-122"/>
              <a:ea typeface="文悦古典明朝体 (非商业使用) W5" pitchFamily="50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1923D5-1876-4F49-8E03-1002B676B5E8}"/>
              </a:ext>
            </a:extLst>
          </p:cNvPr>
          <p:cNvSpPr/>
          <p:nvPr/>
        </p:nvSpPr>
        <p:spPr>
          <a:xfrm>
            <a:off x="3220778" y="4613108"/>
            <a:ext cx="6100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全字库正楷体" panose="02010604000101010101" pitchFamily="2" charset="-122"/>
              </a:rPr>
              <a:t>在这里添加你的文字，图片也可以。在这里可以添加文字内容。</a:t>
            </a:r>
            <a:endParaRPr lang="en-US" altLang="zh-CN" sz="1200" dirty="0">
              <a:solidFill>
                <a:srgbClr val="B28743"/>
              </a:solidFill>
              <a:latin typeface="楷体" panose="02010609060101010101" pitchFamily="49" charset="-122"/>
              <a:ea typeface="楷体" panose="02010609060101010101" pitchFamily="49" charset="-122"/>
              <a:cs typeface="全字库正楷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63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8E436C4-5083-43DB-A735-5A19C5D2564C}"/>
              </a:ext>
            </a:extLst>
          </p:cNvPr>
          <p:cNvGrpSpPr/>
          <p:nvPr/>
        </p:nvGrpSpPr>
        <p:grpSpPr>
          <a:xfrm>
            <a:off x="638567" y="2150166"/>
            <a:ext cx="2500574" cy="3069467"/>
            <a:chOff x="710010" y="3276600"/>
            <a:chExt cx="2500574" cy="3069467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A3241370-9627-4959-8681-21B8A5D73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038" y="3276600"/>
              <a:ext cx="884237" cy="884238"/>
            </a:xfrm>
            <a:prstGeom prst="ellipse">
              <a:avLst/>
            </a:prstGeom>
            <a:solidFill>
              <a:srgbClr val="77CBF2"/>
            </a:solidFill>
            <a:ln w="38100">
              <a:noFill/>
              <a:bevel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" name="文本框 10">
              <a:extLst>
                <a:ext uri="{FF2B5EF4-FFF2-40B4-BE49-F238E27FC236}">
                  <a16:creationId xmlns:a16="http://schemas.microsoft.com/office/drawing/2014/main" id="{31DBB128-8C65-4803-8C22-6386FB452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038" y="3473448"/>
              <a:ext cx="8842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Arial" panose="020B0604020202020204" pitchFamily="34" charset="0"/>
                </a:rPr>
                <a:t>01</a:t>
              </a:r>
              <a:endPara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65">
              <a:extLst>
                <a:ext uri="{FF2B5EF4-FFF2-40B4-BE49-F238E27FC236}">
                  <a16:creationId xmlns:a16="http://schemas.microsoft.com/office/drawing/2014/main" id="{529DB2B2-D5F6-4924-B920-07FE93D86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728" y="4717997"/>
              <a:ext cx="23968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algn="ctr" eaLnBrk="1" hangingPunct="1"/>
              <a:r>
                <a:rPr lang="en-US" sz="2000" b="1" dirty="0">
                  <a:latin typeface="楷体" panose="02010609060101010101" pitchFamily="49" charset="-122"/>
                  <a:ea typeface="楷体" panose="02010609060101010101" pitchFamily="49" charset="-122"/>
                  <a:cs typeface="Arial" pitchFamily="34" charset="0"/>
                </a:rPr>
                <a:t>YOUR TITLE</a:t>
              </a:r>
              <a:endPara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Arial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29A446C-FF3A-4243-82C9-E7E4D3D5843C}"/>
                </a:ext>
              </a:extLst>
            </p:cNvPr>
            <p:cNvSpPr/>
            <p:nvPr/>
          </p:nvSpPr>
          <p:spPr>
            <a:xfrm>
              <a:off x="710010" y="5176516"/>
              <a:ext cx="2500574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three ways. I will do somebody a good turn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</a:t>
              </a:r>
              <a:endParaRPr lang="en-US" altLang="zh-CN" sz="1400" dirty="0">
                <a:solidFill>
                  <a:schemeClr val="bg2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849D332-56CE-4BA8-8654-54A4660E1ECA}"/>
              </a:ext>
            </a:extLst>
          </p:cNvPr>
          <p:cNvGrpSpPr/>
          <p:nvPr/>
        </p:nvGrpSpPr>
        <p:grpSpPr>
          <a:xfrm>
            <a:off x="3345528" y="2150166"/>
            <a:ext cx="2500574" cy="3065979"/>
            <a:chOff x="3459835" y="3276600"/>
            <a:chExt cx="2500574" cy="3065979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75A4588-36C0-40F5-A081-E001476F6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838" y="3276600"/>
              <a:ext cx="884237" cy="884238"/>
            </a:xfrm>
            <a:prstGeom prst="ellipse">
              <a:avLst/>
            </a:prstGeom>
            <a:solidFill>
              <a:srgbClr val="77CBF2"/>
            </a:solidFill>
            <a:ln w="38100">
              <a:noFill/>
              <a:bevel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文本框 10">
              <a:extLst>
                <a:ext uri="{FF2B5EF4-FFF2-40B4-BE49-F238E27FC236}">
                  <a16:creationId xmlns:a16="http://schemas.microsoft.com/office/drawing/2014/main" id="{114AE66D-0C84-44A6-94E4-30CF711D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7043" y="3473447"/>
              <a:ext cx="8842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Arial" panose="020B0604020202020204" pitchFamily="34" charset="0"/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10" name="文本框 65">
              <a:extLst>
                <a:ext uri="{FF2B5EF4-FFF2-40B4-BE49-F238E27FC236}">
                  <a16:creationId xmlns:a16="http://schemas.microsoft.com/office/drawing/2014/main" id="{216DB28F-D7B4-448D-B71B-D8D7D0006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553" y="4714509"/>
              <a:ext cx="23968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algn="ctr" eaLnBrk="1" hangingPunct="1"/>
              <a:r>
                <a:rPr lang="en-US" sz="2000" b="1" dirty="0">
                  <a:latin typeface="楷体" panose="02010609060101010101" pitchFamily="49" charset="-122"/>
                  <a:ea typeface="楷体" panose="02010609060101010101" pitchFamily="49" charset="-122"/>
                  <a:cs typeface="Arial" pitchFamily="34" charset="0"/>
                </a:rPr>
                <a:t>YOUR TITLE</a:t>
              </a:r>
              <a:endPara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Arial" pitchFamily="34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377589C-F525-48BC-95A0-47E59D14E451}"/>
                </a:ext>
              </a:extLst>
            </p:cNvPr>
            <p:cNvSpPr/>
            <p:nvPr/>
          </p:nvSpPr>
          <p:spPr>
            <a:xfrm>
              <a:off x="3459835" y="5173028"/>
              <a:ext cx="2500574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three ways. I will do somebody a good turn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</a:t>
              </a:r>
              <a:endParaRPr lang="en-US" altLang="zh-CN" sz="1400" dirty="0">
                <a:solidFill>
                  <a:schemeClr val="bg2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84130FA-E70D-47FA-84C1-66E754DD7A70}"/>
              </a:ext>
            </a:extLst>
          </p:cNvPr>
          <p:cNvGrpSpPr/>
          <p:nvPr/>
        </p:nvGrpSpPr>
        <p:grpSpPr>
          <a:xfrm>
            <a:off x="6264508" y="2150166"/>
            <a:ext cx="2500574" cy="3005999"/>
            <a:chOff x="6207362" y="3276600"/>
            <a:chExt cx="2500574" cy="3005999"/>
          </a:xfrm>
        </p:grpSpPr>
        <p:sp>
          <p:nvSpPr>
            <p:cNvPr id="13" name="椭圆 8">
              <a:extLst>
                <a:ext uri="{FF2B5EF4-FFF2-40B4-BE49-F238E27FC236}">
                  <a16:creationId xmlns:a16="http://schemas.microsoft.com/office/drawing/2014/main" id="{1C5F4ACD-BC0D-4EE7-B35B-DBB32D654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5638" y="3276600"/>
              <a:ext cx="884237" cy="884238"/>
            </a:xfrm>
            <a:prstGeom prst="ellipse">
              <a:avLst/>
            </a:prstGeom>
            <a:solidFill>
              <a:srgbClr val="77CBF2"/>
            </a:solidFill>
            <a:ln w="38100">
              <a:noFill/>
              <a:bevel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文本框 10">
              <a:extLst>
                <a:ext uri="{FF2B5EF4-FFF2-40B4-BE49-F238E27FC236}">
                  <a16:creationId xmlns:a16="http://schemas.microsoft.com/office/drawing/2014/main" id="{86C02B8B-192E-40CC-8E57-9C12993D1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7466" y="3473447"/>
              <a:ext cx="8842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Arial" panose="020B0604020202020204" pitchFamily="34" charset="0"/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15" name="文本框 65">
              <a:extLst>
                <a:ext uri="{FF2B5EF4-FFF2-40B4-BE49-F238E27FC236}">
                  <a16:creationId xmlns:a16="http://schemas.microsoft.com/office/drawing/2014/main" id="{5B04843F-38DD-4603-967F-AE0AD67CA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080" y="4654529"/>
              <a:ext cx="23968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algn="ctr" eaLnBrk="1" hangingPunct="1"/>
              <a:r>
                <a:rPr lang="en-US" sz="2000" b="1" dirty="0">
                  <a:latin typeface="楷体" panose="02010609060101010101" pitchFamily="49" charset="-122"/>
                  <a:ea typeface="楷体" panose="02010609060101010101" pitchFamily="49" charset="-122"/>
                  <a:cs typeface="Arial" pitchFamily="34" charset="0"/>
                </a:rPr>
                <a:t>YOUR TITLE</a:t>
              </a:r>
              <a:endPara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Arial" pitchFamily="34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F3DF5B7-785B-4D9F-A6F6-EE68AE3725B5}"/>
                </a:ext>
              </a:extLst>
            </p:cNvPr>
            <p:cNvSpPr/>
            <p:nvPr/>
          </p:nvSpPr>
          <p:spPr>
            <a:xfrm>
              <a:off x="6207362" y="5113048"/>
              <a:ext cx="2500574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three ways. I will do somebody a good turn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</a:t>
              </a:r>
              <a:endParaRPr lang="en-US" altLang="zh-CN" sz="1400" dirty="0">
                <a:solidFill>
                  <a:schemeClr val="bg2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A24CAC0-91A8-4E74-86D0-63DC83B0AAC1}"/>
              </a:ext>
            </a:extLst>
          </p:cNvPr>
          <p:cNvGrpSpPr/>
          <p:nvPr/>
        </p:nvGrpSpPr>
        <p:grpSpPr>
          <a:xfrm>
            <a:off x="9142017" y="2150166"/>
            <a:ext cx="2500574" cy="2992747"/>
            <a:chOff x="6207362" y="3276600"/>
            <a:chExt cx="2500574" cy="2992747"/>
          </a:xfrm>
        </p:grpSpPr>
        <p:sp>
          <p:nvSpPr>
            <p:cNvPr id="18" name="椭圆 8">
              <a:extLst>
                <a:ext uri="{FF2B5EF4-FFF2-40B4-BE49-F238E27FC236}">
                  <a16:creationId xmlns:a16="http://schemas.microsoft.com/office/drawing/2014/main" id="{9507DD53-6298-4A7B-A076-0A91E8303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5638" y="3276600"/>
              <a:ext cx="884237" cy="884238"/>
            </a:xfrm>
            <a:prstGeom prst="ellipse">
              <a:avLst/>
            </a:prstGeom>
            <a:solidFill>
              <a:srgbClr val="77CBF2"/>
            </a:solidFill>
            <a:ln w="38100">
              <a:noFill/>
              <a:bevel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文本框 10">
              <a:extLst>
                <a:ext uri="{FF2B5EF4-FFF2-40B4-BE49-F238E27FC236}">
                  <a16:creationId xmlns:a16="http://schemas.microsoft.com/office/drawing/2014/main" id="{A2978578-FAB1-493B-B4AD-9BFCDB797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7466" y="3473447"/>
              <a:ext cx="88423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Arial" panose="020B0604020202020204" pitchFamily="3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Arial" panose="020B0604020202020204" pitchFamily="34" charset="0"/>
              </a:endParaRPr>
            </a:p>
          </p:txBody>
        </p:sp>
        <p:sp>
          <p:nvSpPr>
            <p:cNvPr id="20" name="文本框 65">
              <a:extLst>
                <a:ext uri="{FF2B5EF4-FFF2-40B4-BE49-F238E27FC236}">
                  <a16:creationId xmlns:a16="http://schemas.microsoft.com/office/drawing/2014/main" id="{87BCC8A2-5EDC-47DC-B176-1888272A2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080" y="4641277"/>
              <a:ext cx="239685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algn="ctr" eaLnBrk="1" hangingPunct="1"/>
              <a:r>
                <a:rPr lang="en-US" sz="2000" b="1" dirty="0">
                  <a:latin typeface="楷体" panose="02010609060101010101" pitchFamily="49" charset="-122"/>
                  <a:ea typeface="楷体" panose="02010609060101010101" pitchFamily="49" charset="-122"/>
                  <a:cs typeface="Arial" pitchFamily="34" charset="0"/>
                </a:rPr>
                <a:t>YOUR TITLE</a:t>
              </a:r>
              <a:endPara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Arial" pitchFamily="34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AAAAB5A-9146-4AA4-8252-C20F40EEA97E}"/>
                </a:ext>
              </a:extLst>
            </p:cNvPr>
            <p:cNvSpPr/>
            <p:nvPr/>
          </p:nvSpPr>
          <p:spPr>
            <a:xfrm>
              <a:off x="6207362" y="5099796"/>
              <a:ext cx="2500574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three ways. I will do somebody a good turn</a:t>
              </a:r>
              <a:r>
                <a: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</a:t>
              </a:r>
              <a:endParaRPr lang="en-US" altLang="zh-CN" sz="1400" dirty="0">
                <a:solidFill>
                  <a:schemeClr val="bg2">
                    <a:lumMod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9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E4E5AE-6269-4BA4-8283-1AAA1FF12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4" t="45622" r="19790" b="36225"/>
          <a:stretch/>
        </p:blipFill>
        <p:spPr>
          <a:xfrm>
            <a:off x="2548568" y="1571354"/>
            <a:ext cx="7094863" cy="27362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C121D4-7819-45E3-843D-76A07B69815A}"/>
              </a:ext>
            </a:extLst>
          </p:cNvPr>
          <p:cNvSpPr txBox="1"/>
          <p:nvPr/>
        </p:nvSpPr>
        <p:spPr>
          <a:xfrm>
            <a:off x="5179226" y="2738850"/>
            <a:ext cx="2184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文悦古典明朝体 (非商业使用) W5" pitchFamily="50" charset="-122"/>
                <a:ea typeface="文悦古典明朝体 (非商业使用) W5" pitchFamily="50" charset="-122"/>
              </a:rPr>
              <a:t>0   4</a:t>
            </a:r>
            <a:endParaRPr lang="zh-CN" altLang="en-US" sz="5400" dirty="0">
              <a:solidFill>
                <a:schemeClr val="bg1"/>
              </a:solidFill>
              <a:latin typeface="文悦古典明朝体 (非商业使用) W5" pitchFamily="50" charset="-122"/>
              <a:ea typeface="文悦古典明朝体 (非商业使用) W5" pitchFamily="50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1923D5-1876-4F49-8E03-1002B676B5E8}"/>
              </a:ext>
            </a:extLst>
          </p:cNvPr>
          <p:cNvSpPr/>
          <p:nvPr/>
        </p:nvSpPr>
        <p:spPr>
          <a:xfrm>
            <a:off x="3220778" y="4613108"/>
            <a:ext cx="6100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全字库正楷体" panose="02010604000101010101" pitchFamily="2" charset="-122"/>
              </a:rPr>
              <a:t>在这里添加你的文字，图片也可以。在这里可以添加文字内容。</a:t>
            </a:r>
            <a:endParaRPr lang="en-US" altLang="zh-CN" sz="1200" dirty="0">
              <a:solidFill>
                <a:srgbClr val="B28743"/>
              </a:solidFill>
              <a:latin typeface="楷体" panose="02010609060101010101" pitchFamily="49" charset="-122"/>
              <a:ea typeface="楷体" panose="02010609060101010101" pitchFamily="49" charset="-122"/>
              <a:cs typeface="全字库正楷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0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F939EC9-E878-4CBC-A44D-FFB97FE1A573}"/>
              </a:ext>
            </a:extLst>
          </p:cNvPr>
          <p:cNvGrpSpPr/>
          <p:nvPr/>
        </p:nvGrpSpPr>
        <p:grpSpPr>
          <a:xfrm>
            <a:off x="1094442" y="2213204"/>
            <a:ext cx="10003116" cy="2431591"/>
            <a:chOff x="1016090" y="2550546"/>
            <a:chExt cx="10003116" cy="243159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5557BE60-E678-458E-BBC6-70543E924641}"/>
                </a:ext>
              </a:extLst>
            </p:cNvPr>
            <p:cNvSpPr/>
            <p:nvPr/>
          </p:nvSpPr>
          <p:spPr>
            <a:xfrm>
              <a:off x="5295035" y="3061489"/>
              <a:ext cx="1382260" cy="1382260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TEXT HERE</a:t>
              </a:r>
            </a:p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CONTENTS</a:t>
              </a:r>
              <a:endPara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3EA1A2E-75AE-4FAC-859E-AA1F45DD4109}"/>
                </a:ext>
              </a:extLst>
            </p:cNvPr>
            <p:cNvSpPr/>
            <p:nvPr/>
          </p:nvSpPr>
          <p:spPr>
            <a:xfrm>
              <a:off x="5306872" y="3033779"/>
              <a:ext cx="393895" cy="393895"/>
            </a:xfrm>
            <a:prstGeom prst="ellipse">
              <a:avLst/>
            </a:prstGeom>
            <a:solidFill>
              <a:srgbClr val="363737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+</a:t>
              </a:r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8F8B79B-F7AB-46B4-963A-4B01E2116503}"/>
                </a:ext>
              </a:extLst>
            </p:cNvPr>
            <p:cNvSpPr/>
            <p:nvPr/>
          </p:nvSpPr>
          <p:spPr>
            <a:xfrm>
              <a:off x="5306872" y="4025177"/>
              <a:ext cx="393895" cy="393895"/>
            </a:xfrm>
            <a:prstGeom prst="ellipse">
              <a:avLst/>
            </a:prstGeom>
            <a:solidFill>
              <a:srgbClr val="363737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+</a:t>
              </a:r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EFE0FFA-EF97-4153-9CA7-B3785AD990C7}"/>
                </a:ext>
              </a:extLst>
            </p:cNvPr>
            <p:cNvSpPr/>
            <p:nvPr/>
          </p:nvSpPr>
          <p:spPr>
            <a:xfrm>
              <a:off x="6283400" y="3033779"/>
              <a:ext cx="393895" cy="393895"/>
            </a:xfrm>
            <a:prstGeom prst="ellipse">
              <a:avLst/>
            </a:prstGeom>
            <a:solidFill>
              <a:srgbClr val="363737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-</a:t>
              </a:r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FFD5A35-FF6E-4E74-9ACC-EE72CBEEAAFE}"/>
                </a:ext>
              </a:extLst>
            </p:cNvPr>
            <p:cNvSpPr/>
            <p:nvPr/>
          </p:nvSpPr>
          <p:spPr>
            <a:xfrm>
              <a:off x="6283400" y="4025177"/>
              <a:ext cx="393895" cy="393895"/>
            </a:xfrm>
            <a:prstGeom prst="ellipse">
              <a:avLst/>
            </a:prstGeom>
            <a:solidFill>
              <a:srgbClr val="363737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-</a:t>
              </a:r>
              <a:endPara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BA9C1B8-B990-4CFE-9F8A-4F06565A2445}"/>
                </a:ext>
              </a:extLst>
            </p:cNvPr>
            <p:cNvCxnSpPr>
              <a:stCxn id="8" idx="6"/>
            </p:cNvCxnSpPr>
            <p:nvPr/>
          </p:nvCxnSpPr>
          <p:spPr>
            <a:xfrm>
              <a:off x="6677295" y="3230727"/>
              <a:ext cx="426656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343FFB1-A1ED-487C-9A12-F4C2E748E458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1040306" y="3230727"/>
              <a:ext cx="426656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5C8D3D5-0A79-412C-A3AC-30A863C5F683}"/>
                </a:ext>
              </a:extLst>
            </p:cNvPr>
            <p:cNvCxnSpPr>
              <a:stCxn id="9" idx="6"/>
            </p:cNvCxnSpPr>
            <p:nvPr/>
          </p:nvCxnSpPr>
          <p:spPr>
            <a:xfrm>
              <a:off x="6677295" y="4222125"/>
              <a:ext cx="426656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82F2BF0-3D4F-4D91-AC68-87D122ED7A5B}"/>
                </a:ext>
              </a:extLst>
            </p:cNvPr>
            <p:cNvCxnSpPr>
              <a:endCxn id="7" idx="2"/>
            </p:cNvCxnSpPr>
            <p:nvPr/>
          </p:nvCxnSpPr>
          <p:spPr>
            <a:xfrm>
              <a:off x="1016090" y="4222125"/>
              <a:ext cx="429078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23">
              <a:extLst>
                <a:ext uri="{FF2B5EF4-FFF2-40B4-BE49-F238E27FC236}">
                  <a16:creationId xmlns:a16="http://schemas.microsoft.com/office/drawing/2014/main" id="{EB51422C-2E46-4A6A-9705-6A8E1EC98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306" y="2550546"/>
              <a:ext cx="4538859" cy="603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once.</a:t>
              </a:r>
              <a:endPara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矩形 23">
              <a:extLst>
                <a:ext uri="{FF2B5EF4-FFF2-40B4-BE49-F238E27FC236}">
                  <a16:creationId xmlns:a16="http://schemas.microsoft.com/office/drawing/2014/main" id="{C97EA6F3-858A-4C7E-9393-8D2A61180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90" y="4379087"/>
              <a:ext cx="4538859" cy="603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50000"/>
                </a:lnSpc>
              </a:pPr>
              <a:r>
                <a:rPr 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once.</a:t>
              </a:r>
              <a:endPara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矩形 23">
              <a:extLst>
                <a:ext uri="{FF2B5EF4-FFF2-40B4-BE49-F238E27FC236}">
                  <a16:creationId xmlns:a16="http://schemas.microsoft.com/office/drawing/2014/main" id="{824510E1-24A3-425C-98FA-D92451C9B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0347" y="2550546"/>
              <a:ext cx="4538859" cy="603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lnSpc>
                  <a:spcPct val="150000"/>
                </a:lnSpc>
              </a:pPr>
              <a:r>
                <a:rPr 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once.</a:t>
              </a:r>
              <a:endPara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7" name="矩形 23">
              <a:extLst>
                <a:ext uri="{FF2B5EF4-FFF2-40B4-BE49-F238E27FC236}">
                  <a16:creationId xmlns:a16="http://schemas.microsoft.com/office/drawing/2014/main" id="{CCB46F15-BC55-4919-B3A8-FEC3372EF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7381" y="4379087"/>
              <a:ext cx="4538859" cy="603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lnSpc>
                  <a:spcPct val="150000"/>
                </a:lnSpc>
              </a:pPr>
              <a:r>
                <a:rPr 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Just for today I will try to live through this day only and not tackle my whole life once.</a:t>
              </a:r>
              <a:endParaRPr lang="zh-CN" altLang="en-US" sz="1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559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3E4E5AE-6269-4BA4-8283-1AAA1FF12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84" t="45622" r="19790" b="36225"/>
          <a:stretch/>
        </p:blipFill>
        <p:spPr>
          <a:xfrm>
            <a:off x="2548568" y="1571354"/>
            <a:ext cx="7094863" cy="27362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C121D4-7819-45E3-843D-76A07B69815A}"/>
              </a:ext>
            </a:extLst>
          </p:cNvPr>
          <p:cNvSpPr txBox="1"/>
          <p:nvPr/>
        </p:nvSpPr>
        <p:spPr>
          <a:xfrm>
            <a:off x="5179226" y="2738850"/>
            <a:ext cx="2184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文悦古典明朝体 (非商业使用) W5" pitchFamily="50" charset="-122"/>
                <a:ea typeface="文悦古典明朝体 (非商业使用) W5" pitchFamily="50" charset="-122"/>
              </a:rPr>
              <a:t>谢   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1923D5-1876-4F49-8E03-1002B676B5E8}"/>
              </a:ext>
            </a:extLst>
          </p:cNvPr>
          <p:cNvSpPr/>
          <p:nvPr/>
        </p:nvSpPr>
        <p:spPr>
          <a:xfrm>
            <a:off x="3220778" y="4613108"/>
            <a:ext cx="6100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latin typeface="楷体" panose="02010609060101010101" pitchFamily="49" charset="-122"/>
                <a:ea typeface="楷体" panose="02010609060101010101" pitchFamily="49" charset="-122"/>
                <a:cs typeface="全字库正楷体" panose="02010604000101010101" pitchFamily="2" charset="-122"/>
              </a:rPr>
              <a:t>在这里添加你的文字，图片也可以。在这里可以添加文字内容。</a:t>
            </a:r>
            <a:endParaRPr lang="en-US" altLang="zh-CN" sz="1200" dirty="0">
              <a:solidFill>
                <a:srgbClr val="B28743"/>
              </a:solidFill>
              <a:latin typeface="楷体" panose="02010609060101010101" pitchFamily="49" charset="-122"/>
              <a:ea typeface="楷体" panose="02010609060101010101" pitchFamily="49" charset="-122"/>
              <a:cs typeface="全字库正楷体" panose="0201060400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784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1100</Words>
  <Application>Microsoft Office PowerPoint</Application>
  <PresentationFormat>宽屏</PresentationFormat>
  <Paragraphs>91</Paragraphs>
  <Slides>15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楷体</vt:lpstr>
      <vt:lpstr>文悦古典明朝体 (非商业使用) W5</vt:lpstr>
      <vt:lpstr>新蒂文徵明體</vt:lpstr>
      <vt:lpstr>Arial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Windows 用户</cp:lastModifiedBy>
  <cp:revision>13</cp:revision>
  <dcterms:created xsi:type="dcterms:W3CDTF">2019-03-12T06:51:57Z</dcterms:created>
  <dcterms:modified xsi:type="dcterms:W3CDTF">2020-04-02T07:51:22Z</dcterms:modified>
</cp:coreProperties>
</file>